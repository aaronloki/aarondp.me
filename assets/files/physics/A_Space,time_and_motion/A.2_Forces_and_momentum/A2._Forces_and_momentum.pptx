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2.xml" ContentType="application/inkml+xml"/>
  <Override PartName="/ppt/ink/ink13.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7"/>
  </p:notesMasterIdLst>
  <p:sldIdLst>
    <p:sldId id="256" r:id="rId2"/>
    <p:sldId id="280" r:id="rId3"/>
    <p:sldId id="281" r:id="rId4"/>
    <p:sldId id="282" r:id="rId5"/>
    <p:sldId id="283" r:id="rId6"/>
    <p:sldId id="274" r:id="rId7"/>
    <p:sldId id="275" r:id="rId8"/>
    <p:sldId id="257" r:id="rId9"/>
    <p:sldId id="271" r:id="rId10"/>
    <p:sldId id="272" r:id="rId11"/>
    <p:sldId id="262" r:id="rId12"/>
    <p:sldId id="264" r:id="rId13"/>
    <p:sldId id="265" r:id="rId14"/>
    <p:sldId id="266" r:id="rId15"/>
    <p:sldId id="273" r:id="rId16"/>
    <p:sldId id="276" r:id="rId17"/>
    <p:sldId id="258" r:id="rId18"/>
    <p:sldId id="268" r:id="rId19"/>
    <p:sldId id="259" r:id="rId20"/>
    <p:sldId id="267" r:id="rId21"/>
    <p:sldId id="263" r:id="rId22"/>
    <p:sldId id="269" r:id="rId23"/>
    <p:sldId id="270" r:id="rId24"/>
    <p:sldId id="260" r:id="rId25"/>
    <p:sldId id="277" r:id="rId26"/>
    <p:sldId id="278" r:id="rId27"/>
    <p:sldId id="279" r:id="rId28"/>
    <p:sldId id="284" r:id="rId29"/>
    <p:sldId id="285" r:id="rId30"/>
    <p:sldId id="286" r:id="rId31"/>
    <p:sldId id="261" r:id="rId32"/>
    <p:sldId id="287" r:id="rId33"/>
    <p:sldId id="288" r:id="rId34"/>
    <p:sldId id="289" r:id="rId35"/>
    <p:sldId id="290" r:id="rId36"/>
    <p:sldId id="291" r:id="rId37"/>
    <p:sldId id="292" r:id="rId38"/>
    <p:sldId id="307" r:id="rId39"/>
    <p:sldId id="308" r:id="rId40"/>
    <p:sldId id="309" r:id="rId41"/>
    <p:sldId id="310" r:id="rId42"/>
    <p:sldId id="319" r:id="rId43"/>
    <p:sldId id="342" r:id="rId44"/>
    <p:sldId id="343" r:id="rId45"/>
    <p:sldId id="344" r:id="rId46"/>
    <p:sldId id="370" r:id="rId47"/>
    <p:sldId id="371" r:id="rId48"/>
    <p:sldId id="345" r:id="rId49"/>
    <p:sldId id="372" r:id="rId50"/>
    <p:sldId id="373" r:id="rId51"/>
    <p:sldId id="293" r:id="rId52"/>
    <p:sldId id="374" r:id="rId53"/>
    <p:sldId id="311" r:id="rId54"/>
    <p:sldId id="375" r:id="rId55"/>
    <p:sldId id="294" r:id="rId56"/>
    <p:sldId id="295" r:id="rId57"/>
    <p:sldId id="376" r:id="rId58"/>
    <p:sldId id="348" r:id="rId59"/>
    <p:sldId id="389" r:id="rId60"/>
    <p:sldId id="390" r:id="rId61"/>
    <p:sldId id="391" r:id="rId62"/>
    <p:sldId id="392" r:id="rId63"/>
    <p:sldId id="393" r:id="rId64"/>
    <p:sldId id="394" r:id="rId65"/>
    <p:sldId id="395" r:id="rId66"/>
    <p:sldId id="396" r:id="rId67"/>
    <p:sldId id="352" r:id="rId68"/>
    <p:sldId id="397" r:id="rId69"/>
    <p:sldId id="399" r:id="rId70"/>
    <p:sldId id="398" r:id="rId71"/>
    <p:sldId id="297" r:id="rId72"/>
    <p:sldId id="296" r:id="rId73"/>
    <p:sldId id="300" r:id="rId74"/>
    <p:sldId id="301" r:id="rId75"/>
    <p:sldId id="400" r:id="rId76"/>
    <p:sldId id="401" r:id="rId77"/>
    <p:sldId id="402" r:id="rId78"/>
    <p:sldId id="403" r:id="rId79"/>
    <p:sldId id="404" r:id="rId80"/>
    <p:sldId id="405" r:id="rId81"/>
    <p:sldId id="406" r:id="rId82"/>
    <p:sldId id="407" r:id="rId83"/>
    <p:sldId id="408" r:id="rId84"/>
    <p:sldId id="409" r:id="rId85"/>
    <p:sldId id="410" r:id="rId86"/>
    <p:sldId id="411" r:id="rId87"/>
    <p:sldId id="412" r:id="rId88"/>
    <p:sldId id="413" r:id="rId89"/>
    <p:sldId id="414" r:id="rId90"/>
    <p:sldId id="415" r:id="rId91"/>
    <p:sldId id="416" r:id="rId92"/>
    <p:sldId id="417" r:id="rId93"/>
    <p:sldId id="418" r:id="rId94"/>
    <p:sldId id="298" r:id="rId95"/>
    <p:sldId id="303" r:id="rId9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54"/>
    <p:restoredTop sz="94648"/>
  </p:normalViewPr>
  <p:slideViewPr>
    <p:cSldViewPr>
      <p:cViewPr>
        <p:scale>
          <a:sx n="68" d="100"/>
          <a:sy n="68" d="100"/>
        </p:scale>
        <p:origin x="3480" y="135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4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2.wmf"/><Relationship Id="rId7" Type="http://schemas.openxmlformats.org/officeDocument/2006/relationships/image" Target="../media/image26.wmf"/><Relationship Id="rId2" Type="http://schemas.openxmlformats.org/officeDocument/2006/relationships/image" Target="../media/image21.wmf"/><Relationship Id="rId1" Type="http://schemas.openxmlformats.org/officeDocument/2006/relationships/image" Target="../media/image20.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image" Target="../media/image46.emf"/><Relationship Id="rId4" Type="http://schemas.openxmlformats.org/officeDocument/2006/relationships/image" Target="../media/image49.emf"/></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8-10-10T05:22:55.735"/>
    </inkml:context>
    <inkml:brush xml:id="br0">
      <inkml:brushProperty name="width" value="0.05292" units="cm"/>
      <inkml:brushProperty name="height" value="0.05292" units="cm"/>
      <inkml:brushProperty name="color" value="#FF0000"/>
    </inkml:brush>
  </inkml:definitions>
  <inkml:trace contextRef="#ctx0" brushRef="#br0">1414 8533,'25'25,"-25"24,0 1,0 24,0 1,0 24,0-74,0 198,0-99,24-25,-24 50,0-124,0 0,0-50,0-74</inkml:trace>
  <inkml:trace contextRef="#ctx0" brushRef="#br0" timeOffset="436.02">1935 8682,'-75'0,"1"0,-149 0,99 0,0-25,99 25,25 0,0 25,25-25,74 49</inkml:trace>
  <inkml:trace contextRef="#ctx0" brushRef="#br0" timeOffset="741.04">1860 8954,'25'25,"-50"-25,1 25,-51-25,50 0,-49 0,-25 0,-1 0,26 0,24 0,1 0,49 0,25 0,49 25</inkml:trace>
  <inkml:trace contextRef="#ctx0" brushRef="#br0" timeOffset="1116.06">2332 9203,'-50'-25,"25"25,-124 0,75 0,0 0,74 0</inkml:trace>
  <inkml:trace contextRef="#ctx0" brushRef="#br0" timeOffset="1375.07">2332 9351,'-75'0,"50"0,-24 0,24 0,-49 0,24 0,50 0</inkml:trace>
  <inkml:trace contextRef="#ctx0" brushRef="#br0" timeOffset="4545.26">2704 9178,'0'0</inkml:trace>
  <inkml:trace contextRef="#ctx0" brushRef="#br0" timeOffset="5625.32">2778 9103,'0'0,"0"75,0 24,0-25,25 26,-25-51,0 26,0-51,0-24,0 0,0 0,0 0,0-24,0-1,0 25,0-25,25 0,-25 0,0 1,0-1,0-50,25 1,-1 24,1 1,-25 24,50 25,-25 25,-1 49,1-24,0 49,-25-49,0 24,0-49,25-50,-25 0,0-49,0 24,25-24,-1 24,1-24,0 49,0 0,0 25,-1 0,1 50,25-1,-50 26,25 24,-25-25,0-49,0 0,0-25,24 0,1-50</inkml:trace>
  <inkml:trace contextRef="#ctx0" brushRef="#br0" timeOffset="6423.36">3795 9178,'0'0,"0"0,0 0,-25 0,-74 25,49 24,26-24,-1 49,25 1,0-1,0-24,0-1,25-24,24-50,1 1,0-51,-50 1,24 24,-24-24,0 49,0 25,0 25,25 99,0-50,0-24,24-1,1-49,0 0,-26 0,1-24,0-1,0 0,0 0</inkml:trace>
  <inkml:trace contextRef="#ctx0" brushRef="#br0" timeOffset="10172.58">3299 9773,'-25'0,"25"0,-25 0,1 0,-26 0,0-25,-49 0,25 25,24 0,25 25,1-25,24 25,0-25,24 0,76 0,-51 0,1 25,-1-25,51 0,-51 25,-24-25,0 24,-25-24,-25 0,0 25,-24-25,-1 0,-24 0,24 0,0 25,50-25,-49 0,-1 0,25 0,25 0,0 0,50 0,-25 0,24 0,-24 0,50 25,-26-25,-24 0,0 0,0 0,-1 0,-24 0,0 0,-49 0,24 0,-25 0,1 0,-1 0,25 0,-24 0,24 0,0 0,25 0,0 0,0 0</inkml:trace>
  <inkml:trace contextRef="#ctx0" brushRef="#br0" timeOffset="18286.04">3944 9872,'0'0,"-50"0,1 0,-1-25,25 25,-49 25,24-25,25 25,25-25,25 0,25 0,-25 0,24 0,-24 0,0 0,0 0,0 0,-1 0,-24 0,-24 0,-26 0,25 0,0-25,-24 25,24 0,0 0,25 0,25 25,25-25,-1 0,-24 25,0-25,24 0,-24 0,-25 0,0 0,-25 0,1 0,-1 0,0 0,0 0,25 0,-25 0,25 0,0 0,0 0,0 0,0 0,0 0,0 0,0 0,0 0</inkml:trace>
  <inkml:trace contextRef="#ctx0" brushRef="#br0" timeOffset="18948.08">3770 9922,'0'0,"0"0,0 0,0 0,0 0,0 0,0 0,0 25,-24-25,-26-25</inkml:trace>
  <inkml:trace contextRef="#ctx0" brushRef="#br0" timeOffset="34287.96">1538 10864,'0'0,"0"50,0-25,0 0,0-1,0 1,0 0,0 0,0 0,0-1,0-24,0 0,25-24,-25-26,0 25,0 0,-25 1,25-1,-25 0,25 0,-25 25,25 0,-25 50,-24-1,24 26,0 74,25-100,50 51,24-76,-24-24,-1 0,26-24,-25-26,-50 50,49-99,-24 74,-25 25,-25 25,25 49,50 50,-25-124,-1 25,26 0,124-149,-150 49,-48 26,-1-1,-174-24,150 98,24 1,0 0,25-25,50 25</inkml:trace>
  <inkml:trace contextRef="#ctx0" brushRef="#br0" timeOffset="34861.99">2133 10988,'0'0,"0"25,0 25,0-50,25 74,-25-49,0 25,0-25,0 24,0-49,0 25,25 0,-25-50,25 0,-25-49,24 24,1 0,-25 26,0-1,25 0,-25 25,25 0,0 25,24 49,-24 1,0 49,-25-99,0-25,0 24,0-24,0 0,0-24,25-26</inkml:trace>
  <inkml:trace contextRef="#ctx0" brushRef="#br0" timeOffset="35325.01">2679 11063,'-25'0,"0"0,0 0,-24 0,-1 25,50 24,25-49,25 25,24 25,-24-25,-1 24,-49 1,-24-25,-76-1,51 1,24-25,0 0,-25-49,50-51</inkml:trace>
  <inkml:trace contextRef="#ctx0" brushRef="#br0" timeOffset="35667.04">2877 10740,'0'75,"-24"24,24-74,0 74,0 75,24-100,-24-49,0 0,50-100</inkml:trace>
  <inkml:trace contextRef="#ctx0" brushRef="#br0" timeOffset="35943.05">3051 11088,'-99'-25,"0"25,49 0,-49-25,49 25,25 0,50 0,74 0</inkml:trace>
  <inkml:trace contextRef="#ctx0" brushRef="#br0" timeOffset="36504.08">3249 11112,'-24'0,"-51"0,26 0,-26 50,50-50,25 25,-24 0,48 49,1-49,25 25,-1-50,1 0,-25 0,0-25,-1 0,-24-25,25-24,-25 49,0 75,25 24,0 1,-25-26,0-49,0 25,0-25,25-124</inkml:trace>
  <inkml:trace contextRef="#ctx0" brushRef="#br0" timeOffset="37333.11">3423 11112,'25'0,"0"0,-1 75,1 99,-25-125,-25-49,25 25,0-25,0 0,0 0,0-25,0 25,25-49,0-26,25 1,-50 24,24 25,1 0,-25 50,25 25,-25-25,0 49,0-24,0-1,0-24,25-25,-25 0,25 25,-25-25,25 0,-25-25,24 25,1-25,0-24,25-50,-26 74,1-50,-25-24,25 25,-25-1,0 50,0 25,0 0,-25 25,25 50,0-1,25 50,0-49,24 24,-24-50,0-24,-25-25,25 0,-25 0,0 0,25-74</inkml:trace>
  <inkml:trace contextRef="#ctx0" brushRef="#br0" timeOffset="37619.15">4093 11063,'-75'-25,"26"25,-50 0,49 0,0 0,26 0,-1 0,25 0,74 0</inkml:trace>
  <inkml:trace contextRef="#ctx0" brushRef="#br0" timeOffset="38330.18">4762 11063,'-49'-25,"-1"25,-74 50,75-26,24 26,25 0,0-1,49-24,1 25,-25-50,24 0,26-50,-50 1,-25-26,0 50,0 0,0 1,0 24,0 0,-25 24,50 101,-1-51,1-24,25-1,-25-24,0-25,49-25</inkml:trace>
  <inkml:trace contextRef="#ctx0" brushRef="#br0" timeOffset="39040.21">5159 11410,'-49'25</inkml:trace>
  <inkml:trace contextRef="#ctx0" brushRef="#br0" timeOffset="39518.25">4911 11633,'-24'0,"-26"0,0 0,25 0,-24 0,24 0,-49-24,-26 24,125 0,25 0</inkml:trace>
  <inkml:trace contextRef="#ctx0" brushRef="#br0" timeOffset="39820.25">4887 11708,'-25'0,"-25"0,0 0,26 0,-26 0,25-25,0 25,1 0,24 0</inkml:trace>
  <inkml:trace contextRef="#ctx0" brushRef="#br0" timeOffset="40046.28">4837 11782,'-75'0,"26"0,24 50</inkml:trace>
  <inkml:trace contextRef="#ctx0" brushRef="#br0" timeOffset="56436.21">1116 12477,'0'25,"0"-25,0 24,0 1,0-25,0 50,0-50,0 49,0-49,0 25,0 0,0 0,0 0,0-1,25 1,-25 0,0 0,25 0,-25-1,0-24,0 25,25 0,-25-25,24 25,1-50,0 0,0 0,-25 1,49-76,-49 76,25-1,-25 0,0 0,25 0,-25 1,0-1,25 0,-25 0,0 25,0 0,0 25,0 25,0-26,0 26,0 0,25 24,24-24,-49-26,25-24,-25 25,0-25,25 0,0 0,-1 0,1-25,-25 25,0-24,25 24,-25 0,0-25</inkml:trace>
  <inkml:trace contextRef="#ctx0" brushRef="#br0" timeOffset="56941.25">2257 12626,'-25'0,"25"0,-49-25,49 25,-25 0,-25-25,50 25,-124-50</inkml:trace>
  <inkml:trace contextRef="#ctx0" brushRef="#br0" timeOffset="57034.25">1910 12526</inkml:trace>
  <inkml:trace contextRef="#ctx0" brushRef="#br0" timeOffset="57037.25">1910 12526</inkml:trace>
  <inkml:trace contextRef="#ctx0" brushRef="#br0" timeOffset="57070.25">1910 12526</inkml:trace>
  <inkml:trace contextRef="#ctx0" brushRef="#br0" timeOffset="57072.25">1910 12551,'25'50</inkml:trace>
  <inkml:trace contextRef="#ctx0" brushRef="#br0" timeOffset="57277.27">2183 12824,'-25'0,"-74"0,0-25</inkml:trace>
  <inkml:trace contextRef="#ctx0" brushRef="#br0" timeOffset="57324.27">1910 12799</inkml:trace>
  <inkml:trace contextRef="#ctx0" brushRef="#br0" timeOffset="57326.27">1910 12799</inkml:trace>
  <inkml:trace contextRef="#ctx0" brushRef="#br0" timeOffset="57359.28">1910 12799</inkml:trace>
  <inkml:trace contextRef="#ctx0" brushRef="#br0" timeOffset="58447.34">2480 12154,'0'0,"-24"25,-1-25,-25 75,25-1,1 0,48 1,26 49,0-99,-1-1,-24-24,0 0,0 0,-25-24,24-1,1-25,-25 25,25-24,-25 49,0-25,0 0,0 25,-25 0,-24 75,49-1,0-24,0-26,24 1,-24 0,25 0,25-50,0-49</inkml:trace>
  <inkml:trace contextRef="#ctx0" brushRef="#br0" timeOffset="58942.37">2853 12353,'0'0,"0"0,-25 49,25-49,-25 25,25 25,0-1,25 1,24 24,-49-74,25 25,0-25,0 0,0 0,-1 0,-24 0,25-25,0-24,-25-50,0 24,-99-74,74 149,-25-24,50 24,-24 0,24 0,-50 24,25 1,25 25,75-25</inkml:trace>
  <inkml:trace contextRef="#ctx0" brushRef="#br0" timeOffset="59306.39">3150 11956,'0'49,"-25"1,25 74,0 50,0-100,0 1,0-51,0 1,0-25,50-49</inkml:trace>
  <inkml:trace contextRef="#ctx0" brushRef="#br0" timeOffset="59794.42">3324 12179,'-75'50,"51"-25,-51-1,50 1,-24 0,49-25,25 0,-1 25,76 0,-76-1,1 1,0 25,49-1,-74-24,0-99</inkml:trace>
  <inkml:trace contextRef="#ctx0" brushRef="#br0" timeOffset="60553.46">3448 12328,'25'74,"-25"-24,24 24,-24-24,-24-25,24-25,0 0,24-50,1 1,0-1,0 50,-25-25,25 0,-1 50,-24 0,0-25,0 50,0-50,25 49,-25-24,0 0,0 0,-25-1,25-24,0 0,0 25,0-50,0 25,25-49,-25-26,0 26,25 24,-25 0,25 0,0 25,0 50,-1 24,-24-24,0 0,0-26,0-24,-24 0,24 0</inkml:trace>
  <inkml:trace contextRef="#ctx0" brushRef="#br0" timeOffset="61045.49">3770 12898,'0'0,"0"0,-24 25,-51-25,50 0,-49 0,24 0,-24 0,24 0,-49-25,74 25,-24 0,-51 0,76 0,-26 25,25-25,25 0,0 0,0 0</inkml:trace>
  <inkml:trace contextRef="#ctx0" brushRef="#br0" timeOffset="61769.53">3299 13271,'0'24,"0"26,0 74,0-25,0-24,25-26,-25-24,0-25,25 0,-25 0,0-25,24 0,1-99,0 75,0 24,-25-25,49-24,-24 74,-25 0,25 25,-25 74,0-74,0 24,25 1,24 49,-49-74,25-25,-25 25,50-25,-50 0,50-50</inkml:trace>
  <inkml:trace contextRef="#ctx0" brushRef="#br0" timeOffset="62763.58">4242 12874,'0'0,"0"24,0-24,0 25,0 0,-25 0,25 0,-25-25,0 0,25-25,0-25,0 1,0 49,25-25,-25 25,25 0,-25 0,25 25,-25-1,0-24,24 100,-48-76,-1-24,0-24,25-1,0-50,0 75,0-24,25 24,-25 0,25 0,-25 0,0 24,0-24,-25 100,25-125</inkml:trace>
  <inkml:trace contextRef="#ctx0" brushRef="#br0" timeOffset="67376.85">5904 12923,'0'0,"24"-25,-48 25,24 0,-25 0,0 0,0 0,0 25,0-25,-24 0,24 0,-49 0,-1 0,1 0,-25 25,-1-50,51 25,-1 0,1 0,24 0,-74 0,24 0,1 0,24 0,0 0,50 0,-24 0,-1 0,25 0,0 0,0-25</inkml:trace>
  <inkml:trace contextRef="#ctx0" brushRef="#br0" timeOffset="69856.98">4986 13122,'0'24,"0"-24,0 75,0-25,0-1,25 26,-25 49,0 49,24-148,-24 0,25 0,0-50</inkml:trace>
  <inkml:trace contextRef="#ctx0" brushRef="#br0" timeOffset="70228">5308 13171,'0'75,"0"-50,-25 74,50 50,-25-75,0 75,0-124,0-1,0-48</inkml:trace>
  <inkml:trace contextRef="#ctx0" brushRef="#br0" timeOffset="70706.03">5482 13345,'-99'0,"49"25,0 24,26 1,24-50,-25 25,25 24,0-49,25 25,-1 0,51 0,-26-25,1 25,-25-1,0 1,-1 0,-24-25,0 0</inkml:trace>
  <inkml:trace contextRef="#ctx0" brushRef="#br0" timeOffset="71513.09">5680 13395,'0'74,"0"-49,0 0,25 24,-25 26,0-51,0 1,0 0,0 25,0-75,25-25,-25 1,0-26,25 26,-25 24,0 25,24 0,1 0,-25 0,25 25,-25-1,25 26,-25 0,0-26,0 1,0-25,0-25,25 1,-25-26,25-24,-25 74,0-25,0 0,0 25,24-25,26 0,-25 50,0 25,-1-25,1 49,0 0,-25-49,0 0,0-25,-50 25,26-75</inkml:trace>
  <inkml:trace contextRef="#ctx0" brushRef="#br0" timeOffset="72150.12">4862 12204,'25'0,"-25"0,0 25,0 0,0-1,0 76,24 24,-24 24,0-24,25-49,-25-75,0 0,25 0</inkml:trace>
  <inkml:trace contextRef="#ctx0" brushRef="#br0" timeOffset="73553.2">5135 12328,'0'25,"-25"74,25 25,0-74,25-1,-25-24,49 0,1-50,-50 0,0 0,0-49,-50 0,25-1,1 26,24 24,0 25,0-25,24 0,51 25,-50 0,-1 0,-24 25,0 25,0-26,0 26,25 0,0 74,0-100,-25-24,25 25,-1-25,1 0,0 0,-25-25,25 1,-25-1,0 0,0 0,-25-49,0 49,25 0,-25 0,-49-74,49 99,50 0,0 25,24-25,26 25,-50-25,-25 25,24-25,-24 24,-24 1,24 0,0 25,0 24,0-24,24-26,-24 1,0-25,25 25,25-25,-1-25,-49 25,0-25,25 25,-25-49,25-50,-25 49,-50-24,1 24,-1 25,25 25,1 0,24 0,0 25</inkml:trace>
  <inkml:trace contextRef="#ctx0" brushRef="#br0" timeOffset="74401.25">5804 12278,'0'25,"0"50,0-1,0-49,0 24,25-24,-25 0,0-25,0-25,25 0,-25-49,25 24,-25-49,25 74,-25 1,24 24,-24 0,50 24,-25 51,0-26,-25 26,0-50,0-1,0-24,0-24,24-26,1-74,-25 50,25 74,-25 0,74 99,-74-74,25 49,-25-49,25 74,-25-49,-25-26,25 1,-49-74</inkml:trace>
  <inkml:trace contextRef="#ctx0" brushRef="#br0" timeOffset="76192.35">6672 12998,'25'0,"-25"24,0-24,0 50,0-50,0 25,0 24,-25-49,1 0,24 0,0-24,0-26,0 50,0-25,0 0,0 25,24 50,-24-25,0-25,-24 0,24 0,0 0,-25 0,25-25</inkml:trace>
  <inkml:trace contextRef="#ctx0" brushRef="#br0" timeOffset="76732.38">7020 13047,'0'0,"0"0,25 0,-25 0,24 0,1 0,-25 0,50 0,-25 0,-25 0,24 0,26 0,0 0,24-25,0 25,-24-24,173-1</inkml:trace>
  <inkml:trace contextRef="#ctx0" brushRef="#br0" timeOffset="76985.39">7714 12973,'223'-25,"1"25,-26 0,1 0,-26 0,-24 0,-75 0</inkml:trace>
  <inkml:trace contextRef="#ctx0" brushRef="#br0" timeOffset="78545.48">7243 11931,'25'25,"-25"24,25 75,-1 125,-24-26,0-50,0-73,25-51,0-24</inkml:trace>
  <inkml:trace contextRef="#ctx0" brushRef="#br0" timeOffset="78785.5">7689 11832,'25'25,"-25"-25</inkml:trace>
  <inkml:trace contextRef="#ctx0" brushRef="#br0" timeOffset="78826.5">7714 12005</inkml:trace>
  <inkml:trace contextRef="#ctx0" brushRef="#br0" timeOffset="78913.5">7714 12254,'0'148,"0"51</inkml:trace>
  <inkml:trace contextRef="#ctx0" brushRef="#br0" timeOffset="79340.53">7714 12650,'0'25,"25"-25,-25 0,0-25,25-49,0-100,-1 125,-24 24,25 25,25 74,-50 1,25-26,-25 26,24-1,1-74,-25 0,0 0,75 25,-50-50,-25 25,24-25,-24 25,0-49,0 49,25-50</inkml:trace>
  <inkml:trace contextRef="#ctx0" brushRef="#br0" timeOffset="80443.6">7392 13395,'0'0,"25"-25,-25 25,24-25,26 0,-50 0,25 25,-25 0,0 0,25 0,-25 0,0 0,0 25,0-25,24 25,-24 25,-24 24,24-49,0-25,-25 25,0-1,0 1,0 0,25-25,0 0,50-50,-25 50,24 0,-24 0,-25 100,0-26,-25 0,1 50,-1-99,50-25,-25-25</inkml:trace>
  <inkml:trace contextRef="#ctx0" brushRef="#br0" timeOffset="81022.63">7813 13271,'-24'74,"24"-49,0 49,0 1,0-26,0 50,0-74,0 0,0 25,0-26,0 26,0-50,24 25,1-25,25-50,-25 1,-25-1,0 25,0 0,0 1,0-1,-25 0,25 50,0 49,0 1,0-51,25 1,-25-25,49-99</inkml:trace>
  <inkml:trace contextRef="#ctx0" brushRef="#br0" timeOffset="81938.68">8086 13444,'0'75,"0"-26,0 50,0-74,0 0,25 74,0-99,-25 0,0-49,0-1,-25 25,25-49,-25-1,25 51,0-26,0 25,25 0,0 25,0 0,0 0,-25 0,49 0,-49 25,25 25,-25-50,0 25,0 24,0 50,0-49,0-25,0 24,0 26,50-50,-50-25,0 0,0 0,24 0,-24 0,25-75,0 26,-25-1,0-49,25 24,-50 26,25 24,0 0,-25-24,0 24,1 0,-1 25,-25 99,50-49,0-1</inkml:trace>
  <inkml:trace contextRef="#ctx0" brushRef="#br0" timeOffset="82606.72">8806 13519,'0'0,"0"0,-50 0,50 0,-50 24,26-24,-1 50,0 24,25-49,0 0,25-25,0 25,-1 0,1-1,25 26,-1-50,1 50,-50-26,0-24,0 25,-25-25,-24 25,-1-25,-49-25,74 0</inkml:trace>
  <inkml:trace contextRef="#ctx0" brushRef="#br0" timeOffset="85385.88">3894 12700,'0'-25,"0"25,0 0,0-25,0 25,-74-99,49 50,-74-1,24 0,-73-49,73 50,-74-1,75 0,-50-24,25 49,99 25,-25 0,25 0,0 0,99 74</inkml:trace>
  <inkml:trace contextRef="#ctx0" brushRef="#br0" timeOffset="86249.93">6226 14015,'0'0,"0"-25,-25 0,0 25,-24-25,-1 0,50 25,-25-24,1 24,-26-50,-24-24,-1 24,1 0,-26-24,-73 0,123 49,1 0,-150-74,174 99,1-25,-26 25,25 0,25 0,0 0,50 0</inkml:trace>
  <inkml:trace contextRef="#ctx0" brushRef="#br0" timeOffset="87819.02">8310 12725,'-25'0,"-50"-25,51 0,-1 0,-25-24,-74-75,99 99,-74-49,-25-26,25 51,24-1,51 50,-1 0,0 0,25 0,0 75</inkml:trace>
  <inkml:trace contextRef="#ctx0" brushRef="#br0" timeOffset="88689.07">4043 13816,'-49'0,"24"-25,-99-24,74-1,25 25,-99-49,-25-25,100 74,-75-25,-50-49,100 74,24 1,1 24,24 0,0 0,25 0,-25 0,25 0,0 24,0-24,0 50,25 0,25-1,-26-24,1-25,50 25</inkml:trace>
  <inkml:trace contextRef="#ctx0" brushRef="#br0" timeOffset="93790.36">1166 13990,'0'25,"0"24,0-49,0 25,0 0,0 49,0-49,0 49,-25 26,25 49,0 24,0-123,25 24,0-49,74-50,-50-24,1 24,-50 0,0 25,-25-99</inkml:trace>
  <inkml:trace contextRef="#ctx0" brushRef="#br0" timeOffset="94288.39">1240 14412,'-25'0,"-49"0,24 0,-24-25,49 25,-99 0,99 25,1-25,123 0</inkml:trace>
  <inkml:trace contextRef="#ctx0" brushRef="#br0" timeOffset="94800.42">1984 14536,'0'0,"-24"0,-1 0,0 0,0 0,25 0,-49-25,24 25,0 0,0 0,0 0,1 0,-1 0,25 0,-25 0,0 25,25-25,-25 0</inkml:trace>
  <inkml:trace contextRef="#ctx0" brushRef="#br0" timeOffset="95169.43">1935 14734,'-25'0,"0"0,-24-25,-26 25,26 0,-1 0,50 0,0 25,25-25</inkml:trace>
  <inkml:trace contextRef="#ctx0" brushRef="#br0" timeOffset="95913.48">2232 14238,'-24'25,"-1"124,25-1,49 1,-24-124,25 74,-25-74,24-50,26-49,-51 49,1-173,-25 49,-25-25,-24 100,24 49,0 0,0 25,1 0,24 0,-25 25,0 24,-25 26,50 99,0-100,0-24,0-26,50 26</inkml:trace>
  <inkml:trace contextRef="#ctx0" brushRef="#br0" timeOffset="96162.5">2679 14709,'-25'0</inkml:trace>
  <inkml:trace contextRef="#ctx0" brushRef="#br0" timeOffset="96759.53">2828 14337,'25'-25,"-25"25,0 0,24-25,26-24,0 24,-1 0,-24 50,-25 99,0-74,-25 99,25-50,0 99,0-74,0-49,0-75</inkml:trace>
  <inkml:trace contextRef="#ctx0" brushRef="#br0" timeOffset="97626.58">3274 14337,'-25'25,"25"49,0-74,-24 100,24-100,0 24,0-24,24-24,-24 24,0-25,25 0,50-49,-26 49,-24 0,25 25,-26 25,1 0,-25-25,0 49,-25 26,25-51,-24 26,-1 49,0-49,0-1,0 26,1-26,-1-24,25 0,0-25,25 0,49 0,-49 0,24 0,1-25,0 25,-26 0,1 0,-74-49</inkml:trace>
  <inkml:trace contextRef="#ctx0" brushRef="#br0" timeOffset="98145.61">3076 14709,'-25'0,"0"-25,25 25,-74 0,49-24,-49 24,49 0,25 0,25 24</inkml:trace>
  <inkml:trace contextRef="#ctx0" brushRef="#br0" timeOffset="98918.65">4018 14734,'0'0,"0"0,0 0,-49 0,49 0,-25 0,0 0,-24 0,49 0,-25 0,25 0,-25 0,25 25,0 0,25-1,0-24,-1 50,51 24,-75-74,25 25,-25-25,0 50,-25-50,0 0,-49 0,24 0,-24-50</inkml:trace>
  <inkml:trace contextRef="#ctx0" brushRef="#br0" timeOffset="107657.15">992 15602,'0'25,"0"0,25 0,0 49,-25-49,25 49,24 50,-24-49,0-1,24 124,-49-322</inkml:trace>
  <inkml:trace contextRef="#ctx0" brushRef="#br0" timeOffset="108213.18">1389 15602,'-25'0,"25"25,0 0,-25 49,1-49,-1 25,0-1,0 1,0 24,25-49,-24-25,-1 50,25 49,-25-74,25 49</inkml:trace>
  <inkml:trace contextRef="#ctx0" brushRef="#br0" timeOffset="108798.22">1910 15949,'0'0,"-25"0,25 0,-25 0,-24-24,24 24,-25 0,1 0,-1 0,25 24,0-24,25 0,-24 0,48 0,-24 0,0 0,0 0,25 25</inkml:trace>
  <inkml:trace contextRef="#ctx0" brushRef="#br0" timeOffset="109106.24">1910 16148,'-74'0,"24"25,-24-25,24 0,0 24,50-24,0 0</inkml:trace>
  <inkml:trace contextRef="#ctx0" brushRef="#br0" timeOffset="109187.24">1612 16197,'-49'25,"73"-25</inkml:trace>
  <inkml:trace contextRef="#ctx0" brushRef="#br0" timeOffset="109193.24">1587 16222</inkml:trace>
  <inkml:trace contextRef="#ctx0" brushRef="#br0" timeOffset="109198.24">1587 16222</inkml:trace>
  <inkml:trace contextRef="#ctx0" brushRef="#br0" timeOffset="111640.38">2034 15875,'-25'50,"25"-1</inkml:trace>
  <inkml:trace contextRef="#ctx0" brushRef="#br0" timeOffset="112283.42">2009 16123,'0'74,"75"75,-51-124,26-25,-50 0,50-25,49-198,-74 149,-25-26,0 51,-25-26,25 26,-25 24,25 25,-25-25,0 0,1 25,-26 0,25 25,0 0,1-25,24 25,0-25,-50 99,25-49,25-26,-25 51,25 24,0-99,-24 74,24-74,0 75,0-75,24 74</inkml:trace>
  <inkml:trace contextRef="#ctx0" brushRef="#br0" timeOffset="112329.42">1984 16421</inkml:trace>
  <inkml:trace contextRef="#ctx0" brushRef="#br0" timeOffset="112337.42">1984 16421</inkml:trace>
  <inkml:trace contextRef="#ctx0" brushRef="#br0" timeOffset="112342.42">1984 16421</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8-10-10T05:31:14.239"/>
    </inkml:context>
    <inkml:brush xml:id="br0">
      <inkml:brushProperty name="width" value="0.05292" units="cm"/>
      <inkml:brushProperty name="height" value="0.05292" units="cm"/>
      <inkml:brushProperty name="color" value="#FF0000"/>
    </inkml:brush>
  </inkml:definitions>
  <inkml:trace contextRef="#ctx0" brushRef="#br0">10120 9575,'-49'49,"24"1,0-25,25-1,25-24,-25 50,0-25,0 49</inkml:trace>
  <inkml:trace contextRef="#ctx0" brushRef="#br0" timeOffset="9718.54">11063 9575,'0'-25,"0"0,-25 25,-74 99,49 50,50-50,75 0,-51-99,100 0,-49-74,-1-149,-98 124,-101 49,76 50,-75 50,124-26,0-24,25 0,-1 0</inkml:trace>
  <inkml:trace contextRef="#ctx0" brushRef="#br0" timeOffset="10011.57">11609 9723,'24'-24,"-24"-1,-24 25</inkml:trace>
  <inkml:trace contextRef="#ctx0" brushRef="#br0" timeOffset="10294.58">11584 9674,'49'0,"1"0,24 0,50-25,-99 25,0 0,0 0,-100 25,51-25,-26 25,0-1</inkml:trace>
  <inkml:trace contextRef="#ctx0" brushRef="#br0" timeOffset="10544.6">11609 9872,'124'0,"-50"0,0 0,-74-25,50 25,-75 0,0 0,1-24</inkml:trace>
  <inkml:trace contextRef="#ctx0" brushRef="#br0" timeOffset="12322.7">12452 9699,'-25'24,"0"-24,50 0,0-24,49-100,-24 24,-25 51,24-26,-24 51,0 24,-25 124,-50 49,1 100,24-199,0 75,25-124,0 0,0-25,25 0,-25-74,25-1</inkml:trace>
  <inkml:trace contextRef="#ctx0" brushRef="#br0" timeOffset="13190.75">12799 9475,'25'0,"-25"-24,0 24,50 0,24-25,-24 25,-1 0,50 0,-49 0,-25 0,-25 0,-25 0,25 25,-25-1,0 26,-24 173,24-124,25-24,-25-50,25 49,-25-24,25-25,0-25,0 24,0-24,0 0,0 0,0 0,0 0,0 0,-24-24,24-1,0 25,-25-75</inkml:trace>
  <inkml:trace contextRef="#ctx0" brushRef="#br0" timeOffset="13497.77">12923 9773,'50'0,"-50"25,49-25,-24 0,25-25,24 25,-49-25,0 25,-25 0,25 0,-25 0,0-25,25 25,-25 0,0 0,49 0</inkml:trace>
  <inkml:trace contextRef="#ctx0" brushRef="#br0" timeOffset="14551.83">13717 9699,'25'0,"0"0,24 0,-49 0,149 0,-99 0,49-25,-25 25,-49 0,-25 0,-25 25,0-25,1 0,24 0</inkml:trace>
  <inkml:trace contextRef="#ctx0" brushRef="#br0" timeOffset="14923.84">13965 9475,'0'75,"0"74,0-100,0 26,-25-1,25-24,0-26,-25-24,25 25,0-50,0 1,0-26</inkml:trace>
  <inkml:trace contextRef="#ctx0" brushRef="#br0" timeOffset="16163.92">14684 9351,'0'0,"0"-24,-24-1,24 0,0 0,0 0,24 25,1-24,25 24,-50 0,49 0,26 0,74 0,-100 0,-24 0,0 0,0 0,-25 0,-25 0,25 24,-50 51,1 49,24-25,-25 25,1 0,24-25,25-74,-25 0,25 0,-25-50,0-25,1-24</inkml:trace>
  <inkml:trace contextRef="#ctx0" brushRef="#br0" timeOffset="16439.94">14784 9575,'99'-25,"-99"25,74 0,-49 0,49 0,-49 0,0 0,-25 0,25 0,-25 0,0-25,-25 25,25 0,0-25,25 25</inkml:trace>
  <inkml:trace contextRef="#ctx0" brushRef="#br0" timeOffset="17330.99">15453 9475,'25'-148,"25"98,24 50,25 50,-74-26,-25 1,0 25,0-1,-25-24,-74 124,-74-25,-1-25,199-99,49 0,125-25,-26 25,-123 0,-25 0,-1 0,-48 0,-1 0,25-24,49-1</inkml:trace>
  <inkml:trace contextRef="#ctx0" brushRef="#br0" timeOffset="18507.05">16272 9575,'0'0,"25"-50,-1 50,-24-25,0 0,0 25,0-24,0 24,0-25,-24 0,-1-25,-25 26,-74 48,75 26,-26 49,26 0,49-49,49 24,-24-49,49 0,1-75,-75 50,74-124,-49 100,-25-26,0 25,0 50,0 49,0-24,50 49,-50-74,49 0,26 24,-26-24,-49-25,25 0,-25 0,0 0,0 0,0 0,0 0,0 0,0 0,0 0,0 0,0 0,-25-25,1 25,-26-24</inkml:trace>
  <inkml:trace contextRef="#ctx0" brushRef="#br0" timeOffset="21059.2">11683 11162,'0'0,"25"0,0 25,-1-25,1 0,25 0,-50 0,25 0,24 0,1-25,-1 25,-24 0,0 0,-25 0,0 0,0 0,0 0,-25 0,0 0,-24 25,-1 0</inkml:trace>
  <inkml:trace contextRef="#ctx0" brushRef="#br0" timeOffset="21514.23">11584 11460,'25'0,"-1"0,51-25,-50 25,99-25,-75 25,26 0,-51 0,1 0,0 0,0 0,-25 0,-25 0,25 0</inkml:trace>
  <inkml:trace contextRef="#ctx0" brushRef="#br0" timeOffset="23261.33">11013 11286,'25'25,"0"-25,-25-50,0 1,-25 24,-25-50,1 51,-1 24,-24 74,-1 149,51-99,48-24,-24-76,0 1,25 0,0-25,0 0,24-25,-24-24,0 24,0 0,0-25,49-49,-74 74,25-24,0 24,-25-25,0 50,0-24,0 24,0 0,0 0,0 0,0 0,0 24,-25-24,25 25,0 25,-25-1,25-24,0 0,25 25,-25-1,49-24,-24-25,-25 0,25 0,0 0,25-25,-26 25,-24 0,-49 0</inkml:trace>
  <inkml:trace contextRef="#ctx0" brushRef="#br0" timeOffset="24545.4">12849 10889,'25'-25,"-50"75,-25 0,-74 98,75-73,-1-1,25 1,100-75,73-50,-48 25,24 25,-50-24,0 24,-49 0,-25-25,-49 0</inkml:trace>
  <inkml:trace contextRef="#ctx0" brushRef="#br0" timeOffset="24901.42">12874 10939,'24'99,"-24"-25,0 1,0-50,0 99,0-50,-24 50,24-49,-25-75,25 24,0-24,0 25,-25-25,25 0,0 0,0 0</inkml:trace>
  <inkml:trace contextRef="#ctx0" brushRef="#br0" timeOffset="25180.44">13122 11609,'0'24,"0"1,24-25,-48 0,48-49</inkml:trace>
  <inkml:trace contextRef="#ctx0" brushRef="#br0" timeOffset="26155.49">13568 11286,'-49'-49,"24"-1,25 50,-25-75,50 26,24-26,1 51,24-1,26 25,-76 0,51 49,-50-49,-1 75,-24-1,-24 1,-76 74,51-100,-50 50,49-24,-24-26,74-49,0 0,49 0,-49 0,50-24,-1 24,26 0,-50 0,-1 0,51 0,-50 0,24 0,-24 0,0 0,0 0,-50 0,25-25,0 25,-25 0</inkml:trace>
  <inkml:trace contextRef="#ctx0" brushRef="#br0" timeOffset="27194.55">14263 11088,'0'0,"24"0,-24 24,0 26,0-25,0 49,0-49,0 99,0-99,0 49,-24-49,24-50,24-49,1-50,0 99,0 0,0-49,0 49,24-25,-24 75,25 50,-50-50,24-1,-24 51,0-50,0 49,0-49,0 0,0-1,0-24,0 0,0-24,0-26,0 50,25-50,-25 26,25-1,49-124,-49 124,25-25,-50 50,49 0,-24 25,0 0,0 99,-25-99,25 49,-25-49,0 0,0 0,24 0,-24-1,0-24,0 0,0 0,0-24,25-26</inkml:trace>
  <inkml:trace contextRef="#ctx0" brushRef="#br0" timeOffset="27577.57">15056 11311,'25'0,"-25"0,25 0,-25-25,0 25,0 0,-25 0,25 0,0 0,0 0</inkml:trace>
  <inkml:trace contextRef="#ctx0" brushRef="#br0" timeOffset="28278.6">15627 11088,'0'-25,"25"0,-25 25,-25-25,25 25,-25 0,0 0,1 0,-1 25,0-25,0 25,-24 24,-1 26,50-75,25 50,24-1,1-24,-25 0,0-25,-1 25,26-1,-25 1,0-25,-1 25,-24 49,0-49,0 0,-24 0,-1-25,-25 25,1-25,-1 24,25-24,-24 0,24 0,0-24,0 24,25-25,0 0,50-25</inkml:trace>
  <inkml:trace contextRef="#ctx0" brushRef="#br0" timeOffset="28675.64">15850 11038,'25'-25,"25"25,-26 0,51 25,-50-25,-25 0,0 0</inkml:trace>
  <inkml:trace contextRef="#ctx0" brushRef="#br0" timeOffset="29799.7">16197 10964,'0'-50,"0"50,0-25,50 25,-50 0,25 0,0 0,49 0,-49 0,0 25,0 0,-25-25,0 25,0-1,0 1,-25-25,25 25,-100 49,76-49,24-25,-25 0,25 0,-25 25,25-25,0 0,-25 0,50 0,-25 0,0 0,25 25,0-25,-1 0,-24 0,25 0,0 0,0 0,0 0,-25 0,25 0,-1 0,-24 25,0-25,0 0,0 0,0 0,0 0,0 0,-24 0</inkml:trace>
  <inkml:trace contextRef="#ctx0" brushRef="#br0" timeOffset="31345.79">10815 12750,'0'24,"0"51,0-1,0 100,0 0,25 24,-1-99,-24 25,0-99,0-25,0 0,0-25,0 0,-24-49,-1-174</inkml:trace>
  <inkml:trace contextRef="#ctx0" brushRef="#br0" timeOffset="31826.82">10641 12874,'-49'0,"49"0,0 0,24 24,100-24,0-24,-49-1,74 25,-100 0,26 0,-1 0,-74 0,25 25,-25-25,-25 0,-49 49</inkml:trace>
  <inkml:trace contextRef="#ctx0" brushRef="#br0" timeOffset="32127.83">10840 13295,'24'0,"26"-24,0 24,24-25,-24 25,-1 0,-24 0,-25 0,75 0,-51 0</inkml:trace>
  <inkml:trace contextRef="#ctx0" brushRef="#br0" timeOffset="32468.85">11485 13221,'99'0,"0"0,25 0,-50 0,1 0,-125 0</inkml:trace>
  <inkml:trace contextRef="#ctx0" brushRef="#br0" timeOffset="32715.87">11683 13395,'99'0,"0"0,-74 0,25 0</inkml:trace>
  <inkml:trace contextRef="#ctx0" brushRef="#br0" timeOffset="33535.91">12378 13171,'0'149,"0"-74,0-1,0-49,0-25,0 0,24-25,-24-25,25 1,0-26,0 26,-25 24,99-50,-74 75,0 0,-1 25,1 25,25 24,-50-49,25 74,-1-74,-24 0,25-25,0-25,-25 0,25-24,0-26,-1 51,76-76,-100 100,49-25,-49 25,50 50,24 25,-74-51,25 26,0-25,0 24,0 26,-1-75,1 25,-25-25,25 0,-25 0,0-25,25 25,-25 0</inkml:trace>
  <inkml:trace contextRef="#ctx0" brushRef="#br0" timeOffset="34125.95">13767 13295,'-25'-99,"25"99,0-25,-50 0,25 25,-24 50,24-25,0 49,0-49,25 50,0-26,0-24,25 0,0-25,25-25,-1-25,1 1,-25 24,-1 25,1 0,25 99,-25-74,-1 25,1-26,25-24,-25 0,-1 0,1 0,0 0,-25-49</inkml:trace>
  <inkml:trace contextRef="#ctx0" brushRef="#br0" timeOffset="34464.97">14263 13221,'173'0,"-98"0,-26 0,-24 0,25 0,-1 0,-24 0,-74 25</inkml:trace>
  <inkml:trace contextRef="#ctx0" brushRef="#br0" timeOffset="34747.98">14387 13395,'124'0,"-75"0,1 24,0-24</inkml:trace>
  <inkml:trace contextRef="#ctx0" brushRef="#br0" timeOffset="36207.07">15131 13196,'49'-50,"-24"1,25 24,-25-25,-1 50,26-49,-25 49,0 0,-50 74,25 1,-50 98,25-73,25-1,0-74,-24 49,24-24,0-1,0-24,0-75</inkml:trace>
  <inkml:trace contextRef="#ctx0" brushRef="#br0" timeOffset="36931.11">15701 12973,'0'25,"-24"24,24 1,-25-25,25 49,-25-24,0-1,25 1,25-50,25 0,-1-25,1 25,-1 0,1 0,24 50,-49-25,-25 49,0-49,-25 24,-49 26,49-50,0-1,-49-24,49 0,-24 0,24 0,25 0,-75-24,51-51</inkml:trace>
  <inkml:trace contextRef="#ctx0" brushRef="#br0" timeOffset="37170.11">15726 13122,'50'-25,"-25"0,-1 25,1 0,0 0,0 0,-25 0,25 0,-25 0,24 0</inkml:trace>
  <inkml:trace contextRef="#ctx0" brushRef="#br0" timeOffset="37732.15">16272 13196,'-25'-25,"0"25,25 0,-49 50,49-50,-50 50,25 24,25-24,0-26,50 26,-25-25,-1-25,26 0,0-25,-1 0,26-74,-75 74,0-24,0-1,-25 0,-25 25,-24 25,49 0,0 0,-24 25</inkml:trace>
  <inkml:trace contextRef="#ctx0" brushRef="#br0" timeOffset="38327.18">16669 13146,'-25'25,"0"25,0-50,1 124,24-25,24-74,26-25,0 0,-26 0,51-25,-50 0,-1-24,1-1,-25 1,-25 24,1 0,-1 0,-50 25,75 0,50 0</inkml:trace>
  <inkml:trace contextRef="#ctx0" brushRef="#br0" timeOffset="38814.21">17289 13047,'25'25,"-1"-25,1 74,25-49,-25 25,-1-25,51 49,-50-49,0 0,-1 0,51 49,-75-74,25 25,-25-25,0 0,-50-50</inkml:trace>
  <inkml:trace contextRef="#ctx0" brushRef="#br0" timeOffset="39094.21">17611 13122,'-49'24,"-51"51,26-1,24-24,-49 49,74-74,1-25</inkml:trace>
  <inkml:trace contextRef="#ctx0" brushRef="#br0" timeOffset="39740.25">18479 12774,'-74'75,"24"-26,-24 75,0-74,24 0,50-26,-25 26,25-25,50-25,49 0,25-25,-50 25,1 0,-25 0,24 25,-74-25,-25-75</inkml:trace>
  <inkml:trace contextRef="#ctx0" brushRef="#br0" timeOffset="40001.28">18529 12923,'0'50,"0"24,0-49,-25 49,25 1,0-25,0-26,0 26,0-50,0 25,0 0,0-50</inkml:trace>
  <inkml:trace contextRef="#ctx0" brushRef="#br0" timeOffset="40203.28">18728 13395,'0'24,"0"-24,24 25,-24-50</inkml:trace>
  <inkml:trace contextRef="#ctx0" brushRef="#br0" timeOffset="40839.33">19323 12725,'49'0,"51"25,-76 24,1-24,-25 25,-25-1,-24 26,-1-1,-24 0,24 1,1-25,24-1,74 1,26-25,-26-25,75 0,-74 0,0 0</inkml:trace>
  <inkml:trace contextRef="#ctx0" brushRef="#br0" timeOffset="41167.35">19968 12973,'99'0,"-25"0,1 0,-50 0,-1 25,-24-25</inkml:trace>
  <inkml:trace contextRef="#ctx0" brushRef="#br0" timeOffset="41397.36">20092 13122,'149'0,"-125"0,1 24,-25-24,0 0</inkml:trace>
  <inkml:trace contextRef="#ctx0" brushRef="#br0" timeOffset="42532.43">20886 12526,'0'0,"-25"25,0 0,-25 74,26 25,-26 0,25 0,25 0,0-74,25 24,-25-49,74 0,-24-25,-25-50,0 26,49-51,-74 25,-74 1,-75 74,99-1,50-24,75-49</inkml:trace>
  <inkml:trace contextRef="#ctx0" brushRef="#br0" timeOffset="43135.46">21208 12700,'0'0,"0"0,25-25,0 25,49 25,-49 0,0-25,-1 49,-24-24,0 0,0 0,-49 74,24-74,-25 24,26 1,24-25,0 0,0-1,0 1,49 0,-24-25,74 25,-99-25,50 25,-50 0,-25-1,0 1,-24 0,24 0,-25 0,25-25,1 0,24-25,24-25</inkml:trace>
  <inkml:trace contextRef="#ctx0" brushRef="#br0" timeOffset="43596.49">21654 13047,'50'149,"25"-149,-75 0,49-25,-24 25,49-99,-74 74,0 0,-49 1,-50-1,49 25,-49 49,74-24,50-25,-1 0,76 0</inkml:trace>
  <inkml:trace contextRef="#ctx0" brushRef="#br0" timeOffset="44642.55">22101 12898,'25'0,"-25"0,0 0,0 0,-25 0,25 0,-25 0,0 100,25-51,25-24,25 74,-25-74,-25-25,24 0,1 0,25 0,24 0,-49-25,0 25,-25-25,25 25,-25 0,0-24,0-1,0 25,-25-25,25 25,0-25,-25 0,25 25,-25-24,25-1,-25 25,-24-25,24 25,25 0,-25 0,25 0,0 0,0 0,25-25</inkml:trace>
  <inkml:trace contextRef="#ctx0" brushRef="#br0" timeOffset="45852.62">22771 13370,'-25'-25,"25"0,0-24,0 24,0-25,0 0,25 1,-25-1,0 1,0-1,0 0,0 1,0 24,0 0,0 0,0 1,0-1,25 25,-25 0,0 25,24-25,1 74,0-49,25 99,-1-50,1 1,49 24,-25-49,-24-50,-25 0,0-75,-50-49,-25 0,1 74,-1-24,25 24,0 26,25 24</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8-10-10T05:37:54.263"/>
    </inkml:context>
    <inkml:brush xml:id="br0">
      <inkml:brushProperty name="width" value="0.05292" units="cm"/>
      <inkml:brushProperty name="height" value="0.05292" units="cm"/>
      <inkml:brushProperty name="color" value="#FF0000"/>
    </inkml:brush>
  </inkml:definitions>
  <inkml:trace contextRef="#ctx0" brushRef="#br0">2034 13320,'-25'0,"0"0,1-25</inkml:trace>
  <inkml:trace contextRef="#ctx0" brushRef="#br0" timeOffset="88">1960 13320</inkml:trace>
  <inkml:trace contextRef="#ctx0" brushRef="#br0" timeOffset="89">1960 13320</inkml:trace>
  <inkml:trace contextRef="#ctx0" brushRef="#br0" timeOffset="113">1960 13320</inkml:trace>
  <inkml:trace contextRef="#ctx0" brushRef="#br0" timeOffset="1193.06">1786 13295,'0'25,"25"-25,0 0,-25 0,24 0,1 0,25 0,-25-25,-1 25,1 0,50 0,-51 0,26 0,-25 0,49 0,-49-24,0 24,24 0,26 0,-26 0,-24 0,25 0,49 0,-74 0,25 0,-1-25,50 25,100 0,-100-25,-49 25,123 0,-123 0,74-25,-75 25,125-25,-124 25,24 0,1 0,49-25,-50 25,75 0,-124 0,347-24,-223 24,24 0,-98 0,-1 0,75 0,-75 0,199 0,-124 24,248 1,-248 0,74 0,0 0,-173 0,49-1,-49-24,24 25,-24-25,-50 0,24 0</inkml:trace>
  <inkml:trace contextRef="#ctx0" brushRef="#br0" timeOffset="2062.11">3448 11881,'25'100,"-1"-26,26 100,-25-100,-25-24,0 24,25-24,-25-1,24 26,-24-1,0-24,25 24,0 25,0 50,-25-99,25 24,-25 26,0-76,25-24,-25 25,0-25,-25-74</inkml:trace>
  <inkml:trace contextRef="#ctx0" brushRef="#br0" timeOffset="2528.14">3423 12030,'25'-25,"24"25,150-24,-125-1,100 25,-124-25,148 0,-148 25,98-25,1 25,-50 0,25 0,-49-24</inkml:trace>
  <inkml:trace contextRef="#ctx0" brushRef="#br0" timeOffset="2902.16">4936 11881,'25'75,"0"24,-25-74,25 99,-25-50,24 26,-24-1,25-74,-25 99,0-100,0 76,0-76,0 26,0 0,0-26,0 26,0-50,0 25,0-50,-49-49</inkml:trace>
  <inkml:trace contextRef="#ctx0" brushRef="#br0" timeOffset="3775.21">4242 11807,'0'0,"0"0,-25 25,25-50,0 0,-25 0,25-49,0 24,-25-24,25 0,-25-26,25 26,-24-50,24 25,0-25,-25-100,25 100,0 50,0-50,-25 0,25 74,0-223,0 249,0-51,0-98,0 123</inkml:trace>
  <inkml:trace contextRef="#ctx0" brushRef="#br0" timeOffset="7643.42">3671 11559,'0'-25,"0"0,0-24,0-26,0-49,0-173,-25 148,25-124,0 124,-25-173,25 173,0 50,0-50,0 74,0 26,0 49,0-25</inkml:trace>
  <inkml:trace contextRef="#ctx0" brushRef="#br0" timeOffset="7995.45">3671 9376,'0'50,"-25"49,0-49,1-1,-26 75,50-99,-50 25,26-1,24-24,49-149</inkml:trace>
  <inkml:trace contextRef="#ctx0" brushRef="#br0" timeOffset="8351.45">3547 9525,'74'0,"-74"25,25 0,0 24,0 50,0-74,-25 0,25 25,-25-26,-25 1,-25-25,25 25,-49-25,24 0,-24 0,24-25,1 0</inkml:trace>
  <inkml:trace contextRef="#ctx0" brushRef="#br0" timeOffset="9095.52">2530 9252,'0'25,"0"49,0 50,-25 100,50-125,-50 25,25-99,0-25,25-75</inkml:trace>
  <inkml:trace contextRef="#ctx0" brushRef="#br0" timeOffset="9466.54">2778 9277,'-49'25,"-100"0,99-25,-24 24,49-24,-124 25,99-25,1 0,74 0</inkml:trace>
  <inkml:trace contextRef="#ctx0" brushRef="#br0" timeOffset="13767.78">3770 12278,'0'75,"0"-50,0 24,0 1,0-25,0 74,0 0,25 99,-25-49,0 50,0-1,25-148,-25 148,0-148,0 99,0-100,0 26,0-75,25-50</inkml:trace>
  <inkml:trace contextRef="#ctx0" brushRef="#br0" timeOffset="14123.8">3919 14188,'0'75,"-25"-26,1 26,-1-50,-25-1,1-24,-1-24,25-1,0 0,25-25,25-24</inkml:trace>
  <inkml:trace contextRef="#ctx0" brushRef="#br0" timeOffset="14470.82">3894 14039,'-49'0,"49"0,-50 0,1 0,-51-24,75 24,-24 0,-1 24,75-24</inkml:trace>
  <inkml:trace contextRef="#ctx0" brushRef="#br0" timeOffset="15385.88">4068 13965,'0'25,"0"49,0-24,0 74,0-50,25 26,-25-51,25 26,-25-75,0 0,24 0,1-75,0 1,-25 24,25 0,0-49,-25 74,24 25,1 0,-25 25,0 0,25 25,-25 24,50 75,-50-99,24-1,-24-24,25-25,-25 0,25-25,0-74,24-75,-24 75,0 25,-25 24,25-49,-25 74,25 25,-25 25</inkml:trace>
  <inkml:trace contextRef="#ctx0" brushRef="#br0" timeOffset="25812.47">2059 9575,'-25'0,"-49"0,-50 0,49 0,50-25,1 25</inkml:trace>
  <inkml:trace contextRef="#ctx0" brushRef="#br0" timeOffset="26039.48">2034 9748,'-50'25,"26"-25,-51-25,1 25,-1 0,26 0,24-25</inkml:trace>
  <inkml:trace contextRef="#ctx0" brushRef="#br0" timeOffset="26812.53">620 9351,'25'0,"49"0,-49 25,-25-25,25 0,25 25,-26 25,1-26,-74 26,-26-25,1 0,-1-1,75 1,100 50,-51-26,-24-49,0 75,-75-26,25-24,-24-25,-50-25,74 0,25-74</inkml:trace>
  <inkml:trace contextRef="#ctx0" brushRef="#br0" timeOffset="27300.56">918 9500,'0'25,"0"0,-25 0,25 24,-25 26,25-75,0 49,25 1,25-1,-50-24,49-25,1-25,24-49,-49 49,-25 25,0-49,-25-51,0 76,1-1,-76 0,51 25,49 0,0 0,0 0</inkml:trace>
  <inkml:trace contextRef="#ctx0" brushRef="#br0" timeOffset="27617.57">1240 9327,'-25'74,"25"50,0-74,25 74,0-25,-25-74,0-75</inkml:trace>
  <inkml:trace contextRef="#ctx0" brushRef="#br0" timeOffset="28055.6">1215 9475,'0'0,"0"0,25 25,-25 0,25 74,-25-49,25-25,0-25,-25 24,24 1,1-25,0-25,0-49,0 24,-25-49,0 50,0-26,0 26,0 24,0 25,0 0</inkml:trace>
  <inkml:trace contextRef="#ctx0" brushRef="#br0" timeOffset="28925.65">4911 14362,'-24'0,"-1"25,-25-25,25 25,25-25,-49 24,98-24</inkml:trace>
  <inkml:trace contextRef="#ctx0" brushRef="#br0" timeOffset="29174.66">4936 14610,'-74'-50,"49"50,0 0,0 0,25-24,-25 24,25 0,-24 0,24 0,-25 0,25 0</inkml:trace>
  <inkml:trace contextRef="#ctx0" brushRef="#br0" timeOffset="30192.72">5159 14238,'0'0,"100"25,-76-1,-24 26,0-50,-99 149,74-99,1 24,-1 25,25-74,25 0,-25-25,74 25,-24-25,-26-25,1 0,0 0,25-24,-26 24,1 0,-25 25,0 99,0-49,25-1,-25 26,74-50,-49-25,25-25,-25-25,-1-74,-24 50,-24-25,-1 74,-50-74,51 74,-26 50,25-1,-24 76,49-51,0 75,0-99,24 25,1-75,25-50</inkml:trace>
  <inkml:trace contextRef="#ctx0" brushRef="#br0" timeOffset="30485.74">5705 14436,'0'100,"0"48,25-73,-25 24,-25-74,25 0,-25-75,-24-74</inkml:trace>
  <inkml:trace contextRef="#ctx0" brushRef="#br0" timeOffset="30889.76">5606 14436,'25'0,"-1"25,26 25,-25-25,-25-1,49 26,1 0,-25-1,25-24,-50-25,24 0,-24 0,0 0,25 0,0-25,0-24,0-75,-25 49,24-74,-24 100,0-1,25 50,-25 0,0 50</inkml:trace>
  <inkml:trace contextRef="#ctx0" brushRef="#br0" timeOffset="51737.95">8012 8161,'25'0,"-50"0,25 0,-25 0,0 0,-24 25,-1-50,-74 25,-99-25,148 50,1 0,24-1,1 1,49-25,0 50,25-50,-1 25,76 49,-26-49,25 24,-24-24,-26-25,1 25,-25-25,49 25,-24-25,-1 25,-74-1,1 1,-26 0,-99 49,124-49,-49 25,0 24,49-49,-50 25,75-50,25 0,25 24,-1-24</inkml:trace>
  <inkml:trace contextRef="#ctx0" brushRef="#br0" timeOffset="51879.96">7689 8954,'100'25,"24"0,-50-25,25 0,-74 0,-25 0,25-25,-25-49</inkml:trace>
  <inkml:trace contextRef="#ctx0" brushRef="#br0" timeOffset="52264.98">8310 8235,'0'25,"0"0,0 49,0 50,0-25,0 50,0-50,0 1,0-51,0-24,24-50,1-49</inkml:trace>
  <inkml:trace contextRef="#ctx0" brushRef="#br0" timeOffset="52629.01">8682 8210,'0'0,"-50"0,50 0,-74 0,74 0,-75 0,-24 25,-50-25,100 0,24 0,0 0,50 0,24 50</inkml:trace>
  <inkml:trace contextRef="#ctx0" brushRef="#br0" timeOffset="52963.02">8657 8657,'-75'25,"-98"-25,123 0,-74 24,75-24</inkml:trace>
  <inkml:trace contextRef="#ctx0" brushRef="#br0" timeOffset="58836.36">8706 8930,'0'-25,"-24"50,24-25,24 0,-24 24,0 1,25 0,-25 25,25-50,0 49,0-24,-1-25,-24 0,25 0,-25 0,25 0,-25 0,0 0,25-25,-25 1,0 24,0-25,0 0,0 0,0 0,0 0,0 1,0 24,0 0,25 49,-25 26,0-1,24 25,1 25,-25 75,0-150,-74 51,-1-76,-24-24,50-24,-1-1,0 0,-24-25,74 50,74-99</inkml:trace>
  <inkml:trace contextRef="#ctx0" brushRef="#br0" timeOffset="59265.38">9748 8582,'25'-24,"-25"24,-25 0,-49 0,24 0,25 24,-24-24,-26 25,26-25,24 25,-49 0,49-25,50 25</inkml:trace>
  <inkml:trace contextRef="#ctx0" brushRef="#br0" timeOffset="59535.4">9798 8781,'-50'0,"-24"0,24 0,-74 25,75-1,24-24,0 0,75 25,-26-25,76-25</inkml:trace>
  <inkml:trace contextRef="#ctx0" brushRef="#br0" timeOffset="72368.13">10269 8235,'0'0,"25"-25,74 1,-49 24,74 0,-99 24,-25 1,0 0,-50 25,-24 24,-26-24,26-1,74-49,0 0,0 25,0-25,25 0,-25 0</inkml:trace>
  <inkml:trace contextRef="#ctx0" brushRef="#br0" timeOffset="72970.17">10368 8235,'25'0,"50"0,49 0,-100 25,-24-25,-49 50,-75-1,25-24,24 0,50 0,50-25,25 24,24-24,25 0,-49 0,-50 0,0 25,-50 0,26-25,-76 0,100 25,-24-25,48 0,-24 0,25 0,0 0,25 25,-26-25</inkml:trace>
  <inkml:trace contextRef="#ctx0" brushRef="#br0" timeOffset="73397.19">10988 8111,'0'25,"0"0,0 0,0-1,0 1,0 25,-24-1,24 51,24-51,-24 1,0 24,0-24,25-1,0 75,-25-49,-25-26,-24-73</inkml:trace>
  <inkml:trace contextRef="#ctx0" brushRef="#br0" timeOffset="73709.2">11187 8161,'-50'-25,"25"25,-123 25,-1 0,50-1,24 1,75-25</inkml:trace>
  <inkml:trace contextRef="#ctx0" brushRef="#br0" timeOffset="74023.23">11782 8483,'-74'0,"-75"25,75 0,-1 0,50-1</inkml:trace>
  <inkml:trace contextRef="#ctx0" brushRef="#br0" timeOffset="74841.28">11981 8210,'49'75,"1"24,-25-49,24 98,1-24,-50-124,-25-74,25-124,25 98,-25 51,25-1,-25 50,25-25,-25 25,0 25,49 0,-49 0,50 74,-1-25,-24 1,-25-50,25 24,-25 1,0-25,25-25,-25 24,0-24,0-24,0 24,0-100,0 51,0-50,25 49,-25-49,24 24,-24 75,25-124,-25 124,25 25</inkml:trace>
  <inkml:trace contextRef="#ctx0" brushRef="#br0" timeOffset="75205.3">13444 8285,'-25'0,"1"-25,-76 25,76 0,-26 0,-99 0,124 0,-49 0,74 0,-75 25,75 0,25-25</inkml:trace>
  <inkml:trace contextRef="#ctx0" brushRef="#br0" timeOffset="75422.31">13370 8434,'-174'24,"50"-24,74 0,1 25,49-25,-25 25,50 0</inkml:trace>
  <inkml:trace contextRef="#ctx0" brushRef="#br0" timeOffset="78589.48">13891 8161,'24'49,"-24"1,0 74,25-50,-25-24,0 0,0-26,0-24,0 0,0-24,0-51,-25 50,25-74,25 50,-25-1,0 25,0 0,25 1,-25 24,25 0,0 0,24 24,-49 1,75 99,-51-74,-24-25,0 24,0-49,0 0,0-25,25-24,-25-1,25-24,-25 49,0-25,25 26,-25 24,25 0,24 49,-49-24,25 25,-25 24,0-24,0-26,0 26,25-50,49-50</inkml:trace>
  <inkml:trace contextRef="#ctx0" brushRef="#br0" timeOffset="79237.53">14759 8062,'-25'24,"0"1,-74 74,74-49,0 0,25-1,0 1,0-25,0-1,0-24,25 25,0-25,0-25,49-24,-24 24,-50-25,25 1,-1 24,-24-49,0 24,0 75,0 0,25 24,-25-49,50 75,-1-51,-24 1,0-25,25 0,-26 0,26-49,-50 24</inkml:trace>
  <inkml:trace contextRef="#ctx0" brushRef="#br0" timeOffset="80613.61">10592 9599,'0'0,"0"0,74-24,-49 24,173-50,-148 50,-25 0,-1 0,1 25,-74 24,-1 1,-74 49,50-24,-26 49,100-124,273-75,-223 75,-25 0,-25 0,0 50,0-50,-50 49,-24 51,-75 73,124-123</inkml:trace>
  <inkml:trace contextRef="#ctx0" brushRef="#br0" timeOffset="81079.63">11088 9897,'0'50,"24"-26,1 26,0-25,74-25,-74 0,25-25,-25 25,-1-50,1 26,-50-100,1 74,-26 50,25-25,-124 50,124 0,-24 0,49 24</inkml:trace>
  <inkml:trace contextRef="#ctx0" brushRef="#br0" timeOffset="81390.65">11757 9773,'50'0,"-25"0,24-25,-49 25,75 0,-75 0,49 0,-49 0,25 25,-25-25</inkml:trace>
  <inkml:trace contextRef="#ctx0" brushRef="#br0" timeOffset="81979.68">12328 9525,'50'0,"-50"0,24 25,-24 0,0-1,0 1,-24 0,-26 25,25-50,-49 49,49-24,-74 99,99-124,0 25,24-25,51 25,-25-25,-1 0,50 0,-74 0,0 0,0-100</inkml:trace>
  <inkml:trace contextRef="#ctx0" brushRef="#br0" timeOffset="82420.7">12526 9674,'0'0,"25"99,25-25,-25-49,-1-25,26 25,0-50,-1-49,-49 24,25 1,-25 24,-25-25,0 25,-24-24,-50 49,74 25,0-25,25 24</inkml:trace>
  <inkml:trace contextRef="#ctx0" brushRef="#br0" timeOffset="82703.73">13370 9599,'-50'0,"-74"0,124 25,-124 0,124-25,-25 25,50-25</inkml:trace>
  <inkml:trace contextRef="#ctx0" brushRef="#br0" timeOffset="82889.73">13419 9748,'-24'25,"-51"0,26-25,-26 25,50-25,0 24</inkml:trace>
  <inkml:trace contextRef="#ctx0" brushRef="#br0" timeOffset="82893.73">13146 9847</inkml:trace>
  <inkml:trace contextRef="#ctx0" brushRef="#br0" timeOffset="82897.73">13146 9847</inkml:trace>
  <inkml:trace contextRef="#ctx0" brushRef="#br0" timeOffset="83647.78">13717 9525,'0'124,"25"0,-25-74,0-26,0-24,0 0,0-49,0-1,25 1,-25 24,24-25,-24 25,25-24,0 49,-25-25,50 50,-1 49,-24 1,-25-51,0 1,0 0,0-25,0-25,0 0,0-24,25-1,0 1,-25 24,24 25,1 0,50 25,-51 24,26 26,-50-51,0 26,0-25,0 0,25-25</inkml:trace>
  <inkml:trace contextRef="#ctx0" brushRef="#br0" timeOffset="84280.82">14709 9451,'-49'0,"-51"24,100 1,-49 25,24 49,25 0,0-74,25-25,24 0,-24-25,25 0,-25-24,24-100,-49 124,0 25,25-25,-25 1,0 48,0 1,25 25,-25-1,0-24,25 25,-1-25,76-25,-51 0,1-50,-1 0,-49 26,-24 24,-51 24</inkml:trace>
  <inkml:trace contextRef="#ctx0" brushRef="#br0" timeOffset="85419.88">11088 10666,'0'25,"0"-25,0 49,0-24,0 50,-25 73,25-48,0 49,0-50,-25 0,25-74,0 0,25-1,24-73</inkml:trace>
  <inkml:trace contextRef="#ctx0" brushRef="#br0" timeOffset="85908.9">11336 10939,'0'25,"0"-25,0 24,25 1,24 99,1-74,-50-50,25 25,-1-25,-24 0,25 0,0 0,0 0,24-75,-24-24,-25 74,0 0,0 1,0-26,-25 0,-49 1,49 24,-49 25,24 50,1-26,24 26,25-25,-25-25,25 25,0-1,0-24,25 25,49-25</inkml:trace>
  <inkml:trace contextRef="#ctx0" brushRef="#br0" timeOffset="86240.93">12105 10864,'124'-49,"-99"49,24-25,-24 25,25 0,-26 0,1-25,0 25,0 0,0 0,-25 25,-25 0,-25 0</inkml:trace>
  <inkml:trace contextRef="#ctx0" brushRef="#br0" timeOffset="86538.93">12055 11063,'0'0,"0"0,25 0,74 0,-49-25,-1 25,-24 0,25 0,-25 0,-1 25,-24-25</inkml:trace>
  <inkml:trace contextRef="#ctx0" brushRef="#br0" timeOffset="88190.04">13072 10393,'-25'25,"-24"0,49 24,-50 1,0 24,26 50,-1-49,25-1,0-49,0 49,25-49,-25 25,49 24,1-24,-50-50,49 25,-24-25,74-50</inkml:trace>
  <inkml:trace contextRef="#ctx0" brushRef="#br0" timeOffset="89089.09">14387 10294,'25'25,"24"0,1 49,-25-24,-1 24,1 0,0 75,-50-74,25-51,-25 51,1-50,-26 49,0-24,1-26,24 1,0-25,0 25,-24-25,73-25</inkml:trace>
  <inkml:trace contextRef="#ctx0" brushRef="#br0" timeOffset="89938.14">15156 10542,'-25'-25,"25"25,-50 0,-24 0,24 50,25-50,1 25,-76 74,76-25,24-24,0 24,0-24,49-1,26-24,-26-50,-24 1,49-100,-24 0,-50 99,0-50,0 51,0-1,0 25,0 25,0 24,25 1,0-1,-25-24,74 0,0 0,-24-50,49-49,-49 49,-124 25</inkml:trace>
  <inkml:trace contextRef="#ctx0" brushRef="#br0" timeOffset="91861.25">13196 10492,'0'0,"0"0,25 0,0 0,49 0,-24 0,-50 0,49 0,1 25,-25 0,-50 0,0-25,25 25,-49-25,-26 49,50-24,50 25,74-26,-24-24,-26 0</inkml:trace>
  <inkml:trace contextRef="#ctx0" brushRef="#br0" timeOffset="92290.27">13692 10517,'25'0,"0"50,0-25,-1-1,1-24,0 0,49-49,-49 24,0 0,-25 0,0-24,-50 24,50 0,-74 25,49 0,-24 0,24 25,-50 0,26 74,49-74,25 0</inkml:trace>
  <inkml:trace contextRef="#ctx0" brushRef="#br0" timeOffset="92700.3">13965 10864,'-25'0,"-99"0,99 0,-99 0,50 25,49-25,-148 0,148 0,-25 0,50 0,-25 25,50 0</inkml:trace>
  <inkml:trace contextRef="#ctx0" brushRef="#br0" timeOffset="93713.36">13444 11088,'0'24,"-25"101,25-51,25 25,-25 0,0-49,-25-75</inkml:trace>
  <inkml:trace contextRef="#ctx0" brushRef="#br0" timeOffset="94118.38">13593 11187,'0'25,"0"0,25-25,-25 24,25 26,-25-50,24 25,1-25,0-50,0-24,-25 49,0 0,0 0,-25 25,-25-25,1 25,-1 50,1 0,24 24</inkml:trace>
  <inkml:trace contextRef="#ctx0" brushRef="#br0" timeOffset="98706.64">11981 12601,'-50'0,"0"25,50-1,-74 76,0-1,24-25,50-24,-25 24,0 1,25 24,0-25,25-49,0-25,-25 0,25 0,0-25,-1-49,51-75,-50 25,-1 50,-24 49,25-25,-25 25,0 1,0-1,0 0,-25 25,25 0,0 25,0 24,0 1,0-25,0 24,25-24,0 99,25 0,-1-99,-24-25,74-74,-74 49,25-25,-50 50</inkml:trace>
  <inkml:trace contextRef="#ctx0" brushRef="#br0" timeOffset="99073.66">12526 12750,'25'-25,"25"0,-1 0,-24 25,0 0,0 0,0 0,-1 25</inkml:trace>
  <inkml:trace contextRef="#ctx0" brushRef="#br0" timeOffset="99371.68">12576 12923,'50'-25,"-26"25,1 0,0 0,0 0</inkml:trace>
  <inkml:trace contextRef="#ctx0" brushRef="#br0" timeOffset="101470.8">13221 12402,'-50'0,"25"50,1-50,-1 50,0-1,0-24,25-25,0 25,0-25,0 0,0 0,0 0,0 0,0 0,0 0,0 25,-25-25,25 24,0 1,0 0,0 0,-24 0,24-1,0 1,0 0,0-25,24 25,-24 0,0-25,25 0,0 0,0 0,0 0,-1 0,26 0,-25 0,0 0,24 0,-24 0,0 24,0-24,-25 25,25-25,-25 25,0-25,0 25,0 0,-25-1,-25 26,1-25,-26 49,25-49,-24 25,49-25,0-25,25 0,-24 0,-1-25</inkml:trace>
  <inkml:trace contextRef="#ctx0" brushRef="#br0" timeOffset="101857.82">13047 12526,'99'-24,"-24"-1,49 0,74 0,-173 25,0 0,-50 0,0-25</inkml:trace>
  <inkml:trace contextRef="#ctx0" brushRef="#br0" timeOffset="105073">13816 12551,'0'50,"25"49,0 25,0-50,-25 50,0-74,-25-25,25-75,0-49,25 0,49 0,-49 49,0 50,99 74,-100-24,-24 24,-24-24,24 0,-25-50,25 0,0 24,-25-73,25-1,25-24,0 49,-1 0,1-24,25 24,24 25,-74 25,25 24,-25-24,0 0,0 99,-25-99,25 24,0-49,25-25</inkml:trace>
  <inkml:trace contextRef="#ctx0" brushRef="#br0" timeOffset="105425.03">14709 12675,'0'0,"0"0,-74 75,74-51,-25 1,0 25,25-25,50 49,-1 0,-24-49,0 0,-25 0,0 24,25-49,-50 50,25-25,-50 0,26-25,-1 0,-74-75</inkml:trace>
  <inkml:trace contextRef="#ctx0" brushRef="#br0" timeOffset="105673.04">14511 12477,'49'-25,"-24"25,0 0,49-25</inkml:trace>
  <inkml:trace contextRef="#ctx0" brushRef="#br0" timeOffset="106033.06">14833 12254,'99'-25,"-74"25,50 25,-26-1,-49 1,0 0,0 0,-49 24,-26 1,75-25,25 0,99 49,-74-74,74 50,-75-50,1-50</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8-10-10T05:40:16.932"/>
    </inkml:context>
    <inkml:brush xml:id="br0">
      <inkml:brushProperty name="width" value="0.05292" units="cm"/>
      <inkml:brushProperty name="height" value="0.05292" units="cm"/>
      <inkml:brushProperty name="color" value="#FF0000"/>
    </inkml:brush>
  </inkml:definitions>
  <inkml:trace contextRef="#ctx0" brushRef="#br0">620 4688,'25'50,"0"24,-25-49,49 149,-49-150,0 51,0-50,0-1,0-24,0-49,0 24,25-74</inkml:trace>
  <inkml:trace contextRef="#ctx0" brushRef="#br0" timeOffset="646.03">571 4465,'-25'0,"25"0,-25 25,25-25,-25 49,0-24,25 74,-25-49,25 49,0-74,0 49,50 75,-25-74,25-51,-26 1,125 25,-124-50,0 0,148-99,-123 49,0-24,-26-50,-98-75,24 149,1 1,-125-50,75 74,-50 50,124-1,-49 26,49 24</inkml:trace>
  <inkml:trace contextRef="#ctx0" brushRef="#br0" timeOffset="1644.09">4043 5432,'-25'25,"1"-25,-51 0,50 0,-74 0,50 0,-76 25,101-25,-125 0,99 0,-99 25,-123-1,98-24,-99 0,174 0,-75 0,-74 25,50-25,24 25,100-25,24 0,0 0,1 25,24-25</inkml:trace>
  <inkml:trace contextRef="#ctx0" brushRef="#br0" timeOffset="5179.29">16421 5507,'25'0,"-1"0,-24-25,25 25,0 0,-25 0,25 0,0 0,-1 0,51 0,-50 0,24 0,26 0,-1 0,0 0,50 0,-24 0,-1 0,25 0,-25 0,25 0,99-25,546 25,-570 0,-1-25,1 25,24 0,-25 0,224 0,-25 25,-174-25,-74 0,25 25,-1-25,1 0,148 25,-74-50,-99 25,74-25,-173 25,99 0,-100 0,274-25,-149 25,-50-25,148 1,-123 24,124 0,-174 0,75 24,-124-24,-50 0</inkml:trace>
  <inkml:trace contextRef="#ctx0" brushRef="#br0" timeOffset="8399.48">14486 7069,'-25'0,"-74"25,0-25,-100 0,75-25,-149 1,149 24,-49 0,-125 24,174-24,-198 0,49 0,-75 0,224 0,-74 0,-124 50,173-50,-174 50,125-50,-125 0,175 24,-51-24,-247 50,297-25,-198-25,148 0,-173 25,248-25,-74 24,-26-24,1 0,-25 0,25 0,74 0,-74 0,24 0,1 0,49 0,-99 0,99-24,-74 24,99 0,-99-25,74 25,-74-25,74 25,-50 0,125-25,-75 25,-74 0,99 0,-99-25,-1 25,175 0,-26 0,-98 0,49 0,-75 0,150 0,-75 0,-50 0,124 0,1 0,-51 0,26 0,-50 25,74-25,-24 0,-50 0,-25 0,124 0,-24 25,24-25,0 0,0 25,25-25,-24-25</inkml:trace>
  <inkml:trace contextRef="#ctx0" brushRef="#br0" timeOffset="9070.51">422 6226,'74'-25,"-49"25,25 0,-26 0,51 0,-26 0,-24 25,-25-25,25 25,-25 0,-25-1,25 1,-49 0,-1 0,50 0,-50-1,1 26,24-50,25 50,-25-26,75 26,-1-50,1 25,74-25,-74 0,-26-25,26-25,-25 26</inkml:trace>
  <inkml:trace contextRef="#ctx0" brushRef="#br0" timeOffset="9620.54">769 6003,'-50'-25,"-24"25,-25 0,24 25,-24 49,74-49,-24 74,24 0,25 75,25-124,74 24,-74-49,49 0,1-25,49 0,0-50,-50 0,-24 1,-26-1,1 1,-50-150,1 150,-125-75,124 124,-124-25,75 25,-1 49,75 75</inkml:trace>
  <inkml:trace contextRef="#ctx0" brushRef="#br0" timeOffset="15744.9">1463 8558,'25'-25,"99"50,-74-25,124-50,-125 50,26 0,-26-25,50 25,100 0,-100 0,149-25,-99 25,198-24,-223 24,50 0,-25 0,49 0,-74 0,124 0,-99 0,49 0,-49 0,50 0,-125 0,75 0,74 0,-74 0,298 0,-249 24,-49-24,74-24,-49 48,-50-24,-50 0,125 0,-26 0,50 0,-148 0,-1 0,25 0,-24 0,-1 0,25 0,-24 0,24 0,50 0,-75 0,26 25,-26-25,25 0,-24 0,24 0,-25 0,25 0,75 0,99-25,-174 25,-24 0,98 0,-74 0,1 0,-26 0,125 0,-125 0,25 0,-24 0,123 0,-99 0,-24 0,24 0,74 0,-73 0,-1 0,-25 0,100 0,-75 0,0 0,1 0,98 0,-124 0,26 0,-1 0,75 0,-75 0,-25 0,25 0,398-24,-349-1,-98 25,148 0,-49 0,50 0,-150 0,150 0,-50 0,49 0,-148 0,49 0,149 0,-50 0,-49 0,74 25,125-1,-274-24,25 0,100 25,222-25,75 25,-99 0,50 0,-26-25,-48 24,48-48,1 48,-25-24,24 25,-24-25,-248 25,0 0,25-25,223 25,-25-50,0 50,0-1,-248-24,74-24,-74 24,50 0,-1-25,-24 25,-74 0,24 0,-25 25</inkml:trace>
  <inkml:trace contextRef="#ctx0" brushRef="#br0" timeOffset="17746">422 7590,'-25'0,"50"0,49 0,1 0,24 0,-74 75,-75-26,-49 50,24-49,50 24,50-74,25 25,0-25,-26 0,76 25,-100 0,-75 74,1-49,49-50</inkml:trace>
  <inkml:trace contextRef="#ctx0" brushRef="#br0" timeOffset="18424.05">347 7417,'-49'148,"24"-73,0 49,50 74,0-123,49 49,0-75,75-24,0-149,-124 99,49-24,1-125,-50 0,-25 125,0 24,0-25,-25-49,-25 25,1 24,-51 1,-73 49,123 24,-24 51,49-26</inkml:trace>
  <inkml:trace contextRef="#ctx0" brushRef="#br0" timeOffset="24761.41">5904 11584,'0'0,"49"0,-24 0,0 0,0 0,99 0,-50 0,50 0,-50 0,125 0,-100 0,-25 0,-24-25,149 25,-100 0,74 0,-123 0,297 0,-198 0,-50-25,25 25,50 0,-25 0,-50 25,99-25,-74 25,125-25,-125 0,-25 25,124-25,-173 24,74-24,-75 0,224 25,-223-25,74 0,198 25,-223-25,174 50,-174-50,199 24,-99-24,-150 0,274 0,-249 0,249-24,-199 24,198-50,-173 25,49 0,-123 25,-1 0,1 0,73 0,-73-24,-1 24,-24 0,24 0,1 0,-1 0,0 0,1 0,49 0,-50 0,1 0,-1 0,-24 0,24 0,1 0,-1 0,0 0,50 24,-49-24,-1 0,1 0,-1 0,0 0,1 0,-1 0,-24 0,297 25,-198-25,-99 0,98 0,76 0,-100 0,99 0,-173 0,98 0,200 0,-150-25,-124 25,51 0,98 25,-99-25,74 0,-123 0,49 0,273 25,-199-25,100 0,-150 0,51 0,148 0,-223 0,199 0,-125 0,149 0,-223 0,273 0,-248 0,25 0,148 0,-223 0,174 0,-74 25,-100-25,174 25,-100-25,-123 0,-25 0,49 24,-24-24,-25 0,24 0,1 0,99 0,-100 0,1 0,-25 0,24 0,1 0,-25 0,24 0,-24 0,0 0,25 0,-1 0,-24 0,0 0,0 0,-1 0,1 0,0 0,0 0,0 0,-25 25,24-25,-24 0,0 0,25 25</inkml:trace>
  <inkml:trace contextRef="#ctx0" brushRef="#br0" timeOffset="26427.51">5457 10964,'-25'24,"0"26,-24 24,24-24,0-25,0 25,1-1,-26 26,25-51,0 26,25-25,-24 49,24-49,49-25,26 0,-51-25,51 0,-1 1,-49-1,0 25,-25-25,25 0,-1 25,-24-25,50 1,-75-76</inkml:trace>
  <inkml:trace contextRef="#ctx0" brushRef="#br0" timeOffset="26716.52">5432 11013,'-49'25,"49"149,0-75,74 149,-74-174,25-24,0 24,-25-49,0-25</inkml:trace>
  <inkml:trace contextRef="#ctx0" brushRef="#br0" timeOffset="27342.56">5209 11088,'-124'0,"99"0,-49 99,49-74,25 148,50-24,24-25,0-49,50-26,-99-24,25-25,-25 0,99-50,-50 26,25-76,-99 51,50-249,-50 199,-75-25,51 99,-26-25,0 50,-24-24,-75 48,75 1,-25 25,49-1,0 26,26-50,24 24,49 26,1-50</inkml:trace>
  <inkml:trace contextRef="#ctx0" brushRef="#br0" timeOffset="32671.86">1339 14684,'25'0,"74"0,-24 25,74-25,-75 0,75 25,-50-25,-24 0,-51 0,76 25,-51-25,125 0,-75 0,0 0,-49 0,248 0,-224 0,-24 0,24 0,25 0,-24 0,-26 0,26 0,49 0,-50 0,-24 0,24 0,50-25,-49 25,-1 0,0 0,50 0,-49 0,-26 0,26 0,74 0,-75 0,-24 0,24 0,50-25,25 25,74-25,-74 1,198-1,-198 25,-124 0,124-25,248 25,-298 0,99 0,-49-25,248 25,-174 0,25 0,-124 0,248 0,-124 0,249 0,-324 0,75 0,174 0,-323 0,323-25,-323 25,50 0,-50 0,-25 0,100 0,-100 0,75 0,-49-24,48 24,-48 0,-26 0,100-25,-100 25,472-25,-373 25,51 0,-100 0,99-25,223 25,-346 0,148 0,-100 0,225 25,-125 0,-149-25,74 0,-98 25,98-25,-73 24,-26-24,1 25,197 0,51 0,-224 0,75-1,297 26,-322-50,-50 0,-25 25,125-25,-125 0,26 25,-26-25,273 24,-173-24,99 25,-174-25,323 25,-249-25,75-25,-149 25,298-25,-223 25,74-24,-99 24,248 24,-199-24,-49 0,49 25,1 25,-125-25,-24-25,-25 24,-25-24,0-49</inkml:trace>
  <inkml:trace contextRef="#ctx0" brushRef="#br0" timeOffset="33958.94">6400 15304,'-174'273,"174"-223,-25 0,50-26,0-24,24 0,75 0,-49 0,-1 50,-24 0,-50-26,25 1,-25 25,0-25,0 24,0-24,-25 0,25 24,-25 1,0-25,25-25,-25 0,-49-25</inkml:trace>
  <inkml:trace contextRef="#ctx0" brushRef="#br0" timeOffset="34196.95">6325 15503,'248'-50,"-198"50,99-24,-100 24</inkml:trace>
  <inkml:trace contextRef="#ctx0" brushRef="#br0" timeOffset="34743.98">6176 15304,'-99'125,"-74"222,148-149,50 1,148 74,75-149,-149-100,125-123,-125 0,124-248,-124-75,-99 348,-24-75,24 124,-100-149,26 100,-25 49,-75 0,-49 149,74 25,50 25,0 99</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9-09-16T03:43:27.268"/>
    </inkml:context>
    <inkml:brush xml:id="br0">
      <inkml:brushProperty name="width" value="0.05292" units="cm"/>
      <inkml:brushProperty name="height" value="0.05292" units="cm"/>
      <inkml:brushProperty name="color" value="#FF0000"/>
    </inkml:brush>
  </inkml:definitions>
  <inkml:trace contextRef="#ctx0" brushRef="#br0">1538 5035,'25'-24,"-25"24,0 0,49 0,-49 0,25 0,0 0,0 24,0-24,-1 25,1 0,-25 0,50 24,-50-24,25 25,-1-25,-24-1,25 26,0-25,-25 0,25-25,24 24,-49 1,25-25,0 0,0 0,24 0,-49-25</inkml:trace>
  <inkml:trace contextRef="#ctx0" brushRef="#br0" timeOffset="269.01">2034 4936,'-25'25,"0"0,1 0,-1 24,0 50,0-24,-24 49,24-99,0 49,0-49,25 0,50-25</inkml:trace>
  <inkml:trace contextRef="#ctx0" brushRef="#br0" timeOffset="1169.06">2952 4713,'0'25,"0"24,0 26,0-50,0 74,0-50,0 51,0 24,25 0,-25-50,0 75,24-75,-24 100,0 0,25 24,-25-99,0 124,25-123,-25 98,25 50,-25 0,0-124,25 472,-25-472,0 148,0 1,0 0,0-124,0 99,0-99,-25 99,25 0,0-25,-25-124,25 50,0-99,0 24,0-49</inkml:trace>
  <inkml:trace contextRef="#ctx0" brushRef="#br0" timeOffset="2241.12">4291 4738,'-25'49,"25"1,0 0,0-26,0 26,0-25,25 0,-25-1,25 1,-25-25,25 0,-25-25,25 1,-1-1,-24-25,0 1,25-1,-25 25,25-25,-25 1,0 24,0 25,0-25,0 50,25 25,-25-1,0 51,0-76,0 76,-25-51,25 26,-25-1,-24-24,49-26,-25 1,0-25,-25 0,1 0,-1 0,50 0,-25 0,25 0</inkml:trace>
  <inkml:trace contextRef="#ctx0" brushRef="#br0" timeOffset="3299.18">5755 5531,'-25'0,"0"25,0-25,0 25,-24-25,-26 25,26-25,-50 0,24 0,1 0,-25 25,-75-1,75-24,-1 0,51 0,-75 0,74 0,-99 0,-49 0,74 0,50 0,-50 25,49-25,-74 0,25-25,-25 25,75 0,-75 0,75 0,-75 0,0 0,0 0,75 0,-75 0,75 0,-75 0,25 0,-25 0,75 0,-50 0,49 0,-49 25,-149-25,149 0,75 0,-75 0,74 0,-74 0,25 25,-25-25,99 0,-74 0,49 0,0 0,-24 0,49 0,25 0</inkml:trace>
  <inkml:trace contextRef="#ctx0" brushRef="#br0" timeOffset="4444.25">149 6077,'0'25,"0"49,0-24,25 49,-25-49,-25 49,25 0,25-49,-25-25,24-1</inkml:trace>
  <inkml:trace contextRef="#ctx0" brushRef="#br0" timeOffset="4739.26">422 6003,'-25'25,"0"-25,-25 24,26-24,-51 0,26 0,24 0,0 0,0 0</inkml:trace>
  <inkml:trace contextRef="#ctx0" brushRef="#br0" timeOffset="5005.28">446 6176,'0'0,"-24"25,-26-25,-24 0,49 0,-25 0,25 0,1 0,-1 0</inkml:trace>
  <inkml:trace contextRef="#ctx0" brushRef="#br0" timeOffset="5235.29">422 6598,'0'25,"0"49,24 50</inkml:trace>
  <inkml:trace contextRef="#ctx0" brushRef="#br0" timeOffset="7193.41">893 4242,'0'0,"0"0,0 24,0 26,-25-25,25 49,0-49,0 0,25 49,-25-24,0 24,0-24,0 49,0-49,0-1,0 75,0-49,25 98,-25-98,0 74,25-50,-25 0,0 75,0-75,0 248,0-248,24 25,-24 124,25 1,0 23,0 1,-25 25,0 24,25 1,-25 24,0 50,24 0,-24 49,25 50,0 0,-25 75,0 49,-25-25,0 26,-396 2975</inkml:trace>
  <inkml:trace contextRef="#ctx0" brushRef="#br0" timeOffset="15493.88">1265 6251,'0'25,"0"-1,0 1,0 0,0 0,0 0,0-25,0 24,0-24,0 25,0-25,0 25,0-25,0 0,0 0,0-25,25 25,-25-25,0 25,25 0,-25-24,0 24,0 0,24 0,-24 0,0 0,25 0,-25 0,25 0,-25 24,25 26,-25-25,0 0,0-1,0 1,0 0,0 0,0-25,-25 25,25-1,-25-24,25 0,-25 25,25-25,0 0,-24 0,24 0,-25 0,25 0,-25 0,25-25,0 25,-25-24,25-26</inkml:trace>
  <inkml:trace contextRef="#ctx0" brushRef="#br0" timeOffset="15937.91">1488 6127,'-25'25,"1"-1,-1 1,0-25,0 0,0 0,1 0,-1 0,25 0,-25 0,25 0,0 0,25 0</inkml:trace>
  <inkml:trace contextRef="#ctx0" brushRef="#br0" timeOffset="16856.96">1612 6325,'25'0,"-50"25,25 0,0 0,-25 24,1 1,24-1,0-24,24 0,-24 0,25-25,0 25,0-25,-25-25,25 25,0-25,-25-25,24 26,1-26,-25 50,25-25,-25 0,0 25,25 0,-25 25,0 0,0 25,0-50,0 49,25-24,-25-25,24 0,-24 0,25 0,-25 0,25-25,0 0,-25 25,0-49,0 49,0-50,0 25,-25 1,25-1,-25 0,25 25,-25 0,1 0</inkml:trace>
  <inkml:trace contextRef="#ctx0" brushRef="#br0" timeOffset="17244.98">2133 6276,'0'24,"-25"26,25 0,0-26,25 26,0-25,0 24,0-49,-1 25,-24-25,-24 0,-1 0,0-25,-25 25</inkml:trace>
  <inkml:trace contextRef="#ctx0" brushRef="#br0" timeOffset="28784.64">2406 6350,'0'-25,"25"25,-25 0,25-25,-25 1,24 24,-24-25,0 25,25-25,0 25,-25 0,0 0,0 25,0-25,0 25,0-1,0 26,-25 0,25-26,0 1,0 25,-25-25,25-1,0-24,25 25,-25 0,25-25,-25 0,25 0,0-25,-1 0,1 1,0-26,-25 25,0 0,0 1,25-1,-25 0,0 25,0-25,25 25,-25 25,0 0,0 0,0 24,0-24,0 0,25 0,-1-1,-24 1,25-25,-25 25,25-25,-25 0,25-50,-25-24,0-50,-75 0,26 99,-1 75</inkml:trace>
  <inkml:trace contextRef="#ctx0" brushRef="#br0" timeOffset="31557.8">3795 6325,'25'0,"-25"0,-50 0,26 0,-26 0,25 0,-25 0,1-25,24 25,-49 0,49 0,-25 0,50 0,-25 0,25 0,0 0,0 0,25 0</inkml:trace>
  <inkml:trace contextRef="#ctx0" brushRef="#br0" timeOffset="32090.83">4142 6152,'0'0,"-24"24,-1 1,0 0,25-25,-25 25,25 0,25-1,-25-24,50 25,-26 0,1-25,0 25,0 0,24-1,-49 1,25 25,0-25,-25-1,0 1,-25 0,0 0,25-25,-49 0,24 0,0 0,0 0,-49-50,49 1,25 24</inkml:trace>
  <inkml:trace contextRef="#ctx0" brushRef="#br0" timeOffset="32394.85">4440 6102,'-25'0,"0"25,-24-25,-26 0,26 0,-1 0,1 0,49 0,0 0,74 0</inkml:trace>
  <inkml:trace contextRef="#ctx0" brushRef="#br0" timeOffset="33268.9">4862 6226,'-25'0,"-25"-25,25 25,-24 25,49-25,-25 25,25-25,25 25,0-1,24 1,-24 0,25-25,-50 0,25 25,-1 0,-24 24,-24 1,-1-1,0-24,25 0</inkml:trace>
  <inkml:trace contextRef="#ctx0" brushRef="#br0" timeOffset="33529.91">5110 6176,'0'25,"0"25,25 24,-25 1,0-1,0-24,0-26,-25-73</inkml:trace>
  <inkml:trace contextRef="#ctx0" brushRef="#br0" timeOffset="33676.92">5135 6003,'0'0</inkml:trace>
  <inkml:trace contextRef="#ctx0" brushRef="#br0" timeOffset="34152.95">5308 6127,'25'74,"-25"-49,0 49,0-24,0 24,0 1,0-50,25-1,-25-24,0 0,0-24,25-26,-25-24,24 49,-24-25,25 25,0-24,0 49,0 0,-25 0,24 25,-24-1,25 100,-25-49,0-26,0-49,25-49</inkml:trace>
  <inkml:trace contextRef="#ctx0" brushRef="#br0" timeOffset="34907.99">5730 6251,'0'-25,"25"0,-25 25,24-49,1 24,0 25,-25-25,25 25,0 0,-25 0,25 25,-25 49,0-49,0 49,0-24,0 24,0 1,0-26,0-49,0 25,0-25,24-25,51-49,-50 24,-1 26,1-51,-25 50,25 1,0-26,0 25,-25 25,24 0,-24 0,0 50,0 24,0-24,25-1,-25 26,25-50,0-1,0 1,24-25,1-49,-50-26,0-74,-25 75,-25 24,1 26,24 48,-49 150</inkml:trace>
  <inkml:trace contextRef="#ctx0" brushRef="#br0" timeOffset="44250.53">15602 10988,'25'0,"-25"0,0 25,0 0,0 0,0 49,0-24,0 0,0 24,0-24,0-1,0 26,0 24,0-74,0 49,0-24,25 24,-25 0,25 26,-25-76,0 26,0-25,24 0,-24 49,0-49,25-25</inkml:trace>
  <inkml:trace contextRef="#ctx0" brushRef="#br0" timeOffset="44622.55">15801 12328,'0'0,"-25"50,25-26,0 1,0 0,-25 0,25 0,0-1,0-24,-25 0,0 0,1 0,-1-24,25-1,-25 25,0-25,25 0</inkml:trace>
  <inkml:trace contextRef="#ctx0" brushRef="#br0" timeOffset="44844.56">15875 12328,'-25'0,"0"0,-49 0,24 0,-98 0</inkml:trace>
  <inkml:trace contextRef="#ctx0" brushRef="#br0" timeOffset="47891.73">174 7417,'0'74,"0"50,0 25,0 0,0 0,0-50,0-50,0-24,24-124</inkml:trace>
  <inkml:trace contextRef="#ctx0" brushRef="#br0" timeOffset="48204.75">496 7516,'-50'0,"26"25,-51-25,50 0,-49 0,0 24,24 1,50-25,-50 0,50 0,0 25</inkml:trace>
  <inkml:trace contextRef="#ctx0" brushRef="#br0" timeOffset="48386.75">347 7764,'0'0,"-74"0,49 0,-49 0,24 25,0 24</inkml:trace>
  <inkml:trace contextRef="#ctx0" brushRef="#br0" timeOffset="48849.78">347 8037,'50'0,"-50"0,25 0,-1 0,-24 25,0-25,25 24,-25-24,-25 50,1 0,-1-26,25 1,0-25,0 0,0 25,25-25,-1 0,1 0,0-25,0 25,0 0,-25-25,25 1,-1-1,1-50,25 1</inkml:trace>
  <inkml:trace contextRef="#ctx0" brushRef="#br0" timeOffset="50359.88">1339 7417,'0'0,"0"24,-24 1,-1 0,25 25,-25-1,25 26,0-51,25 26,0-25,-1 0,1-1,25-24,-25 0,-25 25,24-25,-48 25,24-25,0 0,-25 0,25 0,0 0,0 25,0-25,0 25,0-25,0 0,0 0,0 0,0 0,-25 0</inkml:trace>
  <inkml:trace contextRef="#ctx0" brushRef="#br0" timeOffset="51030.91">1265 7441,'0'-24,"25"24,-25 0,0 0,0 0,0-25,25 25,-25 25,-25-25,25 24,0 1,-25 0,25 0,0 24,0-24,0 0,0 0,0 0,25-1,-25 1,0 0,25 0,-25-25,24 0,-24 25,25-25,0 0,-25 0,25 0,0-25,-25 25,24-25,-24 0,0-49,0 49,0 0,0-24,0 24,0 0,0 0,-24 0,24 1,0 24,-25-25,25 25,-25 0,0 0,0 0,25 0,-24 25,24-25,0 49,-25 50</inkml:trace>
  <inkml:trace contextRef="#ctx0" brushRef="#br0" timeOffset="51506.94">1414 7789,'-50'0,"25"24,1 26,24 0,0 49,0-49,24-26,1 1,25-25,-1 0,-24-25,0-24,-25-26,0-24,0 49,-74-49,49 99</inkml:trace>
  <inkml:trace contextRef="#ctx0" brushRef="#br0" timeOffset="52645.01">1786 7689,'0'-24,"0"48,-25-24,25 0,-25 0,25 0,0 0,-24 25,24 0,-25 25,25-26,0 1,0 25,-25-25,25 24,0-24,25 0,-25-25,0 0,25 0,-25 25,0-25,24 0,-24 0,25 0,0-25,-25 25,25 0,-25-25,25 0,-25 0,0 1,24-1,-24 0,0 0,0 25,0-25,0 25,0-24,0 24,0 0,0 24,0 1,0 0,0 0,0 0,25 24,-25-24,0 0,0-25,0 25,25-25,-25 0,0 0,25 0,-25 0,25 0,-25 0,24 0,-24-25,0 25,0-25,0 25,0-25,0 0,0 1,0-1,-24 0,-1 0,25 0,-25 1,25 24,-25-25,25 25,-25-25</inkml:trace>
  <inkml:trace contextRef="#ctx0" brushRef="#br0" timeOffset="53096.03">2133 7789,'50'-25,"-100"25,1 25,24 24,25-24,49 0,-24 0,-25-1,-25 26,-24-50,-1 0,50 0</inkml:trace>
  <inkml:trace contextRef="#ctx0" brushRef="#br0" timeOffset="54127.09">2332 7516,'0'49,"-25"1,25 24,-25 50,50-49,0-26,-1-24,26 0,0-50,-26 0,1 1,-25-51,0 26,0 24,-25 25,25 25,-24 24,24 1,0-1,24-24</inkml:trace>
  <inkml:trace contextRef="#ctx0" brushRef="#br0" timeOffset="54544.11">2629 7565,'25'0,"-25"25,-25 25,25 24,0 25,0-74,25 25,-25-25,25 24,0-24,0-25,-25 0,24-25,1 25,-25-74,0-1,0 1,0 24,-25-24,1 49,-26-24,25-1,-25 75,26 0,24 49</inkml:trace>
  <inkml:trace contextRef="#ctx0" brushRef="#br0" timeOffset="55741.18">3969 7541,'0'-75,"0"75,0 0,-25 0,25 0,-25 25,0-25,-24 74,24-49,0 25,0-25,25-1,0 1,0-25,0 50,25-25,0-1,25-24,-26 25,26 25,-25-50,24 49,-24-24,0 0,0 0,-25 0,0 24,0-24,-25 25,0-50,-24 0,49 0,-25-25,0 0,25 0,0-49,25 49,0-49,-25 24,24-24,26-1,-50 26,25-1,-25 25,25 0</inkml:trace>
  <inkml:trace contextRef="#ctx0" brushRef="#br0" timeOffset="56142.21">4514 7689,'-24'0,"-26"50,0 0,26-26,24 1,0 0,49 0,1 0,-25-1,-1 1,1-25,-25 25,0 25,0-1,-25 1,1-25,-1 0</inkml:trace>
  <inkml:trace contextRef="#ctx0" brushRef="#br0" timeOffset="56416.21">4787 7714,'25'25,"-25"25,0-1,0 1,0 49,0-49,-25-1,25-24,25-74</inkml:trace>
  <inkml:trace contextRef="#ctx0" brushRef="#br0" timeOffset="56588.23">4887 7317,'24'0,"-24"25,0 0</inkml:trace>
  <inkml:trace contextRef="#ctx0" brushRef="#br0" timeOffset="56999.25">5035 7590,'25'50,"-25"-1,25 51,-25-51,0 50,0-74,0 0,0-25,25 0,-25-50,25-24,-1 49,1-49,0-1,0 75,0 0,-1 25,-24 0,0 49,0 26,0 24,0-99,0-1,0-24</inkml:trace>
  <inkml:trace contextRef="#ctx0" brushRef="#br0" timeOffset="57438.28">5507 7640,'74'-50,"-49"50,-25 25,0 25,0-26,-25 76,0-1,25 25,0-99,25 24,0-49,0 25,24-25,-24-25,0 25,24-74,-49 49,25-49,-25 49,0-25,-25 50,25-25,-24 50,-26 99,50-24,0-26,0-49,0 24,25-24</inkml:trace>
  <inkml:trace contextRef="#ctx0" brushRef="#br0" timeOffset="57787.3">6077 7689,'0'25,"-25"50,25-26,-24 75,24-24,24-51,-24-24,25 0,0-25,-25 0,50-50,-1-24,-24-26,-25 1,-25 25,-24 24,-26 50,26 50</inkml:trace>
  <inkml:trace contextRef="#ctx0" brushRef="#br0" timeOffset="59103.38">7169 8756,'0'0,"0"0,-25 25,0-25,25 25,-25-25,-24 0,24 24,0-24,-25 0,-49 0,25 0,-1 0,-49 0,25 0,-50 0,-24-24,-1 24,75-25,-125 25,100-25,-99 0,-25 0,-25 25,124-24,-123 24,-224-50,198 50,0-25,1 25,148 0,-174 0,174 25,-148 0,-1 0,25-1,149 1,-149 0,149 0,-99 0,0-1,49-24,100 0,-50 25,74-25,-24 0,49 0</inkml:trace>
  <inkml:trace contextRef="#ctx0" brushRef="#br0" timeOffset="62187.55">1836 9054,'49'-25,"-98"25,24 0,-74 0,24 0,1 25,-26-25,1 0,25 25,24-25,25 24,50 26,25-25,49 24,0-24,-24 0,24 0,-49 0,-26-1,-48-24,-26 0,-25 0,-24 0,0 25,25 25,24-25,25-1,0 1,25 0,50 0,0 24,49 1,-50-50,51 25,-51-25,26 25,-1-25,-24 0,-25 0,-1-50,1 25,0-124</inkml:trace>
  <inkml:trace contextRef="#ctx0" brushRef="#br0" timeOffset="62484.57">2059 9054,'0'74,"0"25,0-24,0-1,25 25,-25-49,0 49,0-49,-25-1,25-24,0-25,0 0,0 0</inkml:trace>
  <inkml:trace contextRef="#ctx0" brushRef="#br0" timeOffset="62826.59">2406 9054,'-25'0,"0"0,-49 0,0 0,-26 0,1 0,25-25,-1 25,51 0,24 25,24-25,51 25,24 24</inkml:trace>
  <inkml:trace contextRef="#ctx0" brushRef="#br0" timeOffset="63034.6">2456 9351,'-50'0,"0"0,-24 0,-25 0,24 0,51 25,-26-25,0 25,26 0,48 0</inkml:trace>
  <inkml:trace contextRef="#ctx0" brushRef="#br0" timeOffset="63304.62">2431 9575,'-25'49,"0"-24,-24 0,-1 24,25 1,25-25,-49 0,49-1,-25 1</inkml:trace>
  <inkml:trace contextRef="#ctx0" brushRef="#br0" timeOffset="63498.63">2307 9674,'74'25,"1"24,-51 1,76 49</inkml:trace>
  <inkml:trace contextRef="#ctx0" brushRef="#br0" timeOffset="64372.68">4142 9054,'-99'-25,"0"50,25 0,-1-1,26 1,24 0,25 0,49 0,-24-1,50 1,24 0,-74 0,74 0,-50-1,1 1,0 0,-26-25,-24 0,-24 25,24-25,-50 25,-99-1,75-24,24 25,1 0,-1-25,25 25,0 0,50-1,-25 1,75 25,-26-50,26 25,49-1,-25 26,-50-50,51 25,-76-25,51 25,-50-25,-1-50,1-24</inkml:trace>
  <inkml:trace contextRef="#ctx0" brushRef="#br0" timeOffset="64650.68">4762 9203,'0'49,"25"26,-25 24,25 0,-25 0,0-24,-25-1,25-24,-25-26</inkml:trace>
  <inkml:trace contextRef="#ctx0" brushRef="#br0" timeOffset="64929.71">5110 9153,'0'0,"-75"0,1 25,-50-25,49 0,1 25,24-25,1 24</inkml:trace>
  <inkml:trace contextRef="#ctx0" brushRef="#br0" timeOffset="65134.71">5011 9351,'-25'0,"0"0,-25 0,1 0,-1 25,0 0</inkml:trace>
  <inkml:trace contextRef="#ctx0" brushRef="#br0" timeOffset="65661.75">5060 9699,'0'49,"0"-49,0 50,0-25,0-1,25 1,0-25,-25 0,25-25,-1 25,1-49,0 24,0 0,-25 0,0 1,0-1,0 25,0 0,0 25,25 24,-25 26,0 49,0-50,-25 1,0-26,-25 26,1-26,-26 26</inkml:trace>
  <inkml:trace contextRef="#ctx0" brushRef="#br0" timeOffset="68006.88">1836 12254,'0'49,"24"26,1-1,25 25,-25 25,24 0,-24 0,0 25,0-25,-1-25,1-24,-25-1,0-49,25 0,-25-25,50-50,-26 1,1-75,0 24,0-222,0 198,-25-25,24 0,1 25,-25 0,25 25,25 24,-26 26,51-1,-1 1,1 24,49 0,-25 25,50 0,0 0,24 0,26 0,-1 25,596 0,-546-25,-25 0,25 0,-49 0,24 0,25 0,-50 0,26 24,-26 1,0 0,-49 25,0-1,-50-24,-24 25,24-1</inkml:trace>
  <inkml:trace contextRef="#ctx0" brushRef="#br0" timeOffset="69280.95">3001 12204,'25'0,"-25"0,0 0,0 25,-25-25,1 25,-1-25,-25 24,25-24,1 0,-26 25,0-25,1 25,24-25,0 0,-25 25,26-25,24 25,-25-25,25 24,25-24,24 0,26 25,-1 0,1-25,73 50,-98-26,-50 1,0 0,-25 25,-49-1,24 1,1-1,-51 26,51-1,24-24,25-1,25-24,49 0,1 0,-26-25,125 0,-75-25,-49 0,-1-124</inkml:trace>
  <inkml:trace contextRef="#ctx0" brushRef="#br0" timeOffset="69599.98">3423 12402,'0'25,"25"25,-25 49,0-49,25 74,-1 24,-24-48,25-51,-25 26,0-51,0 1,0-50,0-49,0 24,0-74,25 75</inkml:trace>
  <inkml:trace contextRef="#ctx0" brushRef="#br0" timeOffset="69866.98">3721 12402,'74'-49,"-74"49,-49 0,24 0,-50 0,50-25,-49 25,0 0,24 0,25 25,-24-25,49 25,-25-25,50 49</inkml:trace>
  <inkml:trace contextRef="#ctx0" brushRef="#br0" timeOffset="70126">3795 12626,'0'0,"-25"0,-49 24,49-24,-25 25,26-25,-26 25,25 0,-24 0,49-1,24 1</inkml:trace>
  <inkml:trace contextRef="#ctx0" brushRef="#br0" timeOffset="70404.02">3894 12948,'0'25,"-24"24,-1 1,25 24,-25-49,25 25,-25-25,0 24,1-24,24-25,-75 0</inkml:trace>
  <inkml:trace contextRef="#ctx0" brushRef="#br0" timeOffset="70619.03">3770 13072,'50'50,"0"24,-1-24,-24-1,25-49</inkml:trace>
  <inkml:trace contextRef="#ctx0" brushRef="#br0" timeOffset="71167.07">4093 12154,'25'0,"-25"0,24 50,1 0,0-1,-25-24,0 25,0-26,0 1,-25 0,0 0,25-25,0 0,25 0,0-25,0 0,24 25,-24 0,25 0,-25 0,49 0,-24 0</inkml:trace>
  <inkml:trace contextRef="#ctx0" brushRef="#br0" timeOffset="71447.08">5035 12675,'0'25,"25"74,-25 0,25 1,-25-51,0 26,0-51,0 1</inkml:trace>
  <inkml:trace contextRef="#ctx0" brushRef="#br0" timeOffset="71699.1">5234 12898,'0'0,"-50"0,1 0,-1 0,25 0,-49 0,49 0,-25 0,1-49</inkml:trace>
  <inkml:trace contextRef="#ctx0" brushRef="#br0" timeOffset="72477.14">5904 12452,'24'0,"-48"25,-1 0,-25-1,0-24,-24 25,0 0,-1 0,50-25,1 0,24 0,0 25,24-1,51-24,-26 25,26 0,-26-25,51 50,-26-1,1-24,-26 0,-24 0,0 24,0-24,-50 25,0-26,0-24,-24 50,24-50,-50 25,26 24,-1-24,50-25,-25 25,0 0,25 0,25-25,25 25,-25-25,24 24,1-24,49-24,0-1,-49 25,49-100,-49 26</inkml:trace>
  <inkml:trace contextRef="#ctx0" brushRef="#br0" timeOffset="72749.16">6548 12526,'0'25,"0"50,25 49,-25 0,0 24,0-48,25 24,-25-50,25-49,-25-25</inkml:trace>
  <inkml:trace contextRef="#ctx0" brushRef="#br0" timeOffset="73054.17">6921 12576,'-50'0,"-25"-25,1 25,24 0,1 25,-1-25,1 25,-1-25,25 0,75-25</inkml:trace>
  <inkml:trace contextRef="#ctx0" brushRef="#br0" timeOffset="73300.19">6871 12626,'74'24,"-49"1,-50 0,1-25,-26 25,25-25,-49 0,-26 25,51-25,-1 0,-24 24,24 1</inkml:trace>
  <inkml:trace contextRef="#ctx0" brushRef="#br0" timeOffset="73841.22">6821 13171,'0'75,"0"-1,25-49,-25 49,0-49,25 0,25-25,-26 0,1-25,0-24,0 24,-25-50,0 26,0 24,0 0,25 25,-25-25,0 50,0 0,24 49,-24-49,25 74,-25 25,-25-24,25-1,-24-50,-1-24,0-25,0 0,-24-49,-1-150</inkml:trace>
  <inkml:trace contextRef="#ctx0" brushRef="#br0" timeOffset="74361.25">7218 12278,'25'0,"0"50,-25 0,0-1,-25 1,25-1,-25-24,25 0,0 0,0-25,0 0,25 0,25-50,-1 25,1 1,-25-1,-1 25,26 0,-75 0</inkml:trace>
  <inkml:trace contextRef="#ctx0" brushRef="#br0" timeOffset="75909.34">1687 14957,'0'50,"-25"99,25-75,-25 100,25 24,0-24,0-100,25 75,0-99,0 24,24-24,1-26,-1-24,1-49,-25-1,49-49,1-25,-51-25,1 75,-25-75,0 75,0-75,-25 25,-99-100,75 200,-26-26,51 50,-51-25,1 25,24 25,25-25</inkml:trace>
  <inkml:trace contextRef="#ctx0" brushRef="#br0" timeOffset="76214.35">2208 15602,'-50'25,"0"-25,-74-25,0 25,0-25,25 50,0 0,49-25,1 0</inkml:trace>
  <inkml:trace contextRef="#ctx0" brushRef="#br0" timeOffset="76552.37">2977 15329,'-75'-25,"1"25,-25 0,24 0,1 50,24-25,25 0</inkml:trace>
  <inkml:trace contextRef="#ctx0" brushRef="#br0" timeOffset="76798.39">3051 15528,'-50'25,"-24"-1,24 1,-24 25,0-50,24 25,25-50</inkml:trace>
  <inkml:trace contextRef="#ctx0" brushRef="#br0" timeOffset="77121.39">3448 14883,'25'74,"-1"125,-24-75,25 124,0 0,-25-25,0-124,0 50,-25-99,25-1,-25-123</inkml:trace>
  <inkml:trace contextRef="#ctx0" brushRef="#br0" timeOffset="77396.42">3696 15503,'-25'-25,"0"25,-49-25,24 1,-24-1,-25 25,24 0,50 0,-24 25,49-25,25 24</inkml:trace>
  <inkml:trace contextRef="#ctx0" brushRef="#br0" timeOffset="77901.45">3969 15627,'49'0,"-49"25,-49 24,24 1,-25 0,1 24,49 50,0-50,0 26,25-51,24-24,-24-50,25-24,-26-51,1-24,0 25,0 50,0-1,-1 50,1 124,0-25,-25 0,0-74,25-50</inkml:trace>
  <inkml:trace contextRef="#ctx0" brushRef="#br0" timeOffset="78275.47">4390 15602,'0'25,"25"74,-25 25,0 0,0-99,0 25,0-50,25-25,0-74,0-1,-1 51,1-26,-25 26,25 49,0 0,0 99,-25-49,24 74,-24-50,25-24,0-75,25-174,-26 125</inkml:trace>
  <inkml:trace contextRef="#ctx0" brushRef="#br0" timeOffset="78440.48">4787 15106,'0'-25,"-25"25,-49 0,0-25,49 25,-25-74</inkml:trace>
  <inkml:trace contextRef="#ctx0" brushRef="#br0" timeOffset="78641.48">4936 14833,'0'124,"0"25,0 25</inkml:trace>
  <inkml:trace contextRef="#ctx0" brushRef="#br0" timeOffset="79134.52">5804 14188,'0'25,"-25"0,-24 49,-1 26,1 48,-1-48,-24 98,49 50,0 0,25 25,50 25,-1 24,50-24,-24-1,-26-24,1-25,0-49,-25-50,-25-50,0-74</inkml:trace>
  <inkml:trace contextRef="#ctx0" brushRef="#br0" timeOffset="81062.63">6821 14511,'-49'49,"-26"-24,1 0,-1 0,-24 0,50-1,-1 1,25 0,25-25,0 25,75 0,-26-1,26 1,24 0,-25 0,25 0,-49 24,-25-24,-25 0,-25 24,-25-24,-24-25,0 25,-1 0,1 0,49 24,25-24,0 25,25-1,49 1,1-25,-26-25,50 25,-24-25,-1 0,-24-25,-25-50</inkml:trace>
  <inkml:trace contextRef="#ctx0" brushRef="#br0" timeOffset="81344.65">7293 14833,'0'99,"-25"25,25 25,0 0,0-50,0-24,0-50,0-25,74-174</inkml:trace>
  <inkml:trace contextRef="#ctx0" brushRef="#br0" timeOffset="81647.67">7615 14511,'-25'0,"-24"25,-51-1,51 1,-26 25,-24-25,50-1,-1 1,0-25,50 0</inkml:trace>
  <inkml:trace contextRef="#ctx0" brushRef="#br0" timeOffset="81919.68">7590 15007,'-25'49,"1"-49,-51 25,26 0,-1 0,0 0,1-1,24-24,0 25</inkml:trace>
  <inkml:trace contextRef="#ctx0" brushRef="#br0" timeOffset="82487.7">7590 15280,'25'99,"-25"-74,0 49,0-24,0 24,25-24,24-25,-49-25,25 0,-25-25,25-25,-25-24,25-1,-25 51,0-51,0 50,-25 0,25 1,25-1,-25 74,0 1,25 49,-25 100,-25-100,0-25,-25 1,1-26,24 1,0-25,-24 0,24-25</inkml:trace>
  <inkml:trace contextRef="#ctx0" brushRef="#br0" timeOffset="82904.73">8086 16197,'-49'25,"-26"0,1-25,-25 25,-1-25,-24-25,50 25,-75 0,0-25,1 25,98-25,-99 25,75 0,-50 0,24 25,1-25,74 0,-24 0,49-25</inkml:trace>
  <inkml:trace contextRef="#ctx0" brushRef="#br0" timeOffset="83641.78">7218 16619,'-49'25,"-51"-25,26 25,49 0,-74 24,74-24,-25 0,26 0,24-1,0 1,24 0,1 0,25 49,24-24,1-25,-26-25,26 0,-26 0,-24 0,0 0,-50 0,-24 0,-1 0,-24 0,24 24,0 26,1 0,-1 24,50-24,0-1,25 1,25-1,-1-24,1 0,-1-25,26 0,-1-25,-24-49</inkml:trace>
  <inkml:trace contextRef="#ctx0" brushRef="#br0" timeOffset="83934.8">7714 16743,'0'124,"-25"-25,25-24,-24 74,-1-75,25 75,0-50,-25 0,25-74,0 0,0-25,74-199</inkml:trace>
  <inkml:trace contextRef="#ctx0" brushRef="#br0" timeOffset="84248.81">8037 16768,'0'0,"-25"0,0 25,0-25,-24 0,24 25,-50-1,1-24,0 25,49-25,-25 25,50-25,-25 0</inkml:trace>
  <inkml:trace contextRef="#ctx0" brushRef="#br0" timeOffset="84507.83">7937 16942,'25'49,"-25"-49,-25 25,-24-25,-1 25,25-25,-24 25,-1-25,-24 24,24 1,1 0,24 0</inkml:trace>
  <inkml:trace contextRef="#ctx0" brushRef="#br0" timeOffset="84854.85">8012 17487,'0'25,"0"0,0 25,-25-26,25 51,-25-50,0 24,-24 26,-26 49,51-50,-26-24,25-50,0-25,1-74</inkml:trace>
  <inkml:trace contextRef="#ctx0" brushRef="#br0" timeOffset="85532.89">7714 17636,'0'-25,"25"25,0 0,-25 25,0-25,25 0,-25 0,-25 0,25 0,0 0,0 0,0 0,25 0,-25 25,0-25,24 25,-24-25,0 0,25 25,0-1,0 1,0 0,-1 0,1 74,0-74,-25 24,25 1,0 49,0-74,-1 0,-24 0,0-1,25-24,0 0,0-24</inkml:trace>
  <inkml:trace contextRef="#ctx0" brushRef="#br0" timeOffset="86213.93">8508 13990,'0'0,"25"25,-25 24,25 1,-25-25,0 24,24 26,1-26,0 1,0 24,-25-24,49 124,-24-100,0 25,0 50,24-25,-24 50,25-1,-571 2308</inkml:trace>
  <inkml:trace contextRef="#ctx0" brushRef="#br0" timeOffset="86935.97">8359 17859,'50'-24</inkml:trace>
</inkml:ink>
</file>

<file path=ppt/ink/ink6.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8-09-14T03:47:16.492"/>
    </inkml:context>
    <inkml:brush xml:id="br0">
      <inkml:brushProperty name="width" value="0.05292" units="cm"/>
      <inkml:brushProperty name="height" value="0.05292" units="cm"/>
      <inkml:brushProperty name="color" value="#FF0000"/>
    </inkml:brush>
  </inkml:definitions>
  <inkml:trace contextRef="#ctx0" brushRef="#br0">1017 13370,'0'49,"0"1,0 0,0-1,0 26,0-1,0 0,0 1,0-1,0 25,0-24,0 49,0-50,0 26,0 24,0-25,25 0,-25 0,0 0,-25 125,25-100,0-25,0 25,0-25,0-24,0-1,0-24,0-26,0 1,0-25,0-49</inkml:trace>
  <inkml:trace contextRef="#ctx0" brushRef="#br0" timeOffset="1232.07">967 13320,'0'0,"0"0,25 0,-25 25,0-25,25 0,-25 0,0 25,25-25,0 25,-1-1,1-24,0 25,0-25,0 25,24 0,1 24,24 1,1 0,-26-50,50 49,1 1,-1 24,-25-49,50 49,-24-24,48 24,1 26,25-1,-75-50,100 26,-125-25,124 74,-74-75,-24 1,98 49,-99-49,125 74,-100-75,74 50,-99-49,0 0,298 148,-322-148,123 74,-123-75,98 26,-123-26,24 1,50 0,-49-1,24 1,-74-25,49 24,-24-24,-25 0,24 24,-24-49</inkml:trace>
  <inkml:trace contextRef="#ctx0" brushRef="#br0" timeOffset="1892.1">5904 16173,'-125'0,"-23"24</inkml:trace>
  <inkml:trace contextRef="#ctx0" brushRef="#br0" timeOffset="2148.12">5011 16197,'-100'0,"51"0,-51 0,26 0,-25 0,24 0,26 0,-75 0,74 0,-74 0,50 0,-50 0,49 0,26 0,-100 0,0 25</inkml:trace>
  <inkml:trace contextRef="#ctx0" brushRef="#br0" timeOffset="2506.14">2977 16222,'-124'0,"49"0,-49 0,50 0,-50 25,49-25,26 0,-100 0,99 0,-74 0,75 0,-75 0,74-25,0 25,-74 0,99 0,-74 0,50 25,-26-25,50 0,-24 0,-1 0,25 0,1 0,-1 0,0 0,75 0</inkml:trace>
  <inkml:trace contextRef="#ctx0" brushRef="#br0" timeOffset="3816.21">4911 15503,'0'0,"-24"0,24 0,0 0,-25 0,25 25,-25 0,0-1,25-24,-25 50,25-50,0 50,-25-1,1-24,24 0,0 0,-25-1,25 26,0 0,0-26,0 1,25 25,-25-50,0 25,24-25,-24 0,0 24,0-24</inkml:trace>
  <inkml:trace contextRef="#ctx0" brushRef="#br0" timeOffset="6243.35">5110 15801,'0'0,"-25"0,25 0,-25 0,25 0,-25 0,25 24,-24-24,24 0,0 25,-25 0,25 0,0 0,0-25,0 24,0 1,0 0,0 0,0 24,25 1,-25 0,24-1,1-24,0 25,-25-1,25 1,0-50,-25 50,0-50,24 49,-24 1,25-50,-25 25,0-25,0 24</inkml:trace>
  <inkml:trace contextRef="#ctx0" brushRef="#br0" timeOffset="6714.38">5333 16545,'25'25,"-25"24,0-49,25 50,-25-25,0 24,24-24,-24 0,0 0,0-25,0 0,-24 0,-1 0,25 0,-25 0,0-25,-24 25,-1 0,25 25,0-25,1 0,48-25</inkml:trace>
  <inkml:trace contextRef="#ctx0" brushRef="#br0" timeOffset="6996.4">5358 16570,'0'24,"-25"-24,0 25,0 0,-24 0,-1 0,25-1,1 1,-1 0</inkml:trace>
  <inkml:trace contextRef="#ctx0" brushRef="#br0" timeOffset="7685.42">5135 17090,'24'0,"-24"-24,25 24,-25 0,25-25,0 25,0-25,-1 25,-24 0,25 0,-25 0,25 0,-25 50,0-1,-25-24,25 25,-25-26,1 1,-1 25,0-50,25 25,0-25,0 0,25-25,0 25,-1-25,1 25,0-25,-25 25,25 0,-25 25,0-25,0 50,-25 24,25-24,-25-26,25 26,-25-25,25-25,25-25</inkml:trace>
  <inkml:trace contextRef="#ctx0" brushRef="#br0" timeOffset="8189.46">5531 17165,'0'25,"0"-1,-24 51,-1-1,25 1,0-26,0 26,0-26,25-24,-1 0,-24-25,25-25,25 25,-25-25,24 1,-24-26,-25 0,0 1,0-1,0 0,-25-24,0 24,1 26,-26-1,25 0,25 25,-25 0,25 0,0 0</inkml:trace>
  <inkml:trace contextRef="#ctx0" brushRef="#br0" timeOffset="8605.49">5779 17066,'0'0,"0"49,0-24,-24 0,24 24,0-24,0 0,49-25,-49 0,25 25,0-50,0-25,0 50,-25-49,0 49,0-25,-25 0,-25 25,-24-25</inkml:trace>
  <inkml:trace contextRef="#ctx0" brushRef="#br0" timeOffset="9609.54">6127 15825,'25'0,"-25"0,0 0,0 0,0 0,0 0,-25 25,25-25,0 25,-25 0,25 0,0-1,-25 1,25 0,-25 0,25 24,-24-24,-1 0,25 0,0-25,0 25,0-25,0 0,0 24,0-24,0 25,0 0,0-25,0 50</inkml:trace>
  <inkml:trace contextRef="#ctx0" brushRef="#br0" timeOffset="10813.61">992 12898,'0'25,"0"-25,0 50,-25 24,25-24,-49 24,49 1,-50-1,25-49,25-25,0 25,0 0,0-25,0-25</inkml:trace>
  <inkml:trace contextRef="#ctx0" brushRef="#br0" timeOffset="14974.84">1389 12502,'0'24,"0"-24,-25 25,25 25,0-25,-49 24,49-24,-25 49,0-24,0-25,0 49,1-49,24 49,-25-49,0 25,25-25,0-25,-25 49,25-49,0 50,0-25,-25 0,25-1,-24-24,-1 50,25-50,0 25,25-75</inkml:trace>
  <inkml:trace contextRef="#ctx0" brushRef="#br0" timeOffset="15767.9">1389 12526,'0'25,"25"-25,-25 0,0 0,0 25,0-25,25 25,-25-25,24 25,-24-25,0 0,25 0,-25 24,25-24,0 25,-25-25,25 0,-25 0,24 25,1-25,0 0,0 25,0-25,0 25,-1-25,26 49,-25-24,0 0,24 0,-49-1,50 1,-50-25,25 0,-1 25,1 0,25 0,-50-1,49 1,-49-25,25 0,0 25,-25 0,25-25,-25 25</inkml:trace>
  <inkml:trace contextRef="#ctx0" brushRef="#br0" timeOffset="17403.99">1935 13717,'0'0,"25"0,-25-25,24 0,1-24,0-1,0 25,0-49,-1 0,26-26,-50 76,50-76,-26 75,1-24,-25 24,25 0,-25 25,0-25,25 25,-25 0,-25 0,25 25,-25-25,0 0,25 0,-49-25,24 25,0-24,0 24,-24-25,49 0,-50 25,1-25,24 0,0 25,-25-24,1-1,-26 0,26-25,-1 26,25 24,0-25,1 25,-1-25,-25 25,25-25,25 25,-24-25,24 25,0-24,0 24,49 24,-49-24,50 0,-50 25,49-25,-24 25,50 0,-1 0,-49-1,25 1,-1 0,1 25,-25-26,-1 1,51 0,-50 0,-1 0,1 24,25-24,-50 0,25 0,-25-25,0 24,0 26,-50-25,50 0,-50 49,50-49,-49 25,24 24,-25 25,50-74,0 0,0-25</inkml:trace>
  <inkml:trace contextRef="#ctx0" brushRef="#br0" timeOffset="23338.33">1538 13221,'0'0,"0"0,0 0,0 25,0-25,0 0,0 25,0-25,0 24,0-24,25 0,-25 25,0-25,0 25,0-25,0 25,0 0,0-25,0 24,0 26,0-50,0 25,0 0,0-1,0-24,0 25,0 25,0-25,0-25,0 24,0 1,0 0,0 0,0 0,0 24,0-24,0 0,0 0,0-1,0 1,0 0,0 0,0 0,0-1,0 1,0 0,0 0,0 0,0-1,0 1,0 0,0 0,0 0,0-1,0-24,0 25,0 0,0 0,-25 25,25-1,0-24,0 0,0 24,0-24,0-25,0 25,0-25,0 25,0 0,0-50</inkml:trace>
  <inkml:trace contextRef="#ctx0" brushRef="#br0" timeOffset="24047.37">1637 14536,'0'0,"0"24,0 1,0-25,-25 50,25-25,0-1,0-24,0 50,-25-50,25 25,0-25,0 25,0-1,0-24,0 0,-24 0,24 0,0 0,0-24,0 24,-25-25,25 25,-25-25,0-25,25 50,-25-24,25-1,-24 0,24 0,-25 25,25-25,0 25,0 0,0 0,0-24</inkml:trace>
  <inkml:trace contextRef="#ctx0" brushRef="#br0" timeOffset="24448.39">1612 14511,'0'0,"-25"0,1 0,24 0,-50 0,50 25,-25-25,-24 0,24 0,25 0,0 0,0 0</inkml:trace>
  <inkml:trace contextRef="#ctx0" brushRef="#br0" timeOffset="31313.79">1513 13171,'0'0,"0"0,25 0,-25 0,0 0,0 0,0 0,25 0,-25 25,0-25,99 50,-99-50,25 0,-25 0,0 25,25-25,-25 0,24 0,-24 24,0-24,25 0,-25 25,0-25,25 0,-25 0,0 25,25-25,0 0,-25 0,24 25,-24-25,25 0,0 25,-25-25,25 0,-25 24,25-24,-25 0,0 0,24 0,-24 25,25-25,0 0,0 0,-25 25,25-25,-25 0,24 0,-24 25,25-25,-25 0,25 25,-25-25,25 24,-25-24,25 0,-1 25,1 0,0-25,0 25,0-25,-1 25,-24-25,25 24,25-24,-50 0,74 50,-74-50,25 25,0-25,-25 25,49-1,-24-24,0 25,0 0,0 0,-25-25,25 25,-1-25,1 24,0-24,-25 25,25-25,0 0,-25 0,24 25,-24-25,25 25,-25-25,0 25,25-25,-25 0,0 24,25-24,-25 0,0 0,0 0,0 0,0-24,-25 24,25-25,0 0,-25 0,25 0,0 1,-25 24,25-50,-24 25,-26-49,50 49,-25-25,0 50,25 0,0-24,0 24,0 24,25 1</inkml:trace>
  <inkml:trace contextRef="#ctx0" brushRef="#br0" timeOffset="31768.81">3001 13965,'0'0,"-24"0,-1 0,25 25,-25-25,0 0,0 0,25 0,-49 0,49 0,-25 0,-25 0,26 0,24 0,-25 0,25 0,-25 0</inkml:trace>
  <inkml:trace contextRef="#ctx0" brushRef="#br0" timeOffset="32271.84">2828 13618,'0'25,"0"-25,0 24,-25-24,25 50,0-50,-25 50,0-26,1 1,24 0,0-25,-25 25,25-25,0 25,0-25,0 0,0 0,0-25,49-25</inkml:trace>
  <inkml:trace contextRef="#ctx0" brushRef="#br0" timeOffset="33498.91">3274 13543,'0'25,"-25"25,25-50,0 49,0-49,0 50,-24 0,24-1,0-24,0 0,0 0,-25-1,25 26,0-25,0-25,0 25,25-25,-25 0,24-25,-24 0,25 25,0-50,-25 26,25-1,0-25,-1 25,-24 1,25-1,0 25,-25-25,25 25,-25-25,0 25,0 25,0 0,0 0,0 24,0 1,0-50,0 49,0-24,0 25,0-25,0-1,0-24,25 0,-25-24,0-1,24 0,1 0,0 25,-25-49,25 24,0 0,-1 0,1 0,-25 1,0-1,25 25,-25 0,0 0,25 0,-25 0</inkml:trace>
  <inkml:trace contextRef="#ctx0" brushRef="#br0" timeOffset="33931.94">3746 14064,'0'0,"0"0,-25 0,25 0,-25 25,0-25,25 25,-25-25,0 25,25-25,-24 0,-1 0,0 24,25-24,-25 0,25 0,-25 0,50-24</inkml:trace>
  <inkml:trace contextRef="#ctx0" brushRef="#br0" timeOffset="34223.95">3572 14015,'25'24,"-25"1,24 0,-24 0,25 0,-25-1,0 26,0-25,25 0,-25-1,0-24,-25 0</inkml:trace>
  <inkml:trace contextRef="#ctx0" brushRef="#br0" timeOffset="38675.21">1488 13097,'0'0,"0"0,0 0,0 0,0 0,0 0,0 0,0 0,0 0,0 0,0 0,0 0,0 0,0 0,0 0,0 0,0 0,0 25,0-25,-25 0,25 0,0 0,0 0,0 24,0-24,0 0,-24 0,24 0,0 0,0 0,0 0,0 0,0 25,0-25,0 0,0 0,0 0,0 25,0-25,0 0,-25 25,25-25,0 0,0 25,0-25,0 0,0 0,0 0,0 25,0-25,0 24,-25-24,25 0,-25 75,25-50,0-1,0-24,0 25,-25-25,25 25,0-25,-24 25,24-25,0 25,0-25,0 24,-25-24,0 75,0-50,25-1,0-24,0 25,-25 0,-24 99,49-99,-25 24,25-24,-25-25,25 25,0-25,0 25,-74 49,74-49,0-25,-75 149,75-124,0-1,-24-24,24 25,0 0,-25-25,25 25,0-25,-25 25,25-25,-25 0,0 99,25-99,0 25,-49 49,49-74,0 0,0 25,0-25,0 0,0 0,0 0,-25 0,50 25</inkml:trace>
  <inkml:trace contextRef="#ctx0" brushRef="#br0" timeOffset="39242.24">843 14585,'-49'50,"49"-25,0-25,-25 24,25 1,-25-25,25 25,0-25,-25 25,25-25,-24 0,24 0,0 0,-25 0,25 0,0-25,0 25,0-25,25-74,-25 74,0 0,24 1,-24-1,0 25,0-25,0 0,0 25,25 0,-25 0,0 0,0 0,25 25,-25-25,0 0,25 0,-25 25,25-25,-25 25,24-25,1 24,-25-24,-25 0</inkml:trace>
  <inkml:trace contextRef="#ctx0" brushRef="#br0" timeOffset="40247.3">273 14461,'0'0,"-25"50,25-1,-25-24,0 0,1 49,24-49,0 25,-25-1,25 1,25-25,-25-25,24 0,-24 25,25-50,0 0,-25 0,25 0,0 1,-1-1,1-25,0 25,0 1,0-1,-25 50,-25 24,0 1,25-1,-25 1,25 0,-25-1,25-24,0 0,50 0,-25-50,0 0,-1-25,26 1,0-26,-25 51,-1 24</inkml:trace>
  <inkml:trace contextRef="#ctx0" brushRef="#br0" timeOffset="40970.34">521 14982,'0'74,"-25"-24,25-50,-25 50,25-50,0 24,0 1,0-25,0 25,25-25,0 0,25-25,-50 25,49-25,-24 1,-25-1,0 0,25 0,-25 25,-25 0,25 25,-25 25,25-26,-25 1,25 0,-24 25,-1-1,0 1,0-25,-25 74,50-74,-24-25,-1 25,0-25,0 0,0 0,25 0,-24-25,-1 0,25-99</inkml:trace>
  <inkml:trace contextRef="#ctx0" brushRef="#br0" timeOffset="42835.45">1538 13122,'0'-25,"25"-25,-25 50,0-25,0 25,99-148,-99 123,25 0,-25 25,0-50,25 26,-25 24,24-25,1-74,0 49,49-49,-49 74,-25-25,25 50,-25-49,25 24,-25 0,25 0,-25 1,0 24,24-50,-24 25,25 25,-25-25,25-24,-25 49,25-25,-25 0,25 0,-25 0,24 25,-24-24,0-1,25 0,-25 0,0 25,0-25,25 1,0-1,-25 25,0-25,25 25,-25-25,0 25,24 0,-24-25,0 25,0-24,0 24,25 0,-25 0,0 0,0 0,0 0,25 0</inkml:trace>
  <inkml:trace contextRef="#ctx0" brushRef="#br0" timeOffset="43182.46">2307 11708,'0'0,"-25"25,25-1,-25-24,0 50,-24 0,-1-1,50-24,-25 0,25-25,-24 0,48 0</inkml:trace>
  <inkml:trace contextRef="#ctx0" brushRef="#br0" timeOffset="43591.49">2282 11782,'0'25,"0"0,0 0,0 24,0-49,25 50,-25-25,0-1,-25-24,25 0,-25-24,0 24,-24-25,24 0,0 25,0-25,25 25,-24-25,24 25,0 0,24-24</inkml:trace>
  <inkml:trace contextRef="#ctx0" brushRef="#br0" timeOffset="44024.51">2530 11435,'0'0,"0"0,0 50,-25-1,0 50,25-74,-49 74,49-74,-25 25,25-25,0-1,0-24,25-24</inkml:trace>
  <inkml:trace contextRef="#ctx0" brushRef="#br0" timeOffset="45442.59">2480 11435,'0'-25,"25"25,-25 0,0-25,0 25,0 0,25 0,0 0,0 0,-25 0,24 0,1 25,0-25,-25 0,25 25,0 0,-25-25,25 0,-25 25,0-25,24 0,-24 24,0-24,0 25,0-25,0 0,-24 25,24-25,0 0,-25 25,25-25,-25 0,0 0,0 0,0 25,-24-25,24 0,25 0,-25 0,25 0,0 0,-25 0,25 24,25-24,-25 0,0 0,25 0,-25 0,25 25,-25-25,25 25,-1 0,-24 0,25 24,-25-24,25 0,-25 0,0-1,25-24,-25 25,0-25,0 0,0-25</inkml:trace>
  <inkml:trace contextRef="#ctx0" brushRef="#br0" timeOffset="47434.71">1042 12700,'0'0,"0"0,0 0,-25 0,25-25,0 25,0 0,-25-25,25 25,-49 0,49-24,-25 24,0-25,0 25,0-25,1 0,-1 0,0 25,0-24,0 24,-49-50,49 25,0 25,-24-49,49 24,-25 25,-25-25,25 0,1 0,-1 25,-25-49,25 49,1-25,-1 0,0 25,0-50,0 50,1-24,24 24,-25-25,25 25,-25 0,25 0,25-25,0 25,-1 0</inkml:trace>
  <inkml:trace contextRef="#ctx0" brushRef="#br0" timeOffset="47931.74">248 11906,'0'0,"0"0,-25 25,25-25,-25 0,1 0,-1 0,-25 0,25 0,25 0,-24 0,24 0,0 25,0 0,0-1,24 1,-24 25,25-25,0 24,0 1,0-25,-1-25</inkml:trace>
  <inkml:trace contextRef="#ctx0" brushRef="#br0" timeOffset="48637.78">868 11534,'-25'-25,"1"1,24 24,-25-25,0 25,0 0,0 0,25 0,-24 25,-1-25,0 49,25-24,-25 0,25 0,0-1,0 26,0-25,0 49,-25-24,25 24,0 1,-24-51,24 1,-25 0,0 0,0-25,0-25,0 25,1-25,24 0,-25 1,25-51</inkml:trace>
  <inkml:trace contextRef="#ctx0" brushRef="#br0" timeOffset="49032.8">744 11782,'-49'0,"-1"-25,0 25,1-24,-1-1,0 0,1 0,49 25,-25 0,75 50</inkml:trace>
  <inkml:trace contextRef="#ctx0" brushRef="#br0" timeOffset="55279.16">769 11584,'0'49,"25"125,0-100,-1 125,1 24,0-24,-25-125,25 25,-25-74,0-25,-25-50,25-98,0 73,-50-98,50 73,-24-98,-1 24,0 50,25 75,0-1,0 50,0 0,50 198,-1-24,-24-50,0 75,-25-125,0 75,0-124,-25-25,25-25,0-74,-25-100,0-49,1-25,-26 50,0 74,26 75,-1 49,25 75,0 98,25 76,-25 272,0-323,0-73,0-100,0-100,0-98,-25-25,0-1,-25 76,1 73,24 75,0 25,25 99,0 50,0 74,-25 0,25-75,-25-49,50-223,-25-74,0-76,-25 26,-24 50,24 123,0 25,0 25,25 0,0 99,0 75,0 49,0-124,-24 100,24-125,0-24,0-100,24-98,-24 48,0-123,0 124,-49-25,24 124,25 124,0-50,0 125,0-100,-25 75,0-100,25-74,-24-25,24-99,24 50,-24-125,-49 1,24 123,0 75,25 0,0 25,0 74,25 50,-25 0,0-74,0-26,0-74,25-248,-25 25,-25 149,50 149,24 99,-24 49,0 25,-25-24,0-125,25-49,49-99,-24-50,-1-50,-49-25,25 75,0 100,25 73,-25 100,24 248,-49-248,0-124,0-25,50-124,-1-50,-24-49,-25 74,0 124,25 99,0 75,-25 25,0 24,-25-24,25-149,25-25,0-99,-1-75,1-49,-25 99,0 198,25 50,-25 50,-25-25,25-75,25-74,0-99,0-75,-25 1,0 123,0 75,0 99,0 49,-25 1,0-75,25-99,0-74,25-75,-25-198,-25 247,0 100,0 75,1 49,-1 50,0-50,0-100,25-48,0-76,0-48,0-51,-25 75,-24 99,24 75,0 74,25-50,-25-24,-24 99,49-124,-25-25,0-199,25 25,0 75,-25-50,0 149,1 0,-26 50,25 49,0-49,-24 49,49-74,-25-25,25-99,25-50,-50 50,25-75,0 149,-25 0,25 100,-25 24,25-25,0 1,0-50,50-174,0 25,-26 25,-24 99</inkml:trace>
  <inkml:trace contextRef="#ctx0" brushRef="#br0" timeOffset="89607.12">9227 11782,'25'0,"-50"0,25 0,-49 0,24 25,-49-25,49 0,-25 0,-49 25,74-25,-74 25,49-25,-49 0,49 24,1-24,-26 25,51 0,-26 0,25-25,0 25,1-25,24 0,24 0,1 0,50 0,-51 24,51-24,-26 0,1 0,49 0,-49 25,49-25,-74 0,74 25,-74-25,0 0,24 25,1-25,-25 0,0 0,-25 25,0-25,0 0,-50 24,25-24,-49 25,49 0,-198 50,173-75,0 24,1 1,-50 25,-1-1,51-24,-26 25,51-25,24-1,0-24,24 25,1-25,25 25,24-25,25 0,1 25,-1 0,0-25,0 0,-24 24,74 1,-125 0,-24-25,25 25</inkml:trace>
  <inkml:trace contextRef="#ctx0" brushRef="#br0" timeOffset="90050.15">9500 11683,'0'25,"0"24,0 51,0-51,25 50,-25-49,0 74,0 0,0-25,25-49,-25 24,0-24,0 24,0-49,0 0,0 0</inkml:trace>
  <inkml:trace contextRef="#ctx0" brushRef="#br0" timeOffset="90425.17">9475 11683,'25'0,"25"0,-25 0,-1 25,51-25,-1 25,1-25,-1 0,25 24,-49-24,24 25,-49-25,0 0,-25 0</inkml:trace>
  <inkml:trace contextRef="#ctx0" brushRef="#br0" timeOffset="90705.18">9500 12179,'50'25,"24"-25,1-25,-1 25,0 0,-24 25,24 0</inkml:trace>
  <inkml:trace contextRef="#ctx0" brushRef="#br0" timeOffset="91075.2">10195 12427,'-25'25,"0"0,0 24,-24 1,24 0,0-26,-25 26,50-25,-49 24,-1 1,25-25,1-25,24 25,-25-25</inkml:trace>
  <inkml:trace contextRef="#ctx0" brushRef="#br0" timeOffset="91346.22">9872 12477,'25'49,"25"1,-26 0,1-50,0 49,0-24,25 49,-26-24,1-25</inkml:trace>
</inkml:ink>
</file>

<file path=ppt/ink/ink7.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8-09-14T03:54:58.698"/>
    </inkml:context>
    <inkml:brush xml:id="br0">
      <inkml:brushProperty name="width" value="0.05292" units="cm"/>
      <inkml:brushProperty name="height" value="0.05292" units="cm"/>
      <inkml:brushProperty name="color" value="#FF0000"/>
    </inkml:brush>
  </inkml:definitions>
  <inkml:trace contextRef="#ctx0" brushRef="#br0">10840 12154,'0'-25,"0"25,24 0,26 25,0-25,24 0,-24 0,24 0,-24 0,-1 25,1-25,-50 0,25 25,-75-25</inkml:trace>
  <inkml:trace contextRef="#ctx0" brushRef="#br0" timeOffset="247.01">10864 12328,'75'-25,"-50"25,24-25,1 25,24-24,1-1,-50 25,-1 25</inkml:trace>
  <inkml:trace contextRef="#ctx0" brushRef="#br0" timeOffset="2101.12">11658 11757,'0'75,"25"-1,0-24,24 49,-24-74,0 74,0-24,0-1,-1-49,-24 24,0-49,25 25,-25-50,0-49,0 49,0-49,0 49,0-25,0-24,0-1,0 51,25-26,-25 25,25 25,-25 0,25 50,-1-25,1-1,-25 1,25 25,0 24,0-24,-1-25,1 0,0-1,-25 1,25-25,-25-25,0 1,25-26,-25-49,0-1,25 26,-1-25,-24 74,25-49,-25 49,25-25,-25 25,0 25,-25 25,25 25,0-1</inkml:trace>
  <inkml:trace contextRef="#ctx0" brushRef="#br0" timeOffset="2518.14">12502 12105,'0'0,"-25"24,25 1,-25 0,0 0,25 25,-25-1,1 1,24-25,-25-1,0 1,25-25,-25-25</inkml:trace>
  <inkml:trace contextRef="#ctx0" brushRef="#br0" timeOffset="2811.16">12378 12105,'0'24,"24"26,1 0,0-25,-25 24,25 1,-25-25,0-1,0-24,0 0</inkml:trace>
  <inkml:trace contextRef="#ctx0" brushRef="#br0" timeOffset="3458.19">11038 13171,'25'0,"0"0,24 25,-24-25,25 25,-1-25,-24 0,25 0,-25 0,-25 0</inkml:trace>
  <inkml:trace contextRef="#ctx0" brushRef="#br0" timeOffset="3722.21">10964 13419,'49'-24,"1"24,24 0,-24 0,0 0,-26 24,1-24,0 25</inkml:trace>
  <inkml:trace contextRef="#ctx0" brushRef="#br0" timeOffset="5373.3">11683 12824,'0'0,"0"50,0-1,0-24,25 49,-25-24,25 24,24 26,-24-26,0-49,0 25,-25-26,0 26,0-25,0-25,0 0,24-50,-24 1,25-51,0 51,-25-26,25 1,0 24,-1 1,-24-1,25 25,-25 25,0 0,0 25,25 25,-25-1,25 1,-25 24,25 1,-25-26,24 26,1 24,-25-74,0 0,0-75,25 0,-25-24,0 24,25-24,-25 24,25 1,-25-26,25 26,-1-51,-24 76,25-26,-25 0,25 50,-25-49,0 49,0 0,0 25,0 24</inkml:trace>
  <inkml:trace contextRef="#ctx0" brushRef="#br0" timeOffset="6218.35">12626 12998,'-25'0,"0"24,-25 26,1-25,-1 49,1-24,49-25,0 0,24-25,1 24,0-24,49 25,-24-25,-50 0,25 0,-25 25,0 0,-25 24,0 1,-49 24,74-49</inkml:trace>
  <inkml:trace contextRef="#ctx0" brushRef="#br0" timeOffset="6542.37">12849 13072,'0'50,"0"-1,25-24,-25 25,0-1,-25 1,25-50,0 25,0 0,0-25</inkml:trace>
  <inkml:trace contextRef="#ctx0" brushRef="#br0" timeOffset="6765.38">12824 12774,'-25'-24</inkml:trace>
  <inkml:trace contextRef="#ctx0" brushRef="#br0" timeOffset="7350.42">13047 12998,'0'24,"0"26,0 0,0-1,25 26,-25-26,0-24,25 0,-25-25,0 25,-25-50,25-25,0 26,-25-26,50 0,-25 1,25-26,0 50,-1 1,1-26,25 50,-25-25,-25 50,25-25,24 50,-49-26,25 26,-25 0,0-1,0-24,0 0,0 25</inkml:trace>
  <inkml:trace contextRef="#ctx0" brushRef="#br0" timeOffset="8619.49">13568 12874,'0'-25,"0"25,50 0,-25-25,49 25,-24 0,-26 0,51 25,-50-25,-1 25,-24-1,-24 1,-1 0,0 0,-25 24,26-24,-26 0,25 0,0 0,25-25,0 0,25 24,0 1,49 0,-49-25,99 75,-124-75,0 24,0 1,0 0,-25 25,-24-26,-26 26,51-25,-26-25,0 0,26-50</inkml:trace>
  <inkml:trace contextRef="#ctx0" brushRef="#br0" timeOffset="9104.52">14139 12923,'0'75,"0"-26,0 26,0-26,24 26,26-50,-25-25,24 0,1-25,-25-25,0 0,0 1,-25-1,0 1,-25-1,-25 0,-24 26,-1 24,26 0,24 24,25-24</inkml:trace>
  <inkml:trace contextRef="#ctx0" brushRef="#br0" timeOffset="9520.54">14263 12477,'24'25,"-24"-1,0 1,25-25,-25 25,25-25,0 0,0 0,0-25,-1 25,1-25,-25 1,0-1,0 0,-25 25,1 0,-1 0,0 25,0 0,25 49</inkml:trace>
  <inkml:trace contextRef="#ctx0" brushRef="#br0" timeOffset="10460.59">14932 12874,'25'0,"0"0,49-25,-49 25,0 0,49 0,-24 0,24 0,-49 25,25-25,-25 0,-25 0,25 0,-75 0</inkml:trace>
  <inkml:trace contextRef="#ctx0" brushRef="#br0" timeOffset="10713.61">14957 13047,'25'0,"25"0,-1 0,26 0,-26 0,50 0,-74 0,25 0,24 0,-49 0,-25 0,-25 0</inkml:trace>
  <inkml:trace contextRef="#ctx0" brushRef="#br0" timeOffset="11706.66">15949 12650,'0'25,"0"50,0 24,0 0,25 0,0 0,-25-24,0-25,0-75,0 0,0-74,25-1,-25 1,25 50,-25-1,24 0,1 50,25 0,-1 75,-24-1,-25 1,0-26,0 26,0-51,0 26,0-50,0-25,0 0,0-74,0 74,25-74,25 50,-26-1,1 25,25 0,-25 1,0 24,-1 49,1 1,-25-25,0 74,0-50,0 51,-25-1,25-49,0-26,25-48</inkml:trace>
  <inkml:trace contextRef="#ctx0" brushRef="#br0" timeOffset="12364.7">16966 12799,'-24'-25,"-1"25,-25 0,25 25,-49 25,49-25,-24 49,24 0,0 26,25-51,25 1,-25-25,49 24,1-49,0 0,-26 0,26-49,-25 24,0-25,-1-24,-24-1,0 51,0-51,0 26,-24 24,24 25,24 25,-24 24,25 26,0-51,0 26,24 0,1-26,-25-24,0 0,-1 0,-24 0,25-24,0-1,-25 25,0-25</inkml:trace>
  <inkml:trace contextRef="#ctx0" brushRef="#br0" timeOffset="20658.18">11683 14213,'0'25,"25"0,-25 24,0 26,0-1,0 1,0-26,0 26,0-1,0-49,0 0,0-25,25-25,-25 0,24-49,-24 49,25-74,0 24,25 1,-26 24,26 0,-50 50,25 0,0 25,-1 0,-24 0,0 49,0-24,-24 24,24 1,-25-1,25-49,-25 25,25-50,25-25,0-50,-1 26,-24-1,50 1,-50-1,74-49,-49 49,25 0,-50 50,25 0,0 0,-25 0,24 25,-24 25,0 0,-24 49,-1-50,0 51,0-26,0-24,25-50,0-50</inkml:trace>
  <inkml:trace contextRef="#ctx0" brushRef="#br0" timeOffset="21711.24">12700 14337,'-25'-25,"0"25,1 0,-1 0,-25 25,1 0,-1 25,25-1,0 1,25-1,0 1,0 0,25-26,-25 1,25-25,0 0,24-49,-24-1,0 0,25-98,-26 73,1 25,-25 26,0-1,25 25,-25 0,25 25,0 24,-1 1,-24 49,25-24,-25 24,0 0,0 0,-25 0,1 1,-1-1,-25-25,1-24,-51-1,51-49,-1 0,1-49,-1-26,25 1,0 0,25-1,0 50,25 1,-25 24,50 24</inkml:trace>
  <inkml:trace contextRef="#ctx0" brushRef="#br0" timeOffset="22340.27">13295 14312,'-49'25,"-26"50,26-26,49-24,-25 0,25-25,25 0,24 0,1 0,-25 0,24 0,-24 25,0-1,0 1,-50 25,25-25,-50 49,26-49,-26 24,0 26,50-50,0-50,25-50,25-24</inkml:trace>
  <inkml:trace contextRef="#ctx0" brushRef="#br0" timeOffset="22602.29">13568 14287,'0'50,"0"-25,0 49,0-24,0 24,0-24,0 24,0-49,-25 25,25-25,0-25</inkml:trace>
  <inkml:trace contextRef="#ctx0" brushRef="#br0" timeOffset="22786.3">13519 14015</inkml:trace>
  <inkml:trace contextRef="#ctx0" brushRef="#br0" timeOffset="23307.33">13791 14312,'0'75,"0"-50,25 49,-25-24,0-1,0 1,0-1,0-49,-25 25,25-25,0-25,0-49,0 0,0 49,25-50,0 51,0-51,0 25,-1 26,1 24,0 0,25 24,-26 1,1 50,-25-1,0-24,-25 24,25-49,-24 49,24-49</inkml:trace>
  <inkml:trace contextRef="#ctx0" brushRef="#br0" timeOffset="23888.36">14287 14188,'50'-25,"-25"25,49 0,-49 0,0 0,0 25,-25 0,0 0,-50 24,1 1,-26 0,25 24,26-24,-1-25,25-25,49 0,26-25,24 0,-49 25,-1 0,-24 0,-25 74,-74 1,24-1,-24-24,24-1,25-49</inkml:trace>
  <inkml:trace contextRef="#ctx0" brushRef="#br0" timeOffset="24346.39">14709 14238,'25'25,"-25"24,0 1,0 0,0-1,25 1,0-25,-1-1,1 1,0-25,0 0,24-49,-49 24,25-25,0 25,-25-49,0-25,-25 49,25 25,-25-24,25 49,-49-25,-1 50,-24 24,49-24,0-25</inkml:trace>
  <inkml:trace contextRef="#ctx0" brushRef="#br0" timeOffset="24728.41">14908 13717,'24'50,"-24"-26,25 1,-25-25,25 0,0 0,0 0,-1-25,-24 1,25-26,-25 25,-25-24,25 24,-24 25,-26 25,25-1,0 1</inkml:trace>
  <inkml:trace contextRef="#ctx0" brushRef="#br0" timeOffset="25067.43">15379 14039,'74'0,"1"0,-26 25,1-25,-25 0,-25 0,-50 25</inkml:trace>
  <inkml:trace contextRef="#ctx0" brushRef="#br0" timeOffset="25250.44">15329 14263,'0'0,"25"0,25 0,24 0,-24 0,-1 0,-24 24,0-24</inkml:trace>
  <inkml:trace contextRef="#ctx0" brushRef="#br0" timeOffset="26215.49">15999 14015,'0'49,"0"-24,0 25,0 24,-25 0,25-49,0 25,0-50,0 25,0 24,0-24,0-25,0 25,0-25,25-50,-25 1,25-1,-25 25,25-74,-25 49,24 1,1 24,0 0,0 0,0 25,-1 0,1 25,-25 25,25-1,-25-24,0 50,0-51,-25 51,25-25,0-26,0 1,-25-25,25 0,25-49,25-51,-25 51,-1 24,1-25,0 25,0 1,25-1,-26 25,-24 0,25 25,0-25,0 49,-25 26,0-26,-25-24,0 50,0-51,1 26,-1 0</inkml:trace>
  <inkml:trace contextRef="#ctx0" brushRef="#br0" timeOffset="27022.54">17016 14064,'-25'0,"-24"25,24 0,-25 24,50-24,-49 74,24-24,0-1,25-49,0 25,0-25,0 24,25-24,0-25,-1 0,1-25,25-24,-1-1,-24-24,0 24,0 0,0-74,-25 99,0 1,0 24,0 24,0 26,24 0,1-1,0 1,0 0,0-1,-1-24,1-25,-25 0,25 0,0 0,-25-25,25 0</inkml:trace>
  <inkml:trace contextRef="#ctx0" brushRef="#br0" timeOffset="37226.11">16966 13618,'-24'0,"24"25,-50-1,25-24,0 25,-24 25,-1-25,-49 49,49-24,-98 24,73-24,1-1,-100 75,100-49,-50 49,49-75,1 51,24-51,25-24,1 49,-1-74,25 25,0-25,25-25,-25-24</inkml:trace>
  <inkml:trace contextRef="#ctx0" brushRef="#br0" timeOffset="38178.18">12502 13816,'0'0,"0"25,-25-25,25 25,0 0,-25-25,25 24,-25 26,0-25,1 24,-1-24,-25 25,25-1,-24 1,-1 24,0-24,1 0,-1-1,1 26,-26-26,26 1,-1 24,0-24,1 0,-1-1,25-24,1 25,-26-26,25-24,25 25,-25-25,25 0,0 0,25 0,-25-25,50 1</inkml:trace>
  <inkml:trace contextRef="#ctx0" brushRef="#br0" timeOffset="54778.13">12229 15751,'0'50,"-25"-26,25 51,0-26,-25 51,25 24,0-25,0-50,0 51,25-51,-25-24,0 0,25 25,-25-50,0 24,0-24,25 0,-25-24</inkml:trace>
  <inkml:trace contextRef="#ctx0" brushRef="#br0" timeOffset="55293.16">12353 16024,'25'25,"-25"-25,0 24,24 51,1-50,0-1,-25-24,50 50,-26-50,1 25,0-25,0 0,0 0,-25 0,24-25,1 0,-25 0,0 1,25-26,-25-24,0 49,0 0,0-25,-25 1,25-1,-25 25,25 1,-49-1,24 0,0 25,0 0,-24 25,49 0,-50 24,25 26,25-1,-24-49,24 0,24-25</inkml:trace>
  <inkml:trace contextRef="#ctx0" brushRef="#br0" timeOffset="56002.2">13146 15751,'-74'50,"49"-26,-24 26,49 0,0-26,0-24,24 25,1-25,25 0,-25 0,24 0,-24 25,-25 49,0-49,-25 74,25-49,-49 49,-1-24,25-26,25-49,0-24,0-1,0-25,50-148</inkml:trace>
  <inkml:trace contextRef="#ctx0" brushRef="#br0" timeOffset="56322.21">13419 15776,'0'173,"-24"-73,24-1,0-50,0 1,0-25,24-25</inkml:trace>
  <inkml:trace contextRef="#ctx0" brushRef="#br0" timeOffset="56507.23">13370 15577,'0'25</inkml:trace>
  <inkml:trace contextRef="#ctx0" brushRef="#br0" timeOffset="57060.25">13643 15925,'0'74,"24"-24,-24-1,0-24,0 0,0 0,0-1,0 1,0-25,-24-49,24 24,0-50,24 26,-24-26,25 1,0 0,0 49,0 0,-25 25,24 0,1 25,-25 24,0 1,0 24,0-49,0 50,-25-1,25-24,0-26,0 1</inkml:trace>
  <inkml:trace contextRef="#ctx0" brushRef="#br0" timeOffset="57631.28">14015 15776,'24'-25,"26"0,0 0,-26 1,51 24,-50 0,-1 0,-24 49,0 1,-24-1,-26 26,25-26,-24 26,24-26,25-49,25 0,49-24,-49-1,49 0,-24 25,0 25,-50 0,0 49,-25-24,-25 49,-24 0,24-24,25-75,0 24,1-24,24-74</inkml:trace>
  <inkml:trace contextRef="#ctx0" brushRef="#br0" timeOffset="58103.32">14585 15751,'25'74,"0"1,-25-1,25-24,-1-25,1-25,-25 0,25 0,0-25,0-25,-1-24,-24-1,0 26,-24-1,-1 1,0-1,0 50,-24 0,-1 25,0 49,26-49</inkml:trace>
  <inkml:trace contextRef="#ctx0" brushRef="#br0" timeOffset="58519.34">14635 15354,'0'0,"25"25,-25 0,24-25,-24 0,25-25,0 25,0-50,0 25,-25-24,0 24,0 0,0 25,-25 0,0-25,-25 50,26 0,-1 0,25 0,-25 49</inkml:trace>
  <inkml:trace contextRef="#ctx0" brushRef="#br0" timeOffset="58886.36">15081 15751,'0'0,"50"0,-25 0,24 25,-24-25,25 0,-1 0,1 0,-50 0,25 0,-50 0</inkml:trace>
  <inkml:trace contextRef="#ctx0" brushRef="#br0" timeOffset="59094.38">15081 15900,'50'-25,"-1"25,1 0,-25 0,24 25,-24-25</inkml:trace>
  <inkml:trace contextRef="#ctx0" brushRef="#br0" timeOffset="60010.43">16098 15726,'-25'-25,"1"25,-26 25,25 0,0 25,1-26,-1 51,0-1,0 1,0-26,25 50,0-74,25 50,-25-1,50-49,-50 0,49-25,-24 0,0 0,0-50,0 0,-25 26,24-125,-24 124,0-49,0-1,-24 26,24-1,0 25,0 0,0 1,0 24,0 49,24-49,-24 75,25-51,0 26,0 0,24-1,-24-24,0 0,0-25,24 0,26-50,-50 1,-25 49,25-50,-1 25,1 0,-25 1,25-1,-25 25,-50 0</inkml:trace>
  <inkml:trace contextRef="#ctx0" brushRef="#br0" timeOffset="70343.02">19397 11683,'-49'25,"24"0,-25 24,25-24,1 25,-26 24,50-24,-25 49,25-50,0 51,0-51,25-24,-25 50,25-51,0 1,-1-25,-24 0,25 0,-25-25,25 1,-25-26,25-49,0 49,-25-24,24 24,-24 0,25-24,0-25,0 49,-25 50,25 0,-25 25,0 0,24 74,-24-25,0 1,25 24,0-49,0-1,-25-24,25-25,24 0,-24 0,0-25,-25-24</inkml:trace>
  <inkml:trace contextRef="#ctx0" brushRef="#br0" timeOffset="70681.03">20489 11633,'-25'0,"-25"0,-49 0,25 0,-1 25,26-25,-1 25,25 0,50 0</inkml:trace>
  <inkml:trace contextRef="#ctx0" brushRef="#br0" timeOffset="70881.05">20414 11832,'-25'0,"-49"0,0 0,-1 25,50-25,-24 24,49-24</inkml:trace>
  <inkml:trace contextRef="#ctx0" brushRef="#br0" timeOffset="71396.08">20985 11311,'-25'0,"25"25,-25 0,0-1,1 26,24 0,0-1,24-24,26 25,-25-26,24 26,1 0,-25-1,-25-24,0 0,0 0,-25-1,-25 1,1-25,-1 25,-24-25,49 0</inkml:trace>
  <inkml:trace contextRef="#ctx0" brushRef="#br0" timeOffset="71632.09">20886 11336,'74'0,"0"0,-24 0,0 0,-1 0,1 0,49 0</inkml:trace>
  <inkml:trace contextRef="#ctx0" brushRef="#br0" timeOffset="72427.14">21654 11336,'0'49,"25"26,-25-1,0 1,0-26,0 1,0-25,0-75,25 0,-25-24,25 24,0 1,0-1,-1 25,-24 25,25 0,0 100,-25-26,0-24,0-1,0 1,0-50,0 0,25-50,-25-24,25 49,-1 0,1 0,0-24,0 24,0 0,-25 25,24 0,-24 25,25-25,0 74,0-49,0 74,-25-49,0-25,0 24,0-49,0 25,24-25</inkml:trace>
  <inkml:trace contextRef="#ctx0" brushRef="#br0" timeOffset="72760.16">22324 10914,'0'0,"-25"0,1 0,-1 0,-25 0,50 0,-49 0,49 25,-25-25</inkml:trace>
  <inkml:trace contextRef="#ctx0" brushRef="#br0" timeOffset="74299.23">22349 10691,'0'49,"0"-24,0 25,0-1,-25 1,25-50,0 25,-25 0,25-25,0-50,0 50,0-50,0 26,0-1,0-25,-24 50,24 0,0 0,-25 50,25-1,0-24,-25 0,25 0,0-25,0 0,0-50,0 50,0-25,-25-49,25 49,0 25,0 0,0 50,0 24,-25 1,25-51</inkml:trace>
  <inkml:trace contextRef="#ctx0" brushRef="#br0" timeOffset="74759.27">22696 11261,'0'0,"-49"0,24 0,-25 0,25 25,1 0,24-25,0 25,0 0,49 24,-24-49,0 50,0-25,-1-1,-24-24,-24 25,-1-25,-25 0,-24 25,24-25,25 25,1-25,24-50</inkml:trace>
  <inkml:trace contextRef="#ctx0" brushRef="#br0" timeOffset="75067.28">22944 10864,'0'0,"-49"0,-1 0,25 0,1 25,-1-25,0 0</inkml:trace>
  <inkml:trace contextRef="#ctx0" brushRef="#br0" timeOffset="75506.31">23093 10691,'50'-25,"-1"25,1 25,-25 0,0 24,-25-49,24 50,-24-1,-24-24,24 0,-50 0,25-25,0 25,1-25,48 24,1-24,25 25,-25-25,24 25,-24-25,-50 0,-24 0</inkml:trace>
  <inkml:trace contextRef="#ctx0" brushRef="#br0" timeOffset="78221.47">2555 12402,'49'25,"26"0,-1 25,-24-50,24 74,1-49,49 24,0 1,0 24,-25-49,50 50,0-26,0 26,24-1,1 0,-1 26,1-26,-25 50,0-25,0 1,123 73,-172-123,-1-1,-50-49,-24-24</inkml:trace>
  <inkml:trace contextRef="#ctx0" brushRef="#br0" timeOffset="78583.48">5879 13767,'49'74,"26"0,-26-24,-24 49,0-24,-25-1,-25 0,-24-24,-26-25,1 0,-1-25,1 0,-1 0,1 0,24-25,26 0,-26-124</inkml:trace>
  <inkml:trace contextRef="#ctx0" brushRef="#br0" timeOffset="78761.5">5730 13667,'0'25</inkml:trace>
  <inkml:trace contextRef="#ctx0" brushRef="#br0" timeOffset="93939.37">19447 13271,'223'24,"-124"-24,25 0,-24-24,24-1,24 0,-24 0,0-49,25 24,-25 0,0 1,50-1,-25 25,-25-24,25 24,-1 0,1-24,-25-1,25 0,124-24,-149 49,0 0,0-24,-25 24,-24 0,24 0,-49 1,24 24,-24-25,-26 25,1 0,25-25,-25 25,-25 0,24-25,-48 25,24 0,-50 0,25 25,-24-25,-1 25,0 0,-24-25,0 24,-1 1,26-25,-26 25,1-25,-1 25,-49 0,25 24,49-49,-49 50,25-50,-25 25,-50 24,50-24,24 0,-49 0,74-1,-74 1,0 0,-99 49,198-49,-74 25,74-25,-24-1,-1 1,25 25</inkml:trace>
  <inkml:trace contextRef="#ctx0" brushRef="#br0" timeOffset="98149.61">2356 8334,'50'-24,"0"-1,24 0,-24 25,24 0,25 0,-49-25,49 25,100 25,-125-25,25 25,0-25,25 0,0 0,1 0,23-25,-24 25,25-25,149 0,-125 25,1 0,-25-24,25 24,-1 0,-24 0,25 0,-1 0,-98 0,98 0,26 0,-26 24,-73-24,73 0,-74 0,75 25,25-25,-1 0,-124 0,125 0,-100 0,323 0,-199 0,0 0,-124-25,125 25,-100 0,99 0,-25-24,26 24,-100 0,74 0,-74 0,99 0,1 0,-1 0,-124 0,124 0,-99 0,100 0,-26 0,25 0,-124 0,125 0,98 0,-99 0,-24 0,24-25,-124 25,100 0,24 0,-25-25,1 25,24 0,-24 0,-1 0,0 25,1-50,-1 50,-24-25,24 0,-24 0,0 25,24-25,174 0,-198 0,-1 24,26-24,-26 0,1 0,0 0,24 0,-24 0,-1 25,26-25,-1 0,-24 0,24 0,-24 0,0 0,24-25,1 25,-26-24,26-1,247 25,-223 25,-24 24,-1 1,199 49</inkml:trace>
  <inkml:trace contextRef="#ctx0" brushRef="#br0" timeOffset="101610.81">19521 14015,'-25'-75,"25"125,0 24,0 1,25 24,0-25,0 26,25-1,-26-25,1 1,-25-26,25-49,0 0,0-74,-1-25,1 24,0-49,0 25,24-124,-49 198,0-25,0 50,0 75,25-51,-25 51,25-26,0 51,0-26,24 1,-49-26,50-24,-25 0,-1 0,26-25,0-25,-26 0,26-25,0-74</inkml:trace>
  <inkml:trace contextRef="#ctx0" brushRef="#br0" timeOffset="101850.82">20513 13915,'25'0,"25"0,24 25,-24-25,0 0,-1 0,-24 0</inkml:trace>
  <inkml:trace contextRef="#ctx0" brushRef="#br0" timeOffset="102062.83">20613 14188,'0'0,"24"0,51-25,-25 25,49-24,-25 24,1 0,-75 0,49-25</inkml:trace>
  <inkml:trace contextRef="#ctx0" brushRef="#br0" timeOffset="102550.86">21183 13717,'25'50,"-25"24,25-24,0-26,-1 26,1-25,25 0,-1-1,1-24,-50-24,50-1,-26 0,1-49,-25-26,25 1,-50 25,25-25,-49 49,-1 25,25 0,-24 50,-51 50,51 24,24-25</inkml:trace>
  <inkml:trace contextRef="#ctx0" brushRef="#br0" timeOffset="106611.09">19794 15056,'-49'75,"24"-1,-25 75,1-25,-1 25,25-25,0 0,0-25,25-74,0-50</inkml:trace>
  <inkml:trace contextRef="#ctx0" brushRef="#br0" timeOffset="106906.11">19695 15205,'0'-25,"25"50,0 50,-1-1,26 1,-25-1,0 0,-1 1,1-1,0-24,-75-25</inkml:trace>
  <inkml:trace contextRef="#ctx0" brushRef="#br0" timeOffset="107161.12">19571 15801,'50'-25,"-26"25,51 0,-50-25,49 25,-24 25,-1-25,-24 0</inkml:trace>
  <inkml:trace contextRef="#ctx0" brushRef="#br0" timeOffset="107824.16">20166 15230,'25'99,"-25"-74,25 50,-25-1,25-24,-25-26,24 1,-24-25,25 0,0 0,0-74,-25 49,25-74,-25 49,0-24,24-1,-24 1,0 49,25-49,-25 74,0-25,0 25,50 74,-25-24,-1 24,1-49,25 74,-25 1,-1 24,-24-75,25 50,-25-74,0 50,-49-1,24 0,0-49,-49 25,49-50,-50 25,26-1,-1-24,25-24,25-76</inkml:trace>
  <inkml:trace contextRef="#ctx0" brushRef="#br0" timeOffset="108158.18">20935 14908,'50'-25,"24"-25,25 1,-24-1,-1 25,-24 25,-25 0,-25 0</inkml:trace>
  <inkml:trace contextRef="#ctx0" brushRef="#br0" timeOffset="108356.19">20985 15131,'74'0,"1"-50,-26 25,26 1,-26-1</inkml:trace>
  <inkml:trace contextRef="#ctx0" brushRef="#br0" timeOffset="108892.22">21605 14585,'99'-49,"-24"24,-51 25,26 0,-25 0,0 0,-25 49,-25-24,25 25,-75 24,26-49,-1 49,25-24,25 0,0-50,50 24,-25-24,49-24,25 24,-49-25,-25 25,0 25,-25-25,-25 49,-50 1,26 24,24-49,0 25,0-50,25 24,50-48</inkml:trace>
  <inkml:trace contextRef="#ctx0" brushRef="#br0" timeOffset="109678.27">22275 14486,'-25'74,"25"-24,-25 24,25-49,0 25,25-50,-25 0,25-25,-25 0,24-24,1-26,0 26,0-1,-25 25,0 0,25 50,-25 0,0 49,0-24,0 0,0-50,24 0,-24-50,25 0,0 1,0 24,0 0,-1-24,-24 49,25-25,0 25,-25 0,25 25,-25-1,0 1,25 25,-25-25,-25 99,74-149</inkml:trace>
  <inkml:trace contextRef="#ctx0" brushRef="#br0" timeOffset="125727.19">17959 16892,'24'0,"-24"25,25 24,-25-24,0 25,25-1,-25 1,25 24,0-24,-1 24,-24-24,25 0,0-1,0 1,0 0,-25-1,24-24,-24 0,25 24,0-24,-25-25,0 25,25 0,-25-75</inkml:trace>
  <inkml:trace contextRef="#ctx0" brushRef="#br0" timeOffset="126033.2">18504 17041,'-25'124,"-24"0,24 25,-25 49,1-74,24-49,25-51</inkml:trace>
  <inkml:trace contextRef="#ctx0" brushRef="#br0" timeOffset="126441.23">18529 16421,'25'-25,"25"25,-50 0,0 50,0-26,-25 76,25-51,-50 50,50-24,50-50,-50-25,49 0,-24 0,25-25,24 0,-24 25,-50 0,25 50</inkml:trace>
  <inkml:trace contextRef="#ctx0" brushRef="#br0" timeOffset="126735.24">18876 17090,'50'0,"0"0,-26 0,1 0,25-24,-25 24,24 24,-24-24,0 0,-25 25</inkml:trace>
  <inkml:trace contextRef="#ctx0" brushRef="#br0" timeOffset="126970.26">18901 17338,'50'0,"-25"0,-1 0,51 0,-1-24,-24 24,49-75</inkml:trace>
  <inkml:trace contextRef="#ctx0" brushRef="#br0" timeOffset="127674.3">19645 17115,'0'75,"0"49,0-25,0-25,25-49,0 25,0-50,0 0,-1-50,26-49,-25 49,24-74,-24 75,25-26,-25 1,-1 49,1 25,-25 0,0 0,25 50,-25 24,-25 25,25-49,-25 173,25-198,0 49,0-24,0-75,25 0,-25-74,-25-99</inkml:trace>
  <inkml:trace contextRef="#ctx0" brushRef="#br0" timeOffset="128023.32">20191 16545,'25'0,"0"0,-1 0,-24 49,-24 26,24 24,-25 0,25-24,0-26,49-49,-24 0,25-49,-1 24,1 25,0 0</inkml:trace>
  <inkml:trace contextRef="#ctx0" brushRef="#br0" timeOffset="129233.39">20886 16991,'0'75,"0"-51,0 76,0-1,-25 25,25-99,0 49,0-49,0 25</inkml:trace>
  <inkml:trace contextRef="#ctx0" brushRef="#br0" timeOffset="129496.4">20687 17388,'25'-25,"25"0,24 25,-24-24,24 24,0-25,-24 0</inkml:trace>
  <inkml:trace contextRef="#ctx0" brushRef="#br0" timeOffset="129999.43">21208 16867,'50'-49,"-1"49,-24-25,49 25,-49 0,0 49,-25 1,0 24,-25 26,-24 48,24-98,-25 74,1-50,24 1,25-75,49-50,-24 25,25-49,74 0,-75 74,-24 0,0 0,0 24,-25 26</inkml:trace>
  <inkml:trace contextRef="#ctx0" brushRef="#br0" timeOffset="130628.47">22027 16892,'-50'50,"0"24,1 25,24-49,0 49,0-49,25 49,0-50,0 1,0-50,25 0,-25 0,25-50,0-24,24-50,-24 74,25-49,-25 50,-1-26,-24 26,0 24,-24 99,24 1,0-51,0 51,0-26,24 26,-24-50,50-1,-50-24,50 25,-1-25,26-74</inkml:trace>
  <inkml:trace contextRef="#ctx0" brushRef="#br0" timeOffset="130973.49">22597 16867,'-50'124,"1"-49,24 24,0 25,0 0,1 0,24-50,-25-24</inkml:trace>
  <inkml:trace contextRef="#ctx0" brushRef="#br0" timeOffset="131273.5">22597 16942,'0'24,"25"26,0 24,-25-24,24 49,1-49,-25 24,0 1</inkml:trace>
  <inkml:trace contextRef="#ctx0" brushRef="#br0" timeOffset="131539.51">22399 17537,'24'0,"1"0,25-25,-25 25,24 0,1-25,-1-24,26-1</inkml:trace>
  <inkml:trace contextRef="#ctx0" brushRef="#br0" timeOffset="133139.61">22820 17041,'25'-25,"50"25,-51 25,1 0,0-1,25 26,-1 24,-24-24,-25-25,50 0,-50-1,24-24,1-24,0-26,0 25,-25-124</inkml:trace>
  <inkml:trace contextRef="#ctx0" brushRef="#br0" timeOffset="133393.62">23093 16793,'-49'74,"24"-24,0 74,0-75,0 100,-24-25,49 25,0-99,-25 49,50-74,-25-25</inkml:trace>
  <inkml:trace contextRef="#ctx0" brushRef="#br0" timeOffset="134952.71">20141 15081,'-49'25,"-1"0,25 0,1 24,-1 1,25-1,0-49,0 0,49 25,-24-25,50 0,-51 0,76 0,-76 0,51 0,-1 0,-24 0,49 0,-49 25,24-25,-49 25,0-25,0 25,-50-25,25 25,-25-1,-174 51,150-50,-1-1,-49 1,49-25,1-25,-1-24,75-26,25-49,24-49,25 49,0 24,-74 51,-25 49,-74 25,-50 49,0 75,49-50,1-25,74-49,25-25,124-74,-50 24,-25 25,-49 50,0 0,-25 49,-50 26,1 24,24-25,0 0,50-74,24-25,26 0,-1-50,-24 50,-25 0,-25 25,-25 25,-50 49,-24 75,99-174,50-25,-1-25,-24 1,-25 24,-49 0</inkml:trace>
  <inkml:trace contextRef="#ctx0" brushRef="#br0" timeOffset="135546.75">20762 14486,'0'25,"0"-25,-25 49,25 1,-50 24,50-49,-50 74,50-49,-24 0,24 24,-25-49,25 49,0-49,0 25,0-50,0 24,0-98</inkml:trace>
  <inkml:trace contextRef="#ctx0" brushRef="#br0" timeOffset="135865.77">20464 14560,'-25'0,"25"25,0-25,0 50,25-25,-25-1,49 1,-24 0,25 25,-1-50,26 49,-50-24,0 0,24 24,-24-24,25 25,-26-1</inkml:trace>
  <inkml:trace contextRef="#ctx0" brushRef="#br0" timeOffset="141513.09">18256 18132,'25'0,"0"0,-25 0,25 0,-1 0,1-25,0 25,-25 0,25 0,-25 0,0-24,25 24,-25 0,0 0,-25 0,25 0,-25 0,25-25,-25 25,0 0,1 0,-1 0,-25 0,25 0,1 0,24 25,-25-25,-25 0,25 0,-24 0,24 24,0-24,25 0,25 25,-25-25,50 25,-1-25,1 0,-1 0,1 0,24 0,-49 0,0-25,-50 25,-24 0,-26 0,26 0,24 25,-50-25,26 0,24 25,0-25,50 0,25 0,24 0,0-50,1-24</inkml:trace>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9-09-16T03:54:01.107"/>
    </inkml:context>
    <inkml:brush xml:id="br0">
      <inkml:brushProperty name="width" value="0.05292" units="cm"/>
      <inkml:brushProperty name="height" value="0.05292" units="cm"/>
      <inkml:brushProperty name="color" value="#FF0000"/>
    </inkml:brush>
  </inkml:definitions>
  <inkml:trace contextRef="#ctx0" brushRef="#br0">4911 10840,'25'0,"-25"24,0-24,0 0,-25 25,25-25,0 0,-24 25,24-25,0 0,-25 25,25-25,-25 0,0 25,25-25,-25 24,25-24,-25 25,25-25,-24 25,24-25,-25 25,-25 0,25-1,1 1,-1-25,0 25,25-25,-99 75,74-51,0 1,-24 25,24-25,-25-1,25-24,-24 25,24 0,0 0,0 24,-24-24,-26 25,51-25,-26-1,0 1,1 0,24 0,-25 24,1-24,24 0,-74 25,49-1,0-24,1 0,24 24,-25-24,1 0,-26 25,51-26,-76 51,26-50,49 24,-24-24,-26 25,-74 74,100-99,-1 24,-24 1,-26 24,-73 75,24-25,50-25,0-24,-25 74,0-50,49-25,1-24,-1 24,26-24,49-50</inkml:trace>
  <inkml:trace contextRef="#ctx0" brushRef="#br0" timeOffset="1164.06">4911 11013,'0'25,"25"0,-25 149,0-26,25-48,-25 98,0 0,0-74,0-24,25 24,-25 0,0-25,0 25,25 0,-25-25,24 100,-24-125,0 25,0 1,0-51,0 100</inkml:trace>
  <inkml:trace contextRef="#ctx0" brushRef="#br0" timeOffset="2014.11">5035 13667,'-24'0,"24"0,0 0,-25-24,25 24,-25 0,25 0,-25 0,0 0,25 0,-49 0,24 0,-25 0,25 0,-24 24,24-24,0 0,-49 0,49 0,-49 0,24 25,-24-25,49 0,-25 0,-49 0,74 0,-74 0,-50 0,50 0,49 0,-24 0,-25 0,49 0,-74 0,74 0,-74-25,50 25,24 0,-74 0,50 25,-50-25,50 0,-51 0,51 25,24-25,-24 0,-50 0,0 25,0-25,0 25,0-1,25-24,-100 25,125 0,24-25,1 0,24 25</inkml:trace>
  <inkml:trace contextRef="#ctx0" brushRef="#br0" timeOffset="2697.15">1687 13246,'0'0,"25"0,-25 0,24 0,1 25,-25-1,25 1,0 0,-25 0,25 24,-25 26,0-50,0 49,0-49,0 49,-25-24,0-1,25-49,-25-24</inkml:trace>
  <inkml:trace contextRef="#ctx0" brushRef="#br0" timeOffset="3448.19">1984 13221,'0'0,"25"0,0 0,-25 0,25-25,0 25,-25 0,24 0,1 25,-25-25,0 50,0-26,0 1,0 0,-25-25,25 0,0-25,0 25,25-25,0 25,0 0,-25 25,0 0,0 0,0 24,-25 1,25-25,-25-25,25 25,0-25,0-25,0-25</inkml:trace>
  <inkml:trace contextRef="#ctx0" brushRef="#br0" timeOffset="3837.21">2332 13246,'0'74,"0"-74,0 25,0 0,24 0,1-1,0 1,-25-25,25 0,-25 0,25-25,-1 1,1-26,-25 25,0-24,0 49,-25-25,1 25,-1 0,0 0</inkml:trace>
  <inkml:trace contextRef="#ctx0" brushRef="#br0" timeOffset="4528.25">2530 13097,'0'0,"25"0,-25 0,25 0,-25 0,24 0,-24-25,25 0,-25 0,0 25,0-24,-25 24,25 0,-74 0</inkml:trace>
  <inkml:trace contextRef="#ctx0" brushRef="#br0" timeOffset="5479.31">1935 12998,'0'0,"0"-25,-25-25,0 1,0-1,1 25,24 0,-25-24,-25-1,50 1,-25-1,1 25,-1-24,25 49,-25-25,0-25,0 25</inkml:trace>
  <inkml:trace contextRef="#ctx0" brushRef="#br0" timeOffset="6015.34">1563 12353,'0'25,"0"-1,0-24,-25 0,0 25,25 0,-25 0,0-25,1 25,24-1,-50 1,25 0,0 0,1 0,-26-1,25 1,-24 0,24 0,0 24,0-24,0 0,1 0,-51 49</inkml:trace>
  <inkml:trace contextRef="#ctx0" brushRef="#br0" timeOffset="6423.36">843 12948,'25'0,"-25"25,25 0,0-1,-25 1,25 0,-1 25,1-1,0 1,0-25,0 24,24 26,-24-50,0 24,-25-24,49 49,-24-24,0 0,0-1,0-24</inkml:trace>
  <inkml:trace contextRef="#ctx0" brushRef="#br0" timeOffset="7657.42">1761 12526,'25'0,"-25"0,25 0,-25-24,25 24,-25-25,24 25,-24 0,25-25,-25 25,25-25,0 25,-25-25,25 25,-1-24,1-1,0 25,0-25,0 0,-1-24,1 24,0 0,0 25,0-25,24 0,-24-24,0 24,0 0,24-25,1 26,24-51,-24 50,-25 1,-1-26,1 25,0 0,0 1,49-26,-24-24</inkml:trace>
  <inkml:trace contextRef="#ctx0" brushRef="#br0" timeOffset="7997.45">2927 11385,'-25'0,"-24"0,24 25,-25-25,25 0,-24 25,24-25,0 25</inkml:trace>
  <inkml:trace contextRef="#ctx0" brushRef="#br0" timeOffset="8349.45">2902 11410,'25'0,"-25"25,0 25,-25-26,25 26,-25-25,25 0,-24-1,24 1,-25-25,25 25</inkml:trace>
  <inkml:trace contextRef="#ctx0" brushRef="#br0" timeOffset="8575.49">2679 11410,'25'0,"-25"0,25 25,24 25,-24-1,-25-49,25 25,0 0</inkml:trace>
  <inkml:trace contextRef="#ctx0" brushRef="#br0" timeOffset="9455.54">2679 10517,'0'25,"25"25,-25-26,0 76,25-76,-25 51,24 24,-24-74,0 0,0-1,0-24</inkml:trace>
  <inkml:trace contextRef="#ctx0" brushRef="#br0" timeOffset="9852.56">3076 10517,'0'0,"-25"0,0 0,-24 0,-1 0,-24 0,49 0,-25 0,1 0,-1 0,50 0,0 25</inkml:trace>
  <inkml:trace contextRef="#ctx0" brushRef="#br0" timeOffset="10124.57">3150 10740,'-49'0,"-1"0,25 25,0-25,-24 0,24 25,-25 0</inkml:trace>
  <inkml:trace contextRef="#ctx0" brushRef="#br0" timeOffset="12804.73">3497 10567,'-24'0,"-1"0,0 0,0-25,-24 25,49 0,-25 0,0 0</inkml:trace>
  <inkml:trace contextRef="#ctx0" brushRef="#br0" timeOffset="13027.74">3497 10740,'-49'0,"24"0,-25 0,26 0,-1-24</inkml:trace>
  <inkml:trace contextRef="#ctx0" brushRef="#br0" timeOffset="13354.76">3646 10468,'0'74,"0"-24,0 49,0-25,0-24,0-50,25-25</inkml:trace>
  <inkml:trace contextRef="#ctx0" brushRef="#br0" timeOffset="13796.78">3770 10468,'0'24,"0"-24,0 25,0 0,0 0,25 0,0-1,-25-24,25 25,0 0,24 0,-24 0,0-1,-25-24,0 25,0 0,0 0,0 0,-25 24,0-49,0 25,1-25,-1 0,-25-50,50 1,0-26</inkml:trace>
  <inkml:trace contextRef="#ctx0" brushRef="#br0" timeOffset="14014.8">4018 10418,'0'0,"-24"0,-26-25,25 25,-49-25,-1 25,26 25</inkml:trace>
  <inkml:trace contextRef="#ctx0" brushRef="#br0" timeOffset="26339.5">1389 13022,'0'0,"0"25,0-25,0 0,25 0,-25 25,0-25,0 25,0-25,0 25,-25-25,25 0,0-25,0 25,-25 0,25 0,0-25,25 25,-25 0,0 0,25 0,0 0,-25 0,24 0,-24 25,25-25,-25 49,0-49,0 25,-25 0,25-25,-24 0,24 0,-25 0,25 0,0-25</inkml:trace>
  <inkml:trace contextRef="#ctx0" brushRef="#br0" timeOffset="27195.55">1389 13022,'0'0,"0"25,0 0,0-25,0 25,0 0,0 24,0-49,25 50,-25-25,0 24,0 26,0-1,0-49,0 74,0-74,25 74,-25 0,0 1,0 73,0-98,0-26,0 75,0-49,0 49,0-99,0 74,0-74,0 49,-25 0,50-24,-25-25,0 24,0-49,0 25</inkml:trace>
  <inkml:trace contextRef="#ctx0" brushRef="#br0" timeOffset="27660.58">1513 14808,'0'50,"0"-25,0 0,0 24,-25 1,25-25,0 24,0-24,-25 0,25 0,-24-1,24-24,0 0,-25 0,25 0,-25-24,0-1,25 25,-25-50,25 25,-24 1,24-1,-25 0,25-25</inkml:trace>
  <inkml:trace contextRef="#ctx0" brushRef="#br0" timeOffset="28006.6">1538 14808,'-25'0,"-25"0,1 0,-1-24,25 24,1 0,-26 0,25 0,25 0</inkml:trace>
  <inkml:trace contextRef="#ctx0" brushRef="#br0" timeOffset="28848.65">1637 14858,'0'50,"25"-26,-25 26,0-25,0 24,25 1,-25 0,0-26,0 1,0 0,0 0,25-25,-25-25,24 25,-24-25,0 0,0-24,25-1,-25 1,0 24,0 0,0 0,25 25,-25 0,25 25,-25 0,0 0,0-1,25 26,-25 0,0-26,0 1,24 0,-24-25,25 0,-25-25,25-24,-25 24,0-74,0 74,25-50,-25 26,0-1,0 1,25 49,24 24</inkml:trace>
  <inkml:trace contextRef="#ctx0" brushRef="#br0" timeOffset="29195.66">2356 14982,'0'0,"-24"0,24 0,-25 25,0-25,0 0,0 0,25 0,-24 0,-1 0,0 0,25 0</inkml:trace>
  <inkml:trace contextRef="#ctx0" brushRef="#br0" timeOffset="29428.68">2381 15156,'-25'0,"25"0,-49 0,49 0,-25 0,0 24</inkml:trace>
  <inkml:trace contextRef="#ctx0" brushRef="#br0" timeOffset="32767.87">2629 14932,'0'0,"25"-24,-25 24,25-50,0 25,0 0,-25 25,24 0,-24 0,0 25,0 25,-24-1,24-24,-25 50,25-51,-25 51,25-26,0-24,0 0,0 0,0-25,50 25,-50-25,49-25,-24 25,0-25,-25 0,25-24,-1 24,-24-25,25 50,-25-49,0 49,0-25,25 50,-25-1,0 1,0 25,0-50,0 49,25-49,0 25,24-25,-24 0,-25 0,25-25,0 1,-25-1,0 0,0-25,0 26,0-26,-25 0,0 26,25 24,-50 0,26 0,-26 24,25 1,0 0,25-25,25 0</inkml:trace>
  <inkml:trace contextRef="#ctx0" brushRef="#br0" timeOffset="33104.89">3200 14808,'25'75,"-1"-26,-24 26,0-26,0 1,0 0,0-26,0 1,0-74</inkml:trace>
  <inkml:trace contextRef="#ctx0" brushRef="#br0" timeOffset="33531.91">3200 14908,'25'24,"-25"1,24 0,1 25,-25-26,25 26,0-50,24 50,-49-50,25 24,0 1,0-25,-25 25,25-25,-25 0,24-25,-24 0,25-24,-25-1,0-24,0 49,0-49,0 24,0-24,0 49</inkml:trace>
  <inkml:trace contextRef="#ctx0" brushRef="#br0" timeOffset="35789.04">1364 13097,'0'0</inkml:trace>
  <inkml:trace contextRef="#ctx0" brushRef="#br0" timeOffset="35948.05">1339 13072,'-24'0,"24"0,0 0</inkml:trace>
  <inkml:trace contextRef="#ctx0" brushRef="#br0" timeOffset="35955.05">1315 13072</inkml:trace>
  <inkml:trace contextRef="#ctx0" brushRef="#br0" timeOffset="35959.05">1315 13072</inkml:trace>
  <inkml:trace contextRef="#ctx0" brushRef="#br0" timeOffset="36107.06">1240 13122,'0'0,"0"0</inkml:trace>
  <inkml:trace contextRef="#ctx0" brushRef="#br0" timeOffset="36256.07">1166 13221,'0'-25</inkml:trace>
  <inkml:trace contextRef="#ctx0" brushRef="#br0" timeOffset="36265.07">1166 13196</inkml:trace>
  <inkml:trace contextRef="#ctx0" brushRef="#br0" timeOffset="36276.07">1166 13196</inkml:trace>
  <inkml:trace contextRef="#ctx0" brushRef="#br0" timeOffset="36521.08">1339 13022,'25'0,"-25"-24</inkml:trace>
  <inkml:trace contextRef="#ctx0" brushRef="#br0" timeOffset="36689.08">1364 12998,'0'0,"0"24</inkml:trace>
  <inkml:trace contextRef="#ctx0" brushRef="#br0" timeOffset="36698.08">1364 13022</inkml:trace>
  <inkml:trace contextRef="#ctx0" brushRef="#br0" timeOffset="36706.08">1364 13022</inkml:trace>
  <inkml:trace contextRef="#ctx0" brushRef="#br0" timeOffset="36838.1">1339 13047,'0'0,"0"0,0 25,-24-25,24 0</inkml:trace>
  <inkml:trace contextRef="#ctx0" brushRef="#br0" timeOffset="36975.11">1265 13122,'0'0,"0"0,-25 0</inkml:trace>
  <inkml:trace contextRef="#ctx0" brushRef="#br0" timeOffset="36985.11">1240 13122</inkml:trace>
  <inkml:trace contextRef="#ctx0" brushRef="#br0" timeOffset="36994.11">1240 13122</inkml:trace>
  <inkml:trace contextRef="#ctx0" brushRef="#br0" timeOffset="37117.11">1166 13221,'-25'25,"25"-25,-25 0</inkml:trace>
  <inkml:trace contextRef="#ctx0" brushRef="#br0" timeOffset="37250.11">1042 13345,'0'0,"0"25,-25-25</inkml:trace>
  <inkml:trace contextRef="#ctx0" brushRef="#br0" timeOffset="37259.11">1017 13370</inkml:trace>
  <inkml:trace contextRef="#ctx0" brushRef="#br0" timeOffset="37268.11">1017 13370</inkml:trace>
  <inkml:trace contextRef="#ctx0" brushRef="#br0" timeOffset="37392.11">943 13494,'0'0,"0"0</inkml:trace>
  <inkml:trace contextRef="#ctx0" brushRef="#br0" timeOffset="37560.14">819 13643,'0'24,"-25"-24</inkml:trace>
  <inkml:trace contextRef="#ctx0" brushRef="#br0" timeOffset="37696.15">719 13791,'0'0,"-24"25,24-25,-25 0</inkml:trace>
  <inkml:trace contextRef="#ctx0" brushRef="#br0" timeOffset="38321.18">546 13667,'0'0,"-25"25,25 0,0-25,0 25,0 0,-25-1,25-24,0 25,0 0,0-25,0 25,0-25,25 0,-25 0,25 0,-25 0,25 0,-25 0,24 0,-24 25,25-25,-25 0,25 0,0 0,-25 0</inkml:trace>
  <inkml:trace contextRef="#ctx0" brushRef="#br0" timeOffset="38576.18">571 13667,'0'0,"24"50,-24-25,25 24,-25 1,25 0,-25-26,0 1,0-25,0 25</inkml:trace>
  <inkml:trace contextRef="#ctx0" brushRef="#br0" timeOffset="39472.25">124 14089,'25'50,"-25"-26,0 1,25 50,-25-51,0 1,24 25,-24-25,0-25,25 0,-25 0,0-50,25 25,-25-24,0 49,0-50,0 50,25-25,-25 25,49 50,-49-25,0-1,0 1,25 0,-25 25,0-50,0 25,25-25,-25 0,0 0,25-25,0 0,-25 0,24 0,-24 0,25-24,0-1,-25 1,25 49,0-25</inkml:trace>
  <inkml:trace contextRef="#ctx0" brushRef="#br0" timeOffset="39801.25">620 14312,'-25'25,"25"0,0-25,-24 50,-1-1,0 1,25-50,-25 49,0-49,25 0</inkml:trace>
  <inkml:trace contextRef="#ctx0" brushRef="#br0" timeOffset="40049.28">422 14337,'24'25,"1"-25,0 25,0 0,0 24,24-24,-24 0,25-25</inkml:trace>
  <inkml:trace contextRef="#ctx0" brushRef="#br0" timeOffset="41144.35">1339 12923</inkml:trace>
  <inkml:trace contextRef="#ctx0" brushRef="#br0" timeOffset="41301.36">1290 12799,'-25'0,"25"-25,0 25</inkml:trace>
  <inkml:trace contextRef="#ctx0" brushRef="#br0" timeOffset="41459.37">1141 12526,'0'0,"0"0,0 0,-25-74</inkml:trace>
  <inkml:trace contextRef="#ctx0" brushRef="#br0" timeOffset="41889.39">1339 12923,'0'0,"-24"0</inkml:trace>
  <inkml:trace contextRef="#ctx0" brushRef="#br0" timeOffset="42036.4">1215 12774,'0'-24,"-24"-1</inkml:trace>
  <inkml:trace contextRef="#ctx0" brushRef="#br0" timeOffset="42206.41">1091 12551,'-24'-25,"-1"-24,-25-1</inkml:trace>
  <inkml:trace contextRef="#ctx0" brushRef="#br0" timeOffset="42360.42">893 12254,'-25'-25,"25"25,-25-25,25 25,-24-50</inkml:trace>
  <inkml:trace contextRef="#ctx0" brushRef="#br0" timeOffset="42515.43">719 12005,'0'-24,"0"24,-24-25,24 0</inkml:trace>
  <inkml:trace contextRef="#ctx0" brushRef="#br0" timeOffset="42652.43">571 11782,'0'-25,"0"25,-25-24</inkml:trace>
  <inkml:trace contextRef="#ctx0" brushRef="#br0" timeOffset="42976.45">422 11559,'0'0,"0"0,0 25,0 0,0 24,24-24,-24 0,25 49,-25-49,25 25,-25-50,0 24,0 1,0-50</inkml:trace>
  <inkml:trace contextRef="#ctx0" brushRef="#br0" timeOffset="43328.47">397 11609,'49'0,"-24"0,0 24,0 26,0-50,0 50,-1-26,1-24,-25 0,0 25,-25-25,25 0,-24 0,-1 0,-25 25,50-25,-25 0,-24 0,49 0,-25 0,25 0</inkml:trace>
  <inkml:trace contextRef="#ctx0" brushRef="#br0" timeOffset="43803.5">298 10889,'0'25,"0"-25,0 50,24-1,-24 26,50-1,-50 1,25-51,-25 26,0-50,25-25</inkml:trace>
  <inkml:trace contextRef="#ctx0" brushRef="#br0" timeOffset="44113.52">546 10840,'0'-50,"-25"50,0 0,0 0,-49 0,49 0,-49 0,24 0,-24 25,74-25,-25 0,0 0,75 25</inkml:trace>
  <inkml:trace contextRef="#ctx0" brushRef="#br0" timeOffset="44371.53">571 10988,'-25'25,"0"-25,-25 25,-24-25,24 0,1 0,-26 0,50-25,1 25,-26 0,75 0</inkml:trace>
  <inkml:trace contextRef="#ctx0" brushRef="#br0" timeOffset="44668.55">471 11137,'0'0,"0"50,0-25,0 0,0 24,0 1,25-25,-25-25,0 24,0-48</inkml:trace>
  <inkml:trace contextRef="#ctx0" brushRef="#br0" timeOffset="45016.57">446 11187,'25'0,"0"0,0 25,25 0,-26-1,1 1,0 0,0-25,-25 0,25 0,-50-50,25 26,-25-26,0 25,0 0,25-24,-49-1</inkml:trace>
  <inkml:trace contextRef="#ctx0" brushRef="#br0" timeOffset="45986.63">1364 13022,'0'0,"0"0,25 0</inkml:trace>
  <inkml:trace contextRef="#ctx0" brushRef="#br0" timeOffset="46132.63">1463 13097,'25'25,"-25"-1,25-24,-25 0,0 0</inkml:trace>
  <inkml:trace contextRef="#ctx0" brushRef="#br0" timeOffset="46147.63">1513 13146</inkml:trace>
  <inkml:trace contextRef="#ctx0" brushRef="#br0" timeOffset="46157.64">1513 13146</inkml:trace>
  <inkml:trace contextRef="#ctx0" brushRef="#br0" timeOffset="46283.64">1662 13246,'0'25,"25"-25</inkml:trace>
  <inkml:trace contextRef="#ctx0" brushRef="#br0" timeOffset="46445.65">1786 13370,'50'74,"-26"-74,-24 25,25 0</inkml:trace>
  <inkml:trace contextRef="#ctx0" brushRef="#br0" timeOffset="46612.66">2034 13667,'0'25,"25"-25</inkml:trace>
  <inkml:trace contextRef="#ctx0" brushRef="#br0" timeOffset="46756.67">2158 13841,'0'25,"25"0</inkml:trace>
  <inkml:trace contextRef="#ctx0" brushRef="#br0" timeOffset="46923.68">2257 13965,'25'50,"-25"-26,0-24,0 0</inkml:trace>
  <inkml:trace contextRef="#ctx0" brushRef="#br0" timeOffset="47056.68">2307 14089,'25'25,"-25"-25,24 25,-24-1,25-24,-25 0</inkml:trace>
  <inkml:trace contextRef="#ctx0" brushRef="#br0" timeOffset="47077.68">2381 14163</inkml:trace>
  <inkml:trace contextRef="#ctx0" brushRef="#br0" timeOffset="47086.68">2381 14163</inkml:trace>
  <inkml:trace contextRef="#ctx0" brushRef="#br0" timeOffset="47453.71">2505 14089,'0'25,"0"-25,25 49,-25-24,0 0,0 0,25 0,-25-25,0 0,-25 24,25-24,-25 0,25 0,-25 0,25 0,-24 0,-1 0,25 0,-25 0</inkml:trace>
  <inkml:trace contextRef="#ctx0" brushRef="#br0" timeOffset="47696.71">2505 14039,'-25'25,"25"-25,-24 25,-1 0,0 24,0-24,25 0</inkml:trace>
  <inkml:trace contextRef="#ctx0" brushRef="#br0" timeOffset="48053.74">2729 13990,'24'74,"-24"25,0 1,0-51,0 1,0 0,0-26,25-48</inkml:trace>
  <inkml:trace contextRef="#ctx0" brushRef="#br0" timeOffset="48357.75">3026 13940,'-25'25,"1"-25,-1 0,-25 0,1 0,-1 0,0 0,1 0,24 0,0 0,25 0</inkml:trace>
  <inkml:trace contextRef="#ctx0" brushRef="#br0" timeOffset="48629.78">2877 14089,'0'0,"-24"0,-1 0,0 0,-25 0,1 0,24 0,25 0,-25 0,25-25</inkml:trace>
  <inkml:trace contextRef="#ctx0" brushRef="#br0" timeOffset="49811.84">2803 13940,'25'25,"-25"0,0 74,0-25,0 26,-25-51,25-24,0-25,-25 25,-24-75,24 1,25 24,-25-74,25 49,0-49,0 24,0 26,0 24,0 25,25 25,-25 49,25 25,-50 174,50-248,-50-25,0 0,25-25,-50-24,50-26,0 50,-25-74,50 74,-25-49,25 49,0 25,0 0,0 50,-1-25,1 74,-25 0,0-49,-25-26</inkml:trace>
  <inkml:trace contextRef="#ctx0" brushRef="#br0" timeOffset="50619.89">3051 13891,'0'49,"25"1,-25 24,25 25,-25-24,24-26,1 1,-25-25,25 0,-25-25,25-25,0-25,-25 1,24-26,-24 26,25-1,-25 25,25 0,0 25,0 25,-25 25,0-1,0-24,0 50,0-51,0 1,24 0,-24-25,0 25,0-25,25 0,-25-25,25-25,-25 50,0-49,25-26,-25 26,25 24,-25-25,0 26,24-1,1-25,-25 25</inkml:trace>
  <inkml:trace contextRef="#ctx0" brushRef="#br0" timeOffset="51204.92">3572 14188,'0'0,"0"25,0 0,0 0,0-1,0 1,25-25,-25 25,24-25,-24 0,25-25,-25 25,25-25,-25-24,0 24,25 0,-25 25,0 0,25 50,-25-1,0 1,0 0,0 49,25-49,-50-1,0-24,-25-25,25 0</inkml:trace>
  <inkml:trace contextRef="#ctx0" brushRef="#br0" timeOffset="55343.16">2084 13816,'0'25,"0"-25,0 0,0 25,0 0,-25-1,25 1,-25 0,25-25,-50 25,26 0,-1-1,25 1,-25-25,0 25,0 0,-24 0,24-1,-25-24,50 25,-24-25,-26 25,25 0,-25-25,-24 0,24 0,26 0,-1-25,0 25,0 0,0-25,1 25,-1 0,25 0,0 0,0 0,25 0,-25 0,24 25,1-25,-25 0,25 0,0 25,0-25,-1 0,1 0,25 0,-25 0,49-25,-24 25,-25-25,-1 25,1 0,50-25,-26 1,1-26,-25 25,-1 0,26-24,-50 24,25 0,0-24,-25 49,0-25,0 25,0 0,-50 25,25-1,0 1,1 25,-26-25,25-1,-24 26,-1-25,0 0,1-1,-1 1,0 0,26-25,-26 0</inkml:trace>
  <inkml:trace contextRef="#ctx0" brushRef="#br0" timeOffset="65517.74">7789 9103,'-50'0,"-74"50,-25 0,50-26,0 1,0 25,49-25,75-1,49-24,75 0,49 0,-74 25,-49 0,-1 0,-123 0,-26-1,26-24,-100 25,99-25,-99 50,50-25,25 24,74-24,-25 0,25-25,50 25,49-25,25 0,-50 0,25 24,-49-24,24 25,1 0,-26-25,-24 0,0 0,0-50</inkml:trace>
  <inkml:trace contextRef="#ctx0" brushRef="#br0" timeOffset="65811.75">8062 9277,'0'25,"0"24,24 26,1-1,-25 1,25 24,0-50,0 75,-25-49,0-125</inkml:trace>
  <inkml:trace contextRef="#ctx0" brushRef="#br0" timeOffset="66098.78">8533 9178,'0'-25,"-75"25,-24 0,-25 25,0 0,50-1,-26 1,76 0,24-25</inkml:trace>
  <inkml:trace contextRef="#ctx0" brushRef="#br0" timeOffset="66306.78">8558 9426,'-50'25,"-49"-25,-25 0,-25 24,75 1,74 0,-25 25</inkml:trace>
  <inkml:trace contextRef="#ctx0" brushRef="#br0" timeOffset="66551.8">8682 9674,'-25'25,"0"-1,-25 51,1 24,24-74,0 49,25-24,-25 24</inkml:trace>
  <inkml:trace contextRef="#ctx0" brushRef="#br0" timeOffset="66757.81">8508 9798,'50'0,"49"49,0 1,-25-25,-24 0</inkml:trace>
  <inkml:trace contextRef="#ctx0" brushRef="#br0" timeOffset="66997.83">9599 9475,'-99'0,"0"0,49 0,-49 25,74 0</inkml:trace>
  <inkml:trace contextRef="#ctx0" brushRef="#br0" timeOffset="67162.84">9674 9624,'-99'0,"49"0,-99 50,75-25</inkml:trace>
  <inkml:trace contextRef="#ctx0" brushRef="#br0" timeOffset="69860.98">10145 9103,'0'0,"0"0,0 0,0 0,-25 25,25 0,0 0,0 0,-24 24,24-24,0 25,0-1,0 1,0-1,0 1,0 0,0-26,0 26,0 0,0 74,0-100,0 1,0-25,0 25,0-25,0 0,0 0,0 0,24-99</inkml:trace>
  <inkml:trace contextRef="#ctx0" brushRef="#br0" timeOffset="70344.02">10443 9227,'0'0,"-25"0,25 25,-25 0,25 0,-25 0,25-1,0 1,0 25,25-25,-25-1,25-24,-25 25,25-25,0 25,24-25,-24 0,0 25,0-25,-1 25,-24-25,25 24,0-24,0 25,-25-25,0 25,0-25,0 25,0-25,-25 25,0-25,0 24,1-24,-1 25,0-25,0 25,-24-25,24 0,-25 0,50-25,0 25,0-49</inkml:trace>
  <inkml:trace contextRef="#ctx0" brushRef="#br0" timeOffset="70585.03">10740 9153,'-124'-25,"50"25,0 25,24 25</inkml:trace>
  <inkml:trace contextRef="#ctx0" brushRef="#br0" timeOffset="72553.14">11286 9401,'25'25,"25"-25,24 0,-24 0,-1 0,1 25,-25 24</inkml:trace>
  <inkml:trace contextRef="#ctx0" brushRef="#br0" timeOffset="73656.2">11881 9153,'25'25,"0"74,0 0,24 25,1 50,-25-25,0-75,-25-24,0-174</inkml:trace>
  <inkml:trace contextRef="#ctx0" brushRef="#br0" timeOffset="73900.22">12254 9426,'0'25,"0"-1,0 51,-25-26,25 1,-25 24,25-49,-25 25,25-25,0-1,-25-48</inkml:trace>
  <inkml:trace contextRef="#ctx0" brushRef="#br0" timeOffset="74125.23">12229 9599,'25'0,"24"25,1 0,-25-25,24 25,-24 0,25-25,-50 0,24 0,-24-25,25-50</inkml:trace>
  <inkml:trace contextRef="#ctx0" brushRef="#br0" timeOffset="74397.25">12576 9128,'0'50,"25"24,-25 25,-25 25,25-24,0 24,-25-50,0-24,50-100</inkml:trace>
  <inkml:trace contextRef="#ctx0" brushRef="#br0" timeOffset="74786.27">12849 9401,'0'0,"-25"50,0-26,0 26,25-50,25 25,25 0,-25-25,24 24,1-24,-25 25,-25 0,0 0,0 24,-50 26,25-50,0-1,1 1,24-25</inkml:trace>
  <inkml:trace contextRef="#ctx0" brushRef="#br0" timeOffset="75056.28">13196 9475,'25'25,"-25"50,0-26,0 26,0-51,0 51,0-75,-25-99</inkml:trace>
  <inkml:trace contextRef="#ctx0" brushRef="#br0" timeOffset="75188.3">13122 9252,'24'0</inkml:trace>
  <inkml:trace contextRef="#ctx0" brushRef="#br0" timeOffset="75634.32">13395 9351,'24'100,"1"-51,-25 26,0-26,0 1,0-25,0-25,0-25,0-50,0 26,25-1,0 1,0 24,-1 0,1 25,-25 0,25 50,0-26,0 26,-25 24,0 26,0-100,0-25</inkml:trace>
  <inkml:trace contextRef="#ctx0" brushRef="#br0" timeOffset="76672.38">13891 9203,'0'24,"0"-24,-25 25,25-25,0 0,0 0,0-25,0 25,25-24,-25-1,24 0,1 25,-25-25,25 25,-25 0,25 0,0 0,-25 0,24 0,-24 25,25-25,-25 25,25 0,-25-1,0 1,0 25,-25-25,0-1,1 1,-51 25,50-25,1-1,-1-24,0 0,25 0,-25 0,25 0,0 0,0 0,0 0,0-24,0 24,25-25,0 25,0-25,-1 25,1 0,25 25,-25-25,-1 25,26-1,-25 1,24-25,-24 25,-25 0,25 24,-25-24,0 0,0 25,-25-26,25 1,-25 0,1 0,-1-25,-25 25,25-25,1 0,-26-25,50 0,0 0,0-49</inkml:trace>
  <inkml:trace contextRef="#ctx0" brushRef="#br0" timeOffset="77059.39">14337 9327,'0'24,"0"51,0-1,0 1,50 24,-1-99,1-25,0-25,-1-49,-24 0,-50 49,-24 1,-26 24,1 50,49 24</inkml:trace>
  <inkml:trace contextRef="#ctx0" brushRef="#br0" timeOffset="80030.57">15453 9302,'-99'-25,"25"50,-1-25,26 25,-1-1,50-24,0 25</inkml:trace>
  <inkml:trace contextRef="#ctx0" brushRef="#br0" timeOffset="80239.58">15478 9500,'-124'0,"25"25,24 0</inkml:trace>
  <inkml:trace contextRef="#ctx0" brushRef="#br0" timeOffset="81053.63">16049 9128,'0'99,"24"-24,-24-26,25 75,-25-49,0 24,0 0</inkml:trace>
  <inkml:trace contextRef="#ctx0" brushRef="#br0" timeOffset="81361.65">16073 9525,'0'-50,"0"1,0-1,25 1,25 24,24 0,-24 25,-1 0,-24 50,25 49,-25 0,-25 25</inkml:trace>
  <inkml:trace contextRef="#ctx0" brushRef="#br0" timeOffset="81674.67">16321 9401,'25'-50,"25"1,-25 24,24 0,1 25,0 0,-1 25,1 25,-1 49,-24 25,-25 49</inkml:trace>
  <inkml:trace contextRef="#ctx0" brushRef="#br0" timeOffset="82674.72">17289 9302,'0'-25,"-25"25,-25 0,-24 0,0 25,24 49,0 1,26-1,24 0,24 1,26-50,-25-1,24-24,1-24,0-26,-1-24,-24-1,-25 1,25 24,-25 1,0 73,0 26,25 24,24 1,1-26,24-24,-24-25,0-25,-1-24,1-26,-25 26,-1-1,-48 75,-1 49</inkml:trace>
  <inkml:trace contextRef="#ctx0" brushRef="#br0" timeOffset="88469.06">16073 10666,'0'0,"0"-25,0 25,0-25,50-24,24 49,-24 0,49-25,-74 25,50 25,-51 24,-24 26,0-50,-24 24,-1 1,-50 24,1 1,-1-1,26-49,-1 24,25 1,25-25,100 0,-1-25,25 0,-25 0,0 0,-49 0,-25-25</inkml:trace>
  <inkml:trace contextRef="#ctx0" brushRef="#br0" timeOffset="89100.09">17066 10616,'24'-24,"-24"48,-49-24,24 50,-25 0,1-26,24 51,25-26,0 51,0-26,25-24,24-1,-24-49,25 0,-25 0,-1-25,1 1,0-1,0-50,-25-49,0 75,0 24,0 0,0 0,25 25,-25 50,24-25,1 0,0 24,0-49,24 25,1-25,-25 0,-25 0,25-25,-25 0,0-24</inkml:trace>
  <inkml:trace contextRef="#ctx0" brushRef="#br0" timeOffset="89542.12">15701 10666,'-49'-25,"-26"25,1 25,24 0,-24 0,49-25,-25 24,50 1</inkml:trace>
  <inkml:trace contextRef="#ctx0" brushRef="#br0" timeOffset="89759.13">15751 10864,'-50'0,"-49"25,50 0,-26 0</inkml:trace>
  <inkml:trace contextRef="#ctx0" brushRef="#br0" timeOffset="91962.26">12998 10616,'0'0,"0"25,-25 50,25-51,0 76,0-51,25 75,-25-74,0 24,0 26,0-51,0 1,-25-50,25 0,0-75</inkml:trace>
  <inkml:trace contextRef="#ctx0" brushRef="#br0" timeOffset="92419.28">13146 10815,'25'0,"-25"25,0 49,25-24,-25 24,25 0,0-49,0 50,24-26,1-24,-1-25,26 0,-1-49,-24-26,24 1,-24-26,-25 1,-25 0,0 49,-50 1,-124-1,75 75,0 25,25 24,49 0</inkml:trace>
  <inkml:trace contextRef="#ctx0" brushRef="#br0" timeOffset="94386.39">12080 10964,'0'0,"25"0,-1-25,26 25,0 0,24 0,-49 0,25 0,-26 0,1 0,0 0,0 0,-25 0,25 0,-75 25</inkml:trace>
  <inkml:trace contextRef="#ctx0" brushRef="#br0" timeOffset="94966.43">10889 10815,'-25'25,"25"49,0 25,0 0,0 26,0-1,-24 24,-1-48,25-100,0 0</inkml:trace>
  <inkml:trace contextRef="#ctx0" brushRef="#br0" timeOffset="95355.45">11336 10740,'0'0,"0"0,-25 50,25 0,25 24,-25-74,49 50,-24-50,50 24,-26 1,1 0,-1 0,-24 0,0 24,0-24,-50 50,0-26,0-24,-49 49,49-74,-49 25</inkml:trace>
  <inkml:trace contextRef="#ctx0" brushRef="#br0" timeOffset="95621.46">11286 10716,'25'-25,"25"25,49 0,-25-25,1 25,-1 25,-24 0,-1-1</inkml:trace>
  <inkml:trace contextRef="#ctx0" brushRef="#br0" timeOffset="99693.7">12898 12030,'-24'25,"-1"0,-25 0,-24 24,24 1,25-25,1 49,-1-24,0 24,25 1,-25-1,25-49,25 24,-25 1,25-25,0 24,-1-49,1 0,0 0,0-24,24-26,1-74,-25 25,0 74,-1-49,-24 24,25-24,-25 24,-25 25,25 0,0 0,0 25,-24 0,24 50,0-25,24 0,-24 49,25-49,25 25,-25-26,24 26,-24-50,25 25,24-25,-24 0</inkml:trace>
  <inkml:trace contextRef="#ctx0" brushRef="#br0" timeOffset="99895.71">13469 12278,'50'-24,"-26"24,26 0,0 24,-26 1,1 0,0 0</inkml:trace>
  <inkml:trace contextRef="#ctx0" brushRef="#br0" timeOffset="100090.72">13444 12551,'124'-49,"-74"49,-1 0,1 0,74-50</inkml:trace>
  <inkml:trace contextRef="#ctx0" brushRef="#br0" timeOffset="100115.72">13841 12452</inkml:trace>
  <inkml:trace contextRef="#ctx0" brushRef="#br0" timeOffset="100130.72">13841 12452</inkml:trace>
  <inkml:trace contextRef="#ctx0" brushRef="#br0" timeOffset="100560.75">14139 12129,'99'-24,"0"24,-49 0,24 24,-24-24,-1 25,-49 0,0 0,-24 0,-26 24,0-24,-74 50,0-1,25 0,49-24,1 24,49-49,0-25,0 25,49 25,26-50,-1 24,100 1,-149 0,-25 0</inkml:trace>
  <inkml:trace contextRef="#ctx0" brushRef="#br0" timeOffset="100748.76">14709 12675,'0'0,"25"25</inkml:trace>
  <inkml:trace contextRef="#ctx0" brushRef="#br0" timeOffset="101174.78">15056 12204,'-24'0,"-1"50,25-1,25-49,-1 50,1-25,50-1,-26 1,26 25,-51-25,1 24,-25-24,0 25,-25-26,1 26,-1-25,-50 24,51-24,-26 0,0-25,26 0,-26-50</inkml:trace>
  <inkml:trace contextRef="#ctx0" brushRef="#br0" timeOffset="101486.8">15081 12105,'25'-25,"99"0,0 25,-25 0,-49 0,24 0,-49 0,25 25,-50-25,0 25,-25 24</inkml:trace>
  <inkml:trace contextRef="#ctx0" brushRef="#br0" timeOffset="114643.55">4614 15106,'49'-25,"-24"-24,0 24,24-25,-24 25,25 25,-25 0,24 0,-24 25,0 0,-25 0,0 24,-25 1,0 0,1-1,-26-24,0 25,50-26,-25 1,25 25,25-50,-25 0,50 0,0 25,-26-25,1 0,0 0,0 0,-25 25,25-25,-25 24,0 1,0 25,-25-25,0 49,0-24,-24 24,24-24,0-1,0-49,0 25,25-25,0-74,25 24,74-173</inkml:trace>
  <inkml:trace contextRef="#ctx0" brushRef="#br0" timeOffset="114922.57">5308 15007,'25'0,"-25"25,0 49,0 0,0 26,0-51,0 51,0-26,0 0,0-49,0-25</inkml:trace>
  <inkml:trace contextRef="#ctx0" brushRef="#br0" timeOffset="115102.58">5531 15528,'0'-75</inkml:trace>
  <inkml:trace contextRef="#ctx0" brushRef="#br0" timeOffset="115573.61">5829 15081,'25'-25,"0"25,-25 0,25 0,-1 0,-24 25,0 25,0-50,-24 49,24 1,-25 24,25-49,0 25,0-25,-25 24,25 1,0-25,25 0,-25-1,25-24,-25 0,49-24,1-26,-50 0</inkml:trace>
  <inkml:trace contextRef="#ctx0" brushRef="#br0" timeOffset="116038.63">6226 15007,'0'0,"0"0,0 25,0 24,0-24,0 25,0-26,25 26,0 24,-1-49,-24 0,50 25,-25-50,0 49,-1-24,1 0,-25-25,0 25,0 0,-25-1,-49 1,24 0,26-25,-26 25,25-25,-24 25,24-50,25 0</inkml:trace>
  <inkml:trace contextRef="#ctx0" brushRef="#br0" timeOffset="116386.65">6598 14957,'0'0,"-25"0,-24 0,-1-25,0 25,1 0,-1 25,1-25,24 0,0 0,25 25,50-25</inkml:trace>
  <inkml:trace contextRef="#ctx0" brushRef="#br0" timeOffset="117097.69">6921 15131,'0'49,"0"26,0-1,0 1,0-26,0 26,0-1,24-49,-24-25,0-25,25 0,-25-49,25-25,-25-1,0 26,25 0,-25 49,0-25,25 50,-25 0,24 25,-24 25,50 74,-25-25,-25-49,25-50,-25-50,0-25,0-24,0 25,0 49,24 25,-24 50,25 24,-25 50,25-49,-25-1,0-74,50-99</inkml:trace>
  <inkml:trace contextRef="#ctx0" brushRef="#br0" timeOffset="118110.75">7317 14560,'-74'-49,"24"24,-49-25,25 1,-50-1,0 0,0 1,-25-1,0 1,75 24,-100-25,100 25,-100 1,99-1,-98 25,24 0,-25 0,100 25,-100-1,100 1,-75 50,-124 98,149-73,75-26,-26 75,26-75,-1 75,25 25,0-26,25-73,25 74,0-75,0 50,49 0,25-25,-74-74,124 50,-99-51,74 51,25-26,24-24,-98 0,98 25,-123-50,123 0,200 49,-175-49,-124 0,100-25,-100 1,75-26,25-24,49-26,-99 26,0 24,0-24,-25 0,-24-26,-1-24,-24 0,-25 0,-1 0,-24 0,-24 0,-26 25,-99-75,50 125,-75-26</inkml:trace>
</inkml:ink>
</file>

<file path=ppt/ink/ink9.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8-09-18T06:15:32.200"/>
    </inkml:context>
    <inkml:brush xml:id="br0">
      <inkml:brushProperty name="width" value="0.05292" units="cm"/>
      <inkml:brushProperty name="height" value="0.05292" units="cm"/>
      <inkml:brushProperty name="color" value="#FF0000"/>
    </inkml:brush>
  </inkml:definitions>
  <inkml:trace contextRef="#ctx0" brushRef="#br0">3026 9401,'0'0,"25"-25,0 25,24 0,-24 0,25 0,-25 0,49 0,-24-25,24 25,-49 0,49 0,-49 0,49 0,1-24,24 24,-74 0,74 0,-49 0,74 0,-25 0,25-25,74 25,-74-25,0 25,25 0,-25 0,25 0,0 0,-25 0,25 0,24 0,-24 0,0 0,25 0,-25 0,24 25,-24-25,25 0,-50 25,49-25,1 24,148-24,-148 0,0 0,-25 0,49 0,-49 25,24-25,-24 0,0 0,25 0,-25 0,-1 25,1-25,0 0,25 0,-25 25,-1-25,26 0,0 25,148-25,-173 0,25-25,-26 25,1-25,25 25,-1 0,-24-25,25 25,0-25,-1 25,26-24,-26 24,1 0,24-25,-24 25,24 0,-24 0,0 0,24 0,174-25,-198 25,-1 0,1 0,0 0,-1 0,-24 0,25 0,-1 0,1 0,0 0,-1 0,1 0,0 25,-1-25,1 0,-25 0,49 0,-24 0,173 0,-198 25,24-50,-24 25,25 0,-25 0,0 0,24 0,-24 0,0 0,25 25,-26-25,1 0,0-25,0 25,0 0,-1 0,-24 0,25-25,0 0,124 0,-124 25,-25 0,0-24,0 24,0-25,0 25,0-25,0 25,-25 0,25 0,-25 0,25 0,-24 0,24 0,-25 0,0 25,0-25,1 0,73 25,-98-25,-1 0,0 24,1-24,-1 0,-24 25,24-25,1 25,-26-25,1 25,0-25,-26 25,1-25,-25 49</inkml:trace>
  <inkml:trace contextRef="#ctx0" brushRef="#br0" timeOffset="2093.11">24061 10790,'-25'0,"0"0,0 25,-49-25,24 25,0-25,-24 24,0-24,-1 0,-24 25,0-25,0 0,-25 25,0-25,0 0,0 0,-25 0,0 0,25 25,-223-25,173 0,0 25,1-25,-1 0,0 0,-24 0,0 0,123 0,-123 0,-1 24,1-24,99 0,-100 0,100 0,-100 0,1 0,0 0,98 0,-98 0,99 25,-125-25,-222 0,248 0,98 25,-98 0,99-25,-100 25,-24-25,0 24,99-24,-75 0,75 25,-74 0,-1-25,-24 25,124 0,-99 0,73-25,-73 24,0-24,-1 25,100-25,-99 25,98-25,-321 0,197 0,26 0,99 0,-125 0,26 0,-25 0,0-25,-1 25,1-25,0 25,24-24,-49 24,25 0,0 0,0 0,-1 0,-24 0,25-25,-25 25,-248 0,273 0,-25 0,24 0,1-25,0 25,0 0,-1 0,1 0,0 0,0 0,-1 0,26-25,0 25,-1 0,1-25,-1 25,26-25,-26 1,1 24,-199-25,223 25,-24 0,24 0,1 0,-1 25,25-1,-25-24,26 25,24-25,-25 25,0 0,25-25,0 0,0 25,25-25,-1 0,1 0,0 0,-99 25,98-1,1 26,25 0,-25-26,24 26,-24-25,49 0,1 24</inkml:trace>
  <inkml:trace contextRef="#ctx0" brushRef="#br0" timeOffset="3449.19">1116 12452,'50'0,"24"0,-24 0,-1 0,26 0,-1 0,1 0,24 0,-25 0,26 0,-1-25,0 25,25-25,0 25,-25 0,25 0,-25 0,26-24,-1 24,173-25,-173 25,25 0,0 0,0 0,-25 0,25 0,24 0,-24 0,0 0,24 0,1-25,0 25,-1 0,1-25,0 25,-1 0,1 0,0 0,-1 0,422 0,-421 25,25 0,-26-25,26 25,-26-1,26-24,-1 25,1-25,-1 25,25-25,-24 0,-1 25,1-25,-1 0,0 25,1-25,-25 0,173 0,-149 0,-24 24,-100-24,100 25,-100-25,100 25,-100-25,75 25,-25-25,0 25,-49-25,49 0,-75 24,75-24,-24 0,-1 25,-50-25,51 0,-76 0,51 0,-50 0,-1 0,1 0</inkml:trace>
  <inkml:trace contextRef="#ctx0" brushRef="#br0" timeOffset="20499.16">12129 15677,'25'0,"0"0,-25 0,25 0,0 0,24 24,1-24,0 0,-26 0,51 0,-26 0,26-24,24 24,0 0,-24 0,24-25,-25 25,50 0,25 25,-25-25,-25 0,50 24,124 1,-99 0,-1-25,26 25,-125 0,125-25,-100 24,99 1,25-25,-24 25,-100-25,124 25,-99 0,100-25,-1 24,-25-24,-98 25,98-25,-99 0,75 0,-25 0,-25 25,-50-25,75-25,-124 25,0 0,-50-25,-99-49</inkml:trace>
  <inkml:trace contextRef="#ctx0" brushRef="#br0" timeOffset="21269.21">13370 13915,'-25'75,"25"24,-25 25,25-74,0 99,0-75,0 75,0 0,0 24,0-98,0 98,25-98,-25 74,0-1,-25-24,25-74,0 24,0-74,0 50,0-50,0 0,0-124</inkml:trace>
  <inkml:trace contextRef="#ctx0" brushRef="#br0" timeOffset="21744.24">13345 14139,'0'0,"25"24,0-24,-1 25,1 0,25-25,-1 50,1-50,49 24,-74-24,74 25,-49-25,-1 25,51 0,-26-25,25 25,-49-25,74 25,-74-1,-1 1,1-25,24 25,25 0,-49-25</inkml:trace>
  <inkml:trace contextRef="#ctx0" brushRef="#br0" timeOffset="22186.26">14932 14412,'0'49,"-24"-24,24 25,-25-1,25 1,0 24,0 1,0-1,0 25,0 0,0 1,0-26,0 50,0-49,0 24,0-25,-25-24,25 24,0-49</inkml:trace>
  <inkml:trace contextRef="#ctx0" brushRef="#br0" timeOffset="27083.54">14908 14932,'0'0,"0"-24,0 24,0-25,0 25,24-25,26-25,-25 50,0-49,-1 24,1 0,25 0,24-74,-49 74,25-24,-26 24,76-74,-51 49,1 25,0-24,74-75,-75 74,26 25,-26-24,174-125,-148 124,-26 1,26-1,49-24,-50-1,-24 51,24-26,50-24,-49 24,-26 0,26 26,24-51,-49 50,24 0,-24-24,49 24,-50 0,-24 0,0 25,25-49,-26 49,1 0,-25-25,25 25,-50 0,25 0,-25 0,-24 25,-26 0,51-25,-26 24,-24-24,49 25,-25-25,1 25,-51 0,76-25,-26 0,25 25,-24-1,-1-24</inkml:trace>
  <inkml:trace contextRef="#ctx0" brushRef="#br0" timeOffset="27428.56">17264 12973,'0'25,"0"-1,0 26,0 24,25 26,-25-51,0 1,0 24,0-49,0 0,-50-99</inkml:trace>
  <inkml:trace contextRef="#ctx0" brushRef="#br0" timeOffset="27700.58">16942 13097,'49'25,"1"-1,-1 26,-24-25,50 25,-51-26,1 1,25 50,-25-51,-1 1,-24 0,-24 25</inkml:trace>
  <inkml:trace contextRef="#ctx0" brushRef="#br0" timeOffset="28312.6">14833 14932,'25'25,"-25"-25,25 25</inkml:trace>
  <inkml:trace contextRef="#ctx0" brushRef="#br0" timeOffset="28456.62">15056 14982,'75'0,"-26"0</inkml:trace>
  <inkml:trace contextRef="#ctx0" brushRef="#br0" timeOffset="28601.62">15478 14982,'99'0,"-74"25</inkml:trace>
  <inkml:trace contextRef="#ctx0" brushRef="#br0" timeOffset="28745.64">15949 15056,'100'25,"-100"-25,49 0</inkml:trace>
  <inkml:trace contextRef="#ctx0" brushRef="#br0" timeOffset="28878.65">16520 15081,'25'0,"0"0</inkml:trace>
  <inkml:trace contextRef="#ctx0" brushRef="#br0" timeOffset="29045.66">17066 15081,'0'-25,"24"25</inkml:trace>
  <inkml:trace contextRef="#ctx0" brushRef="#br0" timeOffset="29132.66">17314 15056,'24'0,"-24"-24</inkml:trace>
  <inkml:trace contextRef="#ctx0" brushRef="#br0" timeOffset="29776.7">15478 14387,'0'0,"25"25,-25-1,25 1,0-25,-1 50,26-25,-25 24,-25-24,25 49,-25-49,0 25,0-1,0 1,-25-25,25 0,-25-1,25 1,0-50</inkml:trace>
  <inkml:trace contextRef="#ctx0" brushRef="#br0" timeOffset="30299.73">15850 14610,'25'0,"-25"-25,74 25,-49-25,25 25,-1 0,-24 0,-25 0,25 25,-50-25,0 50,25-25,-49-1,24 1,25 0,0 0,25-25,0 0,24 0,1 25,-25-1,-50 26,0 0,-25-26,26 1,-1-25</inkml:trace>
  <inkml:trace contextRef="#ctx0" brushRef="#br0" timeOffset="30729.75">16247 14635,'25'25,"-25"-1,25 1,-1 0,26 0,-25-25,0 0,24 0,-49-25,25 0,-25 0,0-24,-25-1,1 25,24 25,-25 0,0 0,0 0,-25 25,1 25,49-50,25 49</inkml:trace>
  <inkml:trace contextRef="#ctx0" brushRef="#br0" timeOffset="31129.78">16396 14263,'0'0,"25"24,-25-24,25 25,-1-25,-24 0,25 0,0-25,-25 1,0 24,0-50,-25 25,25 0,-25 25,1 0,-1 0,0 25,25 0,-25 25</inkml:trace>
  <inkml:trace contextRef="#ctx0" brushRef="#br0" timeOffset="43929.51">13990 15131,'0'0,"25"0,-25-25,49 25,-49 0,25 0,0 0,-25 0,0 0,0 25,0 0,-25-25,0 24,0-24,1 0,-1 0,25 0,-25 0,25-24,0 24,0-25,0 25,25-50,0 50,-1-25,1 25,-25 0,25 25,-25-25,0 25,0 0,-25 0,0-25,1 0,24 0,0 0,-25 0,25 0,0 0,0-25,0 25,0-25,25 0,-25 25,24 0,1 0,-25 0,0 25,-25 49,25-74,-24 25,24-25,-25 0,25 0,-25-25,25 25,25-24,-25 24,25-25,-25 25,24 0,-24 0,25 25,-50-25,25 24</inkml:trace>
  <inkml:trace contextRef="#ctx0" brushRef="#br0" timeOffset="45197.58">13990 15156,'-25'0,"25"24,0-24,0 25,0-25,0 0,0 25,0 0,0 0,0-1,0 1,0 25,0 0,0-26,0 1,0 50,0-26,0 1,0-1,0 51,0-51,0 1,0-1,0 51,-25-51,25 1,0-1,0 51,0-76,-25 101,25-101,0 26,0 0,0-26,0-24,0 50,0-50,0 0,0-50</inkml:trace>
  <inkml:trace contextRef="#ctx0" brushRef="#br0" timeOffset="45767.61">13717 16545,'0'0,"25"25,-25-25,25 24,-25 1,0 0,24 25,1-26,0 26,-25-25,25 24,-25-24,25 0,-25 0,0 0,0-25,0 0,24-25,-24 25,0-25,25 0,-25 25,25-49,-25 24,0 25,25-25,-25 0,25 25,-25-25,0 1,0 24</inkml:trace>
  <inkml:trace contextRef="#ctx0" brushRef="#br0" timeOffset="46076.63">13717 16619,'25'0,"0"0,24 0,1 0,-1 0,-49 0,50 25,-25-25,0 0,-1 0,1 0,-25-25</inkml:trace>
  <inkml:trace contextRef="#ctx0" brushRef="#br0" timeOffset="47442.71">14064 14932,'-25'0,"25"0,0 0,0-24,0-1,0 0,0-25,0 26,0-26,25 0,-25-24,0 24,0-24,0 49,25-74,-25 24,25-123,-25 173,25-74,-25 74,0-74,0 25,24-26,-24 76,0-51,0 26,0-1,0 0,25-24,-25 49,0 0,0 1,0-26,0 50,0-25,0 0,0 25,0-25,0 25,-25 0,25 0,-24 0,24 25,0 0,-25 0,25 0,-25 0,0-1,25 1,-49 25,49-25,-25 24,25-24,0 0,-25 0,25-25,50 0</inkml:trace>
  <inkml:trace contextRef="#ctx0" brushRef="#br0" timeOffset="47767.73">14139 13196,'0'0,"24"25,-24 0,0 0,25 24,0-24,-25 0,25 24,-25-49,0 50,25-25,-25-25,0 25</inkml:trace>
  <inkml:trace contextRef="#ctx0" brushRef="#br0" timeOffset="48016.74">13990 13469,'25'0,"-1"0,51 0,-50 0,24 0,26 0,-51 0</inkml:trace>
  <inkml:trace contextRef="#ctx0" brushRef="#br0" timeOffset="48751.78">14337 12328,'0'25,"25"0,-25-1,0 26,25 24,-25 1,0-26,0 26,0-50,0 49,0-49,0 0,0-25,0 24,0-48</inkml:trace>
  <inkml:trace contextRef="#ctx0" brushRef="#br0" timeOffset="49624.83">14312 12402,'25'-24,"0"24,25-25,-26 25,1-25,50 0,-26 25,26 0,-51 0,51 0,-75 0,25 25,-25 0,0-25,0 25,0-1,-50 1,25 0,0-25,-49 50,49-50,-24 24,24 1,-25-25,50 25,-25-25,25 0,0 25,25-25,-25 25,50-25,-25 24,-1-24,26 25,-25 0,24-25,-24 25,0 0,0-25,-25 24,0 1,0-25,0 25,0-25,-25 0</inkml:trace>
  <inkml:trace contextRef="#ctx0" brushRef="#br0" timeOffset="68245.89">17512 11981,'0'49,"0"-24,0 25,25 24,-25-49,0 49,0 26,25-26,-25-49,0 74,0-74,-25 24,25-24,0 0,0 0,0-75</inkml:trace>
  <inkml:trace contextRef="#ctx0" brushRef="#br0" timeOffset="68665.92">17264 12080,'25'0,"-25"0,74 0,-49 0,49 0,1 0,-1 0,-24-25,24 25,-24 0,24 0,-24 0,0 0,-26 0,1 0,-25 0</inkml:trace>
  <inkml:trace contextRef="#ctx0" brushRef="#br0" timeOffset="75561.32">19323 11956,'-25'0,"-25"0,-24 25,49-25,-49 24,49-24,-49 25,24-25,25 25,0 0,25-25,0 25,0-25,25 24,50-24,-51 0,76 25,-76-25,51 0,-26 0,1 0,-50 0,0 25,-25-25,-24 25,-26-25,1 50,49-50,-49 24,24 1,25 25,0-25,1-25,24 24,0-24,24 25,26-25,0 0,49 0,-50 0,26 25,-50-25,49 0,-24 0,-26 0,26 25,-50-25</inkml:trace>
  <inkml:trace contextRef="#ctx0" brushRef="#br0" timeOffset="75929.34">19670 11931,'25'25,"-25"24,0 26,0 24,0-24,0-1,0 0,0-24,0-25,0 0,25-25</inkml:trace>
  <inkml:trace contextRef="#ctx0" brushRef="#br0" timeOffset="76245.36">19670 11906,'50'-25,"-25"25,24 0,26 25,-26-25,-24 25,49-25,-49 0,0 25,0-25,0 25,-25-25</inkml:trace>
  <inkml:trace contextRef="#ctx0" brushRef="#br0" timeOffset="76521.37">19596 12179,'25'0,"-1"0,51 0,-26 0,26 0,-1 0,-24 0,-25 0,24 0,-49 0,25 0</inkml:trace>
  <inkml:trace contextRef="#ctx0" brushRef="#br0" timeOffset="77419.42">20092 12303,'0'25,"0"0,-25 0,25-1,25 1,-25 0,0 0,25 0,-1-25,-24 0,25 0,0 0,0-50,-25 25,25 25,-25-49,0 49,24-50,-24 25,0-24,0 49,0-25,0 50,0-1,25 51,0-26,-25 1,0 0,0-1,25 26,-25-1,-25 0,25-49,-25 25,0-25,1 24,-51-49,26 0,24 0,-25-25,25 25,-49-24,24-26,26 0,24 26,0 24,0-25,0 25,49 25</inkml:trace>
  <inkml:trace contextRef="#ctx0" brushRef="#br0" timeOffset="77936.45">20662 12055,'25'0,"0"0,49 0,-24 25,-25-25,0 0,-1 0,1 25,0-25,-25 0,-25 24,25-24</inkml:trace>
  <inkml:trace contextRef="#ctx0" brushRef="#br0" timeOffset="78248.47">20662 12278,'75'0,"-50"0,24-24,1 24,-25 0,-1 0,1 0,-25 0,-49 24</inkml:trace>
  <inkml:trace contextRef="#ctx0" brushRef="#br0" timeOffset="83202.75">21382 11708,'0'49,"0"-24,0 50,0-26,0 75,0-74,0 24,24 26,-24-51,0 50,0-49,0 0,0-50,0 24,0-48</inkml:trace>
  <inkml:trace contextRef="#ctx0" brushRef="#br0" timeOffset="83915.79">21357 11881,'25'-49,"-1"24,-24 25,50-50,0 50,-1-24,-24 24,0 0,0 0,-1 0,-24 24,25-24,-25 25,0 0,-25 25,1-26,-1 26,0 0,0-26,-49 26,74-25,-50 24,25-24,25-25,-24 25,24 0,0-25,0 0,24 0,1 0,0 25,0-25,0 0,24 25,1-1,-25 1,-1 25,-24-25,25-25,-25 0</inkml:trace>
  <inkml:trace contextRef="#ctx0" brushRef="#br0" timeOffset="84427.82">21952 12080,'0'0,"50"-25,-1 25,1 0,0 0,-26 0,1 0,-25 0,0 0,0 0,0 0</inkml:trace>
  <inkml:trace contextRef="#ctx0" brushRef="#br0" timeOffset="85389.88">22349 11782,'0'0,"0"25,0 0,25 49,-25-49,25 49,-25-24,24 24,-24-24,0-25,25 0,-25-25,0 25,0-25,0 0,25-25,0-25,-25 25,0-24,0 24,25-25,-25 1,0 24,24 0,1-49,-25 49,0 25,0-25,0 25,25 0,-25 0,0 0,25 50,-25-26,25 26,-25-25,24 49,-24-49,0 0,25 0,-25 24,0-24,25 0,-25 0,0-25,0 25,0-25,25-25,0-25,-25 25,0 0,25-74,-1 25,1 49,-25 0,0-24,25-1,0 0,-25 50,25-49,-25 49,0 0,0 0,0 74</inkml:trace>
  <inkml:trace contextRef="#ctx0" brushRef="#br0" timeOffset="89905.14">23416 11683,'-25'25,"25"0,0-1,0 1,0 74,0-49,0-25,0 24,25 26,-25-26,0-24,0 0,-25 25,25-50,0 25,0-25,-25-25</inkml:trace>
  <inkml:trace contextRef="#ctx0" brushRef="#br0" timeOffset="90231.16">23564 11906,'-24'-25,"-1"25,0 0,-74 0,49 25,1-25,24 0,25 0,0 25</inkml:trace>
  <inkml:trace contextRef="#ctx0" brushRef="#br0" timeOffset="93234.33">24011 11435,'0'0,"0"50,0-1,0 26,0-51,0 76,25-51,-25 26,25-1,-25 0,0-49,0 0,0 0,0 0,0-1,0-73</inkml:trace>
  <inkml:trace contextRef="#ctx0" brushRef="#br0" timeOffset="93678.35">24309 11410,'-25'0,"0"25,-25-25,-24 25,49-25,-24 25,-1-25,25 0,-24 0,24 0,0 0,0 0,25 0,-25 0,25 24,25-24,0 0</inkml:trace>
  <inkml:trace contextRef="#ctx0" brushRef="#br0" timeOffset="96996.54">17239 12973,'0'25,"0"-1,0 1,0 0,-25 49,25-49,0 25,0 0,0 24,-24-24,24-1,0-24,0 74,0-49,0-1,0 1,0 49,0-49,0 49,-25 25,25-25,0-24,0-1,0-24,0 49,0-25,25 75,-25-124,0 25,0-26,0 26,0-25,0 0,0-1,0-24,0 25,0-25,0-25</inkml:trace>
  <inkml:trace contextRef="#ctx0" brushRef="#br0" timeOffset="97481.57">17388 12973,'-50'-25,"1"25,-26 25,51 0,-51-1,26 1,-26 25,50-1,-24-24,49 0,-25-25,75-50</inkml:trace>
  <inkml:trace contextRef="#ctx0" brushRef="#br0" timeOffset="97775.59">17190 12898,'0'0,"24"75,1-50,-25 49,0 25,25 1,-25-51,0 26,0-26,25 1,-25 24,0-24,0-25,0-25,0 0</inkml:trace>
  <inkml:trace contextRef="#ctx0" brushRef="#br0" timeOffset="98204.61">16818 13221,'24'0,"1"25,25 0,24-25,-24 0,49-25,-74 25,74 0,-25-25,1 25,-50 0,24 25,-24-25,0 0,0 25,-25-25,0 24</inkml:trace>
  <inkml:trace contextRef="#ctx0" brushRef="#br0" timeOffset="98677.64">17438 13097,'-25'0,"-25"0,25 0,1-25,-26 0,25 0,0 25,25-24,-24 24,24-25,0 50,0 24,0 1,-25 24,25 50</inkml:trace>
  <inkml:trace contextRef="#ctx0" brushRef="#br0" timeOffset="99143.67">17661 13543,'-25'50,"25"-25,-25 49,25-24,0-1,0 26,0-26,0 1,0 0,0-1,25-24,-25 0,0 0,0-25</inkml:trace>
  <inkml:trace contextRef="#ctx0" brushRef="#br0" timeOffset="99452.68">17462 13667,'25'0,"25"0,0 0,24 0,0 0,-24 0,0 25,-1-25</inkml:trace>
  <inkml:trace contextRef="#ctx0" brushRef="#br0" timeOffset="100230.73">17810 14015,'0'24,"0"1,0-25,25 0,-1 25,1-25,0-25,-25 25,25-25,0-24,-25 24,0 0,0 0,0 25,0-24,0-1,0 74,0-24,24 50,-24-51,0 26,0 24,0 1,-24-50,-1 24,25-24,-25 25,-25-1,1-24,49 0,-50-25,25 0,1 0,-1 0,25 0,0 0,0 25,25-25</inkml:trace>
  <inkml:trace contextRef="#ctx0" brushRef="#br0" timeOffset="101671.81">24433 11733,'0'0,"-25"0,25 0,-50 0,1 24,24 1,0 0,25 0,0 0,0-1,0 1,0-25,25 25,0 0,-1 0,1-1,-25 1,0 25,0-25,0-1,-25 1,1 0,24 0</inkml:trace>
  <inkml:trace contextRef="#ctx0" brushRef="#br0" timeOffset="101949.83">24557 11956,'0'49,"0"1,24 0,-48-1,24-24</inkml:trace>
  <inkml:trace contextRef="#ctx0" brushRef="#br0" timeOffset="102154.84">24532 11683,'49'0</inkml:trace>
  <inkml:trace contextRef="#ctx0" brushRef="#br0" timeOffset="102672.87">24755 11733,'0'49,"0"1,0-25,0 49,0-49,0 24,0-24,0 0,0-25,0-25,0 25,0-49,25-1,0 25,-25 0,24 1,-24-1,25 25,-25-25,25 25,0 25,0 0,-25-1,0 26,0-25,0 0,0-1,0-24,0 25</inkml:trace>
  <inkml:trace contextRef="#ctx0" brushRef="#br0" timeOffset="103206.9">24978 11584,'25'0,"25"0,-50 0,49 0,-24 25,0-25,-25 0,0 24,0 1,0-25,-25 25,25 0,-25-25,1 25,24-25,0 0,0 24,0 1,24 0,1 0,0 0,-25-1,0 26,-25-25,0 0,1-25,-1 0</inkml:trace>
  <inkml:trace contextRef="#ctx0" brushRef="#br0" timeOffset="103694.93">25226 11633,'25'25,"-25"0,0 25,0-26,25 1,-25 0,0-25,25 0,-25-25,25-24,-25 24,0 0,0-25,0 26,0-1,0 25,-25-25,25 25,-25 0,0 0,0 50,1-50</inkml:trace>
  <inkml:trace contextRef="#ctx0" brushRef="#br0" timeOffset="104120.95">25326 11286,'49'25,"-24"0,-25-25,0 0,25 0,-25-25,-25 0,0 0,25 25,-25-24,25 24,-24 24</inkml:trace>
  <inkml:trace contextRef="#ctx0" brushRef="#br0" timeOffset="118961.8">22002 12898,'49'-24,"1"24,24 0,-24 0,49 0,-74 0,25 0,-1 24,-49 1,0-25</inkml:trace>
  <inkml:trace contextRef="#ctx0" brushRef="#br0" timeOffset="119183.81">22027 13097,'74'0,"-24"0,24 0,0-25,-24 25,0 0,-26 25</inkml:trace>
  <inkml:trace contextRef="#ctx0" brushRef="#br0" timeOffset="119724.84">22597 12799,'0'25,"25"25,-25-26,25 26,-1 0,1-26,0 26,0-25,0-25,24 0,-24 0,25-50,-25 25,-1-24,-24 24,0 0,25-49,-25 49,0-25,-25 26,1-76,-1 100,0-24,-25 24,1 24,-1 1,0 25,26-1,-1 1,0 0</inkml:trace>
  <inkml:trace contextRef="#ctx0" brushRef="#br0" timeOffset="126713.24">19149 13370,'-25'0,"-24"25,-26-1,-24 1,25 25,-1-25,1 49,0-24,49-26,0 26,25-25,50 0,-1-25,50 0,25 0,-49 0,24 0,-74 0,0 24,-75 1,-24 0,-26 25,1-26,25 26,-1-25,26 24,49-24,0-25,25 25,24-25,50 0,75 0,-50 0,-25 0,-49 0,24 25,-49-25,25 0,-1-50</inkml:trace>
  <inkml:trace contextRef="#ctx0" brushRef="#br0" timeOffset="127038.26">19496 13543,'0'0,"-24"50,24-25,0 24,0 1,0 24,0 1,0-1,0-24,0 24,0-49,0 25,24-1,-24-74</inkml:trace>
  <inkml:trace contextRef="#ctx0" brushRef="#br0" timeOffset="127329.28">19918 13568,'0'-25,"-25"25,-74-24,0 48,-25 1,74 0,-49 0,49 0,-24-1,24 1,75-25</inkml:trace>
  <inkml:trace contextRef="#ctx0" brushRef="#br0" timeOffset="127566.29">19844 13667,'-50'0,"-74"25,75-25,-51 50,51-25,-26 24,26-24,24 25</inkml:trace>
  <inkml:trace contextRef="#ctx0" brushRef="#br0" timeOffset="127854.31">19943 13940,'-25'25,"0"0,1 24,-26-24,0 50,50-51,-49 26,49-25,0 0</inkml:trace>
  <inkml:trace contextRef="#ctx0" brushRef="#br0" timeOffset="128106.32">19745 13965,'24'25,"1"0,25 24,-25-49,-1 50,1-25,25 24,24 1</inkml:trace>
  <inkml:trace contextRef="#ctx0" brushRef="#br0" timeOffset="128385.34">20637 13940,'-24'-25,"-1"25,-25 0,-49 0,74 0,-24 25</inkml:trace>
  <inkml:trace contextRef="#ctx0" brushRef="#br0" timeOffset="128549.35">20637 14039,'-74'0,"24"0,-49 25</inkml:trace>
  <inkml:trace contextRef="#ctx0" brushRef="#br0" timeOffset="128564.35">20414 14064</inkml:trace>
  <inkml:trace contextRef="#ctx0" brushRef="#br0" timeOffset="128575.35">20414 14064</inkml:trace>
  <inkml:trace contextRef="#ctx0" brushRef="#br0" timeOffset="132400.57">21382 13494,'-25'25,"0"24,25 1,0-1,0 26,0 24,0-25,25 1,-25-1,0 1,0-26,0 1,0-25</inkml:trace>
  <inkml:trace contextRef="#ctx0" brushRef="#br0" timeOffset="132800.59">21630 13469,'-75'0,"26"0,-1 0,-24 0,49 25,-50-25,1 0,24 0,26 0,-26 25,50-25,-25 24,25 26</inkml:trace>
  <inkml:trace contextRef="#ctx0" brushRef="#br0" timeOffset="133776.65">21828 13717,'-49'0,"24"25,0 0,0 24,0 1,25-1,0 26,0-26,25 1,0-25,-25 0,25-25,0 0,-1 0,26-25,-25-25,0 25,-1-24,1-1,25 1,-50 24,0 50,0-1,0 26,0 24,-25-24,25 0,0-50,0 49,25-49,-25 25,25-25,-1 0,-24-25,50 0,-50 1,25-1,0-25,24 1,-49 24,25-25,-25 50,0-25,0 1,-25-1,25 25,-25-25,1 25,-26 0,25 0,-24 0,49 0</inkml:trace>
  <inkml:trace contextRef="#ctx0" brushRef="#br0" timeOffset="134287.68">22448 13717,'0'0,"-25"0,1 25,-1-25,0 25,0-1,25 1,0 0,0 0,25 0,25-1,-1 1,-24 25,25-25,-26-1,-24-24,0 25,-24-25,-51 0,1 0,49 0,0 0,50 25</inkml:trace>
  <inkml:trace contextRef="#ctx0" brushRef="#br0" timeOffset="135374.74">22746 13643,'-25'-25,"50"25,0 0,0 25,-1-25,26 0,0 24,-1 1,-24-25,25 25,-50 0,24 0,-24-1,0-24,-24 0,-51 0,26 0,-26 25,26-25,-1 0,50 25,50 25,24-26,0 26,-24 24,0-49,-26 0,-24 0,0 0,-24-25,-51 0,26-25,-26 0,26 25,-1-25,50 25</inkml:trace>
  <inkml:trace contextRef="#ctx0" brushRef="#br0" timeOffset="135936.77">23242 13816,'0'25,"0"0,-25 0,25-1,0 1,-25 25,25-25,0-1,25 1,-25-25,25 0,0 25,0-25,-25 0,24-25,1 25,0-25,0 1,-25-1,25 0,-25 0,0 0,0-24,-25 24,0 0,25 25,-25 0,0 0,1 0,-1 0,25 0,0-25</inkml:trace>
  <inkml:trace contextRef="#ctx0" brushRef="#br0" timeOffset="136431.79">23465 13519,'0'24,"0"1,25 0,0 0,-25 0,25-25,-1 0,-24 0,25 0,-25 0,25-25,-50 25,25-25,-25 0,25 0,-24 1,-1 24,0 0,25 24,0-24</inkml:trace>
  <inkml:trace contextRef="#ctx0" brushRef="#br0" timeOffset="136752.81">24036 13717,'0'0,"-25"0,-25-25,1 25,24 0,-25 0,50 0,-49 25,24-25</inkml:trace>
  <inkml:trace contextRef="#ctx0" brushRef="#br0" timeOffset="136990.81">24011 13866,'-25'0,"-24"0,24 0,0 25,0-25,-25 0,-24 0</inkml:trace>
  <inkml:trace contextRef="#ctx0" brushRef="#br0" timeOffset="141489.09">24259 13494,'-25'25,"25"-1,0 26,-25 0,25-1,0-24,25 49,-25-49,0 25,0-25,0-1,0 1</inkml:trace>
  <inkml:trace contextRef="#ctx0" brushRef="#br0" timeOffset="142237.13">24185 13667,'24'-49,"-24"49,25 0,-25-25,25 25,0-25,-25 25,25 0,-1-25,-24 25,25 25,0-25,0 25,-25 0,0 0,25-1,-25 1,0-25,0 25,0-25,0 25,0-50,0 0,0 0,-25 1,25-1,25 0,-25 0,24-24,-24 49,25 0,-25 0,25 0,25 24,-26 1,1 0,0 25,0-50,-25 49,25 1,-25-1,0-49,0 25,0 0,0-25,0-25</inkml:trace>
  <inkml:trace contextRef="#ctx0" brushRef="#br0" timeOffset="142985.17">25028 13494,'0'-25,"-25"25,0 0,1 0,-1 25,0 0,0-1,0 26,25 0,25-1,-25 1,25 24,0-49,24 0,-49-25,25-25,0 0,0 0,-25-24,0-50,0 49,0 0,0 26,0-1,25 50,-25-1,0 26,0 0,0-1,24 1,1-1,0-24,-25 0,25-25,0 0,-1 0,26-25,-50 25,0-25</inkml:trace>
  <inkml:trace contextRef="#ctx0" brushRef="#br0" timeOffset="143982.23">25152 13965,'25'0,"-50"0,25 0,-25 0,0 25,-24-25,24 0,25 0,-25 25,0-25,25 0,0 0,25 0,-25 0,50 0,-50 0,49 0,1 24,0-24,-50 0,0 25,0-25,-25 0,0 0,0 0,0 0,-24 0,24 0,0 0,0 25,1-25,24 0,24 0,-24 0,25 0,25 25,-25-25,49 0,-49 25,0-25,-25 0,0 0,-25 0,25 0,-50 0,25 0,-74 24</inkml:trace>
  <inkml:trace contextRef="#ctx0" brushRef="#br0" timeOffset="147485.43">18405 15379,'0'25,"0"0,0-1,0 1,-25 25,25-25,0-1,25 26,-25-25,0 24,0-24,25 0,-25 0,0-25,25 0,-25 0,24 0,1-25,0 0,0-24,25-26,-26 50,1-24,0 24,0-49,0-51,-25 101,0-1,24 0,-24 25,-24 25,24 0,0 24,0-49,-25 50,25-25,0 24,0 26,25-50,-25-1,0 1,24 0,1-25,0 0,25 0,-26 0,76-50,-76 50,1 0</inkml:trace>
  <inkml:trace contextRef="#ctx0" brushRef="#br0" timeOffset="147851.44">19496 15304,'-49'0,"24"0,-25 0,26 25,-26-25,0 0,26 25,24-25,-25 0,74 25</inkml:trace>
  <inkml:trace contextRef="#ctx0" brushRef="#br0" timeOffset="148046.46">19472 15429,'0'0,"-50"24,25 1,-24-25,24 25,0-25,0 25</inkml:trace>
  <inkml:trace contextRef="#ctx0" brushRef="#br0" timeOffset="148052.46">19273 15528</inkml:trace>
  <inkml:trace contextRef="#ctx0" brushRef="#br0" timeOffset="148057.46">19273 15528</inkml:trace>
  <inkml:trace contextRef="#ctx0" brushRef="#br0" timeOffset="148697.5">19645 15205,'0'25,"0"25,0-50,0 24,0 1,0 0,0 25,0-25,0-1,25 1,-25 0,25 0,0-25,24 0,-24 0,0 0,0-25,0 0,24-24,-24 24,-25 0,25 0,-25 0,-25-74,25 74,-25-24,0 24,1 0,-1 0,0 25,0 0,0 0,-24 25,-1 0,1 24,24 51</inkml:trace>
  <inkml:trace contextRef="#ctx0" brushRef="#br0" timeOffset="154273.81">18604 16123,'0'-50,"-25"50,0 50,0-25,0 24,0 26,1-1,24 1,-25-1,0 1,-25-1,26 0,-26-24,25 0,25-50,0-25</inkml:trace>
  <inkml:trace contextRef="#ctx0" brushRef="#br0" timeOffset="154592.84">18504 16272,'25'25,"0"24,0 1,0 0,24-1,-24 1,0-1,0-24,-1 0,-24 0</inkml:trace>
  <inkml:trace contextRef="#ctx0" brushRef="#br0" timeOffset="154862.84">18355 16718,'75'-24,"-26"24,1 0,25 0,-51 0,1 0,0 0</inkml:trace>
  <inkml:trace contextRef="#ctx0" brushRef="#br0" timeOffset="155258.87">19224 16222,'0'0,"-25"25,0 0,-49 24,74-24,-50 25,25-50,0 74,1-24,-26 0,25-26,0 26,25-25,-24 0,-1-1,0-48</inkml:trace>
  <inkml:trace contextRef="#ctx0" brushRef="#br0" timeOffset="155613.9">18827 16346,'49'0,"-24"25,25 0,-1 0,-24 0,25-1,-25 1,-1 25,1-25,0-25,-25 24,0-24</inkml:trace>
  <inkml:trace contextRef="#ctx0" brushRef="#br0" timeOffset="155950.91">19794 16272,'0'0,"-49"-25,-1 25,0 0,26 25,-51-25,50 25,0-25,25 24,-24-24</inkml:trace>
  <inkml:trace contextRef="#ctx0" brushRef="#br0" timeOffset="156194.93">19745 16446,'-25'0,"-25"0,1 24,24-24,-25 0,50 0,-50 25</inkml:trace>
  <inkml:trace contextRef="#ctx0" brushRef="#br0" timeOffset="156718.96">19968 16098,'0'0,"0"50,0-25,0 24,0-24,0 49,0-49,0 25,0 0,-25-26,25 1,-25 25,25-50,0 25</inkml:trace>
  <inkml:trace contextRef="#ctx0" brushRef="#br0" timeOffset="157345.99">20166 16247,'0'25,"0"-25,0 25,0-1,0 26,0-25,0 0,25-25,-25 49,25-49,0 25,-1-25,26 0,-25 0,0-25,-1 25,1-24,-25-1,25-25,-25 50,0-50,0 26,0-26,-50-24,26 49,-1 25,0-25,0 25,0 0,1 25,-1-25,0 25,0-1,25-24,-25 50,25-25,-24 24,24-24,24 0,26-25</inkml:trace>
  <inkml:trace contextRef="#ctx0" brushRef="#br0" timeOffset="158258.04">20588 16272,'0'25,"0"-1,25 1,-25 25,0-25,0 0,0-1,0-24,0-24,-25-1,25 0,0 0,25 0,-1-24,-24 24,25 0,25 0,-25 25,0 0,-25 25,24 0,-24 0,0 24,0-24,0 0,0-25,0 25,0 0,0-50,-24 0,24 25,24-25,-24 25,0-50,25 26,0-26,-25 50,74-50,-74 50,25 0,0 0,0 25,-25 0,25 0,-25-25,0 49,0-24,-25 25,25-50,0 25,-25 0,-25-25</inkml:trace>
  <inkml:trace contextRef="#ctx0" brushRef="#br0" timeOffset="159157.1">18579 17090,'0'75,"0"-26,0 26,-25-1,25 25,0-49,0 0,0-1,0 1,0 0,0-1,0-24,25 25,-25-50,25 24,-1-24,26 0,-50 0,74 0,-74-24,50 24,0-50,-26 25,-24-24</inkml:trace>
  <inkml:trace contextRef="#ctx0" brushRef="#br0" timeOffset="159509.12">18380 17487,'0'0,"50"-25,-50 25,49 0,76-24,-76-1,50 0,-24 25,-26 0,51-25</inkml:trace>
  <inkml:trace contextRef="#ctx0" brushRef="#br0" timeOffset="159883.14">19447 17338,'25'-24,"49"24,-49-25,25 25,-26-25,26 25,-25 0,0-25,-50 50</inkml:trace>
  <inkml:trace contextRef="#ctx0" brushRef="#br0" timeOffset="160180.16">19397 17487,'25'0,"0"0,24-25,1 25,-25 0,25-24,-26 24,1 0,0 0,0 0,-25 0</inkml:trace>
  <inkml:trace contextRef="#ctx0" brushRef="#br0" timeOffset="161356.22">20067 17165,'0'25,"0"-25,0 24,-25 1,25 0,-25 0,25 0,0-1,-24-24,24 0,0-24,24-1,26 0,-25 0,0 0,24 1,-24-1,25 0,24 0,-49 25,0 0,-1 25,1-25,-25 25,0 0,0-1,0 1,0 0,-25 25,1-50,-1 24,0 51,0-50,-49-1,49 1,0 25,0-25,1 0,-1-1,0 1,0 0,0-25,25 0,0 0,0 0,25 0,0 0,25 0,-26 0,1-25,0 25,25 0,-1 0,-24-25,25 25,-50 0,24 0,1 0,-25 0,0 0,0-24</inkml:trace>
  <inkml:trace contextRef="#ctx0" brushRef="#br0" timeOffset="162252.28">20960 17314,'-25'-50,"25"50,-25 0,1-25,24 25,-25 25,0-25,25 25,-25 0,25-25,-25 24,25 26,0-25,0 0,0-25,0 24,25-24,0 25,0 0,24 0,-24-25,-25 0,25 25,0-25,-25 25,25-25,-25 24,0-24,24 25,-24-25,0 0,-24 25,-1-25,25 25,-25-25,0 0,0 25,-24-1,24-24,0 0,-24 0,49 0,-25-24,0 24,25-25,0 25,0-25</inkml:trace>
  <inkml:trace contextRef="#ctx0" brushRef="#br0" timeOffset="181141.36">21878 15354,'-25'0,"25"-25,-50 25,1 0,24 0,0 0,-25 25,50-25,-49 25,24 0,0 0,25-25,0 49,0-49,0 25,0 0,0-25,0 25,25-25,-25 0,25 0,0 0,-1 0,51 0,-50 24,0-24,-1 0,26 25,-25-25,-25 25,25-25,-25 25,24 0,-24-1,0 1,0-25,0 25,0 0,0-25,-24 25,-1-1,0-24,0 0,25 0,-49 25,24-25,-25 0,25 0,0 0,1 0,-1 0,-50-25,51 25,-1-24,25 24,0 0,0-25,0 0</inkml:trace>
  <inkml:trace contextRef="#ctx0" brushRef="#br0" timeOffset="181581.37">22473 15379,'0'-25,"-25"25,0 0,1 0,-26 0,0 0,26 0,-26 0,0 0,26 25,-1-25</inkml:trace>
  <inkml:trace contextRef="#ctx0" brushRef="#br0" timeOffset="181852.4">22423 15528,'0'0,"-49"0,24 0,0 0,0 0,1 0,-1 0,25 0,-25 25</inkml:trace>
  <inkml:trace contextRef="#ctx0" brushRef="#br0" timeOffset="182596.44">22746 15056,'0'25,"-25"0,25 0,25 24,-25 1,25 24,-25-24,0 0,25-1,-25 1,-25-25,25-25,-25 25</inkml:trace>
  <inkml:trace contextRef="#ctx0" brushRef="#br0" timeOffset="182967.46">22969 15553,'-49'0,"-1"0,25 0,-24 0,-1 0,0 0,-24 0,24 0,25 24,1 1,-1-25,25 25</inkml:trace>
  <inkml:trace contextRef="#ctx0" brushRef="#br0" timeOffset="183745.5">22523 15776,'24'0,"-24"0,50 0,0-25,-1 25,-24 25,50-25,-51 0,1 25,0-25,0 24,-25-24,0 0,-25 25,0-25,-24 25,-1 0,25-25,-25 25,26-25,-26 24,25 1,-24 50,49-75,0 24,0 1,24-25,26 25,-25 0,0-25,24 0,1 0,24 0,-24 0,0 0,-26 0,26 0,-25 0,0-25,-25 25,24-25,-24 25,0-25,-24 25,24 0,-25 0</inkml:trace>
  <inkml:trace contextRef="#ctx0" brushRef="#br0" timeOffset="185694.62">23391 15379,'25'-25,"-50"25,0 0,0 0,0 0,1 0,-1 0,-25 25,50-25,-49 25,24-25,25 25,-25-1,0 1,25 0,0 0,0-25,0 25,0-1,0 1,25-25,-25 25,25-25,0 0,-1 25,-24-25,75-25,-75 25,0-25,25 25,-1-25,-24 1,0 24,25-25,-25 0,0 0,25 25,-25-25,0 1,0 24,0 0,0-25,25 50,-25-1,0 1,0 0,25 0,-25-25,0 25,24-25,-24 49,0-49,0 0,0 25,25-50</inkml:trace>
  <inkml:trace contextRef="#ctx0" brushRef="#br0" timeOffset="186316.65">23639 15032,'0'24,"-25"1,25 0,0 0,0 24,0-24,0 50,0-51,0 26,25 0,-25-1,0-24,0 25,0-50,0 25,0-1,25 1,-25-25,24 0,-24 0,25 0,0-25,25 1,-26 24,1-25,-25-25,50-49</inkml:trace>
  <inkml:trace contextRef="#ctx0" brushRef="#br0" timeOffset="186564.67">23788 15205,'-124'-25,"49"25,26 0,-26 0,26 25,-1-25,25 25,0-25</inkml:trace>
  <inkml:trace contextRef="#ctx0" brushRef="#br0" timeOffset="187211.7">23862 14833,'25'0,"0"0,0 25,-1-25,-24 0,25 25,-25 0,0-25,0 0,-25 24,25-24,-24 25,-1 0,0 0,25-25,0 25,-25-25,25 24,0-24,25 25,-25-25,25 0,24 0,1 0,-25-25,0 25,-1 0,26 0,-50 0,25 0,0 25</inkml:trace>
  <inkml:trace contextRef="#ctx0" brushRef="#br0" timeOffset="214461.26">21630 17041,'0'25,"0"-1,0 26,0-25,24 24,-24-24,0 0,0 49,0-49,0 50,0-51,0 1,0 0,0 0,0 0,0-25</inkml:trace>
  <inkml:trace contextRef="#ctx0" brushRef="#br0" timeOffset="-214369.43">21803 17115,'0'25,"0"-25,0 25,0 0,0-1,0-24,0 25,0-25,25 50,-25-25,25-25,-25 24,25 1,-25-25,25 25,-25-25,24 25,1-25,0 0,0 0,-25 0,25-25,-25 25,24-25,1 0,-25 1,25-26,0 25,-25 25,0-25,0 1,0-26,0 25,0 0,0 1,-25-51,0 50,25 25,-25-24,-24 24,-1 0,1 24,24 1,-25 0,25 0,1 0,24 24,0-24,0 0,0 0,0-1,0 1</inkml:trace>
  <inkml:trace contextRef="#ctx0" brushRef="#br0" timeOffset="-213887.4">22349 17115,'0'0,"50"0,-50 0,49-25,-24 25,25 0,-26 0,-24 0,25 0,-25 0</inkml:trace>
  <inkml:trace contextRef="#ctx0" brushRef="#br0" timeOffset="-213633.39">22299 17264,'25'0,"25"0,-25 0,-25 0,49 0,-24 0,0 0,0 0,-1 0,-24 0</inkml:trace>
  <inkml:trace contextRef="#ctx0" brushRef="#br0" timeOffset="-213204.36">22895 16793,'0'25,"0"-1,0-24,0 50,0 0,0-1,0-24,0 25,0-26,0 1,25 25,-25-1</inkml:trace>
  <inkml:trace contextRef="#ctx0" brushRef="#br0" timeOffset="-212859.34">22647 17338,'0'0,"24"-24,26 24,-25-25,25 25,-1-25,1 25,-1 0,1 0,0 0,-26 25</inkml:trace>
  <inkml:trace contextRef="#ctx0" brushRef="#br0" timeOffset="-212172.3">22597 17562,'50'0,"-1"0,1-25,0 25,-1 0,1 0,-25 0,-1 0,1 25,-25 0,-25-1,1 1,24-25,-75 25,26 25,-1-26,0 1,-24 50,49-51,-25 1,26 0,-1 49,25-74,0 0,25 0,-1 0,1 0,25-24,-1 24,1-25,0 25,-1-25,51 25,-51-25,-24 25,0 0,0 0,-25 0,0 25,-75-25</inkml:trace>
  <inkml:trace contextRef="#ctx0" brushRef="#br0" timeOffset="-210997.25">23416 17041,'-100'49,"51"-24,24-25,-25 50,26-25,-1-1,25 1,-25 0,25 25,0-26,0 1,0 25,0-50,25 25,0-25,-1 0,1 0,0-25,-25 25,25-25,0 0,-1-24,-24 49,0-75,0 75,0-49,0 24,0 0,0 25,0-25,0 25,0 25,25 25,-25-26,0 1,25 0,-25-25,25 50,-25-26,25-24,-1 25,26-25,-50 0,50-25,-26 25</inkml:trace>
  <inkml:trace contextRef="#ctx0" brushRef="#br0" timeOffset="-210120.19">23912 16594,'-25'0,"25"0,-50 0,25 25,1 0,-1-25,0 50,25-26,-50 26,26 0,-1-1,0-24,25 49,0-49,0 25,0-1,25 26,-25-50,25 24,-1-49,1 50,0-25,0-1,0 1,-1 0,-48-75</inkml:trace>
  <inkml:trace contextRef="#ctx0" brushRef="#br0" timeOffset="-203029.78">23912 16818,'0'0,"0"0,0-25,0 25,-25 0,25 0,25-25,-25 25,25 0,-1 0,76 0,-51 25,1 0,-50-1,0 26,-25 0,-25-1,1 1,-26-1,1 51,74-100,0 24,50-24,49 0,-50 0,-24-24,25 24,-25 0,-1-25,-24-25</inkml:trace>
  <inkml:trace contextRef="#ctx0" brushRef="#br0" timeOffset="-202563.76">24383 16644,'50'25,"-26"24,-24-24,25 25,0-25,0 24,-25 1,0 24,0-49,0 25,0-26,-50 26,25 0,-24-1,24-49,0 25,25-25,-25 25,50-75</inkml:trace>
  <inkml:trace contextRef="#ctx0" brushRef="#br0" timeOffset="-201844.72">24433 16321,'24'0,"26"0,0 0,-26 0,26 25,-25-25,0 25,-25-25,0 25,-25 0,0 0,0-1,-24 1,24 0,0 25,25-50,0 24,0-24,50 0,49 0,-25 0,-49 0,25 0,-26 0,-48 0</inkml:trace>
  <inkml:trace contextRef="#ctx0" brushRef="#br0" timeOffset="-195281.34">22349 18380,'-25'0,"0"0,-24 25,24 0,0 24,-24-24,24 50,0-50,0 49,25-49,-25 24,25 1,25 0,-25-26,25-24,-25 0,25 0,0-24,24-1,-49 0,25-25,0 26,0-26,24-49,-24 49,-25 50,25-25,-25 25,0 25,-25 0,25 25,-25 24,25-24,25-26,-25 1,50 0,-1-25,26-25,-1 0,50 1</inkml:trace>
  <inkml:trace contextRef="#ctx0" brushRef="#br0" timeOffset="-194994.32">22895 18405,'74'-74,"-49"49,49 25,-24 0,0-25,-26 25,1 0</inkml:trace>
  <inkml:trace contextRef="#ctx0" brushRef="#br0" timeOffset="-194759.31">22944 18479,'25'-24,"25"-1,-25 25,49-25,-24 25,-26 0,1 0,0 0,0 0</inkml:trace>
  <inkml:trace contextRef="#ctx0" brushRef="#br0" timeOffset="-194186.28">23515 18132,'0'-25,"-25"50,0 0,0-25,1 50,-1-1,25-24,0 0,0 0,0-1,49 1,1 25,0-25,-26-1,26-24,-25 25,24 0,-24-25,-25 50,0-25,-25-1,1 1,-26 0,-49 25,24-50,51 0,-1-25,0-25</inkml:trace>
  <inkml:trace contextRef="#ctx0" brushRef="#br0" timeOffset="-193893.26">23465 18083,'75'-25,"-26"0,50 0,1 25,-26 0,-24 25,-1 0,-49 0</inkml:trace>
</inkml:ink>
</file>

<file path=ppt/ink/ink10.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6-11-29T02:44:01.106"/>
    </inkml:context>
    <inkml:brush xml:id="br0">
      <inkml:brushProperty name="width" value="0.05292" units="cm"/>
      <inkml:brushProperty name="height" value="0.05292" units="cm"/>
      <inkml:brushProperty name="color" value="#FF0000"/>
    </inkml:brush>
  </inkml:definitions>
  <inkml:trace contextRef="#ctx0" brushRef="#br0">10220 17611,'-100'75,"-173"123,224-123,-26-26,51-24,-1 0,0 24,25-24,0-25</inkml:trace>
  <inkml:trace contextRef="#ctx0" brushRef="#br0" timeOffset="492.02">10269 17661,'0'-25,"-25"25,-24 0,-1 0,1 0,24 0,-75 0,51 25,-1 0,1 24,-51 1,76-25,-76 24,100-24,25 0,50-99</inkml:trace>
  <inkml:trace contextRef="#ctx0" brushRef="#br0" timeOffset="935.05">10269 17760,'50'50,"-199"24,99-49,-24 49,-1 1,51 24,-1-49,25-125</inkml:trace>
  <inkml:trace contextRef="#ctx0" brushRef="#br0" timeOffset="1733.09">8756 17090,'-25'100,"25"-1,-25 149,25-74,-24-1,-1-49,25-173</inkml:trace>
  <inkml:trace contextRef="#ctx0" brushRef="#br0" timeOffset="2220.12">9203 17264,'-25'25,"0"-25,0 0,0 0,-24-25,24 25,-50 0,26 0,-1 0,25-25,-24 25,-1 0,25 0,1 0,48 0</inkml:trace>
  <inkml:trace contextRef="#ctx0" brushRef="#br0" timeOffset="2647.15">9079 17587,'-50'-25,"-49"-25,49 25,0 25,1-25,-1 25,25 0,1 25,24-25,24 25</inkml:trace>
  <inkml:trace contextRef="#ctx0" brushRef="#br0" timeOffset="3146.17">8954 18083</inkml:trace>
  <inkml:trace contextRef="#ctx0" brushRef="#br0" timeOffset="3785.21">8880 18008,'-50'0,"26"75,-1 24,50-50,24-49,-24-24,25-26,-50 50,0 0,0 25,0 0,-25 99,0-75,0 26,0-51,25-24,-24 50,-1-25,-50-25,51 0,-51-50,1-49</inkml:trace>
  <inkml:trace contextRef="#ctx0" brushRef="#br0" timeOffset="10707.61">9401 12229,'0'25,"0"49,0 25,0 0,0 1,25 24,-25-25,0 50,0 24,0-73,0-1,0-50,25-49</inkml:trace>
  <inkml:trace contextRef="#ctx0" brushRef="#br0" timeOffset="11203.64">10269 12402,'-49'-24,"24"24,-50 0,1-25,-1 0,1 25,-25 0,24 0,-24 0,25-25,-1 50,1 0,24-25,26 0,24 0,24 25</inkml:trace>
  <inkml:trace contextRef="#ctx0" brushRef="#br0" timeOffset="11644.66">10096 12774,'-125'0,"76"0,-26 0,-49 0,0 0,75 0,-26 0,-24 0,50 25,24-25,25 0</inkml:trace>
  <inkml:trace contextRef="#ctx0" brushRef="#br0" timeOffset="90716.18">6102 10418,'0'-25,"-25"50,-49 49,24 26,-49 48,0-24,49-24,0-1,-49 25,25-25,74-74,0-50</inkml:trace>
  <inkml:trace contextRef="#ctx0" brushRef="#br0" timeOffset="91929.25">1836 10542,'-25'0,"25"99,0 100,25 49,-25-75,-25-49</inkml:trace>
  <inkml:trace contextRef="#ctx0" brushRef="#br0" timeOffset="92487.28">1662 10666,'99'-50,"-24"26,-26 24,26 0,-1 24,-24-24,-1 25,26 0,-51 49,26 1,-25-75,-25 49,0 26,-25-1,0-49,0 25,1 24,-26-24,-49-25,74-25,-25 24,1-24,-1 0,25 0,25 0,0 0,75-24</inkml:trace>
  <inkml:trace contextRef="#ctx0" brushRef="#br0" timeOffset="93163.32">2431 11013,'0'25,"0"49,25 51,-1-125,26 0,0 0,24-75,-74 25,25-24,-25 74,-25 50,25 99,0-100,0 100,0-25,-25-50,0-74,-24 25,24-50,25 25,0-148</inkml:trace>
  <inkml:trace contextRef="#ctx0" brushRef="#br0" timeOffset="93770.36">2877 10988,'0'25,"25"0,-25 0,0 49,0 1,0-50,0 24,0-49,0 0,0-49,25 49,0-50,-25-25,25 26,24 24,-49 25,25 0,0 0,-25 25,25 24,-1 51,-24-75,0-1,0 1,50-25</inkml:trace>
  <inkml:trace contextRef="#ctx0" brushRef="#br0" timeOffset="94436.4">3473 11063,'24'-25,"-24"25,-49-25,24 25,0 0,-49 25,24 0,25 0,1 49,24 1,24-75,26 24,-25-24,49 0,1-24,-51-1,1 0,-25-50,0 26,0 24,0 50,0 49,25 1,0-50,0-1,-1 1,26-25,-25 0,0-49,0-100</inkml:trace>
  <inkml:trace contextRef="#ctx0" brushRef="#br0" timeOffset="95513.46">3770 11038,'25'-25,"0"50,-25 0,25 99,-25-74,0-26,-25 1,25-74,0 49,25-25,0-25,-25 0,24 1,-24 49,50-25,-25 75,-25 24,25-24,-50-25,25-1,0-48,0 24,25 0,-1-50,-24 0,25 1,0 24,-25 0,50 25,-50 25,24 24,-24 1,0 25,50-51,-25-24,-25 0,25 0,-1 0,1-24,0-1,0-25,0 0,-1-24,1 99,-25 49,0-24,0 0,0-26,0-73</inkml:trace>
  <inkml:trace contextRef="#ctx0" brushRef="#br0" timeOffset="95714.47">4465 10740,'0'25</inkml:trace>
  <inkml:trace contextRef="#ctx0" brushRef="#br0" timeOffset="96378.51">4663 10988,'0'25,"0"-25,0 25,25-25,-25-25,-25 25,25-25,-25 25,1-24,24 24,-25 24,0-24,25 0,-25 50,0 74,25-99,0 25,50-26,0 1,-26-25,26-25,24 1,1-26,-50 25,24 25</inkml:trace>
</inkml:ink>
</file>

<file path=ppt/ink/ink11.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6-11-29T02:52:13.160"/>
    </inkml:context>
    <inkml:brush xml:id="br0">
      <inkml:brushProperty name="width" value="0.05292" units="cm"/>
      <inkml:brushProperty name="height" value="0.05292" units="cm"/>
      <inkml:brushProperty name="color" value="#FF0000"/>
    </inkml:brush>
  </inkml:definitions>
  <inkml:trace contextRef="#ctx0" brushRef="#br0">2952 10939,'-25'0,"25"0,-25 0,0-25,25 25,-24 0,-1 0,25 0,-25 0,0 0,25-25,25 25,-25 0,0-25,25 25,-50 0,25 0,-25 0,25-24,0 24,0-25,0 25,25 0,-25-25,0 0,0 25,0 0,0 25,0-25,0 25,25-25,-25 0,0 25,0-25,0 24,0 26,0 0,0-50,0 24,0 1,0-25,0 25,0 0,0 0,0-1,0 1,0 25,0-25,0 0,0-1,0 26,0-25,0 24,0 1,0-25,0 0,0 49,0-24,0-26,25 26,-25 0,0-26,0 26,-25-25,50 0,-25 24,0 1,0-25,0-1,0 1,0 0,0-25,0 0,0-25</inkml:trace>
  <inkml:trace contextRef="#ctx0" brushRef="#br0" timeOffset="2557.14">3026 10740,'25'-24,"0"24,0 0,-1 0,1 0,25-25,-25 25,24 0,-24 0,25 0,-1 0,-24 0,25 0,-26 0,26 0,0 0,-26 0,26 0,-25 0,49 0,-24 0,0 0,-26 0,26 25,0-25,-26 0,26 0,-25 0,24 0,1 0,-25 0,24-25,-24 25,0 0,25 0,-1 0,-24 0,25 0,-26 0,1 0,25 0,-1 0,-24 0,0 0,0 0,-25 0,25 0</inkml:trace>
  <inkml:trace contextRef="#ctx0" brushRef="#br0" timeOffset="3506.2">4936 10716,'0'24,"0"26,0 0,0-26,0 76,0-51,-25 50,25-49,0 0,0-1,0 1,0 24,0-24,0 0,0-1,0 26,-24-26,48-24,-24 49,-24-24,24-25,0 0,0 24,0 26,0-51,0 26,0 0,0-26,0 1,0 25</inkml:trace>
  <inkml:trace contextRef="#ctx0" brushRef="#br0" timeOffset="4733.26">4862 12129,'-25'0,"25"0,-25 0,0 0,0 25,1-25,-1 0,0 0,0 0,0 0,-24 25,24-25,-49 0,24 0,25 0,-74 0,-50 25,100-25,-1 0,0 0,1 25,24-25,-25 0,-24 0,-50 0,74 0,-24 0,-1 0,1 0,-25 0,49-25,1 25,-1 0,0 0,-24 0,49 0,0 0,-24 25,-1-25,25 0,1 0,24-25</inkml:trace>
  <inkml:trace contextRef="#ctx0" brushRef="#br0" timeOffset="5614.32">2828 10765,'0'0,"0"25,0 0,0 0,0-25,0 24,25 51,-25-26,0 1,0 49,24-49,-24 24,0 26,0-26,0 0,0 1,0 49,0-25,0-74,0 0,0 99,0-75,0 1,0-1,0 1,-24 25,24-75</inkml:trace>
  <inkml:trace contextRef="#ctx0" brushRef="#br0" timeOffset="8830.5">3870 11609,'24'0,"-24"0,0 24,0 1,0 0,0 0,0 49,0-24,0-25,0-1,0 76,0-51,0 75,0-49,25 49,-25-50,0 25,0-24,0-26,0 51,0-76,0 51,-25 49,25 0,0-75,0 26,0-1,0 1,0-50,0-1,25 1,-25-25,0 0</inkml:trace>
  <inkml:trace contextRef="#ctx0" brushRef="#br0" timeOffset="9617.54">4068 13395,'-25'49,"25"-24,0 0,0 24,-25-24,1 25,-1-25,0 24,25-49,-25 25,0-25,25 0,-24 0,-1-25,0-49,-25 24,1-74,-1 75,50 24,0 0,25 25,0 0,0 0,-1 25,26-25,-25 0,0 0,-1 0,1 0,25 0,-25 0,-1-25,1 25,-25 25,0-25</inkml:trace>
  <inkml:trace contextRef="#ctx0" brushRef="#br0" timeOffset="10362.59">2257 13643,'0'24,"0"51,0-1,0 100,0-125,0 26,0 24,0-74,0 24,-25 26,25-50,0 0,0-25</inkml:trace>
  <inkml:trace contextRef="#ctx0" brushRef="#br0" timeOffset="10780.61">2729 13791,'0'0,"-25"0,-25 0,25 0,-24 0,-1 0,-24 0,24 0,25 0,-49-24,-1 24,51 0,-1 0,25 24</inkml:trace>
  <inkml:trace contextRef="#ctx0" brushRef="#br0" timeOffset="11116.63">2580 14015,'-50'0,"-24"0,24 0,-24 0,-26 0,76 0,-1 24</inkml:trace>
  <inkml:trace contextRef="#ctx0" brushRef="#br0" timeOffset="11860.67">2629 14412,'-25'0,"1"-25,-1 25,0 0,-25 0,26 0,24 0,0 25,24-1,26 1,-25 0,0-25,-1 0,1-25,0 25,-25-25,0 75,25 49,-25-49,0-1,0 75,-50-74,50-25,-25-25,-24 0,24-25,0 0</inkml:trace>
  <inkml:trace contextRef="#ctx0" brushRef="#br0" timeOffset="12234.69">3200 14213,'-25'-25,"-25"25,1 0,24 0,-25 0,26 25,-1-25,25 0</inkml:trace>
  <inkml:trace contextRef="#ctx0" brushRef="#br0" timeOffset="12533.71">3249 14387,'-24'25,"-76"-50,26 25,49 0,0 0,1 0</inkml:trace>
  <inkml:trace contextRef="#ctx0" brushRef="#br0" timeOffset="13738.78">3398 14015,'25'74,"-25"25,0-49,0 49,0-49,0 24,-25-24,25-1,0-49,0 25,0-25,0-25,0-24,-25-1,25 25,0 1,0-1,-24 0,24-25,0 1,0 24,24 0,1 0,0 0,0-24,0 24,24 0,-24 0,25 25,-1 0,-24 0,50 50,-51 0,1-1,0 1,-25-25,0 49,0-24,-25 24,0-24,1-1,-1-24,-50 25,1-1,49 1,0-25,25 0,-49-1,98-24,26 0,-1 0,50 25,-49-25,-1-74,-24-50</inkml:trace>
  <inkml:trace contextRef="#ctx0" brushRef="#br0" timeOffset="14629.83">4118 14312,'24'-25,"-24"25,0 0,0 25,0 0,0 25,0 49,25-49,-25-26,0 26,0-25,25-25,-25 25,25-50,-50-25,25-49,-25 74,0-74,1 24,24 26,0 49,49 0,-24 0,49 25,-74-25,50 24,0-24,-26 25,-24 0,25 0,-25 25,0 24,0-24,0-1,0 1,0-1,25-24,0 0,-25 0,25-50,-1 0,1-24,25-26,-50-24,-50 0,25 49,-24 0,24 1,0 49,0 0</inkml:trace>
  <inkml:trace contextRef="#ctx0" brushRef="#br0" timeOffset="14979.84">4738 14163,'49'25,"-49"50,25 98,-25-73,25-1,-25 25,-25-99,0-149</inkml:trace>
  <inkml:trace contextRef="#ctx0" brushRef="#br0" timeOffset="15454.88">4713 14312,'49'-25,"1"100,0-25,-25-1,49 50,0-24,-24-50,-50-1,50-24,-26 25,-24-50,0-24,0-199,-24-25,24 198,24 51,1-26</inkml:trace>
  <inkml:trace contextRef="#ctx0" brushRef="#br0" timeOffset="17410.99">3894 11435,'0'0,"0"0,-24 0,24 0,0 0,0-25,0-74,0 74,0 0,24-99,-24 99,0-49,0 0,0 24,0 25,0-24,0-51,0 51,0-1,0 25,0-74,0 74,25 1,-25-26,0 50,0-74,0 49,0-50,0 51,0 24,0-50,0 50,0-74,0 49,0-25,0 50,0-25,0-24,0 24,0-25,25 50,-25-74,0 74,0-25,0 0,0 0,25 1,-25 24,0-25,0 0,25 25,-25-25,0 25,0 0,-25 0,0 25,25 0,0 0,-25-1,25 1,-25 0,25 0,0 0,-24-25,24 24,0 1</inkml:trace>
  <inkml:trace contextRef="#ctx0" brushRef="#br0" timeOffset="17878.02">3919 9699,'50'49,"-25"-24,-1 0,26 0,-50-25,0 24,-25-24,-74 0,49-24,50 24</inkml:trace>
  <inkml:trace contextRef="#ctx0" brushRef="#br0" timeOffset="18423.05">4564 9649,'-25'25,"25"24,0-24,0 50,0-26,0 26,0-51,0 26,25 0,-25-50,0 49,0 1,0-25,25-25</inkml:trace>
  <inkml:trace contextRef="#ctx0" brushRef="#br0" timeOffset="18886.08">5011 9624,'-25'0,"-25"25,1-25,-1 0,-74 25,25-25,49 0,149 0</inkml:trace>
  <inkml:trace contextRef="#ctx0" brushRef="#br0" timeOffset="19212.09">4911 9773,'-24'25,"-1"0,-99-25,24 0,26 0,74 0</inkml:trace>
  <inkml:trace contextRef="#ctx0" brushRef="#br0" timeOffset="19563.09">4812 10071,'25'49,"-25"1,0 0,0-1,0 1,0-25,-25-1,25-24</inkml:trace>
  <inkml:trace contextRef="#ctx0" brushRef="#br0" timeOffset="19993.14">4762 10195,'25'-25,"0"25,0 25,0 0,24-25,-24 24,25 1,-1 0,-49 0,25-25,0 0,-25 0,0-50,0 25,-25 1,25-26,0-24,0-26</inkml:trace>
  <inkml:trace contextRef="#ctx0" brushRef="#br0" timeOffset="20411.16">5755 9996,'0'0,"-25"0,0 25,-25-25,1 0,-50 0,74 0,25 0</inkml:trace>
  <inkml:trace contextRef="#ctx0" brushRef="#br0" timeOffset="20713.18">5755 10170,'0'25,"-25"-25,0 0,-25 0,1-25,24 25,0-25,0 25,1-25,48 25</inkml:trace>
  <inkml:trace contextRef="#ctx0" brushRef="#br0" timeOffset="21387.22">6052 9823,'50'-50,"-25"50,0 0,-25 0,24 0,1 0,0 25,-25-25,0 49,-25 1,0 24,1 1,-26-25,25 49,0-74,25-1,75-24,24-24,-49-1,-26 0,26-49</inkml:trace>
  <inkml:trace contextRef="#ctx0" brushRef="#br0" timeOffset="22266.27">6499 9872,'0'0,"-50"50,25-1,1 1,24 0,24-1,1 1,0-25,0 0,0-25,-1 0,-24 0,25-25,-25-50,-49-24,49 25,-25 24,25 25,25 0,24 25,1 0,-25 0,-25 50,0 0,0-1,24 125,1-149,0 0,25-25,-26 0,26 0,0-25,-50-25,25 1,-50-51,-25 26,0 24,-24 25,24 25</inkml:trace>
  <inkml:trace contextRef="#ctx0" brushRef="#br0" timeOffset="22612.29">6970 9748,'0'0,"0"50,0-25,0 24,0 50,25-24,-25-50,0 24,0-24,0 0</inkml:trace>
  <inkml:trace contextRef="#ctx0" brushRef="#br0" timeOffset="23124.32">6970 9847,'25'25,"0"0,24 25,-24-1,25 1,-1-50,-24 25,25-25,-1 25,-49-25,25 0,-25 0,25-25,-25-25,0 0,25-98,-25 123,25-50,-25 26,0 24,0 0</inkml:trace>
  <inkml:trace contextRef="#ctx0" brushRef="#br0" timeOffset="42737.44">10418 9004,'25'0,"-25"0,-25 0,25 0,0 0,-25 25,0-25,-24 25,49-25,-50 25,-49-1,-75 1,149-25,-24 0,-1 0,25 25,1-25,-26 0,25 25,0-25,-24 25,24-25,25 0,-25 0,25 0,50 24,-25-24,123 25,101 25,-125-25,-25-25,-50 0,-24 0,-99 24,-1 1,1 0,-125 25,75-1,50 1,49-1,25-24,99 0,298-25,-99 25,-323 0</inkml:trace>
  <inkml:trace contextRef="#ctx0" brushRef="#br0" timeOffset="43173.46">10864 9054,'0'99,"0"50,0-50,25 50,0-50,0-25,0-24,-25-50</inkml:trace>
  <inkml:trace contextRef="#ctx0" brushRef="#br0" timeOffset="43564.49">11286 8905,'-25'25,"1"-1,-26 1,-25 0,1-25,-75 25,100-25,-1 25,25-25,100 0</inkml:trace>
  <inkml:trace contextRef="#ctx0" brushRef="#br0" timeOffset="43913.51">11261 9203,'-24'24,"-76"1,-73-25,73 0,76 0,73-25</inkml:trace>
  <inkml:trace contextRef="#ctx0" brushRef="#br0" timeOffset="49543.83">918 11336,'0'0,"25"0,-25 0,24 0,-24 0,25 0,0 0,0-25,-25 25,25 0,24 0,26 0,-51 0,1 0,0 25,25-25,-1 0,1 0,-25 0,24-25,1 25,-1 0,51 0,-51 0,1 0,0 0,-26 0,1 0,50-25,-26 25,-24 0,25 0,-50 0,49 0,1-25,-1 25,-49 0,25 0,0 0,-25 0,25 0,-25 0,0 0,-25-24,-49-1,-1 0,1 0,49 0,-25 25,50 0</inkml:trace>
  <inkml:trace contextRef="#ctx0" brushRef="#br0" timeOffset="49919.85">2356 11212,'25'0,"-99"49,24 1,1 24,-26-49,50 0,1-25,-26 0,50-25,0-49</inkml:trace>
  <inkml:trace contextRef="#ctx0" brushRef="#br0" timeOffset="50255.87">2034 11038,'0'0,"0"25,0 24,0 26,0-25,25-26,-50 51,25-26,25-24,-25 0,0-25,-25-25</inkml:trace>
  <inkml:trace contextRef="#ctx0" brushRef="#br0" timeOffset="50768.9">1191 10244,'0'75,"24"-1,-24-24,0 74,0-50,0 1,0-1,0-49,0 0,25-50,0-25</inkml:trace>
  <inkml:trace contextRef="#ctx0" brushRef="#br0" timeOffset="51180.92">1712 10269,'0'-25,"-75"50,25 0,-24-25,24 0,1 25,-1-25,-24 25,49-1,0-24,0 0,1 0,73 25</inkml:trace>
  <inkml:trace contextRef="#ctx0" brushRef="#br0" timeOffset="51579.95">1612 10468,'-25'0,"-24"24,-26-24,-24 0,50 0,24 0,-25 0,50 0,0 0,0 0</inkml:trace>
  <inkml:trace contextRef="#ctx0" brushRef="#br0" timeOffset="61443.51">9401 10666,'0'0,"0"0,-25 0,25 25,0-25,0 25,0-1,0 1,0 0,0 0,0 0,0-25,25 0,-25 0,0 24,25 1,-25-25,25 25,-1 0,1 24,0-49,0 25,0 0,24-25,-24 25,25 0,-26-25,1 24,0 1,-25 0,25 0,-25-25,0 50,-25-50,-25 0,-148 24,99-24,24-24,26 24</inkml:trace>
  <inkml:trace contextRef="#ctx0" brushRef="#br0" timeOffset="61760.53">9748 10765,'75'-49,"-100"49,-124 0,75-25,-50 25,49 0</inkml:trace>
  <inkml:trace contextRef="#ctx0" brushRef="#br0" timeOffset="62295.56">10021 10840,'-25'0,"-24"99,49-25,24-49,1 0,25 0,24 24,-24-49,-25 0,24-49,26-1,-50 0,-25-24,-50 0,-49-1,49 50,-24 1,49 24,0 0,0 0,25 24</inkml:trace>
  <inkml:trace contextRef="#ctx0" brushRef="#br0" timeOffset="62675.58">10517 10740,'-25'75,"25"-26,0-24,0 74,0-49,0-25,25 24,-25-24,0 0,0 0</inkml:trace>
  <inkml:trace contextRef="#ctx0" brushRef="#br0" timeOffset="63036.6">10468 10840,'124'74,"-75"0,1-24,49 0,-49-1,-1-24,-24 0,0-25,0-25,-25-25,0 26</inkml:trace>
  <inkml:trace contextRef="#ctx0" brushRef="#br0" timeOffset="63121.61">10964 11088,'0'-298,"0"199</inkml:trace>
  <inkml:trace contextRef="#ctx0" brushRef="#br0" timeOffset="63207.61">10964 10641</inkml:trace>
  <inkml:trace contextRef="#ctx0" brushRef="#br0" timeOffset="63215.61">10964 10641</inkml:trace>
  <inkml:trace contextRef="#ctx0" brushRef="#br0" timeOffset="63222.61">10964 10641</inkml:trace>
  <inkml:trace contextRef="#ctx0" brushRef="#br0" timeOffset="63230.61">10964 10616,'24'25</inkml:trace>
  <inkml:trace contextRef="#ctx0" brushRef="#br0" timeOffset="70652.03">2902 12477,'0'0,"-25"0,1 0,-1 0,0-25,-25 25,-24 0,24-25,1 25,-1 0,-24 25,-1-25,1 0,24 0,1 0,-1 0,-49 25,74-25,-25 0,1 0,-1 0,25 0,1 25,-1-25,0 0,25 0</inkml:trace>
  <inkml:trace contextRef="#ctx0" brushRef="#br0" timeOffset="71191.07">1910 12378,'-25'0,"25"0,-49 24,-26 1,-24 0,74-25,0 25,25-25,-25 25,25-25,25 0,-25 24,50-24,0 25,-1 0,-24-25,0 25,0-25,-1 0,-24 0</inkml:trace>
  <inkml:trace contextRef="#ctx0" brushRef="#br0" timeOffset="71428.08">1836 12328,'0'74,"0"-24,24 24,-24 1,0-50,0-1,-24 1</inkml:trace>
  <inkml:trace contextRef="#ctx0" brushRef="#br0" timeOffset="72278.13">1042 12154,'0'0,"-25"-25,0 1,-24 24,24 24,0 26,0 0,0 24,25-24,0 24,25 1,-25-1,25-24,-25-1,-25 26,0-51,1-24,-1 0,0 0,0 0,0-24,1-1,-1-25</inkml:trace>
  <inkml:trace contextRef="#ctx0" brushRef="#br0" timeOffset="72696.14">1017 12452,'-99'0,"24"0,26 0,49 0</inkml:trace>
  <inkml:trace contextRef="#ctx0" brushRef="#br0" timeOffset="73240.17">1116 12675,'-25'25,"1"0,-1-25,25 25,-25-1,25-24,0 25,0-25,0 25,0-25,0 0,25 25,0-25,-1 25,1-1,-25 1,25 0,-25-25,0 25,-25-25,25 25,-49-25,24 0,0-25,25 25,-25-25,25 0</inkml:trace>
  <inkml:trace contextRef="#ctx0" brushRef="#br0" timeOffset="76132.35">12005 10889,'25'0,"0"0,-25 0,-50 0,26 25,24-25,-50 0,0 0,26 0,-26 0,-74-25,99 25,-24 0,49 0,0 0,0 0,24 0,1 25</inkml:trace>
  <inkml:trace contextRef="#ctx0" brushRef="#br0" timeOffset="77045.39">12849 10542,'0'0,"0"0,-50-25,25 50,-24-25,24 25,0 49,0-24,25 24,0 1,0 148,0-74,-24-50,24-49,-50-1,0-24,1-25,24 0,0-25</inkml:trace>
  <inkml:trace contextRef="#ctx0" brushRef="#br0" timeOffset="77464.42">12849 11063,'25'0,"-100"-25,-49 25,50 0,24 0,50 25,50-25</inkml:trace>
  <inkml:trace contextRef="#ctx0" brushRef="#br0" timeOffset="78136.45">13171 11261,'-25'0,"1"0,-1 0,0 25,0-25,0 25,1-25,-1 25,25 0,0-1,0 1,25 0,-1-25,1 0,0 25,-25 0,25-25,24 49,-24-24,-25 0,0 0,0-25,-25 24,-24-24,24 0,0 0,0 0,1 0,-1 0,0 0,-25 0,50 0,-24-24</inkml:trace>
  <inkml:trace contextRef="#ctx0" brushRef="#br0" timeOffset="78618.48">13866 11063,'-25'25,"-124"-25,100 0,-1 24,25-24,25 25</inkml:trace>
  <inkml:trace contextRef="#ctx0" brushRef="#br0" timeOffset="78956.5">13965 11261,'-50'25,"26"-25,-1 0,-25 0,1 0,-1 0,25 0,25 0,0 0,25 0</inkml:trace>
  <inkml:trace contextRef="#ctx0" brushRef="#br0" timeOffset="84207.81">14461 10815,'-25'74,"25"50,0-74,-24-1,48 51,1-51,0-24,0 0,0 25,49-50,-49 0,0 0,24-50,1 0,-25 50,49-49,-49-51,0 26,-25 24,0-24,0 0,0-26,-25 76,-25-26,-49 25,-25 50,50 25,74-26,-25 26,25 0,-25 24,25 0,0 50</inkml:trace>
  <inkml:trace contextRef="#ctx0" brushRef="#br0" timeOffset="102228.84">9971 12452,'0'-25,"-24"0,-51-24,50 24,1 0,-51 0,50 50,1 25,-1-25,25 49,25 0,-25 1,24 123,1-173,-25 49,0 1,0-26,0 51,0-51,-25-24,1 0,-76-25,51 0,24-25,0 0,0 0,25-49</inkml:trace>
  <inkml:trace contextRef="#ctx0" brushRef="#br0" timeOffset="102580.86">9872 12849,'-49'0,"-51"-25,-24 25,75 0,24 0</inkml:trace>
  <inkml:trace contextRef="#ctx0" brushRef="#br0" timeOffset="103197.9">10244 13171,'-49'25,"24"-25,0 25,0-25,25 25,0-25,25 25,0 24,0 1,0-25,-1-1,1-24,0 25,-25 0,0-25,-25 25,0-25,-24 25,-1-25,1-25,24 25,0-25,0 0,25 25,0-25,50-24</inkml:trace>
  <inkml:trace contextRef="#ctx0" brushRef="#br0" timeOffset="103619.92">11013 13047,'-99'-25,"0"25,74 0,0 0,0 0,1 0,48 0</inkml:trace>
  <inkml:trace contextRef="#ctx0" brushRef="#br0" timeOffset="103968.93">11088 13196,'-75'-25,"50"25,1-25,-26 1,0-1,1 25,49 0,-25 0,25 0,0 0</inkml:trace>
  <inkml:trace contextRef="#ctx0" brushRef="#br0" timeOffset="104663.98">11410 12700,'-25'50,"25"-1,0 1,0-25,0 49,25-24,25-1,49 1,-74-25,0-1,49 1,0 25,-24-25,-25 24,-75 51,1-76,24-24,-50 0,26 25,-26-25,26 0,-1 0,25-25</inkml:trace>
  <inkml:trace contextRef="#ctx0" brushRef="#br0" timeOffset="105025">11807 12824,'-25'0,"-49"0,-1-25,26 25,-26 0,1 0,24 0,26 0,48-25</inkml:trace>
  <inkml:trace contextRef="#ctx0" brushRef="#br0" timeOffset="105712.04">12030 12973,'0'74,"-25"-24,25 49,0-49,0-1,25 51,0-76,25-24,-1 25,1-50,-25 25,0-49,49-26,-49 26,0-1,-50-74,0 50,-49-26,49 76,0-1,-25 25,-24 0,49 25,0-1,0 51,25-26,0-24,25 0</inkml:trace>
  <inkml:trace contextRef="#ctx0" brushRef="#br0" timeOffset="106165.07">12551 12799,'0'25,"25"0,-25 99,25-50,-25 25,0-24,25-25,-25 49,0-74,0-1,0-48</inkml:trace>
  <inkml:trace contextRef="#ctx0" brushRef="#br0" timeOffset="106764.1">12551 12923,'0'0,"25"25,25 49,-1-49,26 25,-26-1,1 26,49-50,-49 0,-26-1,1 1,0 0,0-50,-25-24,0-26,0-74,-25 100,50-51,-25 1,0 0,0 49,0 26,0-1</inkml:trace>
  <inkml:trace contextRef="#ctx0" brushRef="#br0" timeOffset="124113.09">9203 6598,'-25'0,"-50"25,1 0,-224-1,-74-24,25 0</inkml:trace>
  <inkml:trace contextRef="#ctx0" brushRef="#br0" timeOffset="124791.13">8012 6672,'-447'0,"-148"0,124 0,148 25,-74-25,298 0,-223 25,-1-25,-49 0,223 0,-297 25,297-25,-198 0,198 25,0-25,50 24,-50-24,75 0,-75 25,0-25,0 0,75 25,-75-25,99-25,-98 25,-1-25,25 1,49 24,-24-25,49 0,-74 0,-99 0,149 25,24 0,-24 0,49 0,-25 0,1 0,74 0</inkml:trace>
  <inkml:trace contextRef="#ctx0" brushRef="#br0" timeOffset="127487.29">19025 8706,'-25'0,"-49"0,-50 0,0 25,0 25,25-1,-1 1,1-25,124 0,49 24,26 1,49-25,-25 0,24-25,-24 24,-74-24,0 25,-125 0,-74 0,1 0,-1-1,0 26,50-25,74 0,50 24,74 1,124-25,-74-1,-25-24,198 0,-247 0,-1-74,1-50</inkml:trace>
  <inkml:trace contextRef="#ctx0" brushRef="#br0" timeOffset="127815.31">19621 8706,'0'25,"24"124,-24-50,25 1,-25-26,0 50,0-99,0 0,0-1</inkml:trace>
  <inkml:trace contextRef="#ctx0" brushRef="#br0" timeOffset="128093.32">20191 8706,'-25'-24,"-49"24,-25 0,-75 0,25 0,75 24,49-24</inkml:trace>
  <inkml:trace contextRef="#ctx0" brushRef="#br0" timeOffset="128297.33">20191 8905,'-74'0,"-125"0,1 0,74 49</inkml:trace>
  <inkml:trace contextRef="#ctx0" brushRef="#br0" timeOffset="129755.42">17884 10492,'-25'0,"1"25,-26 50,50-51,-25 26,25-25,0 0,50 24,24 1,-49-25,49-1,-49-24,74 25,-49-25,-25 50,-25-50,0 74,0-74,-25 50,-49-50,-50 49,49-24,-24-25,49-74</inkml:trace>
  <inkml:trace contextRef="#ctx0" brushRef="#br0" timeOffset="130029.43">17959 10616,'24'-24,"26"24,24 0,1-25,-1 25,1 0,-26 25</inkml:trace>
  <inkml:trace contextRef="#ctx0" brushRef="#br0" timeOffset="130855.48">17934 10567,'74'-25,"50"25,-25 25,-24 24,-50 1,-75-25,-24 0,-1 24,-74 1,100-25,49-1,49-24,199 25,-198 25,-100 24,-24-24,-75-25,50 24,74-24,75-50</inkml:trace>
  <inkml:trace contextRef="#ctx0" brushRef="#br0" timeOffset="132068.54">17859 10517,'-99'0,"74"25,50 0,25 0,99-1,49 1,-124-25,-49 25,-50 0,-74 0,0 24,0 1,49-1,50-24,25 25,74-50</inkml:trace>
  <inkml:trace contextRef="#ctx0" brushRef="#br0" timeOffset="132457.57">19000 10319,'0'0,"0"74,-49 1,49-51,0 26,25 0,24-1,50-24,-49 0,24-25,-24 0,-25-25</inkml:trace>
  <inkml:trace contextRef="#ctx0" brushRef="#br0" timeOffset="132784.59">19348 10294,'0'50,"0"74,0-75,0 75,0-25,-25 25,25-74,0 0,0-1,25-123,49-50</inkml:trace>
  <inkml:trace contextRef="#ctx0" brushRef="#br0" timeOffset="133156.6">19621 10443,'-25'25,"25"24,0-24,49 49,26-24,-26-50,1 25,0 0,-1 24,-49-24,0 25,-74-26,-50 1,49 0,-24-50</inkml:trace>
  <inkml:trace contextRef="#ctx0" brushRef="#br0" timeOffset="133499.63">19720 10443,'25'-25,"24"25,50 0,25-25,-74 25,0 25,-26-25,1 50,-25-100</inkml:trace>
  <inkml:trace contextRef="#ctx0" brushRef="#br0" timeOffset="134009.66">20389 10294,'0'0,"25"25,-25 74,25-25,-25 75,25-99,-25 24,0 25,0-74,-25 0</inkml:trace>
  <inkml:trace contextRef="#ctx0" brushRef="#br0" timeOffset="134616.69">20340 10368,'25'0,"49"50,-24 0,-1-26,50 51,1-1,-51-24,1-50,0 49,-26-49,1 0,-25-24,0-76,-25 1,25 0,-24 0,24 49,0-49,0 49,0 26,0 24,24 74,51-49</inkml:trace>
  <inkml:trace contextRef="#ctx0" brushRef="#br0" timeOffset="135064.72">22027 10542,'-25'0,"-25"0,-49-25,25 25,-1 25,50-25,-24 0,24 0,25 25,49-25</inkml:trace>
  <inkml:trace contextRef="#ctx0" brushRef="#br0" timeOffset="135789.76">23019 10071,'-75'-75,"26"50,-1 25,1 25,-1 25,25-25,25 0,-25 24,25 75,0-99,25 0,0 99,0-75,0 1,-1 49,1-49,0 49,-25-49,0-50,-25 24,-24-24,-1 0,0-24,-24 24</inkml:trace>
  <inkml:trace contextRef="#ctx0" brushRef="#br0" timeOffset="136154.78">23068 10468,'-49'0,"-26"0,26 24,-50-24,24 0,25 0,26 0,-26 25</inkml:trace>
  <inkml:trace contextRef="#ctx0" brushRef="#br0" timeOffset="136522.79">23217 10666,'0'25,"0"24,25 51,-25-51,25 1,0 74,-25-99,24-50</inkml:trace>
  <inkml:trace contextRef="#ctx0" brushRef="#br0" timeOffset="136929.81">23490 10740,'-25'0,"-24"50,-26 0,26-26,24 1,25-25,25 0,24 25,26-25,-26 25,26 0,-1 24,-49-24,0 0,-25-25,-25 25</inkml:trace>
  <inkml:trace contextRef="#ctx0" brushRef="#br0" timeOffset="139577.97">24383 10269,'-25'0,"0"25,-24-25,-1 0,-24 0,24 0,1 0,-1 0,25 0,0 0,1 25</inkml:trace>
  <inkml:trace contextRef="#ctx0" brushRef="#br0" timeOffset="139830.99">24383 10368,'-50'0,"1"0,-26 0,-49 25,75 0,49 0,0-25</inkml:trace>
  <inkml:trace contextRef="#ctx0" brushRef="#br0" timeOffset="142873.17">24780 9922,'0'-25,"-25"50,-25 24,50 26,-24-25,24-1,24 50,1-49,-25-25,50 49,-1 25,-24-99,0 25,25-25,-1 0,26-25,-26 1,-24-76,25 51,-25 24,-25-49,0-1,0 26,-25-1,0-25,25 26,-50 49,50-25,-24 0,-26 0,0 1,1 24,-1 24,-24 26,74 49</inkml:trace>
  <inkml:trace contextRef="#ctx0" brushRef="#br0" timeOffset="162656.29">19050 11906,'0'-25,"-25"25,25 0,-49 0,49-24,-50-1,0 25,26-25,-1 25,-25 0,50 0,-49 25,24 0,0-25,25 0,-25 24,25 1,0 25,0-1,0 1,0-25,0 49,0 26,25-76,-25 51,0-1,0-49,-25 0,25-25,0 49,-25 1,25 0,-24-26,-1 1,-25-25,-24 25,-26-25,26-25</inkml:trace>
  <inkml:trace contextRef="#ctx0" brushRef="#br0" timeOffset="162990.31">18405 12353,'50'-25,"49"0,0 25,-24 0,49 0,-75 0,1 25,24 0</inkml:trace>
  <inkml:trace contextRef="#ctx0" brushRef="#br0" timeOffset="163422.34">19199 12353,'0'25,"0"24,-25 1,0-25,25 49,-25-24,25 49,-24-74,24-1,0 1,0-25</inkml:trace>
  <inkml:trace contextRef="#ctx0" brushRef="#br0" timeOffset="163922.37">19397 12402,'0'0,"-25"50,-24-25,24 0,0-1,-24 26,24 0,25-26,-25-24,50 0,0 0,24 0,-24 0,25 0,-26 0,26 0,24 25,-74-25,0 0,25 0,-25 0</inkml:trace>
  <inkml:trace contextRef="#ctx0" brushRef="#br0" timeOffset="164246.37">20117 12254,'24'0,"26"0,-25 0,-25 24,49-24,-24 0,-25 0,-25 0</inkml:trace>
  <inkml:trace contextRef="#ctx0" brushRef="#br0" timeOffset="164557.41">19993 12427,'24'25,"1"-25,74 0,-24 0,-26 0,1-25,0 25,-26 0,1 25,-25-25</inkml:trace>
  <inkml:trace contextRef="#ctx0" brushRef="#br0" timeOffset="165084.44">20910 11832,'-24'25,"-1"-1,0-24,0 75,-24 24,49-74,0 0,0-1,24 1,1-25,25 0,49-25,-49 25,-26 0,1 0,25-24</inkml:trace>
  <inkml:trace contextRef="#ctx0" brushRef="#br0" timeOffset="165441.46">21109 11757,'0'75,"0"-26,0 1,-25 248,25-174,25-25,0-25,-25-49,0-74</inkml:trace>
  <inkml:trace contextRef="#ctx0" brushRef="#br0" timeOffset="165912.47">21555 11881,'-25'0,"1"25,-26 50,25-1,0-49,25 0,25-1,0 26,25 0,-1-1,1-49,-1 25,-24 0,0 0,-25 24,0 1,-25-25,-24 0,-26-1,-49-24,50-49</inkml:trace>
  <inkml:trace contextRef="#ctx0" brushRef="#br0" timeOffset="166189.5">21530 11931,'50'0,"0"0,-1 0,26 0,-26 0,26 25,-1 0</inkml:trace>
  <inkml:trace contextRef="#ctx0" brushRef="#br0" timeOffset="166492.51">22175 11782,'0'50,"25"24,0 75,-25-25,50 50,-50-50</inkml:trace>
  <inkml:trace contextRef="#ctx0" brushRef="#br0" timeOffset="167016.54">22200 11906,'25'0,"25"0,-1 50,1-1,24 26,1-75,-1 49,-24-24,-1 25,-24-25,-25-50,0-25,0 1,0-1,-25-99,0 75,25-75,0 99,0 26,0 24,-24 49</inkml:trace>
  <inkml:trace contextRef="#ctx0" brushRef="#br0" timeOffset="185583.61">2282 15900,'0'-25,"0"25,0-50,-25 50,0-49,25 24,-24-25,-1 1,25 24,-25 25,0-25,0 25,1-25,-26 25,25 0,25 0,-25 25,1 0,-1 25,0-1,25 26,-25-51,25 100,-25-49,25 74,0-50,0-25,0 1,25-26,-25 1,0 24,-49-24,-1 24,25-49,0-25,1 0,-26 0,-25 0,51-25,-1 25,-25-24,1-1,-1 0,25 0</inkml:trace>
  <inkml:trace contextRef="#ctx0" brushRef="#br0" timeOffset="186101.64">2158 16396,'-74'-25,"24"0,25 25,-49-25,-1 1,1 24,49 0,-49 0,-1 0,50 0,1 0,-1 24</inkml:trace>
  <inkml:trace contextRef="#ctx0" brushRef="#br0" timeOffset="187086.7">2307 16768,'0'0,"0"-25,-25 25,0-25,0 25,1 0,-1 0,0 0,0 25,0 0,1 0,24 0,0-1,0 1,24 0,-24 25,50-1,-25-24,24 25,-24-50,-25 24,25-24,-25 25,0-25,-25 25,0-25,1 0,-26 0,25 0,0 0,-24 0,24 0,-49-25,49 0</inkml:trace>
  <inkml:trace contextRef="#ctx0" brushRef="#br0" timeOffset="187628.73">2977 16520,'0'0,"-50"0,0-25,1 25,24 0,-49 0,24 25,0 0,25-25,1 25</inkml:trace>
  <inkml:trace contextRef="#ctx0" brushRef="#br0" timeOffset="188055.75">2977 16793,'-50'-25,"-49"25,24 0,1 25,99-25</inkml:trace>
  <inkml:trace contextRef="#ctx0" brushRef="#br0" timeOffset="191368.94">3150 17388,'0'0,"25"25,-25-50,99-124,-49 100,49-224,-25 74,-24-24,-25 149,24-125,-49 125,0 99,0 24,0 50,-24 50,24-74,0 98,0-98,24-50,-24-1,25-24,75-99,-76-25,1-49,0 123,0-99,-25 124,0 25,0 50,0-1,0 76,0-101,0 26,0 49,49-24,-49-51,25 26,25-25,-25 0,-1-25,-24 0,0 0</inkml:trace>
  <inkml:trace contextRef="#ctx0" brushRef="#br0" timeOffset="192193.99">4316 16818,'-50'0,"1"0,-1 24,50 1,0-25,0 25,0 0,25 0,0 24,0-24,24 25,-24-26,-25-24,0 25,-25 0,0-25,-24 25,-1-25,25 0,-24-25</inkml:trace>
  <inkml:trace contextRef="#ctx0" brushRef="#br0" timeOffset="198933.37">4589 15974,'25'25,"-25"-25,0 25,0-25,24 0,-24-25,0 25,0 0,0 25,-24-25,24 25,0-1,0 51,0-50,0 24,0 1,0 99,0-124,0 24,0 26,0-51,0 51,0-26,0 1,0-25,0 0,0-1,0 1,0 0,0-25,-25 25,25-50</inkml:trace>
  <inkml:trace contextRef="#ctx0" brushRef="#br0" timeOffset="199432.4">5135 16222,'74'-25,"-74"1,0 24,-25 0,0-25,-24 0,24 25,-25-25,26 0,-1 25,-99-24,74-1,-99 25,75 25,49-1,25-24,-25 25,25 0,25 0</inkml:trace>
  <inkml:trace contextRef="#ctx0" brushRef="#br0" timeOffset="199802.42">4986 16371,'49'50,"-73"-50,-1 0,-25 0,1 0,-1 0,-124 0,125 0,24 0,0 0,25 25</inkml:trace>
  <inkml:trace contextRef="#ctx0" brushRef="#br0" timeOffset="200190.45">4862 16966,'0'75,"0"-26,0 26,0-26,-25 1,25-50,-25 0</inkml:trace>
  <inkml:trace contextRef="#ctx0" brushRef="#br0" timeOffset="200720.48">4787 17016,'25'0,"0"25,-25 0,25-1,0 1,-1 25,1-50,50 25,-51-1,1-24,-25 0,25-24,-25-76,25 26,-25 49,0-24,0 49</inkml:trace>
  <inkml:trace contextRef="#ctx0" brushRef="#br0" timeOffset="202806.59">7689 10567,'100'-99,"-100"74</inkml:trace>
  <inkml:trace contextRef="#ctx0" brushRef="#br0" timeOffset="203102.61">7516 10368,'-99'-24,"-25"24,-25-25,-199 25,249 25,-248 24,99 1,74-1,125-49,-1 50</inkml:trace>
  <inkml:trace contextRef="#ctx0" brushRef="#br0" timeOffset="-212419.32">9302 14560,'0'25,"-25"-25,25 25,0 0,0 24,0 26,25-26,-25-49,25 25,-1-25,26 25,0 0,-1 0,1-1,-25 1,24 0,1 0,-25-25,-1 25,1-1,-50 26,1-25,-1 0,0-1,-49 26,-26-25,51 0,-1-1,1-24,-1-24,0-1,1-74</inkml:trace>
  <inkml:trace contextRef="#ctx0" brushRef="#br0" timeOffset="-212039.3">9674 14684,'0'0,"-50"0,1-24,-1 24,-99-25,100 25,-1 0</inkml:trace>
  <inkml:trace contextRef="#ctx0" brushRef="#br0" timeOffset="-211299.25">9947 14833,'0'25,"0"25,-25 24,25-24,0-1,25 26,-1-26,1-24,25-25,24 0,1-74,-26-1,-24 26,0-51,-25 26,-25-25,0 24,1 51,-51-26,1 50,-26 25,76 49,-1 1,25-26,0 1,0 24,0-24,25-50</inkml:trace>
  <inkml:trace contextRef="#ctx0" brushRef="#br0" timeOffset="-210808.23">10914 14982,'-50'0,"1"0,24-25,-25 25,1 0,-1 0,1 0,24 0,0 25,25-25,0 0</inkml:trace>
  <inkml:trace contextRef="#ctx0" brushRef="#br0" timeOffset="-210418.2">10914 15081,'-25'25,"0"-25,-49 0,24 0,26 0,-1 0,-25-25,25 25,1 0,24 25,24 0</inkml:trace>
  <inkml:trace contextRef="#ctx0" brushRef="#br0" timeOffset="-208810.11">10964 15726,'24'0,"-24"0,50-25,-25-24,24-1,-24-49,0 25,0-1,0-24,0 0,-1-1,1 26,0-25,-25 49,0 25,0 25,25 75,-25-1,0 1,0-1,0 0,25-24,-1-25,-24-25,25 0,0-75,25-73,-26 73,-24 1,0 24,25 50,-25-25,0 25,25 50,-25-25,0 24,0 1,0 0,0-1,25 50,-25-74,49 0,1-25,-25 0,0 0,-1 0,1 0,-50 0</inkml:trace>
  <inkml:trace contextRef="#ctx0" brushRef="#br0" timeOffset="-207501.04">12129 15180,'0'0,"-24"0,24-24,-25 24,25 0,-25 0,0-25,25 25,0 0,-25 0,25 25,-24-25,24 24,0-24,-25 25,0 0,25-25,25 50,-25-26,49 26,-24-25,0-25,0 0,24 25,-49 0,0-1,0 26,-24-50,-1 25,-25-25,25 0,-24 0,24-25,0 25,25 0,25 25,-25-25</inkml:trace>
  <inkml:trace contextRef="#ctx0" brushRef="#br0" timeOffset="-201087.67">12402 14759,'25'0,"-25"25,-25-25,25 24,0-24,-24 25,24-25,-25 0,50-25,-25 25,24-24,-24-1,50-50,-25 75,0-24,24 24,-24 0,0-25,0 25,-1 25,1-1,0-24,-25 50,25 0,-25-26,0 26,0 0,-25 24,0-24,0-26,1 51,-1 49,0-99,0 49,0-49,1-25,-1 0,0 25,0-50,25 25,0-25,-25 25,25-25,0 0,25 25,-25 0,50 0,-25 25,24 0,26 25,-26-25,1-1,-25 1,-1-25,1-25</inkml:trace>
  <inkml:trace contextRef="#ctx0" brushRef="#br0" timeOffset="-199779.6">12948 15007,'25'0,"-25"0,0 49,0 26,-25-26,25-24,0 50,0-1,25-24,-25-50,25 25,-25-25,49 0,-49-25,50 0,-50-50,0 26,0-26,-50 1,25 0,1 74,24-25,0 0,24 25,1 0,25 25,49 0,-74-25,25 0,-1 0,-49 24,-25 26,25 0,-24-26,24 26,0-50,24 50,-24-1,25-24,50 25,-51-25,26-25,24-50,-49 25,0-25,-25 26,0-1,0-25,-25 1,0-1,1 25,-1 0,-50 1,51 24,-1 0,0 0,0 24,-24 1,-1 50</inkml:trace>
  <inkml:trace contextRef="#ctx0" brushRef="#br0" timeOffset="-195273.34">9525 17016,'0'74,"25"-49,-25 0,25 0,24-75,-24 1,25-100,-1-50,1 1,-25 124,-25 49,24 74,-24 100,0-50,0 1,25 24,0-75,0-74,-25-24,25-26,-1 1,-24 0,50-100,-25 100,-25 49,0 0,0 25,0 50,0 24,0 25,0-49,0 24,25 1,0 24,-1 0,1-74</inkml:trace>
  <inkml:trace contextRef="#ctx0" brushRef="#br0" timeOffset="-194653.3">10418 17016,'0'0,"-50"-25,1 50,24-25,25 25,0 24,0-49,25 50,0-25,-1 0,-24-1,0-24,-24 0,-26 25,0 0,1-25,49-50</inkml:trace>
  <inkml:trace contextRef="#ctx0" brushRef="#br0" timeOffset="-194199.28">10864 16768,'0'25,"-49"-25,24 0,-25 0,1 25,24-25,0 0,0 0</inkml:trace>
  <inkml:trace contextRef="#ctx0" brushRef="#br0" timeOffset="-193847.26">10939 17016,'-50'25,"-24"-50,-1 25,1 0,24 0</inkml:trace>
  <inkml:trace contextRef="#ctx0" brushRef="#br0" timeOffset="-188056.93">11286 16619,'-25'50,"25"-1,0 51,0-26,25 0,0-24,0 24,0-24,24-25,26 0,-26-75,1-74,-25 25,-1 24,-24-24,-24 50,24-26,-50 1,50 24,-25 1,0 24,1 25,-76 0,26 0,49 25,0-1,25 76,-24-51,24 26,0-1,-25 0,25-49</inkml:trace>
  <inkml:trace contextRef="#ctx0" brushRef="#br0" timeOffset="-187694.9">11757 17314,'-24'-25</inkml:trace>
  <inkml:trace contextRef="#ctx0" brushRef="#br0" timeOffset="-186655.85">12005 16793,'25'0,"0"-25,0 25,0-25,-1-24,1 24,0 25,0-25,0 25,24 0,-24 0,0 0,0 25,-25-25,25 49,-25-24,0 25,0 24,-25 1,0-26,0 26,-24-26,-1 1,0-25,-24-1,-1-24,150-24,-1 24,-24 24,49 1,-74 25,0-1,0 1,-1-75</inkml:trace>
  <inkml:trace contextRef="#ctx0" brushRef="#br0" timeOffset="-185902.8">12601 16669,'25'0,"-25"25,0 24,-25-24,25 0,0 24,0 1,0 0,0 24,0-49,0 24,25 1,24 0,1-50,24 0,-49 0,99-25,-99 50,0-1,-25-24,0 25,-25-25,25 25,-25-25,0 25,0 0,1-1,-51 1,1-25,-50-49</inkml:trace>
  <inkml:trace contextRef="#ctx0" brushRef="#br0" timeOffset="-185441.78">12973 16768,'-25'0,"0"-25,0 25,-24-25,24 25,-25-24,26 24,-26 0,0 0,-24 0,49 0,0 0,1 0</inkml:trace>
  <inkml:trace contextRef="#ctx0" brushRef="#br0" timeOffset="-176283.25">13246 15999,'74'174,"-49"-125,-25 26,25 49,0 0,-25-50,24 75,1 25,0 148,0-148,-25-50,0-25,0 75,0-125,-25-49,0 0,25 0,-25 0,1 0,-1 0,0 0,-25 25,-24-25,24 0,1 25,-100 0,-50-25,-24-25,99 0,25 25,-149 25,-50 0,25-25,25 24,-74 1,49-25,149 0,-124 0,0 0,0 0,149 0,-75 0,124 0,-123 25,74-25,-1-50,76-24,-1-25,0 74,-25-198,25 74,1-50,-1 51,50-26,-25 75,0 0,49-75,-24 75,0 24,0 26,0 24,49-25,-24 50,24-25,75 25,-75 0,125-24,-75 24,-25-25,-74 25,24-25,75 25,-99 0,99 0,-74 0,49 0,-25 0,-24 0,49 25,-49-25,49-25,75 25,-50 0,-75-25,1 25,99 0,-100 0,100 0,-99 0,74 0,-75 0,1 0,99 0,-100 0,100 25,-99-25,99 0,-100 0,100 0,-25 25,75-25,297 49,-99 26</inkml:trace>
  <inkml:trace contextRef="#ctx0" brushRef="#br0" timeOffset="-171866">18380 13568,'0'25,"0"25,0-26,-25 1,1 74,-1-49,-25-25,1 24,-1 51,0-51,26-24,-1 0,25 0,49-1,1 1,0 0,49-25,-25 25,50-25,-24 0,-1 0,-74-50</inkml:trace>
  <inkml:trace contextRef="#ctx0" brushRef="#br0" timeOffset="-171458.98">18554 13717,'0'74,"0"1,0 74,-25-75,25 50,0 0,-25-25,25-24,0 24,0-49,0-26,0 1,25-25,0-49</inkml:trace>
  <inkml:trace contextRef="#ctx0" brushRef="#br0" timeOffset="-170824.94">18901 13990,'0'0,"0"25,25-1,-25 1,0 25,25-1,0 1,-1-25,1 0,25-25,-1 24,-24-24,25 25,49 25,-49-50,-26 25,1 24,-74-24,-1 0,-49 25,49-26,-49-24,25-74</inkml:trace>
  <inkml:trace contextRef="#ctx0" brushRef="#br0" timeOffset="-170454.92">19323 13990,'99'-50,"-124"50,0 0,1 0,-26 0,-24 0,24 0,0 0,1 0,-1 0,25 0,25 25</inkml:trace>
  <inkml:trace contextRef="#ctx0" brushRef="#br0" timeOffset="-170039.89">20241 14188,'0'0,"-25"0,-25 0,25-25,-49 25,24 0,1 0,-1 0,1 0,-1 0</inkml:trace>
  <inkml:trace contextRef="#ctx0" brushRef="#br0" timeOffset="-169746.88">20241 14362,'0'25,"-50"0,-24-25,-26-25,51 0,24 25</inkml:trace>
  <inkml:trace contextRef="#ctx0" brushRef="#br0" timeOffset="-168590.81">20464 14982,'74'0,"-49"-25,0-24,0-1,24-99,1 25,0-25,-26 25,-24 0,25-124,-25 199,0 49,0 0,0 99,25 25,-25 0,0-25,25 50,-25-75,25-24,-1-25,26-50,-25-74,0 0,-1-1,1 51,0-75,49 49,-74 75,25 0,-25 25,0 99,0-74,25 49,0 0,0-24,-25-51,24 1,1 0,0-25</inkml:trace>
  <inkml:trace contextRef="#ctx0" brushRef="#br0" timeOffset="-168199.79">21481 14436,'0'25,"0"74,0-24,0-1,25 1,-25-26,0 1,0-50,24 0</inkml:trace>
  <inkml:trace contextRef="#ctx0" brushRef="#br0" timeOffset="-167577.75">21779 14585,'0'0,"-25"0,-25 0,25 0,0 25,1-25,-1 0,0 25,0-25,0 0,75 25,0-1,-1 1,-24 0,25 25,-25-26,49 26,-49-50,-25 25</inkml:trace>
  <inkml:trace contextRef="#ctx0" brushRef="#br0" timeOffset="-165840.65">22076 13717,'0'99,"0"-74,0 0,0 0,25-25,0-25,0 25,-1-25,1 0,0 0,0 1,-25-1,25 0,-1 25,26 0,0 25,-26 0,1 74,0-74,-25 49,0 25,0-74,-25 99,0-74,25 24,-49 25,-1 1,25-1,1-50,-1 1,0 0,25-26,-25-24,25-24,0-1,0-50,25-98,25 123,-26 50,76 25,-51 49,-24 1,74-50,-49-75</inkml:trace>
  <inkml:trace contextRef="#ctx0" brushRef="#br0" timeOffset="-164858.6">22696 14213,'0'25,"0"149,0-75,25 0,0-49,0-1,24 1,-49-25,25-25,0 0,0-50,0 0,-25 1,0-50,-25-25,0 49,0 25,0 26,25-1,0 25,50 25,0-25,24 24,-49-24,0 0,-1 0,1 0,0 25,-25-25,25 25,-25 50,25 24,-50-25,50 1,-1-1,-24 0,50-24,0-25,24-75,0-99,-24-24,-50 98,-50-98,-49 73,-99 150</inkml:trace>
  <inkml:trace contextRef="#ctx0" brushRef="#br0" timeOffset="-161223.4">18653 16644,'50'-25,"-25"-148,-1 24,1 0,-25-50,25 75,-25 75,0 49,0 25,50 347,24-50,-74-347,50-99,-26-99,26 49,-25 125,-25 49,25 0,-25 25,0 24,49 224,-49-223,25 99,0-125,0-48</inkml:trace>
  <inkml:trace contextRef="#ctx0" brushRef="#br0" timeOffset="-160933.37">19348 16371,'24'75,"-24"-51,0 51,0 24,-24-25,24 50,0-124</inkml:trace>
  <inkml:trace contextRef="#ctx0" brushRef="#br0" timeOffset="-160414.34">19571 16570,'0'-25,"0"25,-25 25,0-25,-24 24,-26-24,50 25,1 0,48 49,1-49,25 0,-1 0,26 0,24-1,-24 1,-51 0</inkml:trace>
  <inkml:trace contextRef="#ctx0" brushRef="#br0" timeOffset="-159951.32">20290 16247,'0'0,"-74"0,49 0,-25 0,1 25,-26-25,75 25,-24-25,-1 24,0 1,25 0,-25 0,25 0</inkml:trace>
  <inkml:trace contextRef="#ctx0" brushRef="#br0" timeOffset="-159600.3">20340 16594,'-50'0,"-24"-24,24-1,25 25,-24-25,24 25,0 25,0 24</inkml:trace>
  <inkml:trace contextRef="#ctx0" brushRef="#br0" timeOffset="-154791.02">20960 16049,'0'124,"25"149,-25-199,25 50,123 74,-98-198,-25 0,74-49,-25-125,-49 100,-25-25,0-26,-25 1,-24 25,-1 50,-74 24,50 124,74 25,0 25,49-99</inkml:trace>
  <inkml:trace contextRef="#ctx0" brushRef="#br0" timeOffset="-154504.01">21654 16793,'0'25,"-24"-50</inkml:trace>
  <inkml:trace contextRef="#ctx0" brushRef="#br0" timeOffset="-153505.96">21853 16321,'0'0,"0"-24,25-26,0 25,24-24,-24-26,25 50,49-24,0 49,-49 49,-26 1,51 148,-75-73,-25-26,-25 25,26-25,-26 0,0-49,26-50,-1 0,0 0,0-25,0-25,25-24,0 0,25 49,74 25,-74 49,25-24,-1 50,75-26,-99-24,0 0,-25 0,0-25,0-50</inkml:trace>
  <inkml:trace contextRef="#ctx0" brushRef="#br0" timeOffset="-152507.9">22622 16123,'25'0,"-25"0,24 0,-24-25,25 25,50-49,49 49,-25 99,-74 0,-25 100,-99-1,49-148,25-1,-74 26,24-150,75 50,0-49,25-25,25 74,0 25,24 74,-24 1,24-1,-24 50,-26-124,-24 0</inkml:trace>
  <inkml:trace contextRef="#ctx0" brushRef="#br0" timeOffset="-151849.85">23242 16123,'0'0,"0"25,0 24,0-24,0 25,25-1,0 76,-1-101,51 1,-50 25,24-1,-24-49,49 50,1-25,-50 0,-1-1,-24 26,-24-25,-51-25,-24 25,0-25,24-75</inkml:trace>
  <inkml:trace contextRef="#ctx0" brushRef="#br0" timeOffset="-151502.83">23738 16222,'0'0,"-50"-49,26 24,-26-25,-24 50,-1-25,1 25,-75-24</inkml:trace>
  <inkml:trace contextRef="#ctx0" brushRef="#br0" timeOffset="-149390.72">23937 15652,'74'99,"-49"0,0-74,-1 74,-24-49,50 123,0 51,-26-150,-24 75,25 99,-50 124,1-198,-1-100,-50 50,-123-74,74-25,49-1,-173 51,-198-50,99-1,-25-24,-249 0,-495 0,893 0,198 0,-198 0,74 0,-223 25,149-25,99 0,-149-49,124 24,-49-124,148 99,-99-173,100 25,-1 49,-49-248,49 174,-24-149,24-25,50 322,0 26,25 24,0 0,0 0,99 1,0 24,-50 0,0 0,26-25,-75 25,49 0,-24 0,49-25,-25 25,1 0,-26 0,75-25,-74 25,49 0,-49 0,98 0,-73 0,148 0,-148 25,73-25,-48 25,-26-25,-24 0,123 0,-74 0,-24 0,-1 0,100 25,-75-25,-24 0,-1 0,100 24,-75-24,422 25,-422-25,50 25,-50-25,-25 0,26 25,48 0,-48-25,-51 24,51-24,48 25,100 0,-173-25,74 25,-1-25,-98 0,74 25,0-25,50 74,123 100</inkml:trace>
</inkml:ink>
</file>

<file path=ppt/ink/ink1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6-12-02T03:26:20.844"/>
    </inkml:context>
    <inkml:brush xml:id="br0">
      <inkml:brushProperty name="width" value="0.05292" units="cm"/>
      <inkml:brushProperty name="height" value="0.05292" units="cm"/>
      <inkml:brushProperty name="color" value="#FF0000"/>
    </inkml:brush>
  </inkml:definitions>
  <inkml:trace contextRef="#ctx0" brushRef="#br0">3770 6722,'25'-25,"-25"25,0 0,-25 25,1-25,24 25,-25 0,0-1,0 26,0 0,-24-1,24-24,-50 74,51-74,24 25,-25-25,25-1,-25 1,25 0,0 0,-25-25,50 0</inkml:trace>
  <inkml:trace contextRef="#ctx0" brushRef="#br0" timeOffset="2424.13">10096 11237,'-25'24,"0"51,50 74,24-25,-49-75,-99-49,-25-74,25-1</inkml:trace>
  <inkml:trace contextRef="#ctx0" brushRef="#br0" timeOffset="2653.15">10294 11385,'-124'-99,"74"74,1 25,24 0,0 0</inkml:trace>
  <inkml:trace contextRef="#ctx0" brushRef="#br0" timeOffset="2996.17">10740 11534,'-49'0,"-1"25,25 0,-24 24,-1 26,1-26,-1-24,25 25,0-1,1-24,24-25,24 25</inkml:trace>
  <inkml:trace contextRef="#ctx0" brushRef="#br0" timeOffset="3214.18">10592 11832,'-50'-75,"-74"1,50 24,-1 26,50-1</inkml:trace>
  <inkml:trace contextRef="#ctx0" brushRef="#br0" timeOffset="3535.2">10964 11708,'-25'74,"-25"1,1 24,-1-25,25-24,0-25,25 24</inkml:trace>
  <inkml:trace contextRef="#ctx0" brushRef="#br0" timeOffset="3736.21">10988 12005,'-74'-74,"-25"24,49 26,1 24</inkml:trace>
  <inkml:trace contextRef="#ctx0" brushRef="#br0" timeOffset="5156.29">20216 16371,'-25'99,"-25"-24,26-26,-51 26,26 24,-26 0,26-24,-26-26,50 75,-24-74,24-1,25-49</inkml:trace>
  <inkml:trace contextRef="#ctx0" brushRef="#br0" timeOffset="8088.46">1860 10294,'0'0,"0"0,25-25,-25 25,25 0,-25-25,25 25,0 0,-1-24,1 24,0 0,0 24,0-24,-1 25,-24-25,25 50,-25-50,0 25,0-1,-25 26,1-25,-1 0,0-1,-25 26,26-50,-26 25,25 0,-24-1,24 1,-25 0,125-50,-1 25,50 50,-74-25,-50 24,-25 50,-25-74,-49 25,0-50,49 0,50-25</inkml:trace>
  <inkml:trace contextRef="#ctx0" brushRef="#br0" timeOffset="8470.48">2505 10071,'0'0,"-25"0,1 25,-1 49,0 0,25 1,0 24,25 0,0-24,-1-1,1 0,-25-24,25 0,-25-50,25-50</inkml:trace>
  <inkml:trace contextRef="#ctx0" brushRef="#br0" timeOffset="8726.49">2629 10567,'-25'0,"1"0,-51 25,26-25,-1 0,0 0,26-25,-1 25,25-25</inkml:trace>
  <inkml:trace contextRef="#ctx0" brushRef="#br0" timeOffset="9123.52">2753 10046,'25'25,"0"0,-25 49,0 50,-25-25,25 0,0-24,0 24,25-25,0-49,0 0,-1-25,26-25,0-49</inkml:trace>
  <inkml:trace contextRef="#ctx0" brushRef="#br0" timeOffset="9300.53">2952 10468,'-75'0,"-24"24,25-24,-26 25</inkml:trace>
  <inkml:trace contextRef="#ctx0" brushRef="#br0" timeOffset="10232.58">3746 6970,'-25'0,"0"-25,-74 25,-25 0,49 0,1 0,-75 0,75 0,49 0,0 25,50-25</inkml:trace>
  <inkml:trace contextRef="#ctx0" brushRef="#br0" timeOffset="11273.64">3597 16694,'-25'24,"0"-24,-25 0,1 0,-26 0,1 0,-25 0,24 0,-24 0,25 0,-1 0,1 0,24-24,1 24,-1 0,0 0,26 0,24 0</inkml:trace>
  <inkml:trace contextRef="#ctx0" brushRef="#br0" timeOffset="12188.69">2679 11460,'25'49,"-25"51,25 24,-1 49,1-49,-25 25,0 74,0 25,0-74,0 0,0 24,0-24,0 24,0 1,0-1,0 0,0 1,0 173,0-174,0-24,0 24,25-49,-50-25,50 25,-25-74,0-1,0-24,0-26,25-24</inkml:trace>
  <inkml:trace contextRef="#ctx0" brushRef="#br0" timeOffset="13122.75">3125 7169,'0'0,"0"24,0 26,-24 24,24-24,0 0,0 49,0-50,0 75,0-24,-25 24,25-75,-25 100,25-99,-25 99,25-1,-25 1,1-74,-1 49,25-50,-25 75,25-25,0 74,0-173,-25 50,25-51,0 26,0-25</inkml:trace>
  <inkml:trace contextRef="#ctx0" brushRef="#br0" timeOffset="82834.73">9575 17115,'-50'50,"0"49,-24-25,-25 50,49-99,1 0,49 0,24-25,51 25,24 0,25-1,-25-24,-49 0,-1 0,-24 0,50 0,-51 0,1 0,0-24,-25 24</inkml:trace>
  <inkml:trace contextRef="#ctx0" brushRef="#br0" timeOffset="83246.75">9748 17239,'0'50,"-25"24,25 25,0 1,0-1,0 0,-24 0,24 1,0-51,-25 1,0-25</inkml:trace>
  <inkml:trace contextRef="#ctx0" brushRef="#br0" timeOffset="83697.78">8905 17562,'74'0,"-74"25</inkml:trace>
  <inkml:trace contextRef="#ctx0" brushRef="#br0" timeOffset="84406.82">8830 17587,'-24'0,"-51"0,1 0,-1 0,26 0,-50 24,49-24,-49 0,0 25,-25-25,49 0,-49 25,74-25,-98 0,-1 25,25-25,25 0,-25 0,24 0,-48 0,-1 0,-25 0,100 0,-199 0,198 0,-98 25,24-25,0 0,75 0,-75 0,74 0,-73 0,24-25,0 25,49-25,-49 25,74 0,-49-25,0 25,25 0,24-25,-24 25,-50 0,49 0,-74 0,100 0,-1 0,1 0,24 0</inkml:trace>
  <inkml:trace contextRef="#ctx0" brushRef="#br0" timeOffset="84941.85">3522 16966,'25'25,"-25"-25,25 25,-25 25,0 24,0-24,0 24,0 50,0 25,0-75,0 50,-25-24,25-51,0-49</inkml:trace>
  <inkml:trace contextRef="#ctx0" brushRef="#br0" timeOffset="86284.93">20117 16842,'0'25,"24"25</inkml:trace>
  <inkml:trace contextRef="#ctx0" brushRef="#br0" timeOffset="86415.93">20166 17239,'0'199,"0"-100,0-25,0 50</inkml:trace>
  <inkml:trace contextRef="#ctx0" brushRef="#br0" timeOffset="86776.96">19844 17289</inkml:trace>
  <inkml:trace contextRef="#ctx0" brushRef="#br0" timeOffset="87975.03">19720 17314,'-50'24,"-24"-24,-1 0,-24 25,25-25,-1 0,-49 25,-49-25,98 0,-49 0,-49 25,-1-25,50 25,-25-25,-74 0,-75 24,149-24,-24 25,-51 0,-24-25,100 25,-26-25,-74 25,0 0,74-25,1 0,-75 24,-1-24,76 0,-1 25,-74-25,-99 0,173 0,25 0,-99 0,0-25,100 25,-1 0,-75 0,1 0,74 0,1-24,-26 24,-25 0,100 0,-25 0,-25 0,-74 24,124-24,0 25,-25-25,0 25,49-25,1 0,-25 25,-25-25,49 0,26 25,-51-25,26 24,0-24,24 0,-24 0,-1 0,50 0,0 0</inkml:trace>
  <inkml:trace contextRef="#ctx0" brushRef="#br0" timeOffset="133542.63">2704 15949,'0'0,"0"0,0 25,0-25,0 25,0-25,0 25,0 0,0-1,0-24,0 25,0 0,25-25,-25 25,0-25,0 25,0-1,0-24,0 25,0 0,0 0,0-25,0 0,0 49,24-49,-24 25,0-25,0 25,0-25,0 25,0 0,0 0,0-1,0-24,0 50,0-25,25 0,-25-25,0 24,0-24,0 0,0 25,0-50,0-24,0-1</inkml:trace>
  <inkml:trace contextRef="#ctx0" brushRef="#br0" timeOffset="134124.67">2753 16297,'0'-149,"0"74,0-24,0 25,0 24,0-49,0 74,0 0,0 25,0 75,25 49,-25 0,0 0,0-75,0 26,0-26,0 1,0-25,25 49,-50-49,50 25,-25-25,0-1,0-48</inkml:trace>
  <inkml:trace contextRef="#ctx0" brushRef="#br0" timeOffset="134599.69">2778 16421,'0'-100,"0"26,0 0,0 24,0-24,0-1,0 26,0-1,0 0,0 26,0-1,25 25,-25 49,0 1,25 0,-25 24,0 0,0 75,0-74,0-1,0 25,0-49,0 0,0-26,-25-24</inkml:trace>
  <inkml:trace contextRef="#ctx0" brushRef="#br0" timeOffset="135628.75">2778 16371,'-25'-74,"25"-26,0 51,0-50,-24-1,24 26,0 0,0-50,0 24,0 26,0-25,0-1,0 1,0 25,-25-1,25-98,0 24,0 75,0-1,0-49,0 0,0 50,0-1,0-49,0 0,0 50,0-25,0-1,0-48,0 73,0-24,0-75,-25 75,25 0,0 49,25-74,-25 25,0 49,0-24,25-25,-25 0,0 49,0 0,0-49,0 0,0 49,0 1,0-75,-25 74,25 0,0 1,0-1,0 1,0-1,0 25,0-24</inkml:trace>
  <inkml:trace contextRef="#ctx0" brushRef="#br0" timeOffset="207603.87">17636 15429,'0'24,"-25"-24,1 0,24 25,-25-25,0 25,0-25,0 0,0 25,1 0,-1-1,-25 1,25 0,1 25,-1-26,0 26,0 0,0-1,1 1,-26 24,25-24,25-1,-25 1,25 0,-24 49,24-50,-25 1,25 25,0-26,0 1,0-25,25 24,-25 1,0-25,0-1,24 1,-24 0,0-25,0 25</inkml:trace>
  <inkml:trace contextRef="#ctx0" brushRef="#br0" timeOffset="208545.92">15801 15875,'-50'-25,"25"25,0 0,25 0,0 0,25 0,25 0,-1-25,26 25,-26 0,-24 0,-25 25,0 25,-25-1,-24 1,-1 24,1 1,24-1,0-49,50-50,24-24,26-1,-26 25,-24 25,0 25,-25 25,0 24,-50 0,-49 26,25-1,49-49,25-50</inkml:trace>
  <inkml:trace contextRef="#ctx0" brushRef="#br0" timeOffset="209244.96">16098 15801,'0'49,"-25"1,25 24,0 1,0-26,25 1,0 24,0-49,0 0,24 0,-24-25,0-25,0 0,24-25,-24-24,-25-25,0 74,-25 0,0 25,1 0,-1 25,0 25,0 24,25-49,0 0,0 24,0-24,0 0,25 0</inkml:trace>
  <inkml:trace contextRef="#ctx0" brushRef="#br0" timeOffset="209878">16545 16173,'-25'49,"0"-49</inkml:trace>
  <inkml:trace contextRef="#ctx0" brushRef="#br0" timeOffset="211318.08">16718 15677,'0'-25,"-24"25,24 0,-25 25,0-25,0 24,0 1,1 0,24 25,-25-26,25 26,25-25,-25 0,0-25,24 24,-24-24,25 0,0-24,0-51,0 26,-1-1,-24 0,25 26,-25-1,0 0,0 25,-25 25,50 0,-25-1,25 1,-25 25,25-1,-25 1,25 0,-25 49,0-50,0 1,0-25,0 0,0-1,24 1</inkml:trace>
  <inkml:trace contextRef="#ctx0" brushRef="#br0" timeOffset="211875.11">16867 15478,'0'0,"0"25,25 0,0 0,0-1,-25-24,24 0,1-24,-25-1,0 0,-25 25,1-25,-1 25,0 25,0 0,25 0</inkml:trace>
  <inkml:trace contextRef="#ctx0" brushRef="#br0" timeOffset="-189339">10964 9525,'0'-25</inkml:trace>
  <inkml:trace contextRef="#ctx0" brushRef="#br0" timeOffset="-189167.99">10914 9500,'-74'-25</inkml:trace>
  <inkml:trace contextRef="#ctx0" brushRef="#br0" timeOffset="-189158.99">10840 9475</inkml:trace>
  <inkml:trace contextRef="#ctx0" brushRef="#br0" timeOffset="-189151.99">10840 9475</inkml:trace>
  <inkml:trace contextRef="#ctx0" brushRef="#br0" timeOffset="-189019.98">10790 9451,'-50'-25,"26"-50</inkml:trace>
  <inkml:trace contextRef="#ctx0" brushRef="#br0" timeOffset="-188899.97">10716 9327,'-25'0,"-25"-25</inkml:trace>
  <inkml:trace contextRef="#ctx0" brushRef="#br0" timeOffset="-188889.97">10641 9302</inkml:trace>
  <inkml:trace contextRef="#ctx0" brushRef="#br0" timeOffset="-188881.97">10641 9302</inkml:trace>
  <inkml:trace contextRef="#ctx0" brushRef="#br0" timeOffset="-188771.97">10567 9227,'0'0</inkml:trace>
  <inkml:trace contextRef="#ctx0" brushRef="#br0" timeOffset="-188617.96">10443 9128,'-50'-25,"1"-49</inkml:trace>
  <inkml:trace contextRef="#ctx0" brushRef="#br0" timeOffset="-188482.95">10220 8979,'-50'-25,"0"-49</inkml:trace>
  <inkml:trace contextRef="#ctx0" brushRef="#br0" timeOffset="-188355.94">9996 8830,'-25'-24,"-74"-51</inkml:trace>
  <inkml:trace contextRef="#ctx0" brushRef="#br0" timeOffset="-188214.93">9674 8657,'-50'-50</inkml:trace>
  <inkml:trace contextRef="#ctx0" brushRef="#br0" timeOffset="-188064.93">9401 8483,'-50'-74,"-49"-25</inkml:trace>
  <inkml:trace contextRef="#ctx0" brushRef="#br0" timeOffset="-187921.92">9079 8260,'-25'-25,"-25"-74</inkml:trace>
  <inkml:trace contextRef="#ctx0" brushRef="#br0" timeOffset="-187790.91">8930 8111,'-75'-25,"26"-74</inkml:trace>
  <inkml:trace contextRef="#ctx0" brushRef="#br0" timeOffset="-187653.9">8706 7913,'-49'-25</inkml:trace>
  <inkml:trace contextRef="#ctx0" brushRef="#br0" timeOffset="-187500.89">8458 7714,'-74'-124</inkml:trace>
  <inkml:trace contextRef="#ctx0" brushRef="#br0" timeOffset="-187336.88">8161 7417,'-75'-124</inkml:trace>
  <inkml:trace contextRef="#ctx0" brushRef="#br0" timeOffset="-187193.88">7937 7268,'-49'-75</inkml:trace>
  <inkml:trace contextRef="#ctx0" brushRef="#br0" timeOffset="-187049.87">7665 7144,'-75'-25,"26"-99</inkml:trace>
  <inkml:trace contextRef="#ctx0" brushRef="#br0" timeOffset="-186607.84">8830 8012,'-24'-50</inkml:trace>
  <inkml:trace contextRef="#ctx0" brushRef="#br0" timeOffset="-186471.83">8533 7813,'-50'-49</inkml:trace>
  <inkml:trace contextRef="#ctx0" brushRef="#br0" timeOffset="-186330.83">8210 7590,'-49'-25</inkml:trace>
  <inkml:trace contextRef="#ctx0" brushRef="#br0" timeOffset="-186190.82">7813 7367,'-24'0,"-100"-74</inkml:trace>
  <inkml:trace contextRef="#ctx0" brushRef="#br0" timeOffset="-186048.81">7441 7169,'-49'0</inkml:trace>
  <inkml:trace contextRef="#ctx0" brushRef="#br0" timeOffset="-185892.8">7193 7020,'-74'-25,"-25"-74</inkml:trace>
  <inkml:trace contextRef="#ctx0" brushRef="#br0" timeOffset="-185744.79">6896 6821,'-100'-49,"26"-26</inkml:trace>
  <inkml:trace contextRef="#ctx0" brushRef="#br0" timeOffset="-185615.79">6598 6623,'-25'0</inkml:trace>
  <inkml:trace contextRef="#ctx0" brushRef="#br0" timeOffset="-185453.78">6251 6400,'-50'-25</inkml:trace>
  <inkml:trace contextRef="#ctx0" brushRef="#br0" timeOffset="-185308.77">5953 6251,'-74'-25,"-26"-74</inkml:trace>
  <inkml:trace contextRef="#ctx0" brushRef="#br0" timeOffset="-185164.76">5631 6052,'-100'-49</inkml:trace>
  <inkml:trace contextRef="#ctx0" brushRef="#br0" timeOffset="-185017.75">5358 5854,'-50'-25,"-49"-49</inkml:trace>
  <inkml:trace contextRef="#ctx0" brushRef="#br0" timeOffset="-184890.75">5110 5655,'-25'-24</inkml:trace>
  <inkml:trace contextRef="#ctx0" brushRef="#br0" timeOffset="-184741.75">4862 5432,'-25'-25</inkml:trace>
  <inkml:trace contextRef="#ctx0" brushRef="#br0" timeOffset="-184594.73">4614 5283,'-50'-24,"0"-51</inkml:trace>
  <inkml:trace contextRef="#ctx0" brushRef="#br0" timeOffset="-184456.72">4390 5135,'-49'0</inkml:trace>
  <inkml:trace contextRef="#ctx0" brushRef="#br0" timeOffset="-184309.72">4192 4986,'-25'0</inkml:trace>
  <inkml:trace contextRef="#ctx0" brushRef="#br0" timeOffset="-184213.72">4093 4911,'-25'25</inkml:trace>
  <inkml:trace contextRef="#ctx0" brushRef="#br0" timeOffset="-184208.72">4068 4936</inkml:trace>
  <inkml:trace contextRef="#ctx0" brushRef="#br0" timeOffset="-184204.72">4068 4936</inkml:trace>
  <inkml:trace contextRef="#ctx0" brushRef="#br0" timeOffset="-183843.68">3944 4738,'0'24,"0"1,25 25,0 24,-1 1,26-1,-25 1,-25-51,0 1,0 0,0-25</inkml:trace>
  <inkml:trace contextRef="#ctx0" brushRef="#br0" timeOffset="-183375.66">3969 4762,'0'0,"49"25,26 0,-1 0,25 0,-24 24,-26-24,26-25,-50 25,-50-25,0 0,-49 0,24 25,0 0,-24 24,-50 26,50-51</inkml:trace>
</inkml:ink>
</file>

<file path=ppt/ink/ink1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8-11-12T06:15:57.954"/>
    </inkml:context>
    <inkml:brush xml:id="br0">
      <inkml:brushProperty name="width" value="0.05292" units="cm"/>
      <inkml:brushProperty name="height" value="0.05292" units="cm"/>
      <inkml:brushProperty name="color" value="#FF0000"/>
    </inkml:brush>
  </inkml:definitions>
  <inkml:trace contextRef="#ctx0" brushRef="#br0">2183 9277,'0'74,"0"-49,0 0,0 25,25 24,-25-49,24 24,-24-24,50 25,-50-25,25-25,0 24,-1 1,-24 0,25-25,-25 0,25-25,0 0,-25 1,25 24,-1-75,1 50,-25 1,0-26,25-24,0 24,-25 25,0-49,0-1,0 26,0-75,-25 99,0-25,25 25,-25 1,25-1,-49 0,24 25,25 0,-25 25,0 24,25-24,-24 25,24-25,-25 99,0-75,25-24,-25-25</inkml:trace>
  <inkml:trace contextRef="#ctx0" brushRef="#br0" timeOffset="152">2183 9029,'0'50,"0"49,0-50,0 1,-25-50</inkml:trace>
  <inkml:trace contextRef="#ctx0" brushRef="#br0" timeOffset="154">2158 9277</inkml:trace>
  <inkml:trace contextRef="#ctx0" brushRef="#br0" timeOffset="199.01">2158 9277</inkml:trace>
  <inkml:trace contextRef="#ctx0" brushRef="#br0" timeOffset="323.01">2133 9128,'-25'75,"25"-26,0 1,25-25</inkml:trace>
  <inkml:trace contextRef="#ctx0" brushRef="#br0" timeOffset="623.03">2108 9227,'0'50,"25"0,-25-26,0 51,0-26,0 51,0-51,0 26,25-26,-25 1,0 24,0-24,25 24,-25-49,0 0,0-25,-25 0</inkml:trace>
  <inkml:trace contextRef="#ctx0" brushRef="#br0" timeOffset="823.04">2183 9699,'0'0,"0"24,0 26,0-50,-25 50,25-50</inkml:trace>
  <inkml:trace contextRef="#ctx0" brushRef="#br0" timeOffset="1795.1">2059 9798,'-50'49,"25"-24,-24 0,24 25,-49-1,49-24,-99 25</inkml:trace>
  <inkml:trace contextRef="#ctx0" brushRef="#br0" timeOffset="1884.1">1538 10096,'-75'-25,"75"25,25-25</inkml:trace>
  <inkml:trace contextRef="#ctx0" brushRef="#br0" timeOffset="2215.12">1984 9823,'0'0,"-49"0,24 24,-25-24,26 25,-1-25,0 25,0-25,-24 0,24 0,0 25,25-25</inkml:trace>
  <inkml:trace contextRef="#ctx0" brushRef="#br0" timeOffset="2699.15">2456 9872,'49'0,"-49"25,25-25,0 50</inkml:trace>
  <inkml:trace contextRef="#ctx0" brushRef="#br0" timeOffset="3204.18">2729 9798,'0'0,"24"0,-24 0,25 0</inkml:trace>
  <inkml:trace contextRef="#ctx0" brushRef="#br0" timeOffset="3839.21">2902 9872,'25'0,"0"25,0-25,-1 25,26 0,0-1,-26-24,26 25,-25-25,24 0,26 25,-50 0,74 0,-50-25,51 49,-51-49,1 25,24 25,-24-50,24 25,-49-1,50 1,-26-25,1 25,-50-25,49 25,-49-25,0 0,-24 0,-1 0,25 0,-25 0,0 0,0 0,-24 25,-1-25,25 0,-24 0,24 0,-25-25,1 25,24 0,0 0,0 0,25 0,0 0,50 25,-25-25,24 0</inkml:trace>
  <inkml:trace contextRef="#ctx0" brushRef="#br0" timeOffset="5088.29">4167 10269,'25'0,"0"0,-25 0,25 0,-25 0,24 0,-24 25,0-25,-24 0,24 25,0-25,-25 25,25-25,0-25,0 25,0 0,25-25,-1 25,1 0,0-25,0 25,0 0,-25 0,24 0,1 0,-25 0,0 0,0-25,0 1,25-1,-25 0,0 25,0-50,0 26,0-1,0 0,25 0,-25 50,0 0,0 0,0 74,0-74,25-1,-25 1,0-25,0 0,0 0,24 0,1 0,0 0,-25 0,25 0,-25 0,25 0,-1 0,-24 0,25 0,-50 0,25 0,-24 0,-51 0,50 0,1 0,-1 0,25 0,0-25,0 25,0 0,25 0,-1 25,1-25,0 25,0-25,0 25</inkml:trace>
  <inkml:trace contextRef="#ctx0" brushRef="#br0" timeOffset="5365.3">4614 10244,'24'0,"-24"0,25 0,-25 25,25-25,0 25,-25-25,25 0,-25 25,-25-25,0 0,0 0,25 0,0 0,-25 0</inkml:trace>
  <inkml:trace contextRef="#ctx0" brushRef="#br0" timeOffset="8232.44">4663 10195,'25'-25,"-25"0,0 0,0 1,-25-1,25 0,0-25,0 1,-25-1,25 25,-49-49,49 49,-50-49,1-1,-1 1,25 24,-24-24,24 49,-50-49,26-1,-26 26,26 24,-1-25,-24-24,-1 49,51 0,24 0,-25 25,50 0,-25 0,24 25,1 0,25 0,-25 0,24-1,-24 1,0 0,49 25,-24-26,-25 1,24 25,-24-25,25 24,24 1,25 74,-74-99,25 24,-26 1,1 24,25-24,-25 24,-25-49,24 49,1-49,-25 25,0-25,0 49,0-24,-25 24,1-24,-1 24,0-24,0-1,0 26,-24-26,-1 1,-49 74,49-50,1-24,-1 24,1-24,-1 0,-24-26,49 1,-25 0,25 0,1 0,-1-25,25 25,25-25,-1-25,1 25,0-25,49-25,-24 25,0-24,-1 24,-24-25,25 1,24-26,-49 26,0-26,24 26,-24-1,0 1,0-26,-1 1,-24-1,25 51,-25-51,0 26,25-26,-25 1,0-1,0 50,-25-123,0 123,25-74,-49 49,24-24,0 49,-24-50,24 26,-25-1,1 1,-26-26,50 50,1-24,-26 24,-24-25,24 1,0-1,1 25,-26 0,51 1,-26-51,-24 50,24-24,-49-1,49 25,25 1,0-1,1 0,-1 25,25 0,0 0,25 0,-1 0,1 25,25 24,24 1,-24-25,24 24,1 26,-26-26,51 26,-26-1,75 100,-100-100,26 26,-26-26,1 25,0-24,-26 24,26-25,-50 25,0-24,25 24,-50-24,0-1,0 25,1-24,-26-26,25 50,-24-24,-26-26,26 26,-100 74,124-100,-25-24,1 25,-1-26,25 1,-49 25,24 0,26-50,-1 24,0-24,0 25,25-25,-25 25,75-75</inkml:trace>
  <inkml:trace contextRef="#ctx0" brushRef="#br0" timeOffset="9835.56">3547 8657,'0'-25,"0"50,-25-25,25 25,0-25,0 0,-25 24,25 1,0-25,-24 0,24 25,-25-25,0 25,25-25,-25 25,-24-1,49 1,-25 0,25 0,-25 0,0-1,0 1,1 0,-26 0,25 0,25-25,-25 25,-24 24,24-24,25 0,-99 24,74 1,0-50,0 25,25 0,-49 24,24-24,0 0,0 0,1-1,-1 1,0 0,0 0,-25 24,26-49,-1 25,25 0,-50 0,1 24,24-24,0 25,0-50,0 49,1-24,-1 0,25-25,-25 25,25-25,0 25,0-25,0 0,25 0,-25 0,0-25,0 25,0-25</inkml:trace>
  <inkml:trace contextRef="#ctx0" brushRef="#br0" timeOffset="10741.61">3547 11088,'0'0,"-25"-25,25 25,-25-25,1 25,-1-25,0 0,0 1,-24-1,24 0,0-25,0 26,-24-1,-1-25,25 25,-49-24,49-1,-49 1,49 24,-25-25,-24 1,49 24,-49-50,-1 1,1 24,-75-74,99 75,25-1,-24 25,24 0,0 1,50 48,-25-24,25 25</inkml:trace>
  <inkml:trace contextRef="#ctx0" brushRef="#br0" timeOffset="11474.65">1687 9699,'0'24,"0"-24,-25 25,25 0,-25-25,25 0,-25 25,-24 0,24-1,0 1,-25 0,26 0,-26 24,0 1,1 0,24-25,-25 49,26-49,-26 24,0 1,26 0,-1-26,0 1,0 0,0-25</inkml:trace>
  <inkml:trace contextRef="#ctx0" brushRef="#br0" timeOffset="12136.69">992 10418,'0'25,"0"0,0-1,0-24,-25 0,25 25,0 0,-24 25,24-50,0 49,0-49,0 25,0 0,0 0,24-1,-24 1,25 0,-25 0,25-25,0 0,0 25,24-25,-24 0,25 0,-1 0,-24-25,49 25,50-50,-49 25,-26 1,26-1,-25 0,-1 0,26-24,-26 24,50-25,-74 1,74-1,-74 25,50-24,-1-1,-24 25,-1 0,-49 25,0 0</inkml:trace>
  <inkml:trace contextRef="#ctx0" brushRef="#br0" timeOffset="12701.72">2232 10046,'-49'25,"24"0,-25-25,-24 49,49-24,-49 25,-1-26,1 1,0 0,-1 25,1-26,49 1,-50 0,26-25,24 0,0 25,25-25,0 0,0-25,75 0,-51 0,76-49</inkml:trace>
  <inkml:trace contextRef="#ctx0" brushRef="#br0" timeOffset="13005.74">1786 10145,'-50'50,"50"-25,-74-25,49 24,0 1,0-25,1 25,24-25,-25 0,25 0</inkml:trace>
  <inkml:trace contextRef="#ctx0" brushRef="#br0" timeOffset="13619.77">1811 10542,'0'50,"25"-26,-25 26,0-25,24 74,26-25,-25-24,0 0,-1-1,1 1,-25-25,0-1,25-73</inkml:trace>
  <inkml:trace contextRef="#ctx0" brushRef="#br0" timeOffset="14294.81">2952 10269,'25'0,"-25"0,0 25,-25 0,25-25,-25 49,0-49,-24 50,-1-25,25 24,0-24,-24 50,24-51,0 51,-25-26,26 51,-1-76,0 51,25-26,-25 1,0 24,1-49,24-25</inkml:trace>
  <inkml:trace contextRef="#ctx0" brushRef="#br0" timeOffset="14748.84">2480 11063,'0'74,"25"-24,-25 24,0 50,0 0,25-49,-25 74,0-100,0 100,25-25,-25-25,0-49,0 24,0-49,0 0,0-25,-25-99</inkml:trace>
  <inkml:trace contextRef="#ctx0" brushRef="#br0" timeOffset="16610.95">2356 9897,'0'0,"25"0,-25 0,25 0,0 0,-25 0,49 0,-24 0,0-25,25 25,-26 0,1 0,50 0,-50 25,24-25,1 0,99 25,-75-25,-24 25,24-25,0 0,26 0,-26 24,50-24,-50 0,1 0,74 25,-100-25,125 25,-124-25,98 25,-73-25,-1 0,75 25,-75-25,50 0,-49 0,49 0,-74 0,-1 25,75-25,-99 0,49 0,26 24,-76-24,-24 0,25 0,-25 0,0 0,25 0,-50 0,25 0,0 25,0-25,-25 0,25 0,-24-25,24 1,-50 24,0-25,1 0,24 0,-49-25,49 50,0-24,0 24,50 0,0 0,0 24,-1-24,1 25,25 0,-1-25,-24 25,25-25,-25 25,-1-25,51 25,-50-25,-1 24,1-24,-25 0,0 25,-25-25,-24 25,24 0,-25 0,50-25,-49 24,-1 1,1 0,24-25,0 25,25-25,0 25,-25-25,25-25</inkml:trace>
  <inkml:trace contextRef="#ctx0" brushRef="#br0" timeOffset="19369.09">1860 10815,'0'25,"0"24,25 1,0-1,0 1,0 0,-1-1,-24-24,25 25,-25-25,0-50,0 0,0 25,0-25,0 0,0 25,0-25,0 25,0 0,0 0,0 50,0-25,0 25,0-1,-25 1,25-1,-49 26,49-50,-50 49,25 50,1-50,-1 1,-25 49,25-50,-49 75,49 0,-49 25,49-100,-25 124,25-123,-49 272,24-223,26-49,-1-26,25 26,0-51,-25 26,25-25,0-25,0 0,25 0,-25 0,25 25,-25-25,-25 24,25 1,-50 25,25-25,-148 173,98-124,-49 100,100-149,-26 49,50-74,0 25,50-25,-1 0,-24 0,25 0,-1 0,26-25,-1 0,25 25,-49-24,123 48,-148-24,0 25,49 0,-98-25,-1 0,0 25,0-25,-24 25,-1-25,-124 25,174-50,-24 25,24 0,0-25,0 25,24-25,1 0,0-24,99-100,-74 25,-1 0,-24-50,0 100,24-50,-24 49,0-49,-25 50,25-50,0 49,0 1,-1-75,1 100,25-100,-50 99,25-74,-1 50,-24 24,25-99,0 100,0-51,0 51,-1-26,1 26,-25 24,25-25,-25 26,0 24,25-25</inkml:trace>
  <inkml:trace contextRef="#ctx0" brushRef="#br0" timeOffset="20050.14">2183 11782,'0'99,"0"1,25 24,-25-50,0 75,24-75,1 100,0 24,0 1,0-125,-25 125,24-100,-24 75,25 24,-25-49,0-50,-25 50,25-75,0 25,-24 1,-1 24,0-99,0-25,25 0,0-25,50-99,-1 99,-24 25,25-25,-50 25,74-25,1 0,-26 1,1-1,49 25,0-25,-49 25</inkml:trace>
  <inkml:trace contextRef="#ctx0" brushRef="#br0" timeOffset="20151.14">3101 14213,'-100'25</inkml:trace>
  <inkml:trace contextRef="#ctx0" brushRef="#br0" timeOffset="20158.14">3001 14238</inkml:trace>
  <inkml:trace contextRef="#ctx0" brushRef="#br0" timeOffset="20165.14">3001 14238</inkml:trace>
  <inkml:trace contextRef="#ctx0" brushRef="#br0" timeOffset="20258.14">2877 14263,'-124'0,"100"-25,-51 25</inkml:trace>
  <inkml:trace contextRef="#ctx0" brushRef="#br0" timeOffset="20701.18">2778 14139,'0'-174,"0"124,-25-74,1 25,-1-50,25 100,-25-100,0 75,0-26,25 26,-25-100,25 100,0-25,-24 24,24-98,-25 73,25 26,0 0,-25-100,25 99,0 1,0 0,0-26,-25 51,25-1,0 25,0-49,0 74,25 0,-25 50,0 24,25 124</inkml:trace>
  <inkml:trace contextRef="#ctx0" brushRef="#br0" timeOffset="21471.22">3671 14461,'25'0,"-75"0,-24 0,24 0,-24 0,-1 0,-24 0,-25-25,-25 25,25 0,-24 0,-1 0,-25-24,-24 24,-1-25,1 0,-26 0,1 0,-273-24,273 49,99 24,-223 26</inkml:trace>
  <inkml:trace contextRef="#ctx0" brushRef="#br0" timeOffset="25814.47">3299 10815,'0'25,"25"-1</inkml:trace>
  <inkml:trace contextRef="#ctx0" brushRef="#br0" timeOffset="25975.48">3547 11112,'50'0,"-1"50,1 0,-25-1,0-49,24 50,-24-50</inkml:trace>
  <inkml:trace contextRef="#ctx0" brushRef="#br0" timeOffset="26063.49">3696 11237,'0'-25,"-149"-99</inkml:trace>
  <inkml:trace contextRef="#ctx0" brushRef="#br0" timeOffset="27268.55">2555 8830,'0'0,"-25"-24,25-1,-25 25,0-25,25 25,-24-25,-1 0,0 1,25 24,-25-25,25 25,-25 0,1 0,-1-25,-25 50,1-25,24 25,25 24,-25-24,0 25,0-1,1 26,24-1,-25 1,25 49,-25 124,0-149,0 0,1-74</inkml:trace>
  <inkml:trace contextRef="#ctx0" brushRef="#br0" timeOffset="27699.58">2183 8806,'-25'24,"-25"1,50 0,-49 49,24-49,0 50,25-50,-25 99,25-50,-24 50,24-74,-25 24,25-49,-25 0,0-50,0-25,1-49</inkml:trace>
  <inkml:trace contextRef="#ctx0" brushRef="#br0" timeOffset="28279.6">2356 9227,'-74'0,"24"-24,1 24,-1-25,-24 25,-1-25</inkml:trace>
  <inkml:trace contextRef="#ctx0" brushRef="#br0" timeOffset="41009.33">10716 8285,'-25'0,"-25"0,50 0,0 25,0-25,25 24,-25-24,25 25,0 0,24 49,-24-49,0 25,0-1,-1 51,1-51,-25 1,0-25,0 74,0-74,0-1,0 26,-25-25,1 25,24-50,-25-25,0 0,-25-124,26 50</inkml:trace>
  <inkml:trace contextRef="#ctx0" brushRef="#br0" timeOffset="41544.37">10616 8359,'-49'-25,"24"25,-25 25,26 25,-26 24,25 1,25-26,0 50,-25-49,25 24,0-24,25 0,-25-1,0 1,0 0,25-1,-25-49,25 25,24-25,75 25,-74 0,-25-25,-25 24,0-24,-25 0,0 0,-24 0,-1 0,50 25,0-25,0 25,25-25,0 25,24 0,26-25</inkml:trace>
  <inkml:trace contextRef="#ctx0" brushRef="#br0" timeOffset="41708.37">10616 9252,'25'-25,"-25"25,25 0</inkml:trace>
  <inkml:trace contextRef="#ctx0" brushRef="#br0" timeOffset="41714.37">10666 9227</inkml:trace>
  <inkml:trace contextRef="#ctx0" brushRef="#br0" timeOffset="41719.37">10666 9227</inkml:trace>
  <inkml:trace contextRef="#ctx0" brushRef="#br0" timeOffset="41970.4">10542 9327,'-50'24,"-24"-24,24 25,1-25,-26 25,26-25,-26 0,1 25,-1 0,26-25,-50 24,74 1,-25 0,1-25,49 0,124-25</inkml:trace>
  <inkml:trace contextRef="#ctx0" brushRef="#br0" timeOffset="42148.41">10418 9401,'-25'-25,"-24"25,24 0,-25 25,1-25</inkml:trace>
  <inkml:trace contextRef="#ctx0" brushRef="#br0" timeOffset="42614.43">10120 9426,'-24'0,"24"0,-25 25,25 24,0-24,0 0,-25 0,25-1,0 51,-25-26,25 26,0-50,-25 49,25-24,-25 24,25 25,-24 1,24-76,0 76,0-51,-25 26,25 24,-25-50,25 26,0-50,0-25</inkml:trace>
  <inkml:trace contextRef="#ctx0" brushRef="#br0" timeOffset="43324.47">9897 9798,'-25'25,"25"-25,0 0</inkml:trace>
  <inkml:trace contextRef="#ctx0" brushRef="#br0" timeOffset="43881.5">9872 9599,'25'25,"-25"-25,0 50,-25-1,25 1,0-25,-25 49,25-49,-24 49,-1 26,25-1,-25-49,0 74,25-75,-25 50,1 25,-1 0,0-49,0 49,25-50,-49 50,24 0,-25 0,-24 50,49-75,0-74,0 49,1-24,24-25,49-25</inkml:trace>
  <inkml:trace contextRef="#ctx0" brushRef="#br0" timeOffset="44468.54">9550 11633,'-50'25,"1"0,-1 25,25-1,0 1,25-25,0-1,0-24,25-24,0-26,0-24,24-26,-24 1,25 0,-1-50,1 50,-25-25,24 25,26-75,-50 75,-1 0,1 49,0-49,-25 49,0 1,25-1,0 0,-25 1,24-1,1 25,0-24,-25 24,25 0,0 25,24-25</inkml:trace>
  <inkml:trace contextRef="#ctx0" brushRef="#br0" timeOffset="44994.57">10964 9227,'0'0,"24"0,51 0,-1 0,-49 0,50 25,-26-25,50 25,-24-25,-26 0,-24 25</inkml:trace>
  <inkml:trace contextRef="#ctx0" brushRef="#br0" timeOffset="45136.58">11460 9252,'25'0,"-1"0</inkml:trace>
  <inkml:trace contextRef="#ctx0" brushRef="#br0" timeOffset="45143.58">11509 9252</inkml:trace>
  <inkml:trace contextRef="#ctx0" brushRef="#br0" timeOffset="45148.58">11509 9252</inkml:trace>
  <inkml:trace contextRef="#ctx0" brushRef="#br0" timeOffset="45776.61">11633 9302,'0'25,"25"-25,0 0,25 0,-26 24,26-24,24 0,-24 0,49 25,-24-25,-26 0,26 25,-26-25,1 0,49 25,-49-25,24 25,-24-1,24 1,-24-25,-25 0,99 25,-124-25,0 0,24 0,-48 0,24 0,0 0,0 0,24 0,-24 0,25 0,0 0,-25 0,0 0,25 0,-25 0</inkml:trace>
  <inkml:trace contextRef="#ctx0" brushRef="#br0" timeOffset="45875.62">12948 9525,'0'0</inkml:trace>
  <inkml:trace contextRef="#ctx0" brushRef="#br0" timeOffset="45880.62">12948 9525</inkml:trace>
  <inkml:trace contextRef="#ctx0" brushRef="#br0" timeOffset="45883.62">12948 9525</inkml:trace>
  <inkml:trace contextRef="#ctx0" brushRef="#br0" timeOffset="47911.74">12725 8558,'25'24,"24"51,-24-26,25 26,-26-1,26 25,0 26,-26-1,1-50,0 75,-25-75,0 100,0-25,-25 24,25-73,-49 73,49-74,-75 75,26-50,-1 0,0-74,1 49,-26 50,51-125,24-24,24-24,1-26,0-24,0-26,0-24,24 25,-24-25,25 0,-26 0,1 0,25-25,-1 25,-24 0,-25 0,25 0,-25-124,-25 99,-24 0,-1 1,0 24,1-25,-1 50,1-25,24 74,0-24,0 49,25-25</inkml:trace>
  <inkml:trace contextRef="#ctx0" brushRef="#br0" timeOffset="48431.75">12576 8210,'0'50,"25"24,-25 26,0 24,0-75,0 100,0-99,-25 98,25 26,0 0,0-75,0 99,0-98,0 98,25 1,-25 24,25-124,-25 124,24-148,-24 98,25-24,-25-75,0-24,-25 0,25-50</inkml:trace>
  <inkml:trace contextRef="#ctx0" brushRef="#br0" timeOffset="49402.82">15329 9475,'124'0,"0"-24,149 24,-124 0,124-25,-149 25,149 0,-174 0,25 0,99 0,-99 0,75 0,-125 0,75 25,-75-25,-24 0,49 0,-49 0,-1 0,-24 0,25 0,-25 0,-25 0</inkml:trace>
  <inkml:trace contextRef="#ctx0" brushRef="#br0" timeOffset="49813.84">18083 9500,'-25'-25,"0"1,-25-1,-24-25,0 25,-1 1,1 24,24-25,25 25,50-25</inkml:trace>
  <inkml:trace contextRef="#ctx0" brushRef="#br0" timeOffset="50085.86">18107 9451,'-24'24,"-1"1,0 0,-25 0,26 0,-1-1,25 1,-50 0,25-25,25 25,-24 0,-1-1,25-24,-25 0</inkml:trace>
  <inkml:trace contextRef="#ctx0" brushRef="#br0" timeOffset="50334.87">17785 9351,'0'50,"25"74,-25-74,0-1,0 1,-50 74</inkml:trace>
  <inkml:trace contextRef="#ctx0" brushRef="#br0" timeOffset="51098.92">17140 8582,'149'0,"-75"0,25 0,-24 0,49 0,0 0,-50 25,1-25,-1 0,-49 25,49-25</inkml:trace>
  <inkml:trace contextRef="#ctx0" brushRef="#br0" timeOffset="51391.93">18033 8458,'25'0,"0"0,24 25,1 25,-1-1,-24-49,0 50,0-25,-25 0,-25-1,0-24,0 25,-24-25,24 0,-25-25</inkml:trace>
  <inkml:trace contextRef="#ctx0" brushRef="#br0" timeOffset="51566.94">18008 8458,'25'50,"0"24,-25 26</inkml:trace>
  <inkml:trace contextRef="#ctx0" brushRef="#br0" timeOffset="51579.95">18058 8682</inkml:trace>
  <inkml:trace contextRef="#ctx0" brushRef="#br0" timeOffset="51589.95">18058 8682</inkml:trace>
  <inkml:trace contextRef="#ctx0" brushRef="#br0" timeOffset="53034.03">11261 9451,'0'-25,"-24"25,-1 0,25 25,-25-1,0 26,0 24,25 1,0-26,-25 51,25-26,0-24,0 99,-24-75,24 75,0-50,-25 50,25-75,0-24,0 74,0-75,0 51,0-51,-25-24,0 0,0-50,-49-124</inkml:trace>
  <inkml:trace contextRef="#ctx0" brushRef="#br0" timeOffset="53403.05">10244 9649,'0'25,"0"24,25 1,0 49,0-49,0 74,-1-50,-24 1,50 74,-25-75,0 50,-25 0,24 25,-24-50,25 25,-25 0</inkml:trace>
  <inkml:trace contextRef="#ctx0" brushRef="#br0" timeOffset="54505.11">11112 11063,'0'49,"0"26,0-25,0 24,0 25,25 25,-25-74,25 49,-25-25,25 26,-25 48,0-24,0-49,25 49,-25-50,25 75,-25-25,24 25,-24-99,0 98,0-98,0 149,0-125,0-24,25-26,-25 26,25-50,0 25,0-25,-1 25,1-25,25 0,-1 24,1-24,49 25,-24-25,-26 25,26 0,-26-25,1 25,-25-1,-25-24,-25 25,-25-25,-123 0,49 0,24 0,-48 25,98-25,25 0,75-25,-1 25,-24-25,0 1,-50-26,0-24,-49-1,-100-123</inkml:trace>
  <inkml:trace contextRef="#ctx0" brushRef="#br0" timeOffset="56190.21">10492 10864,'-24'-24,"-1"24,25 49,-25 1,25 24,0 25,0 1,0-1,0 25,0 0,0 0,0 25,0-25,0 25,0 0,0-1,0-24,0 25,0 0,-25 124,25-149,0-25,0 0,0 1,25-26,-25-24,0-1,25-24,-25 0,0-25,-25 25,-25-25,-49 24,25 1,-1 0,26 0,-1 0,125-25,24-50,-50 25,51 0,-51 1,26 24,-51 0,26 0,-25 0,-25 0,0-25,25-50,-25 51,0-76,24 1,-24-25,25 50,-25-50,25 49,-25-173,0 99,0 1,0 73,0-74,0 100,25-100,-25 25,25 0,-25 74,0-49,0 49,0-24,0 0,0 24,0 50,0-25,0 25,24 25,-24 25,0 49,25-74,0 173,-25-148,25 98,24-24,-24 50,0-99,0 73,-25-48,25 48,-1 1,-24 0,25-99,-25 74,0-50,25 25,-25 1,0-26,0-24,25-1,0-24,-1 25,1-26,25-24,-25 0,124 0,-125 0,26 0,-25 0,-25 0</inkml:trace>
  <inkml:trace contextRef="#ctx0" brushRef="#br0" timeOffset="57003.25">8930 11509,'0'25,"-25"0,0-25,-25 0,-74 25,100-25,-100 0,99 0,-74 25,49-25,25 0,-24 0,49 0,0 0,0 0,24 0,76 24</inkml:trace>
  <inkml:trace contextRef="#ctx0" brushRef="#br0" timeOffset="58445.34">8954 12030,'-99'0,"50"25,-1-25,-24 0,49 0,-50 0,75 0,-24 0,-1 0,25 0,-25 0,25 0,25 25,-25 0,0-1,0 1,0 25,-25 0,0-1,0 26,1-26,-1 26,-25 24,1 25,49-99,-25-1,25 1,-25-25,25 0,-25-49,25 24,-25-25,1 25,24-49,-50 0,25-1,0 26,-49-51,49 76,-49-76,-1 26,1-1,24 51,-49-51,49 50,-49-24,-50-26,100 51,-1-1,25 25,25 0,-24-25,48 0,26 25,-25-25,49 25,-49-24,49-1,1 0,-26 0,26-24,-1-1,-24 0,24-24,1 0,-1 24,50-74,-74 74,-25 1,24 24,-24 0,-25 0,25 50,-25 25,25-1,-1 1,-24 24,25 1,-25-26,25 26,-25-1,0 1,0-51,0 26,-25 0,25-50,0 0,0 0,25 0,25-25,24 25,-24-25,-1 25,26 0,-1 0,0 0,-49 0,25 0,24-25</inkml:trace>
  <inkml:trace contextRef="#ctx0" brushRef="#br0" timeOffset="58704.35">9203 11485,'-25'74,"0"0,25 26,0-51,0 50,0-49,0 49,25-24</inkml:trace>
  <inkml:trace contextRef="#ctx0" brushRef="#br0" timeOffset="99343.68">521 7937,'0'0,"0"25,0 0,0 0,0 0,0 24,25-24,-25 0,0 25,0-26,0 26,-25-25,25 0,0-1,0 1,0-50,25 1,-25-26,0 0,25 26,-1-26,-24 25,25-24,0-1,-25 25,25 0,0 0,-1 25,-24 0,25 0,0 25,-25-25,0 25,25 25,-25-25,0 99,0-100,0 1,0 0,0 25,25-26,-25-24,0 0,0-24,0-1,24-25,-24 25,25-24,-25 24,25 0,-25 0,25-24,0 24,-25-25,24 50,-24-25,25 25,0 0,-25 0,25 0,0 0,-25 25,24 0,-24 0,0 25,0-1,0-24,0 25,0-26,0 26,0-25,-24 24,24-24,0 0,0 0,0 0,0-25,24 0,1 0,-25 0,25 0</inkml:trace>
  <inkml:trace contextRef="#ctx0" brushRef="#br0" timeOffset="100640.75">1240 8384,'25'0,"-25"25,0-25,0 25,0-25,0 0,0 24,0-24,0 50,0-50,-25 25,25 0,0-25,0 24,0-24,0 25,0-25,0 0,0-25,0 25,25-24,-25 24,25-50,0 25,-25 0,24 25,-24-24,0 24,0-25,25 25,-25 0,0 0,0 0,25 25,-25-1,0-24,0 25,0 0,0 0,0 0,0-1,0 1,0-25,0 25,0-25,25 0,-25 0,0 0,0-25,25 0,-25 1,24 24,-24-25,25 0,-25 0,0 25,25-25,-25 25,0 0,0 0,25 25,-25-25,0 25,0 0,0 0,0-25,0 24,0 1,0-25,0 25,0-25,0 25,0-25,49-25</inkml:trace>
  <inkml:trace contextRef="#ctx0" brushRef="#br0" timeOffset="103253.9">5135 8781,'24'0,"-24"0,0 0,0 25,25-1,-25-24,0 25,0 0,0 25,-25-26,25 26,0-25,-24 25,24-26,0 26,0-25,0 24,0-49,0 25,0-25,24 0,-24-49,25 24,-25 25,25-50,-25 50,25-49,0-1,-1 25,-24 25,25-25,-25 0,0 25,25 0,-25 25,0-25,-25 25,25 0,0 0,-25 24,25-24,0 0,0 25,0-26,0 1,25 0,-25-25,0 0,25 0,-25 0,25-25,0 25,24-25,-49 1,50-1,-50 0,0 25,25-25,-1-24,-24 24,0 0,25 0,-25 25,0-25,25 50,-25 0,0 0,0 24,0-24,0 25,0-25,0 24,0-24,0 25,0-26,25 1,-25-25</inkml:trace>
  <inkml:trace contextRef="#ctx0" brushRef="#br0" timeOffset="103744.93">5730 9302,'0'0,"0"25,-25-1,25 1,0 0,0 0,-25 0,25-1,0 26,-25-25,25-25,0 25,0-25,-24 0,24 0</inkml:trace>
  <inkml:trace contextRef="#ctx0" brushRef="#br0" timeOffset="104187.95">5730 9327,'0'0,"0"24,0-24,25 25,-25 0,24 0,-24-25,0 25,0-25,25 24,0 1,-25-25,0 25,0-25,25 0</inkml:trace>
  <inkml:trace contextRef="#ctx0" brushRef="#br0" timeOffset="104458.97">5730 9426,'25'0,"-25"0,24 0,1 0,0 25</inkml:trace>
  <inkml:trace contextRef="#ctx0" brushRef="#br0" timeOffset="106829.11">7119 3200,'50'0,"24"0,-49-25,74 25,-49 0,24 0,25-25,0 25,-49 0,74 0,-74 25,99-25,-25 0,0 0,-75 0,100 0,-99 0,74 0,0 25,0-25,-50 0,50 0,-74 0,297 25,-223-25,-25 0,25 0,-25 0,1 0,-26 24,1-24,-26 0,26 0</inkml:trace>
  <inkml:trace contextRef="#ctx0" brushRef="#br0" timeOffset="112814.45">3001 10294,'0'-25,"0"25,25 0,-25 0,25 0,0 0,24 25,26-25,-26 25,26-25,24 25,0-25,0 0,-24 0,24 0,-24 0,-26 24,26-24,-1 0,25 0,-74 0,25 0,-50 0,49 0,-49 0,25 0,0 0,-25 0,25 0,-25 0,24 0,-24 0,0 0,25 0,-25 25</inkml:trace>
  <inkml:trace contextRef="#ctx0" brushRef="#br0" timeOffset="113466.48">4266 10120,'100'25,"-51"-25,1 25,-25-25,49 0,-49 0,0 25,-1-25,26 25,-25-25,24 0,-49 0,25 0,0 24,-50-24,0-24,1 24,24 0,-25 0,0 0,0 0,25 0</inkml:trace>
  <inkml:trace contextRef="#ctx0" brushRef="#br0" timeOffset="115737.61">223 9054,'0'0,"0"-25,0 25,25 0,-25 25,25 0,-25-25,25 49,-25-24,24 25,-24-1,25 1,-25-25,25 24,-25-24,25 0,-25 0,25-1,-25 1,24 0,-24 0,0 0,0-25,0 24,0-48,25-1,-25 0,0 0,0 0,25-49,-25 49,25 0,-25-24,25-1,0 1,-25 24,0 0,24-49,-24 49,25 0,-25 0,0 0,0 25,0-25,25 25,-25 0,0 0</inkml:trace>
  <inkml:trace contextRef="#ctx0" brushRef="#br0" timeOffset="116783.67">620 9525,'0'25,"0"0,0-1,0 1,0 0,0-25,0 50,0-50,0 49,0-49,0 25,25 0,-25-25,0 0,25 0,0-25,-25 0</inkml:trace>
  <inkml:trace contextRef="#ctx0" brushRef="#br0" timeOffset="117010.69">719 9302,'0'-25</inkml:trace>
  <inkml:trace contextRef="#ctx0" brushRef="#br0" timeOffset="117334.71">943 9227,'24'0,"1"0,-25 0,50 25,-50-25,25 0,-25 0,0 0,24 0,-24 0</inkml:trace>
  <inkml:trace contextRef="#ctx0" brushRef="#br0" timeOffset="117557.72">943 9401,'24'0,"1"0,25 0,-25 0,-1 0,26-25</inkml:trace>
  <inkml:trace contextRef="#ctx0" brushRef="#br0" timeOffset="118207.76">1339 9079,'-24'49,"24"-24,0 0,-25 0,25 24,0-49,-25 50,25-1,0-24,0-25,0 25,0 0,25-25,-25 25,25-25,-1 0,26-25,-50 25,50-25,-26 0,26 0,-50 1,50-76,-75 76,50-1,-50 0,25-25,0 26,-25-1,25 25,-50-25,26 25,-1-25,0 25,-25 25</inkml:trace>
  <inkml:trace contextRef="#ctx0" brushRef="#br0" timeOffset="119899.85">5928 9971,'25'25,"-25"0,25 25,-25-25,0 24,0-24,0 25,0 24,-25-24,25-26,0 26,0-25,0 0,0-1,25-24,-25-24,25-1,0 0,-1 0,1-24,0-1,-25 25,50-49,-50 49,24 0,-24-24,25 24,-25 25,25 0,-25 0</inkml:trace>
  <inkml:trace contextRef="#ctx0" brushRef="#br0" timeOffset="120386.88">6127 10468,'0'24,"0"26,0-25,0 0,0-1,0-24,0 25,25-25,-25 25,0-25,24 0,-24-25</inkml:trace>
  <inkml:trace contextRef="#ctx0" brushRef="#br0" timeOffset="120607.89">6325 10195</inkml:trace>
  <inkml:trace contextRef="#ctx0" brushRef="#br0" timeOffset="120873.9">6400 10344,'99'24,"-74"1,24 0,-24-25</inkml:trace>
  <inkml:trace contextRef="#ctx0" brushRef="#br0" timeOffset="121102.92">6499 10542,'25'0,"-1"25,1-25,0 0</inkml:trace>
  <inkml:trace contextRef="#ctx0" brushRef="#br0" timeOffset="121644.95">6796 10344,'0'0,"0"49,-24-49,24 25,-25 0,25 0,-25 24,25-49,0 50,0-25,0-25,0 24,0-48,25 48,0-24,-1 0,1-24,25-1,-25 0,24-25,-24 26,0-26,-25 25,0-24,-25-26,0 50,-24 1,-1 24,0 24</inkml:trace>
  <inkml:trace contextRef="#ctx0" brushRef="#br0" timeOffset="126394.22">16197 10071,'0'25,"25"24,25 26,-25-51,24 76,-24-76,25 76,-25-51,-1 1,-24-50,0 0,0-25,0-25,-24-98</inkml:trace>
  <inkml:trace contextRef="#ctx0" brushRef="#br0" timeOffset="126700.24">16669 9996,'0'75,"0"-26,-25 26,25-26,-25 51,0-26,1 0,24-24,-25 0,25-50,-25 24,0 1,25-74</inkml:trace>
  <inkml:trace contextRef="#ctx0" brushRef="#br0" timeOffset="127132.27">17115 10170,'50'0,"24"0,-49 25,25-25,-26 0,1 0,-50 25</inkml:trace>
  <inkml:trace contextRef="#ctx0" brushRef="#br0" timeOffset="127368.28">17190 10344,'74'0,"-49"24,49-24,-49 0,25 25,-26-25,-24-25</inkml:trace>
  <inkml:trace contextRef="#ctx0" brushRef="#br0" timeOffset="130891.48">23688 2902,'25'0,"0"25,0-25,24 25,26-25,-50 0,49 0,-24 0,24 0,25 0,1 0,-51 0,50 0,-49-25,24 25,1 0,-26 25,-24-25,0 0,0 0,-25 25,25-25,-25 0,-25 0,0 24,-25 1</inkml:trace>
  <inkml:trace contextRef="#ctx0" brushRef="#br0" timeOffset="133232.62">18008 9897,'0'0,"-25"50,1-26,24 1,0 25,-25-25,50 24,-1 1,26-25,-25 0,49-1,-49 1,49 0,1 25,-26-26,-24-24,0 25,-25 0,0 0,-50 0,1-1,24-24,-173-24,148-1</inkml:trace>
  <inkml:trace contextRef="#ctx0" brushRef="#br0" timeOffset="133466.63">17983 9996,'124'-49,"-49"24,-1 25,1 0,-26 0,50 0</inkml:trace>
  <inkml:trace contextRef="#ctx0" brushRef="#br0" timeOffset="133942.66">18604 9947,'-25'24,"25"26,0 25,0-26,0 1,25-1,-1-24,1 0,25 0,-25-50,-1 0,1 0,25 1,-1-26,-24 0,-25 26,0-26,0 50,-25-50,1 25,-51 1,-49-1,50 50,49-25,-25 24,25 1,50 25</inkml:trace>
  <inkml:trace contextRef="#ctx0" brushRef="#br0" timeOffset="134853.71">19248 10021,'25'99,"-25"-24,25-26,-25-24,0 0,0-50,0-24,0-1,0 0,25 1,0 24,-25-25,24 50,1 0,0 0,0 25,0 25,-1-1,-24 26,0-50,0-25,0-25,0-25,0-24,0 24,25 0,-25 26,25 24,0 0,0 0,0 24,-25 1,24 50,1-1,0-24,-25-25,0 24,0-49,25-25</inkml:trace>
  <inkml:trace contextRef="#ctx0" brushRef="#br0" timeOffset="135287.73">20141 9947,'-24'0,"-1"0,0 24,0-24,-24 25,49 0,-25 0,25 25,25-26,-1 1,1 0,0-25,0 50,24-26,-24 1,-25-25,0 25,0-25,0 25,-25 0,-24-25,49 0,-50 0,-24-50,24-99</inkml:trace>
  <inkml:trace contextRef="#ctx0" brushRef="#br0" timeOffset="135534.75">20166 9624,'-49'0,"-1"0,0 0,1 0</inkml:trace>
  <inkml:trace contextRef="#ctx0" brushRef="#br0" timeOffset="135775.76">20290 9475,'25'174,"-25"-100,0 174</inkml:trace>
  <inkml:trace contextRef="#ctx0" brushRef="#br0" timeOffset="141503.09">7045 13494,'0'0,"24"25,1-1,50 26,-26 24,-24-49,25 25,-1-25,-24 24,25 1,-50-25,0-1,24-24,-24 25,0-50</inkml:trace>
  <inkml:trace contextRef="#ctx0" brushRef="#br0" timeOffset="141810.1">7565 13221,'-24'50,"-1"24,25-49,-25 74,0-49,25 24,-25 0,1 1,24-50,0 24,0-24,0 0,0 0</inkml:trace>
  <inkml:trace contextRef="#ctx0" brushRef="#br0" timeOffset="142100.12">7615 13593,'25'-25,"0"25,24 0,-24 0,25 0,-26 0,26 0,-25 0,0 0,-1 0,1 0</inkml:trace>
  <inkml:trace contextRef="#ctx0" brushRef="#br0" timeOffset="142310.13">7789 13767,'49'-25,"26"25,-51-25,1 25,0-25</inkml:trace>
  <inkml:trace contextRef="#ctx0" brushRef="#br0" timeOffset="142809.16">8186 13097,'74'-75,"-74"51,50-1,-50 25,49-25,-49 25,25 25,0-25,0 49,-1-24,-24 0,-24 49,-1 1,-25-1,1 1,24-1,25-24,0-25,25-1,-1 1,26 50,-75-125</inkml:trace>
  <inkml:trace contextRef="#ctx0" brushRef="#br0" timeOffset="143260.19">8384 13841,'0'50,"0"-50,0 24,0-24,-25 0,25 0,0-24,0-1</inkml:trace>
  <inkml:trace contextRef="#ctx0" brushRef="#br0" timeOffset="155593.87">14635 11311,'0'0,"0"25,-25 0,25-1,0 1,0 25,0-1,0 1,0-25,0 24,0 26,0-50,0 24,0 1,0 24,0 1,0-1,0 0,0-24,0 25,0-51,0 1,0 0,0 0,-50-100</inkml:trace>
  <inkml:trace contextRef="#ctx0" brushRef="#br0" timeOffset="156259.93">14560 11435,'0'0,"25"-25,-25 25,50-25,-1 1,-49-1,50 25,-25 0,0-25,24 25,1 25,-25 0,-1-1,-24-24,25 25,0 0,-25 25,0-26,-25 26,0-25,-24 24,-1-24,-99 50,125-51,-26 26,25-25,0 0,1-1,24-24,0 0,0 25,24-25</inkml:trace>
  <inkml:trace contextRef="#ctx0" brushRef="#br0" timeOffset="157363">15056 11708,'25'25,"-25"-1,0-24,0 25,0 0,0 0,0 0,25-1,-25 1,0-25,0 25,0 0,25-25,-25 0,25 0,-25 0,0-25,24 0,1 25,0-49,-25 49</inkml:trace>
  <inkml:trace contextRef="#ctx0" brushRef="#br0" timeOffset="157566.01">15205 11385,'0'0</inkml:trace>
  <inkml:trace contextRef="#ctx0" brushRef="#br0" timeOffset="159503.12">15875 11385,'0'25,"0"0,0 25,0-1,0 26,0-26,0 1,0-1,0-24,0-25,0 25,25-25</inkml:trace>
  <inkml:trace contextRef="#ctx0" brushRef="#br0" timeOffset="159821.14">15726 11584,'25'0,"25"0,-26-25,51 25,-1 0,-24 0,-25 0,-1 0,1 0,-25 25</inkml:trace>
  <inkml:trace contextRef="#ctx0" brushRef="#br0" timeOffset="160895.2">14957 11658,'0'0,"0"-25,-25 50,25-25,0 25,0 25,0-1,0-24,0 49,0-49,0 0,0 25,0-26,0 1,0-25,0 25,0-25,0 25,0 0,25-25</inkml:trace>
  <inkml:trace contextRef="#ctx0" brushRef="#br0" timeOffset="162253.28">16446 11212,'-25'25,"25"-25,0 74,0 25,25-24,-25-26,24 75,-24-74,25 74,0-25,0 0,-25-74,0 25,0-26,0 1,-25-25,-49-99</inkml:trace>
  <inkml:trace contextRef="#ctx0" brushRef="#br0" timeOffset="162673.29">16396 11311,'50'-50,"-26"26,51 24,-50 0,24 0,1 0,-1 49,-24-49,0 50,-25-1,0 1,-25 0,-24-1,24-24,-25 25,25-26,1 1,-26 25,25-25</inkml:trace>
  <inkml:trace contextRef="#ctx0" brushRef="#br0" timeOffset="163216.31">16793 11683,'25'-25,"-25"25,24 0,1 0,25-25,-25 25,-1 0,1 25,-25-25,25 25,-25 0,-25 0,0-1,1 1,-1 0,0 0,0 0,25-25,0 24,0 1,50-25,-25-25,-1 25,-24 0,75-49</inkml:trace>
  <inkml:trace contextRef="#ctx0" brushRef="#br0" timeOffset="163564.34">17190 11559,'0'25,"0"0,0-1,0 1,0 0,24 25,-24-26,0 26,25-25,-25 0,25-25,-25 0,0 0,25-50,-25 25,49-74</inkml:trace>
  <inkml:trace contextRef="#ctx0" brushRef="#br0" timeOffset="163762.34">17190 11311,'0'0,"-25"0,25 0</inkml:trace>
  <inkml:trace contextRef="#ctx0" brushRef="#br0" timeOffset="164307.37">18281 11311,'-25'0,"0"0,1 0,-1 0,-25 0,1 0,24 0,0 0,0 0,0 0,1 0,-1 25,25-25,-25 0</inkml:trace>
  <inkml:trace contextRef="#ctx0" brushRef="#br0" timeOffset="164566.41">18207 11385,'0'0,"-25"0,0 0,-25 25,26-25,-26 0,25 25,-24 0,49-25,0 25,0-25</inkml:trace>
  <inkml:trace contextRef="#ctx0" brushRef="#br0" timeOffset="165025.43">18579 10864,'0'25,"0"0,0 49,0-24,25 24,-25 26,24-1,-24-49,0 49,25-74,-25 24,0 26,25-51,-25 1,0 0,0-25,25 0</inkml:trace>
  <inkml:trace contextRef="#ctx0" brushRef="#br0" timeOffset="165515.46">18504 11038,'0'-25,"25"0,25-24,-1 24,1 0,0 0,-1 25,26 0,-51 0,1 25,0 0,-25 0,0 24,0-24,0 25,-25-25,-24-1,-1 26,0-25,1 0,24-25</inkml:trace>
  <inkml:trace contextRef="#ctx0" brushRef="#br0" timeOffset="166880.54">18901 11435,'0'25,"25"0,-25-1,0 26,0-25,25 24,-25-24,0 0,0 0,0 0,0-25,0 24,0-24,0-24</inkml:trace>
  <inkml:trace contextRef="#ctx0" brushRef="#br0" timeOffset="167377.57">19323 11311,'0'-25,"-25"25,0 0,25 0,-25 0,1 25,24 0,-25 24,25-24,0 25,0-25,0-1,25 51,-1-1,-24-24,25-1,-25-24,0 0,-25-25,1 0,-1 0,0-50,0 1</inkml:trace>
  <inkml:trace contextRef="#ctx0" brushRef="#br0" timeOffset="167625.57">19348 11485,'-25'0,"0"0,-25 0,1 0,-1 24,25-24,1 0</inkml:trace>
  <inkml:trace contextRef="#ctx0" brushRef="#br0" timeOffset="168026.61">19993 11088,'24'74,"-24"-49,0 49,0 1,0-26,0-24,-24 0,24 0,0-25</inkml:trace>
  <inkml:trace contextRef="#ctx0" brushRef="#br0" timeOffset="168254.62">20092 11212,'-50'0,"-24"25,-25-25,74 24,0 1,0-25</inkml:trace>
  <inkml:trace contextRef="#ctx0" brushRef="#br0" timeOffset="168622.64">20290 10740,'0'100,"0"-1,25 0,-25-25,0 51,0-76,25 75,-25-25,0-49,0-25,25 24,-25-98</inkml:trace>
  <inkml:trace contextRef="#ctx0" brushRef="#br0" timeOffset="169024.66">20290 10815,'25'-25,"0"0,24 0,-24 25,25-24,24 24,-24 24,-25 1,-1 0,-24 0,0 24,-24 1,-1 0,0-26,-49 26,49-50,-25 50,1-26,24 1,25-25</inkml:trace>
  <inkml:trace contextRef="#ctx0" brushRef="#br0" timeOffset="169773.71">20563 11137,'0'-49,"0"49,0-25,25 25,-25 0,25 0,-1 0,1 25,0-25,0 24,-25 26,-25-25,0 0,0 0,1-1,-1 1,25 0,49-25,1 0,-25 0,25 0,-50 0,49-50</inkml:trace>
  <inkml:trace contextRef="#ctx0" brushRef="#br0" timeOffset="170260.73">21158 10939,'-24'-25,"24"25,-50-25,50 25,-50 0,50 25,0-25,-24 50,24-50,0 49,0-24,0 25,-25-26,50 26,-25 0,24-1,-24 1,0-25,0 24,0-24,0 0,0-25,0 25,-24-25,24 0,-25 0,0 0,0-25,25 0,0-74</inkml:trace>
  <inkml:trace contextRef="#ctx0" brushRef="#br0" timeOffset="170466.75">21084 11088,'-50'0,"1"24,-1 1</inkml:trace>
  <inkml:trace contextRef="#ctx0" brushRef="#br0" timeOffset="205456.75">14957 12378,'-25'24,"50"1,0 0,25-25,-1 25,26-25,24-25,0 25,0-25,1 25,-26 25,0 0,-49 0,25 24,-50 1,0-25,-25-1,25 1,-25-25,25 0,75-74,-51 49,26-25,-25 26,24-26,26 25,-1 0,-49 1,49 24,-49 24,50 1,-1 0,1 0,-51-25,51 25,-50-25,49 0,-24 0,-1-50,-24 50,25-50,-50 1,49-50,-49 74,0-25,0 50,-25-25,25 0,-49 50</inkml:trace>
  <inkml:trace contextRef="#ctx0" brushRef="#br0" timeOffset="206344.8">15949 13295,'0'25,"0"25,25-1,-25 26,25-26,-25 1,25 24,0-49,24 25,-24-25,0-1,0 1,-1-25,1 0,0-25,0-24,0-1,-1 1,1-26,-25-49,0 50,-25-1,25 75,-24-49,-1 49,0-25,-25 0,26 25,-26 0,0 25,26 0,-1 0,0-25,0 24,25-24,0 25,0-25,25 0,49-25</inkml:trace>
  <inkml:trace contextRef="#ctx0" brushRef="#br0" timeOffset="206859.83">16867 13444,'0'0,"25"-25,49 25,-24-24,24 24,-24-25,0 25,-26 0,-24 25,25-25,-25 24,-74-24</inkml:trace>
  <inkml:trace contextRef="#ctx0" brushRef="#br0" timeOffset="207136.84">16818 13593,'49'0,"26"-25,-1 0,25 1,-24 24,-26 0,-24 0,0 24,-25 1</inkml:trace>
  <inkml:trace contextRef="#ctx0" brushRef="#br0" timeOffset="-214157.42">17735 12799,'-24'0,"-1"25,0 0,25 0,-25 24,0 1,1 24,24-49,0 49,0-49,0 50,24-26,1 1,-25-25,50 24,-25-49,-1 25,26-25,-25-25,0 1,24-1,-24 0,0-25,0-49,-25 74,0 0,-25 1,25 24,-25-25,0 25,-24 25,49-1,-50 1,25 0,25 25,-25-1,25 1,0-25,0 0,0-1,25-24,-25 0</inkml:trace>
  <inkml:trace contextRef="#ctx0" brushRef="#br0" timeOffset="-213604.39">18083 12998,'0'49,"0"-24,0 25,0-1,24 1,1 0,0-26,25 1,-26-25,26-25,-25 25,0-49,-1-1,-24-24,25 24,-25-24,-25 24,1 25,-1-24,-50 49,26 0,-1 24,25 1,1 0,-1 0,0 24,25-49,0 25,0-25,50-25</inkml:trace>
  <inkml:trace contextRef="#ctx0" brushRef="#br0" timeOffset="-212158.3">18678 12303,'0'0,"0"0,-25 25,25 0,-25 24,25 1,-24-25,24 0,-25 24,25 1,-25-1,25 26,0-26,0-24,0 50,0-51,0 51,0-1,25 1,24-26,-24 1,0-25,0 0,0-1,-25 1,0-25,24 25,-24-25,0 0,-24 0,24 25,0-50</inkml:trace>
  <inkml:trace contextRef="#ctx0" brushRef="#br0" timeOffset="-211471.26">18802 12700,'25'25,"0"0,-25-1,24 1,1 25,0-1,49 1,-24 24,-25-24,0-25,-1 24,-24-24,0-25,-24-49,24-26,0-49</inkml:trace>
  <inkml:trace contextRef="#ctx0" brushRef="#br0" timeOffset="-211113.25">19248 12601,'0'49,"-24"26,-26-26,25 51,0-26,1 0,-1-24,0 0,25-1,0-24,0-50,0 0,25-24,-25-1</inkml:trace>
  <inkml:trace contextRef="#ctx0" brushRef="#br0" timeOffset="-210597.22">19372 12278,'25'25,"0"0,0 49,-25-24,49 0,-49-1,25-24,0 49,-25-24,25 0,0-1,-25 26,0-26,0-24,0 25,-25-1,0 1,0-25,0 24,25-24,0 0,-49 25,49-26,0 1</inkml:trace>
  <inkml:trace contextRef="#ctx0" brushRef="#br0" timeOffset="-207896.06">20166 12526,'0'25,"0"25,-25 24,25 1,-24-1,24 0,-25-24,25 0,-25-1,25-24,0 0,0-25,0 0,-25-50</inkml:trace>
  <inkml:trace contextRef="#ctx0" brushRef="#br0" timeOffset="-207554.04">19893 12874,'25'0,"50"0,-26-25,50 25,-74 0,25 0,-25 0,24 0,1 0,-25 25,-25-25,-75 0</inkml:trace>
  <inkml:trace contextRef="#ctx0" brushRef="#br0" timeOffset="-202993.78">20811 12328,'0'25,"-25"-25,25 25,0 24,-24-24,24 25,0-26,0 1,0 25,0-25,0 24,0-24,24 25,-24-26,0 51,0-26,0-24,25 0,-25 0,25 24,0 1,0-25,24 0,-24-25</inkml:trace>
  <inkml:trace contextRef="#ctx0" brushRef="#br0" timeOffset="-202437.75">21034 12502,'-24'24,"24"26,0 0,0-1,0 26,24-51,1 26,0 0,0-50,0 0,-1 0,1-25,0-25,0 1,0-1,-25-24,0-26,-25 51,0 24,0 0,0 0,1 25,-1 0,0 25,0 0,25 0</inkml:trace>
  <inkml:trace contextRef="#ctx0" brushRef="#br0" timeOffset="-202213.75">21481 12576,'0'25,"0"0,-25-1</inkml:trace>
  <inkml:trace contextRef="#ctx0" brushRef="#br0" timeOffset="-201800.72">21555 12328,'0'25,"0"0,0-1,25 26,0-25,0 0,24-1,-24 1,25 0,-50 0,25 0,-25-1,0 1,0-25,-25 25,0-25,-25 25,25-25,-49-25</inkml:trace>
  <inkml:trace contextRef="#ctx0" brushRef="#br0" timeOffset="-201547.7">21605 12278,'124'-49,"-50"49,-24 0,0 0,-26 0,1 25</inkml:trace>
  <inkml:trace contextRef="#ctx0" brushRef="#br0" timeOffset="-201130.67">21977 12254,'0'24,"0"26,0 0,0 24,0-24,25-1,0 1,-1-25,1-25,0 0,0-25,0 0,-25-25,24 1,-24-1,0 1,-24-1,-1 25,-25-24,-74 24,75 25</inkml:trace>
  <inkml:trace contextRef="#ctx0" brushRef="#br0" timeOffset="-200636.64">22101 11881,'74'25,"-24"25,-25-25,24 24,-24-24,0 25,0 24,0 1,-1-51,-24 51,0-50,0 49,-24-24,-1-1,25 1,-25-1,0-24,25 0,-25 25,1-26,24-24,-25 25,25-25,-25-74,50-75</inkml:trace>
  <inkml:trace contextRef="#ctx0" brushRef="#br0" timeOffset="-200068.61">22597 11832,'-25'25,"0"24,1 1,-1 24,0-24,25 24,0 26,-25-26,50 0,-25 1,25-26,0 1,-1 24,1-49,25 0,-50 0,25-25,-50 0</inkml:trace>
  <inkml:trace contextRef="#ctx0" brushRef="#br0" timeOffset="-197355.46">22721 12080,'-25'25,"25"-25,-25 49,25-24,0 0,25 25,0-26,0 26,0-25,24 0,-24-1,0 1,25 0,-50 0,24 0,-24-1,-24 1,-1 0,-25-25,-24 25,24-50,-24-124</inkml:trace>
  <inkml:trace contextRef="#ctx0" brushRef="#br0" timeOffset="-197119.44">22622 12204,'25'-50,"49"50,1 0,-1 25,25-25,-49 25,-1-25,-24 25</inkml:trace>
  <inkml:trace contextRef="#ctx0" brushRef="#br0" timeOffset="-196603.41">23118 12229,'0'25,"25"-1,-25 26,25-25,-1 24,-24-24,25 0,0 0,0-25,-25 25,25-25,-1 0,1-25,0 0,0 0,0 0,-25-24,24 24,-24-25,0 26,-24-1,24 0,-25 0,0-25,-25 50,1 0,24 0,0 0,0 25,25-25,-24 25</inkml:trace>
  <inkml:trace contextRef="#ctx0" brushRef="#br0" timeOffset="-195925.38">23416 11832,'24'25,"26"-1,-25 26,0 24,24 1,-24-26,0 26,0-1,-25 1,24-1,-24 1,0-1,-24-24,-1 24,25-49,-25 24,0-24,0 0,1 0,24 0,-25-25,50-25</inkml:trace>
  <inkml:trace contextRef="#ctx0" brushRef="#br0" timeOffset="-186876.86">14312 14709,'50'0,"-25"0,24 0,26 25,-1-25,1 0,-26 0,-24 50,0-26</inkml:trace>
  <inkml:trace contextRef="#ctx0" brushRef="#br0" timeOffset="-181027.52">15255 14585,'0'25,"-25"-50,25 25,0 0,0 0,0 0,0 0,0 0,0 0,0 0,0 0,0 0,0 0,0 0,0 0,0 0,0 0,0 0,0 0,-25 0,25 0,0 0,-25 0,25 0,0 0,-24 0,24 0,0 0,-25 0,25-25,0 25,0 0,0-24,0-1,25-50,-1 26,-24 24,25 0,0-25,0 26,0-26,-25 25,24 0,1 25,0-24,0-1,0 25,0 0,-1 0,1-25,0 25,0 25,0-25,-25 0,24 0,-24 25,25-25,-25 24,0 1,0-25,0 25,0 25,0-26,0 1,-25 0,25 0,-24 0,-1 24,25-24,-25 0,0 25,0-26,1 1,-26 74,25-74,0 0,0 0,1 0,-1-1,25 1,-25 0,25 0,-25-25,25 25,0-25,-25 0,50 0,-25 0,0 0,25 0,0 0,-25 0,25 0,-1 0,26-25,-25 25,0 0,24 0,-24-25,0 25,25 0,-26 0,26 0,-25 0,0 0,-1 0,1 25,0-25,-50-50</inkml:trace>
  <inkml:trace contextRef="#ctx0" brushRef="#br0" timeOffset="-180529.49">15801 14188,'-50'0,"50"25,-25 25,25-1,0 1,25-50,25 25,49-25,-25 0,-24 25,-1-25,1 49,-50 1,0-25,-50-1,-24 26,-50-25,99-25,25 0</inkml:trace>
  <inkml:trace contextRef="#ctx0" brushRef="#br0" timeOffset="-180146.47">15726 14064,'25'0,"25"0,-1 0,-24 0,49 0,-24-25,0 25,24 0,-24 0,-26 0,26 25,-50-25,25 25,-25-25,0 25,0-25,-25 25</inkml:trace>
  <inkml:trace contextRef="#ctx0" brushRef="#br0" timeOffset="-179082.41">14511 15131,'25'-25,"-1"25,26 0,0 0,-1 0,26-25,-1 25,0-25,1 25,-1 0,1 0,24-24,0 24,0-25,-24 0,49 25,-25-25,0 25,75-25,-75 25,0 0,0 0,-24 0,-25 0,24 0,-24 25,-1-25,-24 25,-25-25,25 0,-25 25,0-25,-25 25,0-25,0-25</inkml:trace>
  <inkml:trace contextRef="#ctx0" brushRef="#br0" timeOffset="-177478.32">15329 15453,'0'0,"0"0,0 0,0-24,-25 24,25 0,25 0,-50 24,1 26,-1 0,25-1,-25-24,25 74,-25-74,25 49,0-24,0 0,25-1,-25-24,25 0,-25 0,49-1,-24 1,0-25,25 0,-25 0,-1 0,1 0,25-25,-25 1,24-1,-49 0,25 0,0-24,0 24,-1-74,-24 74,-24 0,24 0,0 25,-25-25,25 25,-25 0,0 0,0 50,1-50,24 25,-25 0,25-1,-25 26,25-25,0 24,0 1,0-25,25 0,-25-1,0 1,25 0</inkml:trace>
  <inkml:trace contextRef="#ctx0" brushRef="#br0" timeOffset="-176914.29">15825 15652,'25'0,"-25"25,25 24,0-24,0 0,-25-25,49 49,-24-49,0 25,0-25,-1 0,1 0,0-25,0-24,0-1,-1 25,-24-24,0 24,25-25,-50 26,25-26,-24 25,-1 0,-74 25,49 0,0 25,1 0,24 0,0 0,25-25,0 24,25 26,0-50</inkml:trace>
  <inkml:trace contextRef="#ctx0" brushRef="#br0" timeOffset="-176391.26">17214 14734,'25'0,"25"0,-1-25,1 25,-25 0,24 0,-24 0,25 0,-25 25,0-25,-25 25,24-25,-24 25</inkml:trace>
  <inkml:trace contextRef="#ctx0" brushRef="#br0" timeOffset="-176088.25">17314 14908,'74'-25,"-49"25,24 0,-24 0,25 0,-25 25,24-25,-24 24,25 1,-50-25,25 25</inkml:trace>
  <inkml:trace contextRef="#ctx0" brushRef="#br0" timeOffset="-175418.2">18083 14287,'49'25,"-49"0,25 0,25 49,-26 1,1-50,0 49,-25-49,25 49,0-24,-25-1,24-49,-24 25,0-25,25 0,0-25,0-24,-25 24,25-49,-25 24,24-24,1 49,25-124,-25 99,0-24,-1 24,1 25,-25 1,25 24,-25 24</inkml:trace>
  <inkml:trace contextRef="#ctx0" brushRef="#br0" timeOffset="-172639.04">18802 14387,'0'-25,"25"25,49 0,-24-25,24 25,1 0,-1 0,0 0,-49 25,0 0,-25-25,25 25,-50-25,-49 0</inkml:trace>
  <inkml:trace contextRef="#ctx0" brushRef="#br0" timeOffset="-172300.02">18876 14511,'25'0,"50"0,-26 0,-24 0,49 0,-49 0,25 0,-1 25,-24-25,-25 0,0 24,0-24,0 25,-25-25</inkml:trace>
  <inkml:trace contextRef="#ctx0" brushRef="#br0" timeOffset="-149833.75">19695 14238,'0'0,"25"0,24 0,-24 25,50-25,-26 24,26-24,-51 0,51 0,-50 0,24 25,1-25,-25 25,-25-25,24 25,-24-25</inkml:trace>
  <inkml:trace contextRef="#ctx0" brushRef="#br0" timeOffset="-149187.72">20439 13915,'0'50,"25"0,-25 24,25-24,-1 24,26-24,-25 24,0-49,24 0,-24 0,25-25,-25-25,-1 0,1-25,0-24,0-1,-25 26,0-26,-25 1,0-75,0 124,1-24,-26 24,25 25,-25 0,26 25,-26 0,25 24,-24 1,-1 49</inkml:trace>
  <inkml:trace contextRef="#ctx0" brushRef="#br0" timeOffset="-148915.69">21034 14163,'25'50,"-25"-25,-25 0</inkml:trace>
  <inkml:trace contextRef="#ctx0" brushRef="#br0" timeOffset="-147368.6">21406 13593,'0'25,"0"0,-24-1,24 1,-25 0,25 0,-25 0,25-1,-25 1,25-25,-25 50,25-25,0-1,0-24,0 25,0 0,25-25,-25 0,50 0,-50 0,25 0,-1 0,51 0,-75 0,25-25,-1 25,1 0,-25 0,0 25,-25-75</inkml:trace>
  <inkml:trace contextRef="#ctx0" brushRef="#br0" timeOffset="-146934.57">21506 13568,'0'25,"0"0,0 24,0-24,0 25,0-25,0 49,0 0,0 1,0-26,-25 26,25-26,0 1,0 0,0-1,0-24,0-25,0 25,0-25</inkml:trace>
  <inkml:trace contextRef="#ctx0" brushRef="#br0" timeOffset="-146281.54">21679 13816,'0'-25,"25"25,0-24,0-1,24 25,-24-25,25 25,-25 0,24 0,-24 0,-25 25,0-25,0 25,0-1,0 1,-50 25,26 24,-1-49,-25 25,25-26,1 51,-1-26,0 1,25-25,0-25,25 0,0 25,-1-25,26-25,-25 25,24-25,-49 25,50 0,-25-25,0 25,-1 0,-24 0,25 0,-25 25</inkml:trace>
  <inkml:trace contextRef="#ctx0" brushRef="#br0" timeOffset="-145225.49">22423 13692,'0'25,"0"25,25-1,-25 26,0-26,0 26,25-26,-25 1,0-25,0-75,0 0,0-24,0 49,0-24,0-1,25 25,0-24,-1 24,26 25,-25 0,0 25,-1-1,1 26,0-25,-25 24,0-24,0 0,0 0,-25 0,25-25,0 0,0-25,0-25,0 1,0-1,0 25,25-74,-25 74,25 0,-25-24,25 24,0 25,-1 0,-24 0,50 25,-25 0,24 24,-49-24,25 49,0-49,-25 25,0-1,0 1,0-25,0 0,0-1,0 1</inkml:trace>
  <inkml:trace contextRef="#ctx0" brushRef="#br0" timeOffset="-144663.44">23391 13667,'0'0,"-25"0,0 25,-24 0,24 0,0 24,0-24,25 25,0-25,50 24,-25-24,49 0,-24 0,-1-1,1-24,-25 25,-25 0,0-25,0 25,-75 0,26-25,-1 0,25 0,0 0,1 0</inkml:trace>
  <inkml:trace contextRef="#ctx0" brushRef="#br0" timeOffset="-144265.43">23292 13345,'0'0,"24"0,1 0,0 25,0-25,0 0,-1 25,1-25,-25 0,0 0,25-25</inkml:trace>
  <inkml:trace contextRef="#ctx0" brushRef="#br0" timeOffset="-143951.4">23589 13221,'25'25,"-25"24,25-49,-25 50,0 0,0-1,0-24,0 25,0-50,0 24</inkml:trace>
  <inkml:trace contextRef="#ctx0" brushRef="#br0" timeOffset="-142322.31">24011 14263,'-74'99,"24"-49,-25-1,1 1,-25-1,0 1,-25 0,24-1,-24 1,0-25,0 24,0-24,-25 0,1 24,24-24,-25 0,25 0,-25 0,0-1,-173 1,173 0,25-25,-25 0,25 0,-25 0,25 0,0-25,0 0,0-24,0 24,25 0,-25-24,49 24,-24-25,25 1,-1-26,26 1,-1 24,25-24,-24-125,49 100,0 0,24 0,1 24,25 1,0-1,-1 1,26 24,-26 1,26-1,24 25,-25 1,25-1,1 0,-1-25,0 26,25 24,-25-25,125-25,-100 50,-25-25,25 25,0-24,-25-1,25 0,0 25,0-25,0 0,-25 25,25-25,0 1,-24 24,-1-25,25 25,-25 0,0-25,25 25,-24 0,123 25,-124 0,0 24,0-24,-24 50,-1-26,1 26,-26 24,-24-25,0 25,-25-24,0-1,0 25,-25-49,0 0,0-50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26F35A-97FA-AA45-AB61-1FA0802C782F}" type="datetimeFigureOut">
              <a:rPr lang="en-US" smtClean="0"/>
              <a:t>9/11/25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8F97AA-17A0-1744-AB81-9ECB6FF6C349}" type="slidenum">
              <a:rPr lang="en-US" smtClean="0"/>
              <a:t>‹#›</a:t>
            </a:fld>
            <a:endParaRPr lang="en-US"/>
          </a:p>
        </p:txBody>
      </p:sp>
    </p:spTree>
    <p:extLst>
      <p:ext uri="{BB962C8B-B14F-4D97-AF65-F5344CB8AC3E}">
        <p14:creationId xmlns:p14="http://schemas.microsoft.com/office/powerpoint/2010/main" val="1731676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DB90C9D-2E1E-4E09-B029-B824400B27D1}" type="slidenum">
              <a:rPr lang="en-US" smtClean="0"/>
              <a:pPr/>
              <a:t>33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DB90C9D-2E1E-4E09-B029-B824400B27D1}" type="slidenum">
              <a:rPr lang="en-US" smtClean="0"/>
              <a:pPr/>
              <a:t>34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miter lim="800000"/>
            <a:headEnd/>
            <a:tailEnd/>
          </a:ln>
        </p:spPr>
        <p:txBody>
          <a:bodyPr/>
          <a:lstStyle/>
          <a:p>
            <a:fld id="{F74929E0-1D26-454A-A554-8937D60DBD5F}" type="slidenum">
              <a:rPr lang="en-US" altLang="en-US" smtClean="0"/>
              <a:pPr/>
              <a:t>43</a:t>
            </a:fld>
            <a:endParaRPr lang="en-US" alt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p:spPr>
        <p:txBody>
          <a:bodyPr/>
          <a:lstStyle/>
          <a:p>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miter lim="800000"/>
            <a:headEnd/>
            <a:tailEnd/>
          </a:ln>
        </p:spPr>
        <p:txBody>
          <a:bodyPr/>
          <a:lstStyle/>
          <a:p>
            <a:fld id="{05C47B36-1895-4755-9D76-03A6CF05510C}" type="slidenum">
              <a:rPr lang="en-US" altLang="en-US" smtClean="0"/>
              <a:pPr/>
              <a:t>44</a:t>
            </a:fld>
            <a:endParaRPr lang="en-US" altLang="en-US"/>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p:spPr>
        <p:txBody>
          <a:bodyPr/>
          <a:lstStyle/>
          <a:p>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miter lim="800000"/>
            <a:headEnd/>
            <a:tailEnd/>
          </a:ln>
        </p:spPr>
        <p:txBody>
          <a:bodyPr/>
          <a:lstStyle/>
          <a:p>
            <a:fld id="{FF90C79E-257F-4D2F-BB78-96A057BE8DEE}" type="slidenum">
              <a:rPr lang="en-US" altLang="en-US" smtClean="0"/>
              <a:pPr/>
              <a:t>45</a:t>
            </a:fld>
            <a:endParaRPr lang="en-US" altLang="en-US"/>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p:spPr>
        <p:txBody>
          <a:bodyPr/>
          <a:lstStyle/>
          <a:p>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miter lim="800000"/>
            <a:headEnd/>
            <a:tailEnd/>
          </a:ln>
        </p:spPr>
        <p:txBody>
          <a:bodyPr/>
          <a:lstStyle/>
          <a:p>
            <a:fld id="{82569B2A-5E6B-44E0-B2B4-379B5FA0C72D}" type="slidenum">
              <a:rPr lang="en-US" altLang="en-US" smtClean="0"/>
              <a:pPr/>
              <a:t>46</a:t>
            </a:fld>
            <a:endParaRPr lang="en-US" altLang="en-US"/>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p:spPr>
        <p:txBody>
          <a:bodyPr/>
          <a:lstStyle/>
          <a:p>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miter lim="800000"/>
            <a:headEnd/>
            <a:tailEnd/>
          </a:ln>
        </p:spPr>
        <p:txBody>
          <a:bodyPr/>
          <a:lstStyle/>
          <a:p>
            <a:fld id="{2FC7AEE9-494E-41E3-995B-CB0556AB30F8}" type="slidenum">
              <a:rPr lang="en-US" altLang="en-US" smtClean="0"/>
              <a:pPr/>
              <a:t>47</a:t>
            </a:fld>
            <a:endParaRPr lang="en-US" alt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p:spPr>
        <p:txBody>
          <a:bodyPr/>
          <a:lstStyle/>
          <a:p>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miter lim="800000"/>
            <a:headEnd/>
            <a:tailEnd/>
          </a:ln>
        </p:spPr>
        <p:txBody>
          <a:bodyPr/>
          <a:lstStyle/>
          <a:p>
            <a:fld id="{E2312708-BC7D-4191-A731-1BA65AD6835B}" type="slidenum">
              <a:rPr lang="en-US" altLang="en-US" smtClean="0"/>
              <a:pPr/>
              <a:t>48</a:t>
            </a:fld>
            <a:endParaRPr lang="en-US" alt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p:spPr>
        <p:txBody>
          <a:bodyPr/>
          <a:lstStyle/>
          <a:p>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miter lim="800000"/>
            <a:headEnd/>
            <a:tailEnd/>
          </a:ln>
        </p:spPr>
        <p:txBody>
          <a:bodyPr/>
          <a:lstStyle/>
          <a:p>
            <a:fld id="{3E3C2F7F-7DE8-44AA-84CF-BA384419A120}" type="slidenum">
              <a:rPr lang="en-US" altLang="en-US" smtClean="0"/>
              <a:pPr/>
              <a:t>49</a:t>
            </a:fld>
            <a:endParaRPr lang="en-US" alt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p:spPr>
        <p:txBody>
          <a:bodyPr/>
          <a:lstStyle/>
          <a:p>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miter lim="800000"/>
            <a:headEnd/>
            <a:tailEnd/>
          </a:ln>
        </p:spPr>
        <p:txBody>
          <a:bodyPr/>
          <a:lstStyle/>
          <a:p>
            <a:fld id="{1344234D-40F9-4553-BAEF-AD567FF00B49}" type="slidenum">
              <a:rPr lang="en-US" altLang="en-US" smtClean="0"/>
              <a:pPr/>
              <a:t>50</a:t>
            </a:fld>
            <a:endParaRPr lang="en-US" alt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p:spPr>
        <p:txBody>
          <a:bodyPr/>
          <a:lstStyle/>
          <a:p>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miter lim="800000"/>
            <a:headEnd/>
            <a:tailEnd/>
          </a:ln>
        </p:spPr>
        <p:txBody>
          <a:bodyPr/>
          <a:lstStyle/>
          <a:p>
            <a:fld id="{D86B4FCA-37B5-49AF-A1A5-ADF36319AC2E}" type="slidenum">
              <a:rPr lang="en-US" altLang="en-US" smtClean="0"/>
              <a:pPr/>
              <a:t>58</a:t>
            </a:fld>
            <a:endParaRPr lang="en-US" altLang="en-US"/>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miter lim="800000"/>
            <a:headEnd/>
            <a:tailEnd/>
          </a:ln>
        </p:spPr>
        <p:txBody>
          <a:bodyPr/>
          <a:lstStyle/>
          <a:p>
            <a:fld id="{67B78E20-5424-4C55-BBB7-29F16794CD7D}" type="slidenum">
              <a:rPr lang="en-US" altLang="en-US" smtClean="0"/>
              <a:pPr/>
              <a:t>59</a:t>
            </a:fld>
            <a:endParaRPr lang="en-US" altLang="en-US"/>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miter lim="800000"/>
            <a:headEnd/>
            <a:tailEnd/>
          </a:ln>
        </p:spPr>
        <p:txBody>
          <a:bodyPr/>
          <a:lstStyle/>
          <a:p>
            <a:fld id="{D5841764-C7E0-466B-BCBF-979A82610CAC}" type="slidenum">
              <a:rPr lang="en-US" altLang="en-US" smtClean="0"/>
              <a:pPr/>
              <a:t>60</a:t>
            </a:fld>
            <a:endParaRPr lang="en-US" alt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miter lim="800000"/>
            <a:headEnd/>
            <a:tailEnd/>
          </a:ln>
        </p:spPr>
        <p:txBody>
          <a:bodyPr/>
          <a:lstStyle/>
          <a:p>
            <a:fld id="{C342FC3B-0907-4315-9374-89987DE74A1F}" type="slidenum">
              <a:rPr lang="en-US" altLang="en-US" smtClean="0"/>
              <a:pPr/>
              <a:t>61</a:t>
            </a:fld>
            <a:endParaRPr lang="en-US" alt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miter lim="800000"/>
            <a:headEnd/>
            <a:tailEnd/>
          </a:ln>
        </p:spPr>
        <p:txBody>
          <a:bodyPr/>
          <a:lstStyle/>
          <a:p>
            <a:fld id="{CB2823E0-EC58-4246-86C6-99F778032DFF}" type="slidenum">
              <a:rPr lang="en-US" altLang="en-US" smtClean="0"/>
              <a:pPr/>
              <a:t>62</a:t>
            </a:fld>
            <a:endParaRPr lang="en-US" alt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miter lim="800000"/>
            <a:headEnd/>
            <a:tailEnd/>
          </a:ln>
        </p:spPr>
        <p:txBody>
          <a:bodyPr/>
          <a:lstStyle/>
          <a:p>
            <a:fld id="{4D9E60A1-3675-4824-8603-832D859F83B4}" type="slidenum">
              <a:rPr lang="en-US" altLang="en-US" smtClean="0"/>
              <a:pPr/>
              <a:t>63</a:t>
            </a:fld>
            <a:endParaRPr lang="en-US" alt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headEnd/>
            <a:tailEnd/>
          </a:ln>
        </p:spPr>
        <p:txBody>
          <a:bodyPr/>
          <a:lstStyle/>
          <a:p>
            <a:fld id="{380B7984-309A-46D0-967C-31B3B6D8D6B6}" type="slidenum">
              <a:rPr lang="en-US" altLang="en-US" smtClean="0"/>
              <a:pPr/>
              <a:t>64</a:t>
            </a:fld>
            <a:endParaRPr lang="en-US" alt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miter lim="800000"/>
            <a:headEnd/>
            <a:tailEnd/>
          </a:ln>
        </p:spPr>
        <p:txBody>
          <a:bodyPr/>
          <a:lstStyle/>
          <a:p>
            <a:fld id="{A79EA7AA-913D-456F-8DBB-BE4F181F7371}" type="slidenum">
              <a:rPr lang="en-US" altLang="en-US" smtClean="0"/>
              <a:pPr/>
              <a:t>65</a:t>
            </a:fld>
            <a:endParaRPr lang="en-US" alt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miter lim="800000"/>
            <a:headEnd/>
            <a:tailEnd/>
          </a:ln>
        </p:spPr>
        <p:txBody>
          <a:bodyPr/>
          <a:lstStyle/>
          <a:p>
            <a:fld id="{D1C650D7-EB15-4CDA-B12A-B2B7981DFCB6}" type="slidenum">
              <a:rPr lang="en-US" altLang="en-US" smtClean="0"/>
              <a:pPr/>
              <a:t>66</a:t>
            </a:fld>
            <a:endParaRPr lang="en-US" alt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miter lim="800000"/>
            <a:headEnd/>
            <a:tailEnd/>
          </a:ln>
        </p:spPr>
        <p:txBody>
          <a:bodyPr/>
          <a:lstStyle/>
          <a:p>
            <a:fld id="{D4A63758-D122-4694-ACBE-6E511001844B}" type="slidenum">
              <a:rPr lang="en-US" altLang="en-US" smtClean="0"/>
              <a:pPr/>
              <a:t>67</a:t>
            </a:fld>
            <a:endParaRPr lang="en-US" alt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miter lim="800000"/>
            <a:headEnd/>
            <a:tailEnd/>
          </a:ln>
        </p:spPr>
        <p:txBody>
          <a:bodyPr/>
          <a:lstStyle/>
          <a:p>
            <a:fld id="{FA76AC93-620B-45C5-B67D-F447C234B900}" type="slidenum">
              <a:rPr lang="en-US" altLang="en-US" smtClean="0"/>
              <a:pPr/>
              <a:t>68</a:t>
            </a:fld>
            <a:endParaRPr lang="en-US" altLang="en-US"/>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miter lim="800000"/>
            <a:headEnd/>
            <a:tailEnd/>
          </a:ln>
        </p:spPr>
        <p:txBody>
          <a:bodyPr/>
          <a:lstStyle/>
          <a:p>
            <a:fld id="{20127F97-4122-408F-9C6E-F0E3E182D66C}" type="slidenum">
              <a:rPr lang="en-US" altLang="en-US" smtClean="0"/>
              <a:pPr/>
              <a:t>69</a:t>
            </a:fld>
            <a:endParaRPr lang="en-US" alt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miter lim="800000"/>
            <a:headEnd/>
            <a:tailEnd/>
          </a:ln>
        </p:spPr>
        <p:txBody>
          <a:bodyPr/>
          <a:lstStyle/>
          <a:p>
            <a:fld id="{A5BAA815-5D6A-47DD-A7A3-011E84975D63}" type="slidenum">
              <a:rPr lang="en-US" altLang="en-US" smtClean="0"/>
              <a:pPr/>
              <a:t>70</a:t>
            </a:fld>
            <a:endParaRPr lang="en-US" altLang="en-US"/>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08490A0-49A1-162A-E1B8-FDC2E6BD6CF2}"/>
              </a:ext>
            </a:extLst>
          </p:cNvPr>
          <p:cNvSpPr>
            <a:spLocks noGrp="1" noChangeArrowheads="1"/>
          </p:cNvSpPr>
          <p:nvPr>
            <p:ph type="sldNum" sz="quarter" idx="5"/>
          </p:nvPr>
        </p:nvSpPr>
        <p:spPr>
          <a:ln/>
        </p:spPr>
        <p:txBody>
          <a:bodyPr/>
          <a:lstStyle/>
          <a:p>
            <a:fld id="{7CDAAD4A-1B19-7B4D-BEA1-D7D1A45BEE6C}" type="slidenum">
              <a:rPr lang="en-US" altLang="en-CN"/>
              <a:pPr/>
              <a:t>80</a:t>
            </a:fld>
            <a:endParaRPr lang="en-US" altLang="en-CN"/>
          </a:p>
        </p:txBody>
      </p:sp>
      <p:sp>
        <p:nvSpPr>
          <p:cNvPr id="94210" name="Rectangle 2">
            <a:extLst>
              <a:ext uri="{FF2B5EF4-FFF2-40B4-BE49-F238E27FC236}">
                <a16:creationId xmlns:a16="http://schemas.microsoft.com/office/drawing/2014/main" id="{D49331C1-81CF-5B69-E4C0-41F1B3E2B2A4}"/>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355066D6-9910-7CD8-F4B8-F08A300745F7}"/>
              </a:ext>
            </a:extLst>
          </p:cNvPr>
          <p:cNvSpPr>
            <a:spLocks noGrp="1" noChangeArrowheads="1"/>
          </p:cNvSpPr>
          <p:nvPr>
            <p:ph type="body" idx="1"/>
          </p:nvPr>
        </p:nvSpPr>
        <p:spPr/>
        <p:txBody>
          <a:bodyPr/>
          <a:lstStyle/>
          <a:p>
            <a:r>
              <a:rPr lang="en-US" altLang="en-CN"/>
              <a:t>© 2006 By Timothy K. Lund</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5552B8E-D8BE-0914-8C65-10124CA24F9F}"/>
              </a:ext>
            </a:extLst>
          </p:cNvPr>
          <p:cNvSpPr>
            <a:spLocks noGrp="1" noChangeArrowheads="1"/>
          </p:cNvSpPr>
          <p:nvPr>
            <p:ph type="sldNum" sz="quarter" idx="5"/>
          </p:nvPr>
        </p:nvSpPr>
        <p:spPr>
          <a:ln/>
        </p:spPr>
        <p:txBody>
          <a:bodyPr/>
          <a:lstStyle/>
          <a:p>
            <a:fld id="{6FB2ECB7-2487-5742-96DE-DA2B71A2CD14}" type="slidenum">
              <a:rPr lang="en-US" altLang="en-CN"/>
              <a:pPr/>
              <a:t>82</a:t>
            </a:fld>
            <a:endParaRPr lang="en-US" altLang="en-CN"/>
          </a:p>
        </p:txBody>
      </p:sp>
      <p:sp>
        <p:nvSpPr>
          <p:cNvPr id="118786" name="Rectangle 2">
            <a:extLst>
              <a:ext uri="{FF2B5EF4-FFF2-40B4-BE49-F238E27FC236}">
                <a16:creationId xmlns:a16="http://schemas.microsoft.com/office/drawing/2014/main" id="{1B79304A-756C-5AFA-5C62-47AA519D3093}"/>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5313ACA5-A343-CCBD-9520-2294BCB8B97C}"/>
              </a:ext>
            </a:extLst>
          </p:cNvPr>
          <p:cNvSpPr>
            <a:spLocks noGrp="1" noChangeArrowheads="1"/>
          </p:cNvSpPr>
          <p:nvPr>
            <p:ph type="body" idx="1"/>
          </p:nvPr>
        </p:nvSpPr>
        <p:spPr/>
        <p:txBody>
          <a:bodyPr/>
          <a:lstStyle/>
          <a:p>
            <a:r>
              <a:rPr lang="en-US" altLang="en-CN"/>
              <a:t>© 2006 By Timothy K. Lund</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B1A48E6-BDA9-CEF6-5003-1C125BF22ACF}"/>
              </a:ext>
            </a:extLst>
          </p:cNvPr>
          <p:cNvSpPr>
            <a:spLocks noGrp="1" noChangeArrowheads="1"/>
          </p:cNvSpPr>
          <p:nvPr>
            <p:ph type="sldNum" sz="quarter" idx="5"/>
          </p:nvPr>
        </p:nvSpPr>
        <p:spPr>
          <a:ln/>
        </p:spPr>
        <p:txBody>
          <a:bodyPr/>
          <a:lstStyle/>
          <a:p>
            <a:fld id="{F288FC90-8A25-264C-9187-126E4518E6D8}" type="slidenum">
              <a:rPr lang="en-US" altLang="en-CN"/>
              <a:pPr/>
              <a:t>83</a:t>
            </a:fld>
            <a:endParaRPr lang="en-US" altLang="en-CN"/>
          </a:p>
        </p:txBody>
      </p:sp>
      <p:sp>
        <p:nvSpPr>
          <p:cNvPr id="120834" name="Rectangle 2">
            <a:extLst>
              <a:ext uri="{FF2B5EF4-FFF2-40B4-BE49-F238E27FC236}">
                <a16:creationId xmlns:a16="http://schemas.microsoft.com/office/drawing/2014/main" id="{D2C7C452-034A-F31F-43D6-F3E9CF0E05A0}"/>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173D74D3-248D-BDF7-333B-637567345CB4}"/>
              </a:ext>
            </a:extLst>
          </p:cNvPr>
          <p:cNvSpPr>
            <a:spLocks noGrp="1" noChangeArrowheads="1"/>
          </p:cNvSpPr>
          <p:nvPr>
            <p:ph type="body" idx="1"/>
          </p:nvPr>
        </p:nvSpPr>
        <p:spPr/>
        <p:txBody>
          <a:bodyPr/>
          <a:lstStyle/>
          <a:p>
            <a:r>
              <a:rPr lang="en-US" altLang="en-CN"/>
              <a:t>© 2006 By Timothy K. Lund</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64C5CE6-DCBB-CF17-BE56-EDEF18968FEB}"/>
              </a:ext>
            </a:extLst>
          </p:cNvPr>
          <p:cNvSpPr>
            <a:spLocks noGrp="1" noChangeArrowheads="1"/>
          </p:cNvSpPr>
          <p:nvPr>
            <p:ph type="sldNum" sz="quarter" idx="5"/>
          </p:nvPr>
        </p:nvSpPr>
        <p:spPr>
          <a:ln/>
        </p:spPr>
        <p:txBody>
          <a:bodyPr/>
          <a:lstStyle/>
          <a:p>
            <a:fld id="{0243D16C-8338-464C-A7ED-CBD9AFE15810}" type="slidenum">
              <a:rPr lang="en-US" altLang="en-CN"/>
              <a:pPr/>
              <a:t>84</a:t>
            </a:fld>
            <a:endParaRPr lang="en-US" altLang="en-CN"/>
          </a:p>
        </p:txBody>
      </p:sp>
      <p:sp>
        <p:nvSpPr>
          <p:cNvPr id="124930" name="Rectangle 2">
            <a:extLst>
              <a:ext uri="{FF2B5EF4-FFF2-40B4-BE49-F238E27FC236}">
                <a16:creationId xmlns:a16="http://schemas.microsoft.com/office/drawing/2014/main" id="{15FF2520-45B1-1291-62C2-F7757550A97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F7F73363-AE54-4EC1-AF91-9FEBCC2C743B}"/>
              </a:ext>
            </a:extLst>
          </p:cNvPr>
          <p:cNvSpPr>
            <a:spLocks noGrp="1" noChangeArrowheads="1"/>
          </p:cNvSpPr>
          <p:nvPr>
            <p:ph type="body" idx="1"/>
          </p:nvPr>
        </p:nvSpPr>
        <p:spPr/>
        <p:txBody>
          <a:bodyPr/>
          <a:lstStyle/>
          <a:p>
            <a:r>
              <a:rPr lang="en-US" altLang="en-CN"/>
              <a:t>© 2006 By Timothy K. Lund</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34217FD-2A29-3E49-420C-E3CEC82F1C3C}"/>
              </a:ext>
            </a:extLst>
          </p:cNvPr>
          <p:cNvSpPr>
            <a:spLocks noGrp="1" noChangeArrowheads="1"/>
          </p:cNvSpPr>
          <p:nvPr>
            <p:ph type="sldNum" sz="quarter" idx="5"/>
          </p:nvPr>
        </p:nvSpPr>
        <p:spPr>
          <a:ln/>
        </p:spPr>
        <p:txBody>
          <a:bodyPr/>
          <a:lstStyle/>
          <a:p>
            <a:fld id="{0E4CD9EB-70B6-1E4A-B093-0F76E678AFC5}" type="slidenum">
              <a:rPr lang="en-US" altLang="en-CN"/>
              <a:pPr/>
              <a:t>85</a:t>
            </a:fld>
            <a:endParaRPr lang="en-US" altLang="en-CN"/>
          </a:p>
        </p:txBody>
      </p:sp>
      <p:sp>
        <p:nvSpPr>
          <p:cNvPr id="128002" name="Rectangle 2">
            <a:extLst>
              <a:ext uri="{FF2B5EF4-FFF2-40B4-BE49-F238E27FC236}">
                <a16:creationId xmlns:a16="http://schemas.microsoft.com/office/drawing/2014/main" id="{41CD57FD-6F53-4259-EF90-4D5DCEBF08CF}"/>
              </a:ext>
            </a:extLst>
          </p:cNvPr>
          <p:cNvSpPr>
            <a:spLocks noGrp="1" noRot="1" noChangeAspect="1" noChangeArrowheads="1" noTextEdit="1"/>
          </p:cNvSpPr>
          <p:nvPr>
            <p:ph type="sldImg"/>
          </p:nvPr>
        </p:nvSpPr>
        <p:spPr>
          <a:ln/>
        </p:spPr>
      </p:sp>
      <p:sp>
        <p:nvSpPr>
          <p:cNvPr id="128003" name="Rectangle 3">
            <a:extLst>
              <a:ext uri="{FF2B5EF4-FFF2-40B4-BE49-F238E27FC236}">
                <a16:creationId xmlns:a16="http://schemas.microsoft.com/office/drawing/2014/main" id="{B3BED03F-7250-8FDF-9052-84273C6A5BAA}"/>
              </a:ext>
            </a:extLst>
          </p:cNvPr>
          <p:cNvSpPr>
            <a:spLocks noGrp="1" noChangeArrowheads="1"/>
          </p:cNvSpPr>
          <p:nvPr>
            <p:ph type="body" idx="1"/>
          </p:nvPr>
        </p:nvSpPr>
        <p:spPr/>
        <p:txBody>
          <a:bodyPr/>
          <a:lstStyle/>
          <a:p>
            <a:r>
              <a:rPr lang="en-US" altLang="en-CN"/>
              <a:t>© 2006 By Timothy K. Lund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DECB6D1-A930-CCBE-4E90-FA017F171DAA}"/>
              </a:ext>
            </a:extLst>
          </p:cNvPr>
          <p:cNvSpPr>
            <a:spLocks noGrp="1" noChangeArrowheads="1"/>
          </p:cNvSpPr>
          <p:nvPr>
            <p:ph type="sldNum" sz="quarter" idx="5"/>
          </p:nvPr>
        </p:nvSpPr>
        <p:spPr>
          <a:ln/>
        </p:spPr>
        <p:txBody>
          <a:bodyPr/>
          <a:lstStyle/>
          <a:p>
            <a:fld id="{97A4BA25-65EC-7D48-ABC2-83C725360786}" type="slidenum">
              <a:rPr lang="en-US" altLang="en-CN"/>
              <a:pPr/>
              <a:t>86</a:t>
            </a:fld>
            <a:endParaRPr lang="en-US" altLang="en-CN"/>
          </a:p>
        </p:txBody>
      </p:sp>
      <p:sp>
        <p:nvSpPr>
          <p:cNvPr id="130050" name="Rectangle 2">
            <a:extLst>
              <a:ext uri="{FF2B5EF4-FFF2-40B4-BE49-F238E27FC236}">
                <a16:creationId xmlns:a16="http://schemas.microsoft.com/office/drawing/2014/main" id="{AEB2B291-C89F-8922-2E2A-EB12B335FFDC}"/>
              </a:ext>
            </a:extLst>
          </p:cNvPr>
          <p:cNvSpPr>
            <a:spLocks noGrp="1" noRot="1" noChangeAspect="1" noChangeArrowheads="1" noTextEdit="1"/>
          </p:cNvSpPr>
          <p:nvPr>
            <p:ph type="sldImg"/>
          </p:nvPr>
        </p:nvSpPr>
        <p:spPr>
          <a:ln/>
        </p:spPr>
      </p:sp>
      <p:sp>
        <p:nvSpPr>
          <p:cNvPr id="130051" name="Rectangle 3">
            <a:extLst>
              <a:ext uri="{FF2B5EF4-FFF2-40B4-BE49-F238E27FC236}">
                <a16:creationId xmlns:a16="http://schemas.microsoft.com/office/drawing/2014/main" id="{2109002D-1855-09AE-1234-EB1062A127A7}"/>
              </a:ext>
            </a:extLst>
          </p:cNvPr>
          <p:cNvSpPr>
            <a:spLocks noGrp="1" noChangeArrowheads="1"/>
          </p:cNvSpPr>
          <p:nvPr>
            <p:ph type="body" idx="1"/>
          </p:nvPr>
        </p:nvSpPr>
        <p:spPr/>
        <p:txBody>
          <a:bodyPr/>
          <a:lstStyle/>
          <a:p>
            <a:r>
              <a:rPr lang="en-US" altLang="en-CN"/>
              <a:t>© 2006 By Timothy K. Lund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DECB6D1-A930-CCBE-4E90-FA017F171DAA}"/>
              </a:ext>
            </a:extLst>
          </p:cNvPr>
          <p:cNvSpPr>
            <a:spLocks noGrp="1" noChangeArrowheads="1"/>
          </p:cNvSpPr>
          <p:nvPr>
            <p:ph type="sldNum" sz="quarter" idx="5"/>
          </p:nvPr>
        </p:nvSpPr>
        <p:spPr>
          <a:ln/>
        </p:spPr>
        <p:txBody>
          <a:bodyPr/>
          <a:lstStyle/>
          <a:p>
            <a:fld id="{97A4BA25-65EC-7D48-ABC2-83C725360786}" type="slidenum">
              <a:rPr lang="en-US" altLang="en-CN"/>
              <a:pPr/>
              <a:t>87</a:t>
            </a:fld>
            <a:endParaRPr lang="en-US" altLang="en-CN"/>
          </a:p>
        </p:txBody>
      </p:sp>
      <p:sp>
        <p:nvSpPr>
          <p:cNvPr id="130050" name="Rectangle 2">
            <a:extLst>
              <a:ext uri="{FF2B5EF4-FFF2-40B4-BE49-F238E27FC236}">
                <a16:creationId xmlns:a16="http://schemas.microsoft.com/office/drawing/2014/main" id="{AEB2B291-C89F-8922-2E2A-EB12B335FFDC}"/>
              </a:ext>
            </a:extLst>
          </p:cNvPr>
          <p:cNvSpPr>
            <a:spLocks noGrp="1" noRot="1" noChangeAspect="1" noChangeArrowheads="1" noTextEdit="1"/>
          </p:cNvSpPr>
          <p:nvPr>
            <p:ph type="sldImg"/>
          </p:nvPr>
        </p:nvSpPr>
        <p:spPr>
          <a:ln/>
        </p:spPr>
      </p:sp>
      <p:sp>
        <p:nvSpPr>
          <p:cNvPr id="130051" name="Rectangle 3">
            <a:extLst>
              <a:ext uri="{FF2B5EF4-FFF2-40B4-BE49-F238E27FC236}">
                <a16:creationId xmlns:a16="http://schemas.microsoft.com/office/drawing/2014/main" id="{2109002D-1855-09AE-1234-EB1062A127A7}"/>
              </a:ext>
            </a:extLst>
          </p:cNvPr>
          <p:cNvSpPr>
            <a:spLocks noGrp="1" noChangeArrowheads="1"/>
          </p:cNvSpPr>
          <p:nvPr>
            <p:ph type="body" idx="1"/>
          </p:nvPr>
        </p:nvSpPr>
        <p:spPr/>
        <p:txBody>
          <a:bodyPr/>
          <a:lstStyle/>
          <a:p>
            <a:r>
              <a:rPr lang="en-US" altLang="en-CN"/>
              <a:t>© 2006 By Timothy K. Lund</a:t>
            </a:r>
          </a:p>
        </p:txBody>
      </p:sp>
    </p:spTree>
    <p:extLst>
      <p:ext uri="{BB962C8B-B14F-4D97-AF65-F5344CB8AC3E}">
        <p14:creationId xmlns:p14="http://schemas.microsoft.com/office/powerpoint/2010/main" val="32183673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3C9EEBB-3AA1-0670-2D22-2936E9E8C32C}"/>
              </a:ext>
            </a:extLst>
          </p:cNvPr>
          <p:cNvSpPr>
            <a:spLocks noGrp="1" noChangeArrowheads="1"/>
          </p:cNvSpPr>
          <p:nvPr>
            <p:ph type="sldNum" sz="quarter" idx="5"/>
          </p:nvPr>
        </p:nvSpPr>
        <p:spPr>
          <a:ln/>
        </p:spPr>
        <p:txBody>
          <a:bodyPr/>
          <a:lstStyle/>
          <a:p>
            <a:fld id="{6A93BA71-80A6-F040-AF88-656E28D65598}" type="slidenum">
              <a:rPr lang="en-US" altLang="en-CN"/>
              <a:pPr/>
              <a:t>88</a:t>
            </a:fld>
            <a:endParaRPr lang="en-US" altLang="en-CN"/>
          </a:p>
        </p:txBody>
      </p:sp>
      <p:sp>
        <p:nvSpPr>
          <p:cNvPr id="94210" name="Rectangle 2">
            <a:extLst>
              <a:ext uri="{FF2B5EF4-FFF2-40B4-BE49-F238E27FC236}">
                <a16:creationId xmlns:a16="http://schemas.microsoft.com/office/drawing/2014/main" id="{B7A2E829-F2F1-7466-41CC-9A2DC3A1E285}"/>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24DF4320-1E04-849A-3F74-FDF7FAC4A7A1}"/>
              </a:ext>
            </a:extLst>
          </p:cNvPr>
          <p:cNvSpPr>
            <a:spLocks noGrp="1" noChangeArrowheads="1"/>
          </p:cNvSpPr>
          <p:nvPr>
            <p:ph type="body" idx="1"/>
          </p:nvPr>
        </p:nvSpPr>
        <p:spPr/>
        <p:txBody>
          <a:bodyPr/>
          <a:lstStyle/>
          <a:p>
            <a:r>
              <a:rPr lang="en-US" altLang="en-CN"/>
              <a:t>© 2006 By Timothy K. Lund</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E840E34-D01C-442F-D806-436CE1A4CFB2}"/>
              </a:ext>
            </a:extLst>
          </p:cNvPr>
          <p:cNvSpPr>
            <a:spLocks noGrp="1" noChangeArrowheads="1"/>
          </p:cNvSpPr>
          <p:nvPr>
            <p:ph type="sldNum" sz="quarter" idx="5"/>
          </p:nvPr>
        </p:nvSpPr>
        <p:spPr>
          <a:ln/>
        </p:spPr>
        <p:txBody>
          <a:bodyPr/>
          <a:lstStyle/>
          <a:p>
            <a:fld id="{3C31E19E-8D2D-B74C-A8D7-1F4C0E9EA857}" type="slidenum">
              <a:rPr lang="en-US" altLang="en-CN"/>
              <a:pPr/>
              <a:t>91</a:t>
            </a:fld>
            <a:endParaRPr lang="en-US" altLang="en-CN"/>
          </a:p>
        </p:txBody>
      </p:sp>
      <p:sp>
        <p:nvSpPr>
          <p:cNvPr id="118786" name="Rectangle 2">
            <a:extLst>
              <a:ext uri="{FF2B5EF4-FFF2-40B4-BE49-F238E27FC236}">
                <a16:creationId xmlns:a16="http://schemas.microsoft.com/office/drawing/2014/main" id="{6983A7A7-295F-314C-D7F8-426BC2C2AF7D}"/>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248D7440-4A19-09D9-D0F7-4BDEE8222B71}"/>
              </a:ext>
            </a:extLst>
          </p:cNvPr>
          <p:cNvSpPr>
            <a:spLocks noGrp="1" noChangeArrowheads="1"/>
          </p:cNvSpPr>
          <p:nvPr>
            <p:ph type="body" idx="1"/>
          </p:nvPr>
        </p:nvSpPr>
        <p:spPr/>
        <p:txBody>
          <a:bodyPr/>
          <a:lstStyle/>
          <a:p>
            <a:r>
              <a:rPr lang="en-US" altLang="en-CN"/>
              <a:t>© 2006 By Timothy K. Lund</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43AD24EE-0CCC-8644-BB11-45F5FDF12072}" type="slidenum">
              <a:rPr lang="en-US" altLang="en-CN" smtClean="0"/>
              <a:pPr/>
              <a:t>95</a:t>
            </a:fld>
            <a:endParaRPr lang="en-US" altLang="en-CN"/>
          </a:p>
        </p:txBody>
      </p:sp>
    </p:spTree>
    <p:extLst>
      <p:ext uri="{BB962C8B-B14F-4D97-AF65-F5344CB8AC3E}">
        <p14:creationId xmlns:p14="http://schemas.microsoft.com/office/powerpoint/2010/main" val="3352990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6484BDC-22A0-4A19-9E29-D6F6E9508110}" type="datetimeFigureOut">
              <a:rPr lang="en-US" smtClean="0"/>
              <a:pPr/>
              <a:t>9/11/25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C392A4-B6BD-46A0-BCA5-961FFE6AE02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6484BDC-22A0-4A19-9E29-D6F6E9508110}" type="datetimeFigureOut">
              <a:rPr lang="en-US" smtClean="0"/>
              <a:pPr/>
              <a:t>9/11/25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C392A4-B6BD-46A0-BCA5-961FFE6AE02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484BDC-22A0-4A19-9E29-D6F6E9508110}" type="datetimeFigureOut">
              <a:rPr lang="en-US" smtClean="0"/>
              <a:pPr/>
              <a:t>9/11/25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C392A4-B6BD-46A0-BCA5-961FFE6AE02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6484BDC-22A0-4A19-9E29-D6F6E9508110}" type="datetimeFigureOut">
              <a:rPr lang="en-US" smtClean="0"/>
              <a:pPr/>
              <a:t>9/11/25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C392A4-B6BD-46A0-BCA5-961FFE6AE02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6484BDC-22A0-4A19-9E29-D6F6E9508110}" type="datetimeFigureOut">
              <a:rPr lang="en-US" smtClean="0"/>
              <a:pPr/>
              <a:t>9/11/25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C392A4-B6BD-46A0-BCA5-961FFE6AE02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6484BDC-22A0-4A19-9E29-D6F6E9508110}" type="datetimeFigureOut">
              <a:rPr lang="en-US" smtClean="0"/>
              <a:pPr/>
              <a:t>9/11/25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C392A4-B6BD-46A0-BCA5-961FFE6AE02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484BDC-22A0-4A19-9E29-D6F6E9508110}" type="datetimeFigureOut">
              <a:rPr lang="en-US" smtClean="0"/>
              <a:pPr/>
              <a:t>9/11/25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C392A4-B6BD-46A0-BCA5-961FFE6AE02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484BDC-22A0-4A19-9E29-D6F6E9508110}" type="datetimeFigureOut">
              <a:rPr lang="en-US" smtClean="0"/>
              <a:pPr/>
              <a:t>9/11/25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C392A4-B6BD-46A0-BCA5-961FFE6AE02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484BDC-22A0-4A19-9E29-D6F6E9508110}" type="datetimeFigureOut">
              <a:rPr lang="en-US" smtClean="0"/>
              <a:pPr/>
              <a:t>9/11/25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C392A4-B6BD-46A0-BCA5-961FFE6AE02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6484BDC-22A0-4A19-9E29-D6F6E9508110}" type="datetimeFigureOut">
              <a:rPr lang="en-US" smtClean="0"/>
              <a:pPr/>
              <a:t>9/11/25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C392A4-B6BD-46A0-BCA5-961FFE6AE02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6484BDC-22A0-4A19-9E29-D6F6E9508110}" type="datetimeFigureOut">
              <a:rPr lang="en-US" smtClean="0"/>
              <a:pPr/>
              <a:t>9/11/25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C392A4-B6BD-46A0-BCA5-961FFE6AE02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484BDC-22A0-4A19-9E29-D6F6E9508110}" type="datetimeFigureOut">
              <a:rPr lang="en-US" smtClean="0"/>
              <a:pPr/>
              <a:t>9/11/25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C392A4-B6BD-46A0-BCA5-961FFE6AE02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customXml" Target="../ink/ink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7.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customXml" Target="../ink/ink6.xml"/><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customXml" Target="../ink/ink7.xml"/></Relationships>
</file>

<file path=ppt/slides/_rels/slide1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customXml" Target="../ink/ink10.xml"/><Relationship Id="rId3" Type="http://schemas.openxmlformats.org/officeDocument/2006/relationships/image" Target="../media/image8.png"/><Relationship Id="rId7" Type="http://schemas.openxmlformats.org/officeDocument/2006/relationships/image" Target="../media/image7.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6.wmf"/><Relationship Id="rId4" Type="http://schemas.openxmlformats.org/officeDocument/2006/relationships/oleObject" Target="../embeddings/oleObject1.bin"/><Relationship Id="rId9" Type="http://schemas.openxmlformats.org/officeDocument/2006/relationships/image" Target="../media/image40.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4.bin"/><Relationship Id="rId4" Type="http://schemas.openxmlformats.org/officeDocument/2006/relationships/image" Target="../media/image8.wmf"/></Relationships>
</file>

<file path=ppt/slides/_rels/slide31.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customXml" Target="../ink/ink1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notesSlide" Target="../notesSlides/notesSlide2.xml"/><Relationship Id="rId7" Type="http://schemas.openxmlformats.org/officeDocument/2006/relationships/oleObject" Target="../embeddings/oleObject7.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10.wmf"/><Relationship Id="rId10" Type="http://schemas.openxmlformats.org/officeDocument/2006/relationships/image" Target="../media/image12.wmf"/><Relationship Id="rId4" Type="http://schemas.openxmlformats.org/officeDocument/2006/relationships/oleObject" Target="../embeddings/oleObject5.bin"/><Relationship Id="rId9" Type="http://schemas.openxmlformats.org/officeDocument/2006/relationships/oleObject" Target="../embeddings/oleObject8.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17.wmf"/><Relationship Id="rId18" Type="http://schemas.openxmlformats.org/officeDocument/2006/relationships/customXml" Target="../ink/ink12.xml"/><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oleObject" Target="../embeddings/oleObject14.bin"/><Relationship Id="rId17" Type="http://schemas.openxmlformats.org/officeDocument/2006/relationships/image" Target="../media/image19.wmf"/><Relationship Id="rId2" Type="http://schemas.openxmlformats.org/officeDocument/2006/relationships/slideLayout" Target="../slideLayouts/slideLayout1.xml"/><Relationship Id="rId16" Type="http://schemas.openxmlformats.org/officeDocument/2006/relationships/oleObject" Target="../embeddings/oleObject16.bin"/><Relationship Id="rId1" Type="http://schemas.openxmlformats.org/officeDocument/2006/relationships/vmlDrawing" Target="../drawings/vmlDrawing4.vml"/><Relationship Id="rId6" Type="http://schemas.openxmlformats.org/officeDocument/2006/relationships/image" Target="../media/image14.wmf"/><Relationship Id="rId11" Type="http://schemas.openxmlformats.org/officeDocument/2006/relationships/image" Target="../media/image16.wmf"/><Relationship Id="rId5" Type="http://schemas.openxmlformats.org/officeDocument/2006/relationships/oleObject" Target="../embeddings/oleObject10.bin"/><Relationship Id="rId15" Type="http://schemas.openxmlformats.org/officeDocument/2006/relationships/image" Target="../media/image18.wmf"/><Relationship Id="rId10" Type="http://schemas.openxmlformats.org/officeDocument/2006/relationships/oleObject" Target="../embeddings/oleObject13.bin"/><Relationship Id="rId19" Type="http://schemas.openxmlformats.org/officeDocument/2006/relationships/image" Target="../media/image16.emf"/><Relationship Id="rId4" Type="http://schemas.openxmlformats.org/officeDocument/2006/relationships/image" Target="../media/image13.wmf"/><Relationship Id="rId9" Type="http://schemas.openxmlformats.org/officeDocument/2006/relationships/image" Target="../media/image15.wmf"/><Relationship Id="rId14" Type="http://schemas.openxmlformats.org/officeDocument/2006/relationships/oleObject" Target="../embeddings/oleObject15.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24.wmf"/><Relationship Id="rId18" Type="http://schemas.openxmlformats.org/officeDocument/2006/relationships/image" Target="../media/image270.png"/><Relationship Id="rId3" Type="http://schemas.openxmlformats.org/officeDocument/2006/relationships/image" Target="../media/image27.png"/><Relationship Id="rId7" Type="http://schemas.openxmlformats.org/officeDocument/2006/relationships/image" Target="../media/image21.wmf"/><Relationship Id="rId12" Type="http://schemas.openxmlformats.org/officeDocument/2006/relationships/oleObject" Target="../embeddings/oleObject21.bin"/><Relationship Id="rId17" Type="http://schemas.openxmlformats.org/officeDocument/2006/relationships/image" Target="../media/image26.wmf"/><Relationship Id="rId2" Type="http://schemas.openxmlformats.org/officeDocument/2006/relationships/slideLayout" Target="../slideLayouts/slideLayout2.xml"/><Relationship Id="rId16" Type="http://schemas.openxmlformats.org/officeDocument/2006/relationships/oleObject" Target="../embeddings/oleObject23.bin"/><Relationship Id="rId1" Type="http://schemas.openxmlformats.org/officeDocument/2006/relationships/vmlDrawing" Target="../drawings/vmlDrawing5.vml"/><Relationship Id="rId6" Type="http://schemas.openxmlformats.org/officeDocument/2006/relationships/oleObject" Target="../embeddings/oleObject18.bin"/><Relationship Id="rId11" Type="http://schemas.openxmlformats.org/officeDocument/2006/relationships/image" Target="../media/image23.wmf"/><Relationship Id="rId5" Type="http://schemas.openxmlformats.org/officeDocument/2006/relationships/image" Target="../media/image20.wmf"/><Relationship Id="rId15" Type="http://schemas.openxmlformats.org/officeDocument/2006/relationships/image" Target="../media/image25.wmf"/><Relationship Id="rId10" Type="http://schemas.openxmlformats.org/officeDocument/2006/relationships/oleObject" Target="../embeddings/oleObject20.bin"/><Relationship Id="rId4" Type="http://schemas.openxmlformats.org/officeDocument/2006/relationships/oleObject" Target="../embeddings/oleObject17.bin"/><Relationship Id="rId9" Type="http://schemas.openxmlformats.org/officeDocument/2006/relationships/image" Target="../media/image22.wmf"/><Relationship Id="rId14" Type="http://schemas.openxmlformats.org/officeDocument/2006/relationships/oleObject" Target="../embeddings/oleObject22.bin"/></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8.wmf"/><Relationship Id="rId4" Type="http://schemas.openxmlformats.org/officeDocument/2006/relationships/oleObject" Target="../embeddings/oleObject24.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30.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5.jpeg"/><Relationship Id="rId4" Type="http://schemas.openxmlformats.org/officeDocument/2006/relationships/image" Target="../media/image34.jpeg"/></Relationships>
</file>

<file path=ppt/slides/_rels/slide4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37.png"/><Relationship Id="rId4" Type="http://schemas.openxmlformats.org/officeDocument/2006/relationships/image" Target="../media/image36.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310.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_rels/slide6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4.jpeg"/><Relationship Id="rId4" Type="http://schemas.openxmlformats.org/officeDocument/2006/relationships/image" Target="../media/image43.png"/></Relationships>
</file>

<file path=ppt/slides/_rels/slide62.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5.jpeg"/></Relationships>
</file>

<file path=ppt/slides/_rels/slide6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5.jpeg"/></Relationships>
</file>

<file path=ppt/slides/_rels/slide6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5.jpeg"/></Relationships>
</file>

<file path=ppt/slides/_rels/slide7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5.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image" Target="NULL"/><Relationship Id="rId7" Type="http://schemas.openxmlformats.org/officeDocument/2006/relationships/image" Target="../media/image47.emf"/><Relationship Id="rId2" Type="http://schemas.openxmlformats.org/officeDocument/2006/relationships/slideLayout" Target="../slideLayouts/slideLayout1.xml"/><Relationship Id="rId1" Type="http://schemas.openxmlformats.org/officeDocument/2006/relationships/vmlDrawing" Target="../drawings/vmlDrawing9.vml"/><Relationship Id="rId6" Type="http://schemas.openxmlformats.org/officeDocument/2006/relationships/oleObject" Target="../embeddings/oleObject28.bin"/><Relationship Id="rId11" Type="http://schemas.openxmlformats.org/officeDocument/2006/relationships/image" Target="../media/image49.emf"/><Relationship Id="rId5" Type="http://schemas.openxmlformats.org/officeDocument/2006/relationships/image" Target="../media/image46.e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48.e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53.png"/><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90.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NULL"/></Relationships>
</file>

<file path=ppt/slides/_rels/slide92.xml.rels><?xml version="1.0" encoding="UTF-8" standalone="yes"?>
<Relationships xmlns="http://schemas.openxmlformats.org/package/2006/relationships"><Relationship Id="rId8"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9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63.png"/><Relationship Id="rId7" Type="http://schemas.openxmlformats.org/officeDocument/2006/relationships/image" Target="NULL"/><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9" Type="http://schemas.openxmlformats.org/officeDocument/2006/relationships/image" Target="NULL"/></Relationships>
</file>

<file path=ppt/slides/_rels/slide95.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69.png"/><Relationship Id="rId7" Type="http://schemas.openxmlformats.org/officeDocument/2006/relationships/image" Target="NUL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9" Type="http://schemas.openxmlformats.org/officeDocument/2006/relationships/image" Target="NUL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47800" y="2274838"/>
            <a:ext cx="6248400" cy="2308324"/>
          </a:xfrm>
          <a:prstGeom prst="rect">
            <a:avLst/>
          </a:prstGeom>
          <a:noFill/>
        </p:spPr>
        <p:txBody>
          <a:bodyPr wrap="square" lIns="91440" tIns="45720" rIns="91440" bIns="45720">
            <a:spAutoFit/>
          </a:bodyPr>
          <a:lstStyle/>
          <a:p>
            <a:pPr algn="ctr"/>
            <a:r>
              <a:rPr lang="en-US" sz="7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A.2 Forces and momentum</a:t>
            </a:r>
            <a:endParaRPr lang="en-US" sz="72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23616" y="1273076"/>
            <a:ext cx="7105984" cy="2308324"/>
          </a:xfrm>
          <a:prstGeom prst="rect">
            <a:avLst/>
          </a:prstGeom>
          <a:noFill/>
        </p:spPr>
        <p:txBody>
          <a:bodyPr wrap="none" lIns="91440" tIns="45720" rIns="91440" bIns="45720">
            <a:spAutoFit/>
          </a:bodyPr>
          <a:lstStyle/>
          <a:p>
            <a:pPr algn="ctr"/>
            <a:r>
              <a:rPr lang="en-US" sz="7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Newton’s Laws of </a:t>
            </a:r>
          </a:p>
          <a:p>
            <a:pPr algn="ctr"/>
            <a:r>
              <a:rPr lang="en-US" sz="7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Motion</a:t>
            </a:r>
            <a:endParaRPr lang="en-US" sz="72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pic>
        <p:nvPicPr>
          <p:cNvPr id="3" name="Picture 2">
            <a:extLst>
              <a:ext uri="{FF2B5EF4-FFF2-40B4-BE49-F238E27FC236}">
                <a16:creationId xmlns:a16="http://schemas.microsoft.com/office/drawing/2014/main" id="{9F69F08B-5754-5041-B42D-8E10768058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36472"/>
            <a:ext cx="9144000" cy="3785056"/>
          </a:xfrm>
          <a:prstGeom prst="rect">
            <a:avLst/>
          </a:prstGeom>
        </p:spPr>
      </p:pic>
    </p:spTree>
    <p:extLst>
      <p:ext uri="{BB962C8B-B14F-4D97-AF65-F5344CB8AC3E}">
        <p14:creationId xmlns:p14="http://schemas.microsoft.com/office/powerpoint/2010/main" val="2571022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5A00AA9-92AF-6E43-B4AA-DB067141DDB4}"/>
                  </a:ext>
                </a:extLst>
              </p:cNvPr>
              <p:cNvSpPr txBox="1"/>
              <p:nvPr/>
            </p:nvSpPr>
            <p:spPr>
              <a:xfrm>
                <a:off x="0" y="31830"/>
                <a:ext cx="4572000" cy="5322676"/>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Forces:</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Normal force (</a:t>
                </a:r>
                <a14:m>
                  <m:oMath xmlns:m="http://schemas.openxmlformats.org/officeDocument/2006/math">
                    <m:sSub>
                      <m:sSubPr>
                        <m:ctrlPr>
                          <a:rPr lang="en-US" sz="2400" i="1" smtClean="0">
                            <a:latin typeface="Cambria Math" panose="02040503050406030204" pitchFamily="18" charset="0"/>
                            <a:cs typeface="Arial" panose="020B0604020202020204" pitchFamily="34" charset="0"/>
                          </a:rPr>
                        </m:ctrlPr>
                      </m:sSubPr>
                      <m:e>
                        <m:r>
                          <a:rPr lang="en-US" sz="2400" b="0" i="1" smtClean="0">
                            <a:latin typeface="Cambria Math" panose="02040503050406030204" pitchFamily="18" charset="0"/>
                            <a:cs typeface="Arial" panose="020B0604020202020204" pitchFamily="34" charset="0"/>
                          </a:rPr>
                          <m:t>𝐹</m:t>
                        </m:r>
                      </m:e>
                      <m:sub>
                        <m:r>
                          <a:rPr lang="en-US" sz="2400" b="0" i="1" smtClean="0">
                            <a:latin typeface="Cambria Math" panose="02040503050406030204" pitchFamily="18" charset="0"/>
                            <a:cs typeface="Arial" panose="020B0604020202020204" pitchFamily="34" charset="0"/>
                          </a:rPr>
                          <m:t>𝑁</m:t>
                        </m:r>
                      </m:sub>
                    </m:sSub>
                  </m:oMath>
                </a14:m>
                <a:r>
                  <a:rPr lang="en-US" sz="2400" dirty="0">
                    <a:latin typeface="Arial" panose="020B0604020202020204" pitchFamily="34" charset="0"/>
                    <a:cs typeface="Arial" panose="020B0604020202020204" pitchFamily="34" charset="0"/>
                  </a:rPr>
                  <a:t>)</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Surface frictional force (</a:t>
                </a:r>
                <a14:m>
                  <m:oMath xmlns:m="http://schemas.openxmlformats.org/officeDocument/2006/math">
                    <m:sSub>
                      <m:sSubPr>
                        <m:ctrlPr>
                          <a:rPr lang="en-US" sz="2400" i="1" smtClean="0">
                            <a:latin typeface="Cambria Math" panose="02040503050406030204" pitchFamily="18" charset="0"/>
                            <a:cs typeface="Arial" panose="020B0604020202020204" pitchFamily="34" charset="0"/>
                          </a:rPr>
                        </m:ctrlPr>
                      </m:sSubPr>
                      <m:e>
                        <m:r>
                          <a:rPr lang="en-US" sz="2400" b="0" i="1" smtClean="0">
                            <a:latin typeface="Cambria Math" panose="02040503050406030204" pitchFamily="18" charset="0"/>
                            <a:cs typeface="Arial" panose="020B0604020202020204" pitchFamily="34" charset="0"/>
                          </a:rPr>
                          <m:t>𝐹</m:t>
                        </m:r>
                      </m:e>
                      <m:sub>
                        <m:r>
                          <a:rPr lang="en-US" sz="2400" b="0" i="1" smtClean="0">
                            <a:latin typeface="Cambria Math" panose="02040503050406030204" pitchFamily="18" charset="0"/>
                            <a:cs typeface="Arial" panose="020B0604020202020204" pitchFamily="34" charset="0"/>
                          </a:rPr>
                          <m:t>𝑓</m:t>
                        </m:r>
                      </m:sub>
                    </m:sSub>
                  </m:oMath>
                </a14:m>
                <a:r>
                  <a:rPr lang="en-US" sz="2400" dirty="0">
                    <a:latin typeface="Arial" panose="020B0604020202020204" pitchFamily="34" charset="0"/>
                    <a:cs typeface="Arial" panose="020B0604020202020204" pitchFamily="34" charset="0"/>
                  </a:rPr>
                  <a:t>)</a:t>
                </a:r>
              </a:p>
              <a:p>
                <a:pPr marL="1200150" lvl="2"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Dynamic and static</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Tension (T)</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Viscous drag force (</a:t>
                </a:r>
                <a14:m>
                  <m:oMath xmlns:m="http://schemas.openxmlformats.org/officeDocument/2006/math">
                    <m:sSub>
                      <m:sSubPr>
                        <m:ctrlPr>
                          <a:rPr lang="en-US" sz="2400" i="1" smtClean="0">
                            <a:latin typeface="Cambria Math" panose="02040503050406030204" pitchFamily="18" charset="0"/>
                            <a:cs typeface="Arial" panose="020B0604020202020204" pitchFamily="34" charset="0"/>
                          </a:rPr>
                        </m:ctrlPr>
                      </m:sSubPr>
                      <m:e>
                        <m:r>
                          <a:rPr lang="en-US" sz="2400" b="0" i="1" smtClean="0">
                            <a:latin typeface="Cambria Math" panose="02040503050406030204" pitchFamily="18" charset="0"/>
                            <a:cs typeface="Arial" panose="020B0604020202020204" pitchFamily="34" charset="0"/>
                          </a:rPr>
                          <m:t>𝐹</m:t>
                        </m:r>
                      </m:e>
                      <m:sub>
                        <m:r>
                          <a:rPr lang="en-US" sz="2400" b="0" i="1" smtClean="0">
                            <a:latin typeface="Cambria Math" panose="02040503050406030204" pitchFamily="18" charset="0"/>
                            <a:cs typeface="Arial" panose="020B0604020202020204" pitchFamily="34" charset="0"/>
                          </a:rPr>
                          <m:t>𝐷</m:t>
                        </m:r>
                      </m:sub>
                    </m:sSub>
                  </m:oMath>
                </a14:m>
                <a:r>
                  <a:rPr lang="en-US" sz="2400" dirty="0">
                    <a:latin typeface="Arial" panose="020B0604020202020204" pitchFamily="34" charset="0"/>
                    <a:cs typeface="Arial" panose="020B0604020202020204" pitchFamily="34" charset="0"/>
                  </a:rPr>
                  <a:t>)</a:t>
                </a:r>
              </a:p>
              <a:p>
                <a:pPr marL="1200150" lvl="2" indent="-285750">
                  <a:buFont typeface="Courier New" panose="02070309020205020404" pitchFamily="49" charset="0"/>
                  <a:buChar char="o"/>
                </a:pPr>
                <a14:m>
                  <m:oMath xmlns:m="http://schemas.openxmlformats.org/officeDocument/2006/math">
                    <m:sSub>
                      <m:sSubPr>
                        <m:ctrlPr>
                          <a:rPr lang="en-US" sz="2400" i="1">
                            <a:latin typeface="Cambria Math" panose="02040503050406030204" pitchFamily="18" charset="0"/>
                            <a:cs typeface="Arial" panose="020B0604020202020204" pitchFamily="34" charset="0"/>
                          </a:rPr>
                        </m:ctrlPr>
                      </m:sSubPr>
                      <m:e>
                        <m:r>
                          <a:rPr lang="en-US" sz="2400" i="1">
                            <a:latin typeface="Cambria Math" panose="02040503050406030204" pitchFamily="18" charset="0"/>
                            <a:cs typeface="Arial" panose="020B0604020202020204" pitchFamily="34" charset="0"/>
                          </a:rPr>
                          <m:t>𝐹</m:t>
                        </m:r>
                      </m:e>
                      <m:sub>
                        <m:r>
                          <a:rPr lang="en-US" sz="2400" b="0" i="1" smtClean="0">
                            <a:latin typeface="Cambria Math" panose="02040503050406030204" pitchFamily="18" charset="0"/>
                            <a:cs typeface="Arial" panose="020B0604020202020204" pitchFamily="34" charset="0"/>
                          </a:rPr>
                          <m:t>𝐷</m:t>
                        </m:r>
                      </m:sub>
                    </m:sSub>
                    <m:r>
                      <a:rPr lang="en-US" sz="2400" b="0" i="1" smtClean="0">
                        <a:latin typeface="Cambria Math" panose="02040503050406030204" pitchFamily="18" charset="0"/>
                        <a:cs typeface="Arial" panose="020B0604020202020204" pitchFamily="34" charset="0"/>
                      </a:rPr>
                      <m:t>=6</m:t>
                    </m:r>
                    <m:r>
                      <a:rPr lang="en-US" sz="2400" b="0" i="1" smtClean="0">
                        <a:latin typeface="Cambria Math" panose="02040503050406030204" pitchFamily="18" charset="0"/>
                        <a:ea typeface="Cambria Math" panose="02040503050406030204" pitchFamily="18" charset="0"/>
                        <a:cs typeface="Arial" panose="020B0604020202020204" pitchFamily="34" charset="0"/>
                      </a:rPr>
                      <m:t>𝜋𝜂</m:t>
                    </m:r>
                    <m:r>
                      <a:rPr lang="en-US" sz="2400" b="0" i="1" smtClean="0">
                        <a:latin typeface="Cambria Math" panose="02040503050406030204" pitchFamily="18" charset="0"/>
                        <a:ea typeface="Cambria Math" panose="02040503050406030204" pitchFamily="18" charset="0"/>
                        <a:cs typeface="Arial" panose="020B0604020202020204" pitchFamily="34" charset="0"/>
                      </a:rPr>
                      <m:t>𝑟𝑣</m:t>
                    </m:r>
                  </m:oMath>
                </a14:m>
                <a:endParaRPr lang="en-US" sz="2400" dirty="0">
                  <a:latin typeface="Arial" panose="020B0604020202020204" pitchFamily="34" charset="0"/>
                  <a:cs typeface="Arial" panose="020B0604020202020204" pitchFamily="34" charset="0"/>
                </a:endParaRP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Elastic restoring force (</a:t>
                </a:r>
                <a14:m>
                  <m:oMath xmlns:m="http://schemas.openxmlformats.org/officeDocument/2006/math">
                    <m:sSub>
                      <m:sSubPr>
                        <m:ctrlPr>
                          <a:rPr lang="en-US" sz="2400" i="1" smtClean="0">
                            <a:latin typeface="Cambria Math" panose="02040503050406030204" pitchFamily="18" charset="0"/>
                            <a:cs typeface="Arial" panose="020B0604020202020204" pitchFamily="34" charset="0"/>
                          </a:rPr>
                        </m:ctrlPr>
                      </m:sSubPr>
                      <m:e>
                        <m:r>
                          <a:rPr lang="en-US" sz="2400" b="0" i="1" smtClean="0">
                            <a:latin typeface="Cambria Math" panose="02040503050406030204" pitchFamily="18" charset="0"/>
                            <a:cs typeface="Arial" panose="020B0604020202020204" pitchFamily="34" charset="0"/>
                          </a:rPr>
                          <m:t>𝐹</m:t>
                        </m:r>
                      </m:e>
                      <m:sub>
                        <m:r>
                          <a:rPr lang="en-US" sz="2400" b="0" i="1" smtClean="0">
                            <a:latin typeface="Cambria Math" panose="02040503050406030204" pitchFamily="18" charset="0"/>
                            <a:cs typeface="Arial" panose="020B0604020202020204" pitchFamily="34" charset="0"/>
                          </a:rPr>
                          <m:t>𝐻</m:t>
                        </m:r>
                      </m:sub>
                    </m:sSub>
                  </m:oMath>
                </a14:m>
                <a:r>
                  <a:rPr lang="en-US" sz="2400" dirty="0">
                    <a:latin typeface="Arial" panose="020B0604020202020204" pitchFamily="34" charset="0"/>
                    <a:cs typeface="Arial" panose="020B0604020202020204" pitchFamily="34" charset="0"/>
                  </a:rPr>
                  <a:t>)</a:t>
                </a:r>
              </a:p>
              <a:p>
                <a:pPr marL="742950" lvl="1" indent="-285750">
                  <a:buFont typeface="Courier New" panose="02070309020205020404" pitchFamily="49" charset="0"/>
                  <a:buChar char="o"/>
                </a:pPr>
                <a:r>
                  <a:rPr lang="en-US" sz="2400" dirty="0" err="1">
                    <a:latin typeface="Arial" panose="020B0604020202020204" pitchFamily="34" charset="0"/>
                    <a:cs typeface="Arial" panose="020B0604020202020204" pitchFamily="34" charset="0"/>
                  </a:rPr>
                  <a:t>Bouyancy</a:t>
                </a:r>
                <a:r>
                  <a:rPr lang="en-US" sz="2400" dirty="0">
                    <a:latin typeface="Arial" panose="020B0604020202020204" pitchFamily="34" charset="0"/>
                    <a:cs typeface="Arial" panose="020B0604020202020204" pitchFamily="34" charset="0"/>
                  </a:rPr>
                  <a:t> (</a:t>
                </a:r>
                <a14:m>
                  <m:oMath xmlns:m="http://schemas.openxmlformats.org/officeDocument/2006/math">
                    <m:sSub>
                      <m:sSubPr>
                        <m:ctrlPr>
                          <a:rPr lang="en-US" sz="2400" i="1" smtClean="0">
                            <a:latin typeface="Cambria Math" panose="02040503050406030204" pitchFamily="18" charset="0"/>
                            <a:cs typeface="Arial" panose="020B0604020202020204" pitchFamily="34" charset="0"/>
                          </a:rPr>
                        </m:ctrlPr>
                      </m:sSubPr>
                      <m:e>
                        <m:r>
                          <a:rPr lang="en-US" sz="2400" b="0" i="1" smtClean="0">
                            <a:latin typeface="Cambria Math" panose="02040503050406030204" pitchFamily="18" charset="0"/>
                            <a:cs typeface="Arial" panose="020B0604020202020204" pitchFamily="34" charset="0"/>
                          </a:rPr>
                          <m:t>𝐹</m:t>
                        </m:r>
                      </m:e>
                      <m:sub>
                        <m:r>
                          <a:rPr lang="en-US" sz="2400" b="0" i="1" smtClean="0">
                            <a:latin typeface="Cambria Math" panose="02040503050406030204" pitchFamily="18" charset="0"/>
                            <a:cs typeface="Arial" panose="020B0604020202020204" pitchFamily="34" charset="0"/>
                          </a:rPr>
                          <m:t>𝑏</m:t>
                        </m:r>
                      </m:sub>
                    </m:sSub>
                  </m:oMath>
                </a14:m>
                <a:r>
                  <a:rPr lang="en-US" sz="2400" dirty="0">
                    <a:latin typeface="Arial" panose="020B0604020202020204" pitchFamily="34" charset="0"/>
                    <a:cs typeface="Arial" panose="020B0604020202020204" pitchFamily="34" charset="0"/>
                  </a:rPr>
                  <a:t>)</a:t>
                </a:r>
              </a:p>
              <a:p>
                <a:pPr marL="1200150" lvl="2" indent="-285750">
                  <a:buFont typeface="Courier New" panose="02070309020205020404" pitchFamily="49" charset="0"/>
                  <a:buChar char="o"/>
                </a:pPr>
                <a14:m>
                  <m:oMath xmlns:m="http://schemas.openxmlformats.org/officeDocument/2006/math">
                    <m:sSub>
                      <m:sSubPr>
                        <m:ctrlPr>
                          <a:rPr lang="en-US" sz="2400" i="1" smtClean="0">
                            <a:latin typeface="Cambria Math" panose="02040503050406030204" pitchFamily="18" charset="0"/>
                            <a:cs typeface="Arial" panose="020B0604020202020204" pitchFamily="34" charset="0"/>
                          </a:rPr>
                        </m:ctrlPr>
                      </m:sSubPr>
                      <m:e>
                        <m:r>
                          <a:rPr lang="en-US" sz="2400" b="0" i="1" smtClean="0">
                            <a:latin typeface="Cambria Math" panose="02040503050406030204" pitchFamily="18" charset="0"/>
                            <a:cs typeface="Arial" panose="020B0604020202020204" pitchFamily="34" charset="0"/>
                          </a:rPr>
                          <m:t>𝐹</m:t>
                        </m:r>
                      </m:e>
                      <m:sub>
                        <m:r>
                          <a:rPr lang="en-US" sz="2400" b="0" i="1" smtClean="0">
                            <a:latin typeface="Cambria Math" panose="02040503050406030204" pitchFamily="18" charset="0"/>
                            <a:cs typeface="Arial" panose="020B0604020202020204" pitchFamily="34" charset="0"/>
                          </a:rPr>
                          <m:t>𝑏</m:t>
                        </m:r>
                      </m:sub>
                    </m:sSub>
                    <m:r>
                      <a:rPr lang="en-US" sz="2400" b="0" i="1" smtClean="0">
                        <a:latin typeface="Cambria Math" panose="02040503050406030204" pitchFamily="18" charset="0"/>
                        <a:cs typeface="Arial" panose="020B0604020202020204" pitchFamily="34" charset="0"/>
                      </a:rPr>
                      <m:t>=</m:t>
                    </m:r>
                    <m:r>
                      <a:rPr lang="en-US" sz="2400" b="0" i="1" smtClean="0">
                        <a:latin typeface="Cambria Math" panose="02040503050406030204" pitchFamily="18" charset="0"/>
                        <a:ea typeface="Cambria Math" panose="02040503050406030204" pitchFamily="18" charset="0"/>
                        <a:cs typeface="Arial" panose="020B0604020202020204" pitchFamily="34" charset="0"/>
                      </a:rPr>
                      <m:t>𝜌</m:t>
                    </m:r>
                    <m:r>
                      <a:rPr lang="en-US" sz="2400" b="0" i="1" smtClean="0">
                        <a:latin typeface="Cambria Math" panose="02040503050406030204" pitchFamily="18" charset="0"/>
                        <a:ea typeface="Cambria Math" panose="02040503050406030204" pitchFamily="18" charset="0"/>
                        <a:cs typeface="Arial" panose="020B0604020202020204" pitchFamily="34" charset="0"/>
                      </a:rPr>
                      <m:t>𝑔𝑉</m:t>
                    </m:r>
                  </m:oMath>
                </a14:m>
                <a:endParaRPr 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Nature of Field forces</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Gravitational force (</a:t>
                </a:r>
                <a14:m>
                  <m:oMath xmlns:m="http://schemas.openxmlformats.org/officeDocument/2006/math">
                    <m:sSub>
                      <m:sSubPr>
                        <m:ctrlPr>
                          <a:rPr lang="en-US" sz="2400" i="1" smtClean="0">
                            <a:latin typeface="Cambria Math" panose="02040503050406030204" pitchFamily="18" charset="0"/>
                            <a:cs typeface="Arial" panose="020B0604020202020204" pitchFamily="34" charset="0"/>
                          </a:rPr>
                        </m:ctrlPr>
                      </m:sSubPr>
                      <m:e>
                        <m:r>
                          <a:rPr lang="en-US" sz="2400" b="0" i="1" smtClean="0">
                            <a:latin typeface="Cambria Math" panose="02040503050406030204" pitchFamily="18" charset="0"/>
                            <a:cs typeface="Arial" panose="020B0604020202020204" pitchFamily="34" charset="0"/>
                          </a:rPr>
                          <m:t>𝐹</m:t>
                        </m:r>
                      </m:e>
                      <m:sub>
                        <m:r>
                          <a:rPr lang="en-US" sz="2400" b="0" i="1" smtClean="0">
                            <a:latin typeface="Cambria Math" panose="02040503050406030204" pitchFamily="18" charset="0"/>
                            <a:cs typeface="Arial" panose="020B0604020202020204" pitchFamily="34" charset="0"/>
                          </a:rPr>
                          <m:t>𝑔</m:t>
                        </m:r>
                      </m:sub>
                    </m:sSub>
                  </m:oMath>
                </a14:m>
                <a:r>
                  <a:rPr lang="en-US" sz="2400" dirty="0">
                    <a:latin typeface="Arial" panose="020B0604020202020204" pitchFamily="34" charset="0"/>
                    <a:cs typeface="Arial" panose="020B0604020202020204" pitchFamily="34" charset="0"/>
                  </a:rPr>
                  <a:t>)</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Electric force (</a:t>
                </a:r>
                <a14:m>
                  <m:oMath xmlns:m="http://schemas.openxmlformats.org/officeDocument/2006/math">
                    <m:sSub>
                      <m:sSubPr>
                        <m:ctrlPr>
                          <a:rPr lang="en-US" sz="2400" i="1" smtClean="0">
                            <a:latin typeface="Cambria Math" panose="02040503050406030204" pitchFamily="18" charset="0"/>
                            <a:cs typeface="Arial" panose="020B0604020202020204" pitchFamily="34" charset="0"/>
                          </a:rPr>
                        </m:ctrlPr>
                      </m:sSubPr>
                      <m:e>
                        <m:r>
                          <a:rPr lang="en-US" sz="2400" b="0" i="1" smtClean="0">
                            <a:latin typeface="Cambria Math" panose="02040503050406030204" pitchFamily="18" charset="0"/>
                            <a:cs typeface="Arial" panose="020B0604020202020204" pitchFamily="34" charset="0"/>
                          </a:rPr>
                          <m:t>𝐹</m:t>
                        </m:r>
                      </m:e>
                      <m:sub>
                        <m:r>
                          <a:rPr lang="en-US" sz="2400" b="0" i="1" smtClean="0">
                            <a:latin typeface="Cambria Math" panose="02040503050406030204" pitchFamily="18" charset="0"/>
                            <a:cs typeface="Arial" panose="020B0604020202020204" pitchFamily="34" charset="0"/>
                          </a:rPr>
                          <m:t>𝑒</m:t>
                        </m:r>
                      </m:sub>
                    </m:sSub>
                  </m:oMath>
                </a14:m>
                <a:r>
                  <a:rPr lang="en-US" sz="2400" dirty="0">
                    <a:latin typeface="Arial" panose="020B0604020202020204" pitchFamily="34" charset="0"/>
                    <a:cs typeface="Arial" panose="020B0604020202020204" pitchFamily="34" charset="0"/>
                  </a:rPr>
                  <a:t>)</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Magnetic force (</a:t>
                </a:r>
                <a14:m>
                  <m:oMath xmlns:m="http://schemas.openxmlformats.org/officeDocument/2006/math">
                    <m:sSub>
                      <m:sSubPr>
                        <m:ctrlPr>
                          <a:rPr lang="en-US" sz="2400" i="1" smtClean="0">
                            <a:latin typeface="Cambria Math" panose="02040503050406030204" pitchFamily="18" charset="0"/>
                            <a:cs typeface="Arial" panose="020B0604020202020204" pitchFamily="34" charset="0"/>
                          </a:rPr>
                        </m:ctrlPr>
                      </m:sSubPr>
                      <m:e>
                        <m:r>
                          <a:rPr lang="en-US" sz="2400" b="0" i="1" smtClean="0">
                            <a:latin typeface="Cambria Math" panose="02040503050406030204" pitchFamily="18" charset="0"/>
                            <a:cs typeface="Arial" panose="020B0604020202020204" pitchFamily="34" charset="0"/>
                          </a:rPr>
                          <m:t>𝐹</m:t>
                        </m:r>
                      </m:e>
                      <m:sub>
                        <m:r>
                          <a:rPr lang="en-US" sz="2400" b="0" i="1" smtClean="0">
                            <a:latin typeface="Cambria Math" panose="02040503050406030204" pitchFamily="18" charset="0"/>
                            <a:cs typeface="Arial" panose="020B0604020202020204" pitchFamily="34" charset="0"/>
                          </a:rPr>
                          <m:t>𝑚</m:t>
                        </m:r>
                      </m:sub>
                    </m:sSub>
                  </m:oMath>
                </a14:m>
                <a:r>
                  <a:rPr lang="en-US" sz="2400" dirty="0">
                    <a:latin typeface="Arial" panose="020B0604020202020204" pitchFamily="34" charset="0"/>
                    <a:cs typeface="Arial" panose="020B0604020202020204" pitchFamily="34" charset="0"/>
                  </a:rPr>
                  <a:t>)</a:t>
                </a:r>
              </a:p>
            </p:txBody>
          </p:sp>
        </mc:Choice>
        <mc:Fallback xmlns="">
          <p:sp>
            <p:nvSpPr>
              <p:cNvPr id="5" name="TextBox 4">
                <a:extLst>
                  <a:ext uri="{FF2B5EF4-FFF2-40B4-BE49-F238E27FC236}">
                    <a16:creationId xmlns:a16="http://schemas.microsoft.com/office/drawing/2014/main" id="{25A00AA9-92AF-6E43-B4AA-DB067141DDB4}"/>
                  </a:ext>
                </a:extLst>
              </p:cNvPr>
              <p:cNvSpPr txBox="1">
                <a:spLocks noRot="1" noChangeAspect="1" noMove="1" noResize="1" noEditPoints="1" noAdjustHandles="1" noChangeArrowheads="1" noChangeShapeType="1" noTextEdit="1"/>
              </p:cNvSpPr>
              <p:nvPr/>
            </p:nvSpPr>
            <p:spPr>
              <a:xfrm>
                <a:off x="0" y="31830"/>
                <a:ext cx="4572000" cy="5322676"/>
              </a:xfrm>
              <a:prstGeom prst="rect">
                <a:avLst/>
              </a:prstGeom>
              <a:blipFill>
                <a:blip r:embed="rId2"/>
                <a:stretch>
                  <a:fillRect l="-1944" t="-952" r="-1389" b="-1667"/>
                </a:stretch>
              </a:blipFill>
            </p:spPr>
            <p:txBody>
              <a:bodyPr/>
              <a:lstStyle/>
              <a:p>
                <a:r>
                  <a:rPr lang="en-US">
                    <a:noFill/>
                  </a:rPr>
                  <a:t> </a:t>
                </a:r>
              </a:p>
            </p:txBody>
          </p:sp>
        </mc:Fallback>
      </mc:AlternateContent>
    </p:spTree>
    <p:extLst>
      <p:ext uri="{BB962C8B-B14F-4D97-AF65-F5344CB8AC3E}">
        <p14:creationId xmlns:p14="http://schemas.microsoft.com/office/powerpoint/2010/main" val="4229562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5A00AA9-92AF-6E43-B4AA-DB067141DDB4}"/>
              </a:ext>
            </a:extLst>
          </p:cNvPr>
          <p:cNvSpPr txBox="1"/>
          <p:nvPr/>
        </p:nvSpPr>
        <p:spPr>
          <a:xfrm>
            <a:off x="0" y="31830"/>
            <a:ext cx="4572000" cy="461665"/>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Free body diagrams:</a:t>
            </a:r>
          </a:p>
        </p:txBody>
      </p:sp>
      <p:cxnSp>
        <p:nvCxnSpPr>
          <p:cNvPr id="3" name="Straight Connector 2">
            <a:extLst>
              <a:ext uri="{FF2B5EF4-FFF2-40B4-BE49-F238E27FC236}">
                <a16:creationId xmlns:a16="http://schemas.microsoft.com/office/drawing/2014/main" id="{60A6B5C2-4A85-554D-932D-D49CF56420F6}"/>
              </a:ext>
            </a:extLst>
          </p:cNvPr>
          <p:cNvCxnSpPr/>
          <p:nvPr/>
        </p:nvCxnSpPr>
        <p:spPr>
          <a:xfrm>
            <a:off x="914400" y="1600200"/>
            <a:ext cx="24384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A3E90FA0-FBCE-AD49-92EC-0E71950451B0}"/>
              </a:ext>
            </a:extLst>
          </p:cNvPr>
          <p:cNvSpPr/>
          <p:nvPr/>
        </p:nvSpPr>
        <p:spPr>
          <a:xfrm>
            <a:off x="1371600" y="6858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1DFD370E-F7EF-2C43-9985-3EF274F82580}"/>
              </a:ext>
            </a:extLst>
          </p:cNvPr>
          <p:cNvCxnSpPr/>
          <p:nvPr/>
        </p:nvCxnSpPr>
        <p:spPr>
          <a:xfrm>
            <a:off x="914400" y="3352800"/>
            <a:ext cx="24384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E66A8D36-C9D2-C94D-961F-6DB7A3547322}"/>
              </a:ext>
            </a:extLst>
          </p:cNvPr>
          <p:cNvSpPr/>
          <p:nvPr/>
        </p:nvSpPr>
        <p:spPr>
          <a:xfrm>
            <a:off x="1371600" y="24384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B1A2658B-3D50-FC48-A9A8-2B6AD7C00FF9}"/>
              </a:ext>
            </a:extLst>
          </p:cNvPr>
          <p:cNvCxnSpPr/>
          <p:nvPr/>
        </p:nvCxnSpPr>
        <p:spPr>
          <a:xfrm>
            <a:off x="908613" y="5274197"/>
            <a:ext cx="243840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32485AD-A90F-3E41-843D-2E7942928FE7}"/>
              </a:ext>
            </a:extLst>
          </p:cNvPr>
          <p:cNvSpPr/>
          <p:nvPr/>
        </p:nvSpPr>
        <p:spPr>
          <a:xfrm>
            <a:off x="1365813" y="4359797"/>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668AEB3B-7CF6-4B46-A87A-B0DEDE909D77}"/>
              </a:ext>
            </a:extLst>
          </p:cNvPr>
          <p:cNvCxnSpPr>
            <a:cxnSpLocks/>
          </p:cNvCxnSpPr>
          <p:nvPr/>
        </p:nvCxnSpPr>
        <p:spPr>
          <a:xfrm flipV="1">
            <a:off x="2280213" y="4038600"/>
            <a:ext cx="1224987" cy="8382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1751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2.22222E-6 L 0.19167 -2.22222E-6 " pathEditMode="relative" ptsTypes="AA">
                                      <p:cBhvr>
                                        <p:cTn id="6" dur="2000" fill="hold"/>
                                        <p:tgtEl>
                                          <p:spTgt spid="7"/>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 0 L 0.25 0 " pathEditMode="relative" ptsTypes="AA">
                                      <p:cBhvr>
                                        <p:cTn id="10" dur="2000" fill="hold"/>
                                        <p:tgtEl>
                                          <p:spTgt spid="10"/>
                                        </p:tgtEl>
                                        <p:attrNameLst>
                                          <p:attrName>ppt_x</p:attrName>
                                          <p:attrName>ppt_y</p:attrName>
                                        </p:attrNameLst>
                                      </p:cBhvr>
                                    </p:animMotion>
                                  </p:childTnLst>
                                </p:cTn>
                              </p:par>
                              <p:par>
                                <p:cTn id="11" presetID="0" presetClass="path" presetSubtype="0" accel="50000" decel="50000" fill="hold" grpId="0" nodeType="withEffect">
                                  <p:stCondLst>
                                    <p:cond delay="0"/>
                                  </p:stCondLst>
                                  <p:childTnLst>
                                    <p:animMotion origin="layout" path="M 0 0 L 0.25 0 " pathEditMode="relative" ptsTypes="AA">
                                      <p:cBhvr>
                                        <p:cTn id="12" dur="20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5A00AA9-92AF-6E43-B4AA-DB067141DDB4}"/>
              </a:ext>
            </a:extLst>
          </p:cNvPr>
          <p:cNvSpPr txBox="1"/>
          <p:nvPr/>
        </p:nvSpPr>
        <p:spPr>
          <a:xfrm>
            <a:off x="0" y="31830"/>
            <a:ext cx="4572000" cy="461665"/>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Free body diagrams:</a:t>
            </a:r>
          </a:p>
        </p:txBody>
      </p:sp>
      <p:sp>
        <p:nvSpPr>
          <p:cNvPr id="4" name="Rectangle 3">
            <a:extLst>
              <a:ext uri="{FF2B5EF4-FFF2-40B4-BE49-F238E27FC236}">
                <a16:creationId xmlns:a16="http://schemas.microsoft.com/office/drawing/2014/main" id="{A3E90FA0-FBCE-AD49-92EC-0E71950451B0}"/>
              </a:ext>
            </a:extLst>
          </p:cNvPr>
          <p:cNvSpPr/>
          <p:nvPr/>
        </p:nvSpPr>
        <p:spPr>
          <a:xfrm rot="20215490">
            <a:off x="1283390" y="1748807"/>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1DFD370E-F7EF-2C43-9985-3EF274F82580}"/>
              </a:ext>
            </a:extLst>
          </p:cNvPr>
          <p:cNvCxnSpPr>
            <a:cxnSpLocks/>
          </p:cNvCxnSpPr>
          <p:nvPr/>
        </p:nvCxnSpPr>
        <p:spPr>
          <a:xfrm>
            <a:off x="914400" y="3352800"/>
            <a:ext cx="0" cy="519185"/>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E66A8D36-C9D2-C94D-961F-6DB7A3547322}"/>
              </a:ext>
            </a:extLst>
          </p:cNvPr>
          <p:cNvSpPr/>
          <p:nvPr/>
        </p:nvSpPr>
        <p:spPr>
          <a:xfrm>
            <a:off x="672776" y="3871985"/>
            <a:ext cx="483248" cy="471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ight Triangle 1">
            <a:extLst>
              <a:ext uri="{FF2B5EF4-FFF2-40B4-BE49-F238E27FC236}">
                <a16:creationId xmlns:a16="http://schemas.microsoft.com/office/drawing/2014/main" id="{887D18B1-61F0-5F47-9018-D35B329F770F}"/>
              </a:ext>
            </a:extLst>
          </p:cNvPr>
          <p:cNvSpPr/>
          <p:nvPr/>
        </p:nvSpPr>
        <p:spPr>
          <a:xfrm flipH="1">
            <a:off x="1371600" y="940746"/>
            <a:ext cx="3047998" cy="1295400"/>
          </a:xfrm>
          <a:prstGeom prst="rtTriangl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9946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2639 -0.0162 L 0.24305 -0.13866 " pathEditMode="relative" rAng="0" ptsTypes="AA">
                                      <p:cBhvr>
                                        <p:cTn id="6" dur="2000" fill="hold"/>
                                        <p:tgtEl>
                                          <p:spTgt spid="4"/>
                                        </p:tgtEl>
                                        <p:attrNameLst>
                                          <p:attrName>ppt_x</p:attrName>
                                          <p:attrName>ppt_y</p:attrName>
                                        </p:attrNameLst>
                                      </p:cBhvr>
                                      <p:rCtr x="10833" y="-613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9144000" cy="707886"/>
          </a:xfrm>
          <a:prstGeom prst="rect">
            <a:avLst/>
          </a:prstGeom>
          <a:noFill/>
        </p:spPr>
        <p:txBody>
          <a:bodyPr wrap="square" rtlCol="0">
            <a:spAutoFit/>
          </a:bodyPr>
          <a:lstStyle/>
          <a:p>
            <a:pPr algn="ctr"/>
            <a:r>
              <a:rPr lang="en-US" sz="4000" dirty="0"/>
              <a:t>The concept of FORCE</a:t>
            </a:r>
          </a:p>
        </p:txBody>
      </p:sp>
      <p:pic>
        <p:nvPicPr>
          <p:cNvPr id="1027" name="Picture 3"/>
          <p:cNvPicPr>
            <a:picLocks noChangeAspect="1" noChangeArrowheads="1"/>
          </p:cNvPicPr>
          <p:nvPr/>
        </p:nvPicPr>
        <p:blipFill>
          <a:blip r:embed="rId2"/>
          <a:srcRect/>
          <a:stretch>
            <a:fillRect/>
          </a:stretch>
        </p:blipFill>
        <p:spPr bwMode="auto">
          <a:xfrm>
            <a:off x="2019300" y="1066800"/>
            <a:ext cx="5067300" cy="501015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356786" y="381000"/>
            <a:ext cx="8445116" cy="2738439"/>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88121" y="0"/>
            <a:ext cx="7946279" cy="923330"/>
          </a:xfrm>
          <a:prstGeom prst="rect">
            <a:avLst/>
          </a:prstGeom>
          <a:noFill/>
        </p:spPr>
        <p:txBody>
          <a:bodyPr wrap="none" lIns="91440" tIns="45720" rIns="91440" bIns="45720">
            <a:spAutoFit/>
          </a:bodyPr>
          <a:lstStyle/>
          <a:p>
            <a:pPr algn="ct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Newton’s 1</a:t>
            </a:r>
            <a:r>
              <a:rPr lang="en-US" sz="5400" b="1" baseline="3000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st</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Law (INERTIA)</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
        <p:nvSpPr>
          <p:cNvPr id="5" name="TextBox 4"/>
          <p:cNvSpPr txBox="1"/>
          <p:nvPr/>
        </p:nvSpPr>
        <p:spPr>
          <a:xfrm>
            <a:off x="304800" y="1501676"/>
            <a:ext cx="8534400" cy="2308324"/>
          </a:xfrm>
          <a:prstGeom prst="rect">
            <a:avLst/>
          </a:prstGeom>
          <a:noFill/>
        </p:spPr>
        <p:txBody>
          <a:bodyPr wrap="square" rtlCol="0">
            <a:spAutoFit/>
          </a:bodyPr>
          <a:lstStyle/>
          <a:p>
            <a:pPr algn="just"/>
            <a:r>
              <a:rPr lang="en-US" sz="3600" dirty="0"/>
              <a:t>A body at rest remains at rest, and a body in motion continues to move with constant speed in a straight line, unless acted upon by a net external force.</a:t>
            </a:r>
          </a:p>
        </p:txBody>
      </p:sp>
      <p:sp>
        <p:nvSpPr>
          <p:cNvPr id="6" name="TextBox 5"/>
          <p:cNvSpPr txBox="1"/>
          <p:nvPr/>
        </p:nvSpPr>
        <p:spPr>
          <a:xfrm>
            <a:off x="304800" y="3863876"/>
            <a:ext cx="8534400" cy="2308324"/>
          </a:xfrm>
          <a:prstGeom prst="rect">
            <a:avLst/>
          </a:prstGeom>
          <a:noFill/>
        </p:spPr>
        <p:txBody>
          <a:bodyPr wrap="square" rtlCol="0">
            <a:spAutoFit/>
          </a:bodyPr>
          <a:lstStyle/>
          <a:p>
            <a:pPr algn="just"/>
            <a:r>
              <a:rPr lang="en-US" sz="3600" dirty="0"/>
              <a:t>The property of a body which measures its resistance to a change in its state of rest, or of constant velocity along a straight line, is called </a:t>
            </a:r>
            <a:r>
              <a:rPr lang="en-US" sz="3600" b="1" dirty="0">
                <a:solidFill>
                  <a:srgbClr val="FF0000"/>
                </a:solidFill>
              </a:rPr>
              <a:t>INERTIA</a:t>
            </a:r>
            <a:r>
              <a:rPr lang="en-US" sz="36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0"/>
            <a:ext cx="9380902" cy="923330"/>
          </a:xfrm>
          <a:prstGeom prst="rect">
            <a:avLst/>
          </a:prstGeom>
          <a:noFill/>
        </p:spPr>
        <p:txBody>
          <a:bodyPr wrap="none" lIns="91440" tIns="45720" rIns="91440" bIns="45720">
            <a:spAutoFit/>
          </a:bodyPr>
          <a:lstStyle/>
          <a:p>
            <a:pPr algn="ct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Newton’s 2</a:t>
            </a:r>
            <a:r>
              <a:rPr lang="en-US" sz="5400" b="1" baseline="3000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nd</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Law (Acceleration)</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
        <p:nvSpPr>
          <p:cNvPr id="5" name="TextBox 4"/>
          <p:cNvSpPr txBox="1"/>
          <p:nvPr/>
        </p:nvSpPr>
        <p:spPr>
          <a:xfrm>
            <a:off x="304800" y="1501676"/>
            <a:ext cx="8534400" cy="2862322"/>
          </a:xfrm>
          <a:prstGeom prst="rect">
            <a:avLst/>
          </a:prstGeom>
          <a:noFill/>
        </p:spPr>
        <p:txBody>
          <a:bodyPr wrap="square" rtlCol="0">
            <a:spAutoFit/>
          </a:bodyPr>
          <a:lstStyle/>
          <a:p>
            <a:pPr algn="just"/>
            <a:r>
              <a:rPr lang="en-US" sz="3600" dirty="0"/>
              <a:t>The unbalanced external force acting on a body imparts an acceleration which is proportional to the applied force, the direction of the acceleration being the same as that of the force.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88121" y="0"/>
            <a:ext cx="8403479" cy="1754326"/>
          </a:xfrm>
          <a:prstGeom prst="rect">
            <a:avLst/>
          </a:prstGeom>
          <a:noFill/>
        </p:spPr>
        <p:txBody>
          <a:bodyPr wrap="square" lIns="91440" tIns="45720" rIns="91440" bIns="45720">
            <a:spAutoFit/>
          </a:bodyPr>
          <a:lstStyle/>
          <a:p>
            <a:pPr algn="ct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Newton’s 3</a:t>
            </a:r>
            <a:r>
              <a:rPr lang="en-US" sz="5400" b="1" baseline="3000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rd</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Law (Action and Reaction)</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
        <p:nvSpPr>
          <p:cNvPr id="5" name="TextBox 4"/>
          <p:cNvSpPr txBox="1"/>
          <p:nvPr/>
        </p:nvSpPr>
        <p:spPr>
          <a:xfrm>
            <a:off x="304800" y="1882676"/>
            <a:ext cx="8534400" cy="1754326"/>
          </a:xfrm>
          <a:prstGeom prst="rect">
            <a:avLst/>
          </a:prstGeom>
          <a:noFill/>
        </p:spPr>
        <p:txBody>
          <a:bodyPr wrap="square" rtlCol="0">
            <a:spAutoFit/>
          </a:bodyPr>
          <a:lstStyle/>
          <a:p>
            <a:pPr algn="just"/>
            <a:r>
              <a:rPr lang="en-US" sz="3600" dirty="0"/>
              <a:t>When one body exerts a force on another body, the latter also exerts a force on the first, that is, forces always occur in pairs. </a:t>
            </a:r>
          </a:p>
        </p:txBody>
      </p:sp>
      <p:sp>
        <p:nvSpPr>
          <p:cNvPr id="6" name="TextBox 5"/>
          <p:cNvSpPr txBox="1"/>
          <p:nvPr/>
        </p:nvSpPr>
        <p:spPr>
          <a:xfrm>
            <a:off x="304800" y="4113074"/>
            <a:ext cx="8534400" cy="1200329"/>
          </a:xfrm>
          <a:prstGeom prst="rect">
            <a:avLst/>
          </a:prstGeom>
          <a:noFill/>
        </p:spPr>
        <p:txBody>
          <a:bodyPr wrap="square" rtlCol="0">
            <a:spAutoFit/>
          </a:bodyPr>
          <a:lstStyle/>
          <a:p>
            <a:pPr algn="just"/>
            <a:r>
              <a:rPr lang="en-US" sz="3600" dirty="0"/>
              <a:t>For every action, there is always an equal and opposite reaction.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152400"/>
            <a:ext cx="8534400" cy="2862322"/>
          </a:xfrm>
          <a:prstGeom prst="rect">
            <a:avLst/>
          </a:prstGeom>
          <a:noFill/>
        </p:spPr>
        <p:txBody>
          <a:bodyPr wrap="square" rtlCol="0">
            <a:spAutoFit/>
          </a:bodyPr>
          <a:lstStyle/>
          <a:p>
            <a:pPr algn="just"/>
            <a:r>
              <a:rPr lang="en-US" sz="3600" dirty="0"/>
              <a:t>1) The initial speed of a car of mass 1500 kg is 60 km/h. A constant retarding force act on the car by applying the brakes. If the car is brought to stop in exactly 72 seconds, find the retarding force.</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294840" y="3071880"/>
              <a:ext cx="2928960" cy="2840040"/>
            </p14:xfrm>
          </p:contentPart>
        </mc:Choice>
        <mc:Fallback xmlns="">
          <p:pic>
            <p:nvPicPr>
              <p:cNvPr id="4" name="Ink 3"/>
              <p:cNvPicPr/>
              <p:nvPr/>
            </p:nvPicPr>
            <p:blipFill>
              <a:blip r:embed="rId3"/>
              <a:stretch>
                <a:fillRect/>
              </a:stretch>
            </p:blipFill>
            <p:spPr>
              <a:xfrm>
                <a:off x="285480" y="3062520"/>
                <a:ext cx="2947680" cy="2858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3607560" y="3313080"/>
              <a:ext cx="4777920" cy="1625400"/>
            </p14:xfrm>
          </p:contentPart>
        </mc:Choice>
        <mc:Fallback xmlns="">
          <p:pic>
            <p:nvPicPr>
              <p:cNvPr id="5" name="Ink 4"/>
              <p:cNvPicPr/>
              <p:nvPr/>
            </p:nvPicPr>
            <p:blipFill>
              <a:blip r:embed="rId5"/>
              <a:stretch>
                <a:fillRect/>
              </a:stretch>
            </p:blipFill>
            <p:spPr>
              <a:xfrm>
                <a:off x="3598200" y="3303720"/>
                <a:ext cx="4796640" cy="16441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304800"/>
            <a:ext cx="9144000" cy="1754326"/>
          </a:xfrm>
          <a:prstGeom prst="rect">
            <a:avLst/>
          </a:prstGeom>
          <a:noFill/>
        </p:spPr>
        <p:txBody>
          <a:bodyPr wrap="square" rtlCol="0">
            <a:spAutoFit/>
          </a:bodyPr>
          <a:lstStyle/>
          <a:p>
            <a:pPr algn="just"/>
            <a:r>
              <a:rPr lang="en-US" sz="3600" dirty="0"/>
              <a:t>2. A body starting from rest acquires a velocity of 18cm/s in 3 sec. If the body has a mass of 15g, what force is exerted by the body?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304800"/>
            <a:ext cx="9144000" cy="2308324"/>
          </a:xfrm>
          <a:prstGeom prst="rect">
            <a:avLst/>
          </a:prstGeom>
          <a:noFill/>
        </p:spPr>
        <p:txBody>
          <a:bodyPr wrap="square" rtlCol="0">
            <a:spAutoFit/>
          </a:bodyPr>
          <a:lstStyle/>
          <a:p>
            <a:pPr algn="just"/>
            <a:r>
              <a:rPr lang="en-US" sz="3600" dirty="0"/>
              <a:t>3. What constant force is needed in order to increase the speed of a car from 30 km/h to 60 km/h in a time of 6 seconds, if the mass of the car is 2400 kg?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04800"/>
            <a:ext cx="8534400" cy="2308324"/>
          </a:xfrm>
          <a:prstGeom prst="rect">
            <a:avLst/>
          </a:prstGeom>
          <a:noFill/>
        </p:spPr>
        <p:txBody>
          <a:bodyPr wrap="square" rtlCol="0">
            <a:spAutoFit/>
          </a:bodyPr>
          <a:lstStyle/>
          <a:p>
            <a:pPr algn="just"/>
            <a:r>
              <a:rPr lang="en-US" sz="3600" dirty="0"/>
              <a:t>4. A box weighing  20N is pulled vertically upward by means of a cord. Find the acceleration of the box if the tension in the cord is 30 N.</a:t>
            </a: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196560" y="2902320"/>
              <a:ext cx="5384880" cy="2464920"/>
            </p14:xfrm>
          </p:contentPart>
        </mc:Choice>
        <mc:Fallback xmlns="">
          <p:pic>
            <p:nvPicPr>
              <p:cNvPr id="3" name="Ink 2"/>
              <p:cNvPicPr/>
              <p:nvPr/>
            </p:nvPicPr>
            <p:blipFill>
              <a:blip r:embed="rId3"/>
              <a:stretch>
                <a:fillRect/>
              </a:stretch>
            </p:blipFill>
            <p:spPr>
              <a:xfrm>
                <a:off x="187200" y="2892960"/>
                <a:ext cx="5403600" cy="24836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31887"/>
            <a:ext cx="8534400" cy="5078313"/>
          </a:xfrm>
          <a:prstGeom prst="rect">
            <a:avLst/>
          </a:prstGeom>
          <a:noFill/>
        </p:spPr>
        <p:txBody>
          <a:bodyPr wrap="square" rtlCol="0">
            <a:spAutoFit/>
          </a:bodyPr>
          <a:lstStyle/>
          <a:p>
            <a:pPr algn="just"/>
            <a:r>
              <a:rPr lang="en-US" sz="3600" dirty="0"/>
              <a:t>5. An elevator weighing 9800N is supported by a steel cable. Find the tension in the cable at rest, when the elevator is moving up at a uniform speed of 1 m/s, and when it is descending at a constant speed of 3 m/s. Find the tension in the cable when the elevator is accelerated upward at 5 m/s</a:t>
            </a:r>
            <a:r>
              <a:rPr lang="en-US" sz="3600" baseline="30000" dirty="0"/>
              <a:t>2</a:t>
            </a:r>
            <a:r>
              <a:rPr lang="en-US" sz="3600" dirty="0"/>
              <a:t>. Find the tension in the cable when it is descending with an acceleration of 5 m/s</a:t>
            </a:r>
            <a:r>
              <a:rPr lang="en-US" sz="3600" baseline="30000" dirty="0"/>
              <a:t>2</a:t>
            </a:r>
            <a:r>
              <a:rPr lang="en-US" sz="3600" dirty="0"/>
              <a:t>.</a:t>
            </a: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89280" y="1607400"/>
              <a:ext cx="8679960" cy="4366800"/>
            </p14:xfrm>
          </p:contentPart>
        </mc:Choice>
        <mc:Fallback xmlns="">
          <p:pic>
            <p:nvPicPr>
              <p:cNvPr id="3" name="Ink 2"/>
              <p:cNvPicPr/>
              <p:nvPr/>
            </p:nvPicPr>
            <p:blipFill>
              <a:blip r:embed="rId3"/>
              <a:stretch>
                <a:fillRect/>
              </a:stretch>
            </p:blipFill>
            <p:spPr>
              <a:xfrm>
                <a:off x="79920" y="1598040"/>
                <a:ext cx="8698680" cy="438552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929549" y="609600"/>
            <a:ext cx="5461851" cy="4612658"/>
          </a:xfrm>
          <a:prstGeom prst="rect">
            <a:avLst/>
          </a:prstGeom>
          <a:noFill/>
          <a:ln w="9525">
            <a:noFill/>
            <a:miter lim="800000"/>
            <a:headEnd/>
            <a:tailEnd/>
          </a:ln>
          <a:effectLst/>
        </p:spPr>
      </p:pic>
      <p:sp>
        <p:nvSpPr>
          <p:cNvPr id="3" name="TextBox 2"/>
          <p:cNvSpPr txBox="1"/>
          <p:nvPr/>
        </p:nvSpPr>
        <p:spPr>
          <a:xfrm>
            <a:off x="304800" y="331887"/>
            <a:ext cx="8534400" cy="1200329"/>
          </a:xfrm>
          <a:prstGeom prst="rect">
            <a:avLst/>
          </a:prstGeom>
          <a:noFill/>
        </p:spPr>
        <p:txBody>
          <a:bodyPr wrap="square" rtlCol="0">
            <a:spAutoFit/>
          </a:bodyPr>
          <a:lstStyle/>
          <a:p>
            <a:pPr algn="just"/>
            <a:r>
              <a:rPr lang="en-US" sz="3600" dirty="0"/>
              <a:t>6. Find the resultant force applied on the puck. </a:t>
            </a: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0" y="1527120"/>
              <a:ext cx="5715360" cy="5036400"/>
            </p14:xfrm>
          </p:contentPart>
        </mc:Choice>
        <mc:Fallback xmlns="">
          <p:pic>
            <p:nvPicPr>
              <p:cNvPr id="2" name="Ink 1"/>
              <p:cNvPicPr/>
              <p:nvPr/>
            </p:nvPicPr>
            <p:blipFill>
              <a:blip r:embed="rId4"/>
              <a:stretch>
                <a:fillRect/>
              </a:stretch>
            </p:blipFill>
            <p:spPr>
              <a:xfrm>
                <a:off x="-9360" y="1517760"/>
                <a:ext cx="5734080" cy="505512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774680"/>
            <a:ext cx="8534400" cy="3416320"/>
          </a:xfrm>
          <a:prstGeom prst="rect">
            <a:avLst/>
          </a:prstGeom>
          <a:noFill/>
        </p:spPr>
        <p:txBody>
          <a:bodyPr wrap="square" rtlCol="0">
            <a:spAutoFit/>
          </a:bodyPr>
          <a:lstStyle/>
          <a:p>
            <a:pPr algn="just"/>
            <a:r>
              <a:rPr lang="en-US" sz="3600" dirty="0"/>
              <a:t>7. A box starting from rest from the top of a frictionless plane which is 3 m long and inclined 30⁰ with the horizontal. (a) find the velocity of the box  as it reaches the foot of the plane. (b) How long does it take the box to reach the bottom of the plane?</a:t>
            </a: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18000" y="4027320"/>
              <a:ext cx="3652560" cy="2331000"/>
            </p14:xfrm>
          </p:contentPart>
        </mc:Choice>
        <mc:Fallback xmlns="">
          <p:pic>
            <p:nvPicPr>
              <p:cNvPr id="3" name="Ink 2"/>
              <p:cNvPicPr/>
              <p:nvPr/>
            </p:nvPicPr>
            <p:blipFill>
              <a:blip r:embed="rId3"/>
              <a:stretch>
                <a:fillRect/>
              </a:stretch>
            </p:blipFill>
            <p:spPr>
              <a:xfrm>
                <a:off x="8640" y="4017960"/>
                <a:ext cx="3671280" cy="2349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p14:cNvContentPartPr/>
              <p14:nvPr/>
            </p14:nvContentPartPr>
            <p14:xfrm>
              <a:off x="848160" y="2928960"/>
              <a:ext cx="7563960" cy="3616920"/>
            </p14:xfrm>
          </p:contentPart>
        </mc:Choice>
        <mc:Fallback xmlns="">
          <p:pic>
            <p:nvPicPr>
              <p:cNvPr id="4" name="Ink 3"/>
              <p:cNvPicPr/>
              <p:nvPr/>
            </p:nvPicPr>
            <p:blipFill>
              <a:blip r:embed="rId5"/>
              <a:stretch>
                <a:fillRect/>
              </a:stretch>
            </p:blipFill>
            <p:spPr>
              <a:xfrm>
                <a:off x="838800" y="2919600"/>
                <a:ext cx="7582680" cy="36356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04800"/>
            <a:ext cx="8534400" cy="3416320"/>
          </a:xfrm>
          <a:prstGeom prst="rect">
            <a:avLst/>
          </a:prstGeom>
          <a:noFill/>
        </p:spPr>
        <p:txBody>
          <a:bodyPr wrap="square" rtlCol="0">
            <a:spAutoFit/>
          </a:bodyPr>
          <a:lstStyle/>
          <a:p>
            <a:pPr algn="just"/>
            <a:r>
              <a:rPr lang="en-US" sz="3600" dirty="0"/>
              <a:t>8. A 2kg block is pulled up along an inclined plane by a force of 15N, the force being parallel to the plane which makes 30 deg with the horizontal. If the block started from rest, how far did it go during the first 5 seconds?</a:t>
            </a:r>
          </a:p>
        </p:txBody>
      </p:sp>
      <p:sp>
        <p:nvSpPr>
          <p:cNvPr id="3" name="TextBox 2"/>
          <p:cNvSpPr txBox="1"/>
          <p:nvPr/>
        </p:nvSpPr>
        <p:spPr>
          <a:xfrm>
            <a:off x="762000" y="5638800"/>
            <a:ext cx="2446504" cy="769441"/>
          </a:xfrm>
          <a:prstGeom prst="rect">
            <a:avLst/>
          </a:prstGeom>
          <a:noFill/>
        </p:spPr>
        <p:txBody>
          <a:bodyPr wrap="none" rtlCol="0">
            <a:spAutoFit/>
          </a:bodyPr>
          <a:lstStyle/>
          <a:p>
            <a:r>
              <a:rPr lang="en-US" sz="4400" b="1" dirty="0"/>
              <a:t>x = 32.5m</a:t>
            </a:r>
            <a:endParaRPr lang="en-US" sz="4400" b="1" baseline="30000"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44640" y="3277080"/>
              <a:ext cx="6340320" cy="2563200"/>
            </p14:xfrm>
          </p:contentPart>
        </mc:Choice>
        <mc:Fallback xmlns="">
          <p:pic>
            <p:nvPicPr>
              <p:cNvPr id="4" name="Ink 3"/>
              <p:cNvPicPr/>
              <p:nvPr/>
            </p:nvPicPr>
            <p:blipFill>
              <a:blip r:embed="rId3"/>
              <a:stretch>
                <a:fillRect/>
              </a:stretch>
            </p:blipFill>
            <p:spPr>
              <a:xfrm>
                <a:off x="35280" y="3267720"/>
                <a:ext cx="6359040" cy="258192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533400"/>
            <a:ext cx="8534400" cy="3970318"/>
          </a:xfrm>
          <a:prstGeom prst="rect">
            <a:avLst/>
          </a:prstGeom>
          <a:noFill/>
        </p:spPr>
        <p:txBody>
          <a:bodyPr wrap="square" rtlCol="0">
            <a:spAutoFit/>
          </a:bodyPr>
          <a:lstStyle/>
          <a:p>
            <a:pPr algn="just"/>
            <a:r>
              <a:rPr lang="en-US" sz="3600" dirty="0"/>
              <a:t>9) A 5kg block lies on a smooth table top. A horizontal string connected to the block is passed over a small pulley at the edge of the table, and a body of mass 8 kg is hung from the other end of the string. Find the tension in the string and , the acceleration of the bodies when the system is released.</a:t>
            </a:r>
          </a:p>
        </p:txBody>
      </p:sp>
      <p:sp>
        <p:nvSpPr>
          <p:cNvPr id="3" name="TextBox 2"/>
          <p:cNvSpPr txBox="1"/>
          <p:nvPr/>
        </p:nvSpPr>
        <p:spPr>
          <a:xfrm>
            <a:off x="762000" y="5638800"/>
            <a:ext cx="3236079" cy="769441"/>
          </a:xfrm>
          <a:prstGeom prst="rect">
            <a:avLst/>
          </a:prstGeom>
          <a:noFill/>
        </p:spPr>
        <p:txBody>
          <a:bodyPr wrap="none" rtlCol="0">
            <a:spAutoFit/>
          </a:bodyPr>
          <a:lstStyle/>
          <a:p>
            <a:r>
              <a:rPr lang="en-US" sz="4400" b="1" dirty="0"/>
              <a:t>a = 6.03 m/s</a:t>
            </a:r>
            <a:r>
              <a:rPr lang="en-US" sz="4400" b="1" baseline="30000" dirty="0"/>
              <a:t>2</a:t>
            </a:r>
          </a:p>
        </p:txBody>
      </p:sp>
      <p:sp>
        <p:nvSpPr>
          <p:cNvPr id="4" name="TextBox 3"/>
          <p:cNvSpPr txBox="1"/>
          <p:nvPr/>
        </p:nvSpPr>
        <p:spPr>
          <a:xfrm>
            <a:off x="4764921" y="5638800"/>
            <a:ext cx="2792752" cy="769441"/>
          </a:xfrm>
          <a:prstGeom prst="rect">
            <a:avLst/>
          </a:prstGeom>
          <a:noFill/>
        </p:spPr>
        <p:txBody>
          <a:bodyPr wrap="none" rtlCol="0">
            <a:spAutoFit/>
          </a:bodyPr>
          <a:lstStyle/>
          <a:p>
            <a:r>
              <a:rPr lang="en-US" sz="4400" b="1" dirty="0"/>
              <a:t>T = 30.15 N</a:t>
            </a:r>
            <a:endParaRPr lang="en-US" sz="4400" b="1" baseline="30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04800"/>
            <a:ext cx="8534400" cy="4524315"/>
          </a:xfrm>
          <a:prstGeom prst="rect">
            <a:avLst/>
          </a:prstGeom>
          <a:noFill/>
        </p:spPr>
        <p:txBody>
          <a:bodyPr wrap="square" rtlCol="0">
            <a:spAutoFit/>
          </a:bodyPr>
          <a:lstStyle/>
          <a:p>
            <a:pPr algn="just"/>
            <a:r>
              <a:rPr lang="en-US" sz="3600" dirty="0"/>
              <a:t>4. A box starting from rest  is pulled by means of a string which makes an angle of 30 deg with the horizontal. If the box travels a distance of 10m in 2s, what is the force exerted by the string if the box weighs 4.9 N? What is the work done by the string on the box? And Determine the power produced by the force. </a:t>
            </a:r>
          </a:p>
        </p:txBody>
      </p:sp>
      <p:sp>
        <p:nvSpPr>
          <p:cNvPr id="3" name="TextBox 2"/>
          <p:cNvSpPr txBox="1"/>
          <p:nvPr/>
        </p:nvSpPr>
        <p:spPr>
          <a:xfrm>
            <a:off x="762000" y="5791200"/>
            <a:ext cx="2074607" cy="769441"/>
          </a:xfrm>
          <a:prstGeom prst="rect">
            <a:avLst/>
          </a:prstGeom>
          <a:noFill/>
        </p:spPr>
        <p:txBody>
          <a:bodyPr wrap="none" rtlCol="0">
            <a:spAutoFit/>
          </a:bodyPr>
          <a:lstStyle/>
          <a:p>
            <a:r>
              <a:rPr lang="en-US" sz="4400" b="1" dirty="0"/>
              <a:t>F = 2.9N</a:t>
            </a:r>
            <a:endParaRPr lang="en-US" sz="4400" b="1" baseline="30000"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401760" y="3295080"/>
              <a:ext cx="8751600" cy="3500640"/>
            </p14:xfrm>
          </p:contentPart>
        </mc:Choice>
        <mc:Fallback xmlns="">
          <p:pic>
            <p:nvPicPr>
              <p:cNvPr id="4" name="Ink 3"/>
              <p:cNvPicPr/>
              <p:nvPr/>
            </p:nvPicPr>
            <p:blipFill>
              <a:blip r:embed="rId3"/>
              <a:stretch>
                <a:fillRect/>
              </a:stretch>
            </p:blipFill>
            <p:spPr>
              <a:xfrm>
                <a:off x="392400" y="3285720"/>
                <a:ext cx="8770320" cy="35193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152400"/>
            <a:ext cx="8534400" cy="2308324"/>
          </a:xfrm>
          <a:prstGeom prst="rect">
            <a:avLst/>
          </a:prstGeom>
          <a:noFill/>
        </p:spPr>
        <p:txBody>
          <a:bodyPr wrap="square" rtlCol="0">
            <a:spAutoFit/>
          </a:bodyPr>
          <a:lstStyle/>
          <a:p>
            <a:pPr algn="just"/>
            <a:r>
              <a:rPr lang="en-US" sz="3600" dirty="0"/>
              <a:t>An object is moving along a circular path of radius 286 cm. If the centripetal force on the object is 3 times its weight, find the period of the motion.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04800"/>
            <a:ext cx="8534400" cy="2862322"/>
          </a:xfrm>
          <a:prstGeom prst="rect">
            <a:avLst/>
          </a:prstGeom>
          <a:noFill/>
        </p:spPr>
        <p:txBody>
          <a:bodyPr wrap="square" rtlCol="0">
            <a:spAutoFit/>
          </a:bodyPr>
          <a:lstStyle/>
          <a:p>
            <a:pPr algn="just"/>
            <a:r>
              <a:rPr lang="en-US" sz="3600" dirty="0"/>
              <a:t>6. A 50 kg crate sliding with a speed of 10 m/s along a horizontal floor reaches the bottom of an inclined plane. How far up the plane will it go if the plane is inclined at 20 deg with the horizontal?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304800"/>
            <a:ext cx="9144000" cy="3970318"/>
          </a:xfrm>
          <a:prstGeom prst="rect">
            <a:avLst/>
          </a:prstGeom>
          <a:noFill/>
        </p:spPr>
        <p:txBody>
          <a:bodyPr wrap="square" rtlCol="0">
            <a:spAutoFit/>
          </a:bodyPr>
          <a:lstStyle/>
          <a:p>
            <a:pPr algn="just"/>
            <a:r>
              <a:rPr lang="en-US" sz="3600" dirty="0"/>
              <a:t>7. Two bodies, one of mass 4kg and the other of mass m, are fastened to the two ends of a string which is passed over a smooth pulley so that the two masses hang vertically, with the 4kg mass 4 meters above the ground. One second after the bodies are released, the 4kg mass hits the floor. Find the mass m of the other body.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04800"/>
            <a:ext cx="8534400" cy="2308324"/>
          </a:xfrm>
          <a:prstGeom prst="rect">
            <a:avLst/>
          </a:prstGeom>
          <a:noFill/>
        </p:spPr>
        <p:txBody>
          <a:bodyPr wrap="square" rtlCol="0">
            <a:spAutoFit/>
          </a:bodyPr>
          <a:lstStyle/>
          <a:p>
            <a:pPr algn="just"/>
            <a:r>
              <a:rPr lang="en-US" sz="3600" dirty="0"/>
              <a:t>The two masses in Atwood’s Machine are M kg and m kg, where M &gt; m. When the system is released, find the acceleration of each body and the tension in the string.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04800"/>
            <a:ext cx="9144000" cy="2308324"/>
          </a:xfrm>
          <a:prstGeom prst="rect">
            <a:avLst/>
          </a:prstGeom>
          <a:noFill/>
        </p:spPr>
        <p:txBody>
          <a:bodyPr wrap="square" rtlCol="0">
            <a:spAutoFit/>
          </a:bodyPr>
          <a:lstStyle/>
          <a:p>
            <a:pPr algn="just"/>
            <a:r>
              <a:rPr lang="en-US" sz="3600" dirty="0"/>
              <a:t>1. A body of mass 50 g is at rest on a horizontal surface. A constant horizontal force is applied for 10s. Find the net force if the final velocity acquired is 36 m/s.</a:t>
            </a:r>
          </a:p>
        </p:txBody>
      </p:sp>
      <p:sp>
        <p:nvSpPr>
          <p:cNvPr id="5" name="TextBox 4"/>
          <p:cNvSpPr txBox="1"/>
          <p:nvPr/>
        </p:nvSpPr>
        <p:spPr>
          <a:xfrm>
            <a:off x="0" y="2949476"/>
            <a:ext cx="9144000" cy="2308324"/>
          </a:xfrm>
          <a:prstGeom prst="rect">
            <a:avLst/>
          </a:prstGeom>
          <a:noFill/>
        </p:spPr>
        <p:txBody>
          <a:bodyPr wrap="square" rtlCol="0">
            <a:spAutoFit/>
          </a:bodyPr>
          <a:lstStyle/>
          <a:p>
            <a:pPr algn="just"/>
            <a:r>
              <a:rPr lang="en-US" sz="3600" dirty="0"/>
              <a:t>2. At the instant, a 6 kg body is moving with a velocity of 9 m/s, a constant retarding force of 18N is applied. How far will the body move in 2s from the instant the force is applied?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304800"/>
            <a:ext cx="9144000" cy="2862322"/>
          </a:xfrm>
          <a:prstGeom prst="rect">
            <a:avLst/>
          </a:prstGeom>
          <a:noFill/>
        </p:spPr>
        <p:txBody>
          <a:bodyPr wrap="square" rtlCol="0">
            <a:spAutoFit/>
          </a:bodyPr>
          <a:lstStyle/>
          <a:p>
            <a:pPr algn="just"/>
            <a:r>
              <a:rPr lang="en-US" sz="3600" dirty="0"/>
              <a:t>3. The initial speed of a car of mass 1500 kg is 60 km/h. A constant retarding force acts on the car by applying the brakes. If the car is brought to stop in exactly 72s, find the retarding force.</a:t>
            </a:r>
          </a:p>
          <a:p>
            <a:pPr algn="just"/>
            <a:endParaRPr lang="en-US" sz="3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304800"/>
            <a:ext cx="9144000" cy="5078313"/>
          </a:xfrm>
          <a:prstGeom prst="rect">
            <a:avLst/>
          </a:prstGeom>
          <a:noFill/>
        </p:spPr>
        <p:txBody>
          <a:bodyPr wrap="square" rtlCol="0">
            <a:spAutoFit/>
          </a:bodyPr>
          <a:lstStyle/>
          <a:p>
            <a:pPr algn="just"/>
            <a:r>
              <a:rPr lang="en-US" sz="3600" dirty="0"/>
              <a:t>4. How long should a constant retarding force of 120N act on a body of mass 10 kg to stop the body if it is initially moving with a velocity of 24 km/h?</a:t>
            </a:r>
          </a:p>
          <a:p>
            <a:pPr algn="just"/>
            <a:endParaRPr lang="en-US" sz="3600" dirty="0"/>
          </a:p>
          <a:p>
            <a:pPr algn="just"/>
            <a:r>
              <a:rPr lang="en-US" sz="3600" dirty="0"/>
              <a:t>5. A 10kg body is initially at rest. It is acted upon by two forces, 40N to the north and 30N to the east. Find the velocity of the body after 1 second.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228600" y="152400"/>
                <a:ext cx="8763000" cy="2914837"/>
              </a:xfrm>
              <a:prstGeom prst="rect">
                <a:avLst/>
              </a:prstGeom>
              <a:noFill/>
            </p:spPr>
            <p:txBody>
              <a:bodyPr wrap="square" rtlCol="0">
                <a:spAutoFit/>
              </a:bodyPr>
              <a:lstStyle/>
              <a:p>
                <a:pPr algn="just"/>
                <a:r>
                  <a:rPr lang="en-US" sz="3600" dirty="0"/>
                  <a:t>Whenever a body slides over another body, the surfaces in contact encounter a resistance to their relative motion. This force that opposes motion of one body over another is called </a:t>
                </a:r>
                <a:r>
                  <a:rPr lang="en-US" sz="3600" b="1" u="sng" dirty="0">
                    <a:solidFill>
                      <a:srgbClr val="FF0000"/>
                    </a:solidFill>
                  </a:rPr>
                  <a:t>FRICTION (</a:t>
                </a:r>
                <a14:m>
                  <m:oMath xmlns:m="http://schemas.openxmlformats.org/officeDocument/2006/math">
                    <m:sSub>
                      <m:sSubPr>
                        <m:ctrlPr>
                          <a:rPr lang="en-US" sz="3600" b="1" i="1" u="sng" smtClean="0">
                            <a:solidFill>
                              <a:srgbClr val="FF0000"/>
                            </a:solidFill>
                            <a:latin typeface="Cambria Math" panose="02040503050406030204" pitchFamily="18" charset="0"/>
                          </a:rPr>
                        </m:ctrlPr>
                      </m:sSubPr>
                      <m:e>
                        <m:r>
                          <a:rPr lang="en-US" sz="3600" b="1" i="1" u="sng" smtClean="0">
                            <a:solidFill>
                              <a:srgbClr val="FF0000"/>
                            </a:solidFill>
                            <a:latin typeface="Cambria Math" panose="02040503050406030204" pitchFamily="18" charset="0"/>
                          </a:rPr>
                          <m:t>𝑭</m:t>
                        </m:r>
                      </m:e>
                      <m:sub>
                        <m:r>
                          <a:rPr lang="en-US" sz="3600" b="1" i="1" u="sng" smtClean="0">
                            <a:solidFill>
                              <a:srgbClr val="FF0000"/>
                            </a:solidFill>
                            <a:latin typeface="Cambria Math" panose="02040503050406030204" pitchFamily="18" charset="0"/>
                          </a:rPr>
                          <m:t>𝒇</m:t>
                        </m:r>
                      </m:sub>
                    </m:sSub>
                  </m:oMath>
                </a14:m>
                <a:r>
                  <a:rPr lang="en-US" sz="3600" b="1" u="sng" dirty="0">
                    <a:solidFill>
                      <a:srgbClr val="FF0000"/>
                    </a:solidFill>
                  </a:rPr>
                  <a:t>)</a:t>
                </a:r>
                <a:r>
                  <a:rPr lang="en-US" sz="3600" dirty="0"/>
                  <a:t>. </a:t>
                </a:r>
              </a:p>
            </p:txBody>
          </p:sp>
        </mc:Choice>
        <mc:Fallback xmlns="">
          <p:sp>
            <p:nvSpPr>
              <p:cNvPr id="2" name="TextBox 1"/>
              <p:cNvSpPr txBox="1">
                <a:spLocks noRot="1" noChangeAspect="1" noMove="1" noResize="1" noEditPoints="1" noAdjustHandles="1" noChangeArrowheads="1" noChangeShapeType="1" noTextEdit="1"/>
              </p:cNvSpPr>
              <p:nvPr/>
            </p:nvSpPr>
            <p:spPr>
              <a:xfrm>
                <a:off x="228600" y="152400"/>
                <a:ext cx="8763000" cy="2914837"/>
              </a:xfrm>
              <a:prstGeom prst="rect">
                <a:avLst/>
              </a:prstGeom>
              <a:blipFill>
                <a:blip r:embed="rId3"/>
                <a:stretch>
                  <a:fillRect l="-2174" t="-3478" r="-2174" b="-5217"/>
                </a:stretch>
              </a:blipFill>
            </p:spPr>
            <p:txBody>
              <a:bodyPr/>
              <a:lstStyle/>
              <a:p>
                <a:r>
                  <a:rPr lang="en-US">
                    <a:noFill/>
                  </a:rPr>
                  <a:t> </a:t>
                </a:r>
              </a:p>
            </p:txBody>
          </p:sp>
        </mc:Fallback>
      </mc:AlternateContent>
      <p:grpSp>
        <p:nvGrpSpPr>
          <p:cNvPr id="6" name="Group 5"/>
          <p:cNvGrpSpPr/>
          <p:nvPr/>
        </p:nvGrpSpPr>
        <p:grpSpPr>
          <a:xfrm>
            <a:off x="2133600" y="3081278"/>
            <a:ext cx="5638800" cy="1200329"/>
            <a:chOff x="228600" y="3081278"/>
            <a:chExt cx="5181600" cy="1200329"/>
          </a:xfrm>
        </p:grpSpPr>
        <p:sp>
          <p:nvSpPr>
            <p:cNvPr id="3" name="TextBox 2"/>
            <p:cNvSpPr txBox="1"/>
            <p:nvPr/>
          </p:nvSpPr>
          <p:spPr>
            <a:xfrm>
              <a:off x="228600" y="3081278"/>
              <a:ext cx="5181600" cy="1200329"/>
            </a:xfrm>
            <a:prstGeom prst="rect">
              <a:avLst/>
            </a:prstGeom>
            <a:noFill/>
          </p:spPr>
          <p:txBody>
            <a:bodyPr wrap="square" rtlCol="0">
              <a:spAutoFit/>
            </a:bodyPr>
            <a:lstStyle/>
            <a:p>
              <a:pPr algn="just"/>
              <a:r>
                <a:rPr lang="en-US" sz="3600" dirty="0"/>
                <a:t>Static Friction </a:t>
              </a:r>
            </a:p>
            <a:p>
              <a:pPr algn="just"/>
              <a:r>
                <a:rPr lang="en-US" sz="3600" dirty="0"/>
                <a:t>Kinetic Friction </a:t>
              </a:r>
            </a:p>
          </p:txBody>
        </p:sp>
        <p:graphicFrame>
          <p:nvGraphicFramePr>
            <p:cNvPr id="4" name="Object 3"/>
            <p:cNvGraphicFramePr>
              <a:graphicFrameLocks noChangeAspect="1"/>
            </p:cNvGraphicFramePr>
            <p:nvPr/>
          </p:nvGraphicFramePr>
          <p:xfrm>
            <a:off x="3079750" y="3162300"/>
            <a:ext cx="730250" cy="571500"/>
          </p:xfrm>
          <a:graphic>
            <a:graphicData uri="http://schemas.openxmlformats.org/presentationml/2006/ole">
              <mc:AlternateContent xmlns:mc="http://schemas.openxmlformats.org/markup-compatibility/2006">
                <mc:Choice xmlns:v="urn:schemas-microsoft-com:vml" Requires="v">
                  <p:oleObj spid="_x0000_s1041" name="Equation" r:id="rId4" imgW="291960" imgH="228600" progId="Equation.3">
                    <p:embed/>
                  </p:oleObj>
                </mc:Choice>
                <mc:Fallback>
                  <p:oleObj name="Equation" r:id="rId4" imgW="291960" imgH="228600" progId="Equation.3">
                    <p:embed/>
                    <p:pic>
                      <p:nvPicPr>
                        <p:cNvPr id="4"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9750" y="3162300"/>
                          <a:ext cx="73025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3"/>
            <p:cNvGraphicFramePr>
              <a:graphicFrameLocks noChangeAspect="1"/>
            </p:cNvGraphicFramePr>
            <p:nvPr/>
          </p:nvGraphicFramePr>
          <p:xfrm>
            <a:off x="3155950" y="3695700"/>
            <a:ext cx="730250" cy="571500"/>
          </p:xfrm>
          <a:graphic>
            <a:graphicData uri="http://schemas.openxmlformats.org/presentationml/2006/ole">
              <mc:AlternateContent xmlns:mc="http://schemas.openxmlformats.org/markup-compatibility/2006">
                <mc:Choice xmlns:v="urn:schemas-microsoft-com:vml" Requires="v">
                  <p:oleObj spid="_x0000_s1042" name="Equation" r:id="rId6" imgW="291960" imgH="228600" progId="Equation.3">
                    <p:embed/>
                  </p:oleObj>
                </mc:Choice>
                <mc:Fallback>
                  <p:oleObj name="Equation" r:id="rId6" imgW="291960" imgH="228600" progId="Equation.3">
                    <p:embed/>
                    <p:pic>
                      <p:nvPicPr>
                        <p:cNvPr id="2051"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5950" y="3695700"/>
                          <a:ext cx="73025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cxnSp>
        <p:nvCxnSpPr>
          <p:cNvPr id="8" name="Straight Connector 7"/>
          <p:cNvCxnSpPr/>
          <p:nvPr/>
        </p:nvCxnSpPr>
        <p:spPr>
          <a:xfrm>
            <a:off x="685800" y="5867400"/>
            <a:ext cx="6400800" cy="158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2895600" y="5181600"/>
            <a:ext cx="14478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rot="5400000">
            <a:off x="3161506" y="5829300"/>
            <a:ext cx="838994" cy="794"/>
          </a:xfrm>
          <a:prstGeom prst="straightConnector1">
            <a:avLst/>
          </a:prstGeom>
          <a:ln w="38100">
            <a:solidFill>
              <a:schemeClr val="accent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352800" y="6183868"/>
            <a:ext cx="463588" cy="461665"/>
          </a:xfrm>
          <a:prstGeom prst="rect">
            <a:avLst/>
          </a:prstGeom>
          <a:noFill/>
        </p:spPr>
        <p:txBody>
          <a:bodyPr wrap="none" rtlCol="0">
            <a:spAutoFit/>
          </a:bodyPr>
          <a:lstStyle/>
          <a:p>
            <a:r>
              <a:rPr lang="en-US" sz="2400" b="1" dirty="0"/>
              <a:t>W</a:t>
            </a:r>
          </a:p>
        </p:txBody>
      </p:sp>
      <p:cxnSp>
        <p:nvCxnSpPr>
          <p:cNvPr id="14" name="Straight Arrow Connector 13"/>
          <p:cNvCxnSpPr/>
          <p:nvPr/>
        </p:nvCxnSpPr>
        <p:spPr>
          <a:xfrm rot="5400000" flipH="1" flipV="1">
            <a:off x="3352403" y="5410597"/>
            <a:ext cx="915194" cy="1588"/>
          </a:xfrm>
          <a:prstGeom prst="straightConnector1">
            <a:avLst/>
          </a:prstGeom>
          <a:ln w="38100">
            <a:solidFill>
              <a:schemeClr val="accent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581400" y="4567535"/>
            <a:ext cx="386644" cy="461665"/>
          </a:xfrm>
          <a:prstGeom prst="rect">
            <a:avLst/>
          </a:prstGeom>
          <a:noFill/>
        </p:spPr>
        <p:txBody>
          <a:bodyPr wrap="none" rtlCol="0">
            <a:spAutoFit/>
          </a:bodyPr>
          <a:lstStyle/>
          <a:p>
            <a:r>
              <a:rPr lang="en-US" sz="2400" b="1" dirty="0"/>
              <a:t>N</a:t>
            </a:r>
          </a:p>
        </p:txBody>
      </p:sp>
      <p:cxnSp>
        <p:nvCxnSpPr>
          <p:cNvPr id="23" name="Straight Arrow Connector 22"/>
          <p:cNvCxnSpPr/>
          <p:nvPr/>
        </p:nvCxnSpPr>
        <p:spPr>
          <a:xfrm flipV="1">
            <a:off x="1676400" y="5562600"/>
            <a:ext cx="1066800" cy="794"/>
          </a:xfrm>
          <a:prstGeom prst="straightConnector1">
            <a:avLst/>
          </a:prstGeom>
          <a:ln w="38100">
            <a:solidFill>
              <a:schemeClr val="accent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898612" y="5105400"/>
            <a:ext cx="325730" cy="461665"/>
          </a:xfrm>
          <a:prstGeom prst="rect">
            <a:avLst/>
          </a:prstGeom>
          <a:noFill/>
        </p:spPr>
        <p:txBody>
          <a:bodyPr wrap="none" rtlCol="0">
            <a:spAutoFit/>
          </a:bodyPr>
          <a:lstStyle/>
          <a:p>
            <a:r>
              <a:rPr lang="en-US" sz="2400" b="1" dirty="0"/>
              <a:t>F</a:t>
            </a:r>
          </a:p>
        </p:txBody>
      </p:sp>
      <p:cxnSp>
        <p:nvCxnSpPr>
          <p:cNvPr id="26" name="Straight Arrow Connector 25"/>
          <p:cNvCxnSpPr/>
          <p:nvPr/>
        </p:nvCxnSpPr>
        <p:spPr>
          <a:xfrm rot="10800000">
            <a:off x="4876800" y="5790405"/>
            <a:ext cx="914400" cy="794"/>
          </a:xfrm>
          <a:prstGeom prst="straightConnector1">
            <a:avLst/>
          </a:prstGeom>
          <a:ln w="38100">
            <a:solidFill>
              <a:schemeClr val="accent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5175212" y="5334000"/>
            <a:ext cx="282450" cy="461665"/>
          </a:xfrm>
          <a:prstGeom prst="rect">
            <a:avLst/>
          </a:prstGeom>
          <a:noFill/>
        </p:spPr>
        <p:txBody>
          <a:bodyPr wrap="none" rtlCol="0">
            <a:spAutoFit/>
          </a:bodyPr>
          <a:lstStyle/>
          <a:p>
            <a:r>
              <a:rPr lang="en-US" sz="2400" b="1" dirty="0"/>
              <a:t>f</a:t>
            </a:r>
          </a:p>
        </p:txBody>
      </p:sp>
      <mc:AlternateContent xmlns:mc="http://schemas.openxmlformats.org/markup-compatibility/2006" xmlns:p14="http://schemas.microsoft.com/office/powerpoint/2010/main">
        <mc:Choice Requires="p14">
          <p:contentPart p14:bwMode="auto" r:id="rId8">
            <p14:nvContentPartPr>
              <p14:cNvPr id="5" name="Ink 4"/>
              <p14:cNvContentPartPr/>
              <p14:nvPr/>
            </p14:nvContentPartPr>
            <p14:xfrm>
              <a:off x="598320" y="3741480"/>
              <a:ext cx="3116880" cy="2938320"/>
            </p14:xfrm>
          </p:contentPart>
        </mc:Choice>
        <mc:Fallback xmlns="">
          <p:pic>
            <p:nvPicPr>
              <p:cNvPr id="5" name="Ink 4"/>
              <p:cNvPicPr/>
              <p:nvPr/>
            </p:nvPicPr>
            <p:blipFill>
              <a:blip r:embed="rId9"/>
              <a:stretch>
                <a:fillRect/>
              </a:stretch>
            </p:blipFill>
            <p:spPr>
              <a:xfrm>
                <a:off x="588960" y="3732120"/>
                <a:ext cx="3135600" cy="29570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28600"/>
            <a:ext cx="8534400" cy="2862322"/>
          </a:xfrm>
          <a:prstGeom prst="rect">
            <a:avLst/>
          </a:prstGeom>
          <a:noFill/>
        </p:spPr>
        <p:txBody>
          <a:bodyPr wrap="square" rtlCol="0">
            <a:spAutoFit/>
          </a:bodyPr>
          <a:lstStyle/>
          <a:p>
            <a:r>
              <a:rPr lang="en-US" sz="3600" u="sng" dirty="0"/>
              <a:t>Static Friction </a:t>
            </a:r>
          </a:p>
          <a:p>
            <a:pPr>
              <a:buFont typeface="Arial" charset="0"/>
              <a:buChar char="•"/>
            </a:pPr>
            <a:r>
              <a:rPr lang="en-US" sz="3600" dirty="0"/>
              <a:t> Exactly equal to the applied force as long as the block is still at rest.</a:t>
            </a:r>
          </a:p>
          <a:p>
            <a:pPr>
              <a:buFont typeface="Arial" charset="0"/>
              <a:buChar char="•"/>
            </a:pPr>
            <a:r>
              <a:rPr lang="en-US" sz="3600" dirty="0"/>
              <a:t> Its maximum value occurs when the block is just about to move (limiting value).</a:t>
            </a:r>
          </a:p>
        </p:txBody>
      </p:sp>
      <p:sp>
        <p:nvSpPr>
          <p:cNvPr id="3" name="TextBox 2"/>
          <p:cNvSpPr txBox="1"/>
          <p:nvPr/>
        </p:nvSpPr>
        <p:spPr>
          <a:xfrm>
            <a:off x="304800" y="3157478"/>
            <a:ext cx="8534400" cy="2308324"/>
          </a:xfrm>
          <a:prstGeom prst="rect">
            <a:avLst/>
          </a:prstGeom>
          <a:noFill/>
        </p:spPr>
        <p:txBody>
          <a:bodyPr wrap="square" rtlCol="0">
            <a:spAutoFit/>
          </a:bodyPr>
          <a:lstStyle/>
          <a:p>
            <a:r>
              <a:rPr lang="en-US" sz="3600" u="sng" dirty="0"/>
              <a:t>Kinetic Friction </a:t>
            </a:r>
          </a:p>
          <a:p>
            <a:pPr>
              <a:buFont typeface="Arial" charset="0"/>
              <a:buChar char="•"/>
            </a:pPr>
            <a:r>
              <a:rPr lang="en-US" sz="3600" dirty="0"/>
              <a:t> Frictional force when the body is already moving.</a:t>
            </a:r>
          </a:p>
          <a:p>
            <a:endParaRPr lang="en-US" sz="3600" dirty="0"/>
          </a:p>
        </p:txBody>
      </p:sp>
      <p:sp>
        <p:nvSpPr>
          <p:cNvPr id="4" name="TextBox 3"/>
          <p:cNvSpPr txBox="1"/>
          <p:nvPr/>
        </p:nvSpPr>
        <p:spPr>
          <a:xfrm>
            <a:off x="152400" y="5276671"/>
            <a:ext cx="8534400" cy="1200329"/>
          </a:xfrm>
          <a:prstGeom prst="rect">
            <a:avLst/>
          </a:prstGeom>
          <a:noFill/>
        </p:spPr>
        <p:txBody>
          <a:bodyPr wrap="square" rtlCol="0">
            <a:spAutoFit/>
          </a:bodyPr>
          <a:lstStyle/>
          <a:p>
            <a:r>
              <a:rPr lang="en-US" sz="3600" dirty="0"/>
              <a:t>** Static Friction   &gt;   Kinetic Friction </a:t>
            </a:r>
          </a:p>
          <a:p>
            <a:endParaRPr lang="en-US" sz="3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nvGraphicFramePr>
        <p:xfrm>
          <a:off x="2943225" y="419100"/>
          <a:ext cx="2698750" cy="952500"/>
        </p:xfrm>
        <a:graphic>
          <a:graphicData uri="http://schemas.openxmlformats.org/presentationml/2006/ole">
            <mc:AlternateContent xmlns:mc="http://schemas.openxmlformats.org/markup-compatibility/2006">
              <mc:Choice xmlns:v="urn:schemas-microsoft-com:vml" Requires="v">
                <p:oleObj spid="_x0000_s2065" name="Equation" r:id="rId3" imgW="647640" imgH="228600" progId="Equation.3">
                  <p:embed/>
                </p:oleObj>
              </mc:Choice>
              <mc:Fallback>
                <p:oleObj name="Equation" r:id="rId3" imgW="647640" imgH="228600" progId="Equation.3">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3225" y="419100"/>
                        <a:ext cx="2698750"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3"/>
          <p:cNvGraphicFramePr>
            <a:graphicFrameLocks noChangeAspect="1"/>
          </p:cNvGraphicFramePr>
          <p:nvPr/>
        </p:nvGraphicFramePr>
        <p:xfrm>
          <a:off x="2943225" y="2705100"/>
          <a:ext cx="2751138" cy="952500"/>
        </p:xfrm>
        <a:graphic>
          <a:graphicData uri="http://schemas.openxmlformats.org/presentationml/2006/ole">
            <mc:AlternateContent xmlns:mc="http://schemas.openxmlformats.org/markup-compatibility/2006">
              <mc:Choice xmlns:v="urn:schemas-microsoft-com:vml" Requires="v">
                <p:oleObj spid="_x0000_s2066" name="Equation" r:id="rId5" imgW="660240" imgH="228600" progId="Equation.3">
                  <p:embed/>
                </p:oleObj>
              </mc:Choice>
              <mc:Fallback>
                <p:oleObj name="Equation" r:id="rId5" imgW="660240" imgH="228600" progId="Equation.3">
                  <p:embed/>
                  <p:pic>
                    <p:nvPicPr>
                      <p:cNvPr id="307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3225" y="2705100"/>
                        <a:ext cx="2751138"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5" name="Straight Arrow Connector 4"/>
          <p:cNvCxnSpPr/>
          <p:nvPr/>
        </p:nvCxnSpPr>
        <p:spPr>
          <a:xfrm rot="5400000">
            <a:off x="4267200" y="1524000"/>
            <a:ext cx="609600" cy="158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895600" y="1905000"/>
            <a:ext cx="3559501" cy="461665"/>
          </a:xfrm>
          <a:prstGeom prst="rect">
            <a:avLst/>
          </a:prstGeom>
          <a:noFill/>
        </p:spPr>
        <p:txBody>
          <a:bodyPr wrap="none" rtlCol="0">
            <a:spAutoFit/>
          </a:bodyPr>
          <a:lstStyle/>
          <a:p>
            <a:r>
              <a:rPr lang="en-US" sz="2400" dirty="0"/>
              <a:t>Coefficient of static friction</a:t>
            </a:r>
          </a:p>
        </p:txBody>
      </p:sp>
      <p:sp>
        <p:nvSpPr>
          <p:cNvPr id="7" name="TextBox 6"/>
          <p:cNvSpPr txBox="1"/>
          <p:nvPr/>
        </p:nvSpPr>
        <p:spPr>
          <a:xfrm>
            <a:off x="6019800" y="685800"/>
            <a:ext cx="1870320" cy="461665"/>
          </a:xfrm>
          <a:prstGeom prst="rect">
            <a:avLst/>
          </a:prstGeom>
          <a:noFill/>
        </p:spPr>
        <p:txBody>
          <a:bodyPr wrap="none" rtlCol="0">
            <a:spAutoFit/>
          </a:bodyPr>
          <a:lstStyle/>
          <a:p>
            <a:r>
              <a:rPr lang="en-US" sz="2400" dirty="0"/>
              <a:t>Normal Force</a:t>
            </a:r>
          </a:p>
        </p:txBody>
      </p:sp>
      <p:cxnSp>
        <p:nvCxnSpPr>
          <p:cNvPr id="8" name="Straight Arrow Connector 7"/>
          <p:cNvCxnSpPr/>
          <p:nvPr/>
        </p:nvCxnSpPr>
        <p:spPr>
          <a:xfrm>
            <a:off x="5486400" y="914400"/>
            <a:ext cx="457200" cy="158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5400000">
            <a:off x="4267994" y="3885406"/>
            <a:ext cx="609600" cy="158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895600" y="4262735"/>
            <a:ext cx="3723455" cy="461665"/>
          </a:xfrm>
          <a:prstGeom prst="rect">
            <a:avLst/>
          </a:prstGeom>
          <a:noFill/>
        </p:spPr>
        <p:txBody>
          <a:bodyPr wrap="none" rtlCol="0">
            <a:spAutoFit/>
          </a:bodyPr>
          <a:lstStyle/>
          <a:p>
            <a:r>
              <a:rPr lang="en-US" sz="2400" dirty="0"/>
              <a:t>Coefficient of kinetic friction</a:t>
            </a:r>
          </a:p>
        </p:txBody>
      </p:sp>
      <p:sp>
        <p:nvSpPr>
          <p:cNvPr id="12" name="TextBox 11"/>
          <p:cNvSpPr txBox="1"/>
          <p:nvPr/>
        </p:nvSpPr>
        <p:spPr>
          <a:xfrm>
            <a:off x="6096000" y="2971800"/>
            <a:ext cx="1870320" cy="461665"/>
          </a:xfrm>
          <a:prstGeom prst="rect">
            <a:avLst/>
          </a:prstGeom>
          <a:noFill/>
        </p:spPr>
        <p:txBody>
          <a:bodyPr wrap="none" rtlCol="0">
            <a:spAutoFit/>
          </a:bodyPr>
          <a:lstStyle/>
          <a:p>
            <a:r>
              <a:rPr lang="en-US" sz="2400" dirty="0"/>
              <a:t>Normal Force</a:t>
            </a:r>
          </a:p>
        </p:txBody>
      </p:sp>
      <p:cxnSp>
        <p:nvCxnSpPr>
          <p:cNvPr id="13" name="Straight Arrow Connector 12"/>
          <p:cNvCxnSpPr/>
          <p:nvPr/>
        </p:nvCxnSpPr>
        <p:spPr>
          <a:xfrm>
            <a:off x="5486400" y="3200400"/>
            <a:ext cx="457200" cy="158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heckerboard(across)">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heckerboard(across)">
                                      <p:cBhvr>
                                        <p:cTn id="15" dur="500"/>
                                        <p:tgtEl>
                                          <p:spTgt spid="8"/>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checkerboard(across)">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checkerboard(across)">
                                      <p:cBhvr>
                                        <p:cTn id="23" dur="500"/>
                                        <p:tgtEl>
                                          <p:spTgt spid="10"/>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checkerboard(across)">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checkerboard(across)">
                                      <p:cBhvr>
                                        <p:cTn id="31" dur="500"/>
                                        <p:tgtEl>
                                          <p:spTgt spid="13"/>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checkerboard(across)">
                                      <p:cBhvr>
                                        <p:cTn id="3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1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228600"/>
            <a:ext cx="8686800" cy="3416320"/>
          </a:xfrm>
          <a:prstGeom prst="rect">
            <a:avLst/>
          </a:prstGeom>
          <a:noFill/>
        </p:spPr>
        <p:txBody>
          <a:bodyPr wrap="square" rtlCol="0">
            <a:spAutoFit/>
          </a:bodyPr>
          <a:lstStyle/>
          <a:p>
            <a:r>
              <a:rPr lang="en-US" sz="3600" dirty="0"/>
              <a:t>1.  A box weighing 200 N starts to move across a horizontal surface when a horizontal force of 50 N is applied on it, and to maintain uniform motion the force decreases to 45 N. What are the coefficients of static and kinetic friction?</a:t>
            </a: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241200" y="2375280"/>
              <a:ext cx="8831880" cy="4116960"/>
            </p14:xfrm>
          </p:contentPart>
        </mc:Choice>
        <mc:Fallback xmlns="">
          <p:pic>
            <p:nvPicPr>
              <p:cNvPr id="3" name="Ink 2"/>
              <p:cNvPicPr/>
              <p:nvPr/>
            </p:nvPicPr>
            <p:blipFill>
              <a:blip r:embed="rId3"/>
              <a:stretch>
                <a:fillRect/>
              </a:stretch>
            </p:blipFill>
            <p:spPr>
              <a:xfrm>
                <a:off x="231840" y="2365920"/>
                <a:ext cx="8850600" cy="41356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228600"/>
            <a:ext cx="8686800" cy="2862322"/>
          </a:xfrm>
          <a:prstGeom prst="rect">
            <a:avLst/>
          </a:prstGeom>
          <a:noFill/>
        </p:spPr>
        <p:txBody>
          <a:bodyPr wrap="square" rtlCol="0">
            <a:spAutoFit/>
          </a:bodyPr>
          <a:lstStyle/>
          <a:p>
            <a:r>
              <a:rPr lang="en-US" sz="3600" dirty="0"/>
              <a:t>2.  A 5 kg wooden block is pulled with a uniform horizontal velocity along a floor by means of a chord which makes an angle of 30⁰ above the horizontal. Find the tension if the coefficient of kinetic friction is 0.15.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228600"/>
            <a:ext cx="8686800" cy="5078313"/>
          </a:xfrm>
          <a:prstGeom prst="rect">
            <a:avLst/>
          </a:prstGeom>
          <a:noFill/>
        </p:spPr>
        <p:txBody>
          <a:bodyPr wrap="square" rtlCol="0">
            <a:spAutoFit/>
          </a:bodyPr>
          <a:lstStyle/>
          <a:p>
            <a:r>
              <a:rPr lang="en-US" sz="3600" dirty="0"/>
              <a:t>3.  A 5 kg block is on an inclined plane which makes 30⁰ with the horizontal. If the coefficient of static friction is 0.5, and the coefficient of kinetic friction is 0.3, what force parallel to the body will: (a) just start the body up the incline? (b) move the body up the plane with uniform velocity? (c) move the body up the plane with an acceleration of 2 m/s</a:t>
            </a:r>
            <a:r>
              <a:rPr lang="en-US" sz="3600" baseline="30000" dirty="0"/>
              <a:t>2</a:t>
            </a:r>
            <a:r>
              <a:rPr lang="en-US" sz="3600" dirty="0"/>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7441"/>
            <a:ext cx="8686800" cy="769441"/>
          </a:xfrm>
          <a:prstGeom prst="rect">
            <a:avLst/>
          </a:prstGeom>
          <a:noFill/>
        </p:spPr>
        <p:txBody>
          <a:bodyPr wrap="square" rtlCol="0">
            <a:spAutoFit/>
          </a:bodyPr>
          <a:lstStyle/>
          <a:p>
            <a:pPr algn="ctr"/>
            <a:r>
              <a:rPr lang="en-US" sz="4400" u="sng" dirty="0"/>
              <a:t>Friction on an Inclined Plane</a:t>
            </a:r>
          </a:p>
        </p:txBody>
      </p:sp>
      <p:sp>
        <p:nvSpPr>
          <p:cNvPr id="3" name="Right Triangle 2"/>
          <p:cNvSpPr/>
          <p:nvPr/>
        </p:nvSpPr>
        <p:spPr>
          <a:xfrm rot="16200000">
            <a:off x="3695700" y="274141"/>
            <a:ext cx="2133600" cy="4038600"/>
          </a:xfrm>
          <a:prstGeom prst="r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p:cNvSpPr/>
          <p:nvPr/>
        </p:nvSpPr>
        <p:spPr>
          <a:xfrm rot="19898178">
            <a:off x="5083391" y="1063017"/>
            <a:ext cx="1096338" cy="7170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Object 4"/>
          <p:cNvGraphicFramePr>
            <a:graphicFrameLocks noChangeAspect="1"/>
          </p:cNvGraphicFramePr>
          <p:nvPr/>
        </p:nvGraphicFramePr>
        <p:xfrm>
          <a:off x="3352800" y="2920821"/>
          <a:ext cx="313871" cy="439420"/>
        </p:xfrm>
        <a:graphic>
          <a:graphicData uri="http://schemas.openxmlformats.org/presentationml/2006/ole">
            <mc:AlternateContent xmlns:mc="http://schemas.openxmlformats.org/markup-compatibility/2006">
              <mc:Choice xmlns:v="urn:schemas-microsoft-com:vml" Requires="v">
                <p:oleObj spid="_x0000_s3105" name="Equation" r:id="rId4" imgW="126720" imgH="177480" progId="Equation.3">
                  <p:embed/>
                </p:oleObj>
              </mc:Choice>
              <mc:Fallback>
                <p:oleObj name="Equation" r:id="rId4" imgW="126720" imgH="177480" progId="Equation.3">
                  <p:embed/>
                  <p:pic>
                    <p:nvPicPr>
                      <p:cNvPr id="5"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2920821"/>
                        <a:ext cx="313871" cy="4394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7" name="Straight Arrow Connector 6"/>
          <p:cNvCxnSpPr/>
          <p:nvPr/>
        </p:nvCxnSpPr>
        <p:spPr>
          <a:xfrm rot="16200000" flipV="1">
            <a:off x="5829300" y="1950541"/>
            <a:ext cx="83820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5400000">
            <a:off x="4877595" y="2368847"/>
            <a:ext cx="1524001" cy="159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10800000" flipV="1">
            <a:off x="4953000" y="1607641"/>
            <a:ext cx="685800" cy="381000"/>
          </a:xfrm>
          <a:prstGeom prst="line">
            <a:avLst/>
          </a:prstGeom>
          <a:ln w="381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6200000" flipH="1">
            <a:off x="4800601" y="2217241"/>
            <a:ext cx="990599" cy="533400"/>
          </a:xfrm>
          <a:prstGeom prst="line">
            <a:avLst/>
          </a:prstGeom>
          <a:ln w="381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248400" y="1922621"/>
            <a:ext cx="417102" cy="523220"/>
          </a:xfrm>
          <a:prstGeom prst="rect">
            <a:avLst/>
          </a:prstGeom>
          <a:noFill/>
        </p:spPr>
        <p:txBody>
          <a:bodyPr wrap="none" rtlCol="0">
            <a:spAutoFit/>
          </a:bodyPr>
          <a:lstStyle/>
          <a:p>
            <a:r>
              <a:rPr lang="en-US" sz="2800" dirty="0"/>
              <a:t>N</a:t>
            </a:r>
          </a:p>
        </p:txBody>
      </p:sp>
      <p:sp>
        <p:nvSpPr>
          <p:cNvPr id="22" name="TextBox 21"/>
          <p:cNvSpPr txBox="1"/>
          <p:nvPr/>
        </p:nvSpPr>
        <p:spPr>
          <a:xfrm>
            <a:off x="5602698" y="2075021"/>
            <a:ext cx="503664" cy="523220"/>
          </a:xfrm>
          <a:prstGeom prst="rect">
            <a:avLst/>
          </a:prstGeom>
          <a:noFill/>
        </p:spPr>
        <p:txBody>
          <a:bodyPr wrap="none" rtlCol="0">
            <a:spAutoFit/>
          </a:bodyPr>
          <a:lstStyle/>
          <a:p>
            <a:r>
              <a:rPr lang="en-US" sz="2800" dirty="0"/>
              <a:t>W</a:t>
            </a:r>
          </a:p>
        </p:txBody>
      </p:sp>
      <p:graphicFrame>
        <p:nvGraphicFramePr>
          <p:cNvPr id="4099" name="Object 3"/>
          <p:cNvGraphicFramePr>
            <a:graphicFrameLocks noChangeAspect="1"/>
          </p:cNvGraphicFramePr>
          <p:nvPr/>
        </p:nvGraphicFramePr>
        <p:xfrm>
          <a:off x="5476876" y="2598241"/>
          <a:ext cx="163404" cy="228600"/>
        </p:xfrm>
        <a:graphic>
          <a:graphicData uri="http://schemas.openxmlformats.org/presentationml/2006/ole">
            <mc:AlternateContent xmlns:mc="http://schemas.openxmlformats.org/markup-compatibility/2006">
              <mc:Choice xmlns:v="urn:schemas-microsoft-com:vml" Requires="v">
                <p:oleObj spid="_x0000_s3106" name="Equation" r:id="rId6" imgW="126720" imgH="177480" progId="Equation.3">
                  <p:embed/>
                </p:oleObj>
              </mc:Choice>
              <mc:Fallback>
                <p:oleObj name="Equation" r:id="rId6" imgW="126720" imgH="177480" progId="Equation.3">
                  <p:embed/>
                  <p:pic>
                    <p:nvPicPr>
                      <p:cNvPr id="409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76876" y="2598241"/>
                        <a:ext cx="163404"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4"/>
          <p:cNvGraphicFramePr>
            <a:graphicFrameLocks noChangeAspect="1"/>
          </p:cNvGraphicFramePr>
          <p:nvPr/>
        </p:nvGraphicFramePr>
        <p:xfrm>
          <a:off x="3986213" y="1379041"/>
          <a:ext cx="1195387" cy="439737"/>
        </p:xfrm>
        <a:graphic>
          <a:graphicData uri="http://schemas.openxmlformats.org/presentationml/2006/ole">
            <mc:AlternateContent xmlns:mc="http://schemas.openxmlformats.org/markup-compatibility/2006">
              <mc:Choice xmlns:v="urn:schemas-microsoft-com:vml" Requires="v">
                <p:oleObj spid="_x0000_s3107" name="Equation" r:id="rId7" imgW="482400" imgH="177480" progId="Equation.3">
                  <p:embed/>
                </p:oleObj>
              </mc:Choice>
              <mc:Fallback>
                <p:oleObj name="Equation" r:id="rId7" imgW="482400" imgH="177480" progId="Equation.3">
                  <p:embed/>
                  <p:pic>
                    <p:nvPicPr>
                      <p:cNvPr id="410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86213" y="1379041"/>
                        <a:ext cx="1195387"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1" name="Object 5"/>
          <p:cNvGraphicFramePr>
            <a:graphicFrameLocks noChangeAspect="1"/>
          </p:cNvGraphicFramePr>
          <p:nvPr/>
        </p:nvGraphicFramePr>
        <p:xfrm>
          <a:off x="4106863" y="2539504"/>
          <a:ext cx="1258887" cy="439737"/>
        </p:xfrm>
        <a:graphic>
          <a:graphicData uri="http://schemas.openxmlformats.org/presentationml/2006/ole">
            <mc:AlternateContent xmlns:mc="http://schemas.openxmlformats.org/markup-compatibility/2006">
              <mc:Choice xmlns:v="urn:schemas-microsoft-com:vml" Requires="v">
                <p:oleObj spid="_x0000_s3108" name="Equation" r:id="rId9" imgW="507960" imgH="177480" progId="Equation.3">
                  <p:embed/>
                </p:oleObj>
              </mc:Choice>
              <mc:Fallback>
                <p:oleObj name="Equation" r:id="rId9" imgW="507960" imgH="177480" progId="Equation.3">
                  <p:embed/>
                  <p:pic>
                    <p:nvPicPr>
                      <p:cNvPr id="4101"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06863" y="2539504"/>
                        <a:ext cx="1258887"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TextBox 31"/>
          <p:cNvSpPr txBox="1"/>
          <p:nvPr/>
        </p:nvSpPr>
        <p:spPr>
          <a:xfrm>
            <a:off x="152400" y="3505200"/>
            <a:ext cx="8686800" cy="3416320"/>
          </a:xfrm>
          <a:prstGeom prst="rect">
            <a:avLst/>
          </a:prstGeom>
          <a:noFill/>
        </p:spPr>
        <p:txBody>
          <a:bodyPr wrap="square" rtlCol="0">
            <a:spAutoFit/>
          </a:bodyPr>
          <a:lstStyle/>
          <a:p>
            <a:pPr algn="just"/>
            <a:r>
              <a:rPr lang="en-US" sz="3600" dirty="0"/>
              <a:t>Angle of Repose – when a body slides downward with uniform acceleration on an inclined plane,  the coefficient of friction is equal to the </a:t>
            </a:r>
            <a:r>
              <a:rPr lang="en-US" sz="3600" b="1" dirty="0">
                <a:solidFill>
                  <a:srgbClr val="FF0000"/>
                </a:solidFill>
              </a:rPr>
              <a:t>tangent of the angle of inclination</a:t>
            </a:r>
            <a:r>
              <a:rPr lang="en-US" sz="3600" dirty="0"/>
              <a:t> of the plane. This angle is called the angle of repose.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checkerboard(across)">
                                      <p:cBhvr>
                                        <p:cTn id="10" dur="5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checkerboard(across)">
                                      <p:cBhvr>
                                        <p:cTn id="15" dur="500"/>
                                        <p:tgtEl>
                                          <p:spTgt spid="22"/>
                                        </p:tgtEl>
                                      </p:cBhvr>
                                    </p:animEffect>
                                  </p:childTnLst>
                                </p:cTn>
                              </p:par>
                              <p:par>
                                <p:cTn id="16" presetID="5" presetClass="entr" presetSubtype="1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checkerboard(across)">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checkerboard(across)">
                                      <p:cBhvr>
                                        <p:cTn id="23" dur="500"/>
                                        <p:tgtEl>
                                          <p:spTgt spid="13"/>
                                        </p:tgtEl>
                                      </p:cBhvr>
                                    </p:animEffect>
                                  </p:childTnLst>
                                </p:cTn>
                              </p:par>
                              <p:par>
                                <p:cTn id="24" presetID="5" presetClass="entr" presetSubtype="1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checkerboard(across)">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4099"/>
                                        </p:tgtEl>
                                        <p:attrNameLst>
                                          <p:attrName>style.visibility</p:attrName>
                                        </p:attrNameLst>
                                      </p:cBhvr>
                                      <p:to>
                                        <p:strVal val="visible"/>
                                      </p:to>
                                    </p:set>
                                    <p:animEffect transition="in" filter="checkerboard(across)">
                                      <p:cBhvr>
                                        <p:cTn id="31" dur="500"/>
                                        <p:tgtEl>
                                          <p:spTgt spid="4099"/>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nodeType="clickEffect">
                                  <p:stCondLst>
                                    <p:cond delay="0"/>
                                  </p:stCondLst>
                                  <p:childTnLst>
                                    <p:set>
                                      <p:cBhvr>
                                        <p:cTn id="35" dur="1" fill="hold">
                                          <p:stCondLst>
                                            <p:cond delay="0"/>
                                          </p:stCondLst>
                                        </p:cTn>
                                        <p:tgtEl>
                                          <p:spTgt spid="4100"/>
                                        </p:tgtEl>
                                        <p:attrNameLst>
                                          <p:attrName>style.visibility</p:attrName>
                                        </p:attrNameLst>
                                      </p:cBhvr>
                                      <p:to>
                                        <p:strVal val="visible"/>
                                      </p:to>
                                    </p:set>
                                    <p:animEffect transition="in" filter="checkerboard(across)">
                                      <p:cBhvr>
                                        <p:cTn id="36" dur="500"/>
                                        <p:tgtEl>
                                          <p:spTgt spid="4100"/>
                                        </p:tgtEl>
                                      </p:cBhvr>
                                    </p:animEffect>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nodeType="clickEffect">
                                  <p:stCondLst>
                                    <p:cond delay="0"/>
                                  </p:stCondLst>
                                  <p:childTnLst>
                                    <p:set>
                                      <p:cBhvr>
                                        <p:cTn id="40" dur="1" fill="hold">
                                          <p:stCondLst>
                                            <p:cond delay="0"/>
                                          </p:stCondLst>
                                        </p:cTn>
                                        <p:tgtEl>
                                          <p:spTgt spid="4101"/>
                                        </p:tgtEl>
                                        <p:attrNameLst>
                                          <p:attrName>style.visibility</p:attrName>
                                        </p:attrNameLst>
                                      </p:cBhvr>
                                      <p:to>
                                        <p:strVal val="visible"/>
                                      </p:to>
                                    </p:set>
                                    <p:animEffect transition="in" filter="checkerboard(across)">
                                      <p:cBhvr>
                                        <p:cTn id="41" dur="500"/>
                                        <p:tgtEl>
                                          <p:spTgt spid="4101"/>
                                        </p:tgtEl>
                                      </p:cBhvr>
                                    </p:animEffect>
                                  </p:childTnLst>
                                </p:cTn>
                              </p:par>
                            </p:childTnLst>
                          </p:cTn>
                        </p:par>
                      </p:childTnLst>
                    </p:cTn>
                  </p:par>
                  <p:par>
                    <p:cTn id="42" fill="hold">
                      <p:stCondLst>
                        <p:cond delay="indefinite"/>
                      </p:stCondLst>
                      <p:childTnLst>
                        <p:par>
                          <p:cTn id="43" fill="hold">
                            <p:stCondLst>
                              <p:cond delay="0"/>
                            </p:stCondLst>
                            <p:childTnLst>
                              <p:par>
                                <p:cTn id="44" presetID="5" presetClass="entr" presetSubtype="10"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checkerboard(across)">
                                      <p:cBhvr>
                                        <p:cTn id="4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3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228600"/>
            <a:ext cx="8686800" cy="3416320"/>
          </a:xfrm>
          <a:prstGeom prst="rect">
            <a:avLst/>
          </a:prstGeom>
          <a:noFill/>
        </p:spPr>
        <p:txBody>
          <a:bodyPr wrap="square" rtlCol="0">
            <a:spAutoFit/>
          </a:bodyPr>
          <a:lstStyle/>
          <a:p>
            <a:r>
              <a:rPr lang="en-US" sz="3600" dirty="0"/>
              <a:t>4.  The angle of repose for a block on an inclined plane is 40⁰ and the coefficient of kinetic friction is 0.3. What is the coefficient of static friction? If the plane is inclined 42⁰ with the horizontal, find the acceleration of the block.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228600"/>
            <a:ext cx="8686800" cy="3416320"/>
          </a:xfrm>
          <a:prstGeom prst="rect">
            <a:avLst/>
          </a:prstGeom>
          <a:noFill/>
        </p:spPr>
        <p:txBody>
          <a:bodyPr wrap="square" rtlCol="0">
            <a:spAutoFit/>
          </a:bodyPr>
          <a:lstStyle/>
          <a:p>
            <a:pPr algn="just"/>
            <a:r>
              <a:rPr lang="en-US" sz="3600" dirty="0"/>
              <a:t>5.  A 40 kg body on an inclined plane 5 ft long and 3 ft high is pulled upward by force F, making 30⁰ above the plane until the body moves upward with uniform speed. Determine the  force F if the coefficient of friction is 0.2.</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295400" y="2514600"/>
            <a:ext cx="5867400" cy="3505200"/>
            <a:chOff x="2286000" y="4495800"/>
            <a:chExt cx="2590800" cy="1524000"/>
          </a:xfrm>
        </p:grpSpPr>
        <p:sp>
          <p:nvSpPr>
            <p:cNvPr id="3" name="Right Triangle 2"/>
            <p:cNvSpPr/>
            <p:nvPr/>
          </p:nvSpPr>
          <p:spPr>
            <a:xfrm>
              <a:off x="2286000" y="4495800"/>
              <a:ext cx="2590800" cy="1524000"/>
            </a:xfrm>
            <a:prstGeom prst="r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p:cNvSpPr/>
            <p:nvPr/>
          </p:nvSpPr>
          <p:spPr>
            <a:xfrm rot="1882760">
              <a:off x="3408083" y="4906774"/>
              <a:ext cx="1143000" cy="533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6626" name="Object 2"/>
          <p:cNvGraphicFramePr>
            <a:graphicFrameLocks noChangeAspect="1"/>
          </p:cNvGraphicFramePr>
          <p:nvPr/>
        </p:nvGraphicFramePr>
        <p:xfrm>
          <a:off x="6248400" y="5638800"/>
          <a:ext cx="381000" cy="407987"/>
        </p:xfrm>
        <a:graphic>
          <a:graphicData uri="http://schemas.openxmlformats.org/presentationml/2006/ole">
            <mc:AlternateContent xmlns:mc="http://schemas.openxmlformats.org/markup-compatibility/2006">
              <mc:Choice xmlns:v="urn:schemas-microsoft-com:vml" Requires="v">
                <p:oleObj spid="_x0000_s4161" name="Equation" r:id="rId3" imgW="126720" imgH="177480" progId="Equation.3">
                  <p:embed/>
                </p:oleObj>
              </mc:Choice>
              <mc:Fallback>
                <p:oleObj name="Equation" r:id="rId3" imgW="126720" imgH="177480" progId="Equation.3">
                  <p:embed/>
                  <p:pic>
                    <p:nvPicPr>
                      <p:cNvPr id="2662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5638800"/>
                        <a:ext cx="381000" cy="407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6" name="Straight Arrow Connector 5"/>
          <p:cNvCxnSpPr/>
          <p:nvPr/>
        </p:nvCxnSpPr>
        <p:spPr>
          <a:xfrm rot="16200000" flipV="1">
            <a:off x="1866901" y="1333499"/>
            <a:ext cx="2971800" cy="1219202"/>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10800000">
            <a:off x="1905001" y="2057401"/>
            <a:ext cx="2057405" cy="1371603"/>
          </a:xfrm>
          <a:prstGeom prst="straightConnector1">
            <a:avLst/>
          </a:prstGeom>
          <a:ln w="38100">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5400000" flipH="1" flipV="1">
            <a:off x="1562101" y="571499"/>
            <a:ext cx="1828801" cy="1143003"/>
          </a:xfrm>
          <a:prstGeom prst="straightConnector1">
            <a:avLst/>
          </a:prstGeom>
          <a:ln w="38100">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graphicFrame>
        <p:nvGraphicFramePr>
          <p:cNvPr id="26627" name="Object 3"/>
          <p:cNvGraphicFramePr>
            <a:graphicFrameLocks noChangeAspect="1"/>
          </p:cNvGraphicFramePr>
          <p:nvPr/>
        </p:nvGraphicFramePr>
        <p:xfrm>
          <a:off x="3276600" y="2640012"/>
          <a:ext cx="762000" cy="407988"/>
        </p:xfrm>
        <a:graphic>
          <a:graphicData uri="http://schemas.openxmlformats.org/presentationml/2006/ole">
            <mc:AlternateContent xmlns:mc="http://schemas.openxmlformats.org/markup-compatibility/2006">
              <mc:Choice xmlns:v="urn:schemas-microsoft-com:vml" Requires="v">
                <p:oleObj spid="_x0000_s4162" name="Equation" r:id="rId5" imgW="253800" imgH="177480" progId="Equation.3">
                  <p:embed/>
                </p:oleObj>
              </mc:Choice>
              <mc:Fallback>
                <p:oleObj name="Equation" r:id="rId5" imgW="253800" imgH="177480" progId="Equation.3">
                  <p:embed/>
                  <p:pic>
                    <p:nvPicPr>
                      <p:cNvPr id="2662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2640012"/>
                        <a:ext cx="762000" cy="407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0" name="Straight Arrow Connector 19"/>
          <p:cNvCxnSpPr/>
          <p:nvPr/>
        </p:nvCxnSpPr>
        <p:spPr>
          <a:xfrm rot="5400000" flipH="1" flipV="1">
            <a:off x="4762500" y="3009900"/>
            <a:ext cx="1371600" cy="838200"/>
          </a:xfrm>
          <a:prstGeom prst="straightConnector1">
            <a:avLst/>
          </a:prstGeom>
          <a:ln w="38100">
            <a:solidFill>
              <a:srgbClr val="0070C0"/>
            </a:solidFill>
            <a:prstDash val="solid"/>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3925096" y="5218908"/>
            <a:ext cx="2209799" cy="1587"/>
          </a:xfrm>
          <a:prstGeom prst="straightConnector1">
            <a:avLst/>
          </a:prstGeom>
          <a:ln w="38100">
            <a:solidFill>
              <a:srgbClr val="0070C0"/>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5029200" y="4114800"/>
            <a:ext cx="1752600" cy="990600"/>
          </a:xfrm>
          <a:prstGeom prst="straightConnector1">
            <a:avLst/>
          </a:prstGeom>
          <a:ln w="38100">
            <a:solidFill>
              <a:srgbClr val="0070C0"/>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5400000">
            <a:off x="3733800" y="4419600"/>
            <a:ext cx="1600200" cy="990600"/>
          </a:xfrm>
          <a:prstGeom prst="straightConnector1">
            <a:avLst/>
          </a:prstGeom>
          <a:ln w="38100">
            <a:solidFill>
              <a:srgbClr val="0070C0"/>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638800" y="2209800"/>
            <a:ext cx="455574" cy="584775"/>
          </a:xfrm>
          <a:prstGeom prst="rect">
            <a:avLst/>
          </a:prstGeom>
          <a:noFill/>
        </p:spPr>
        <p:txBody>
          <a:bodyPr wrap="none" rtlCol="0">
            <a:spAutoFit/>
          </a:bodyPr>
          <a:lstStyle/>
          <a:p>
            <a:r>
              <a:rPr lang="en-US" sz="3200" b="1" dirty="0"/>
              <a:t>N</a:t>
            </a:r>
          </a:p>
        </p:txBody>
      </p:sp>
      <p:sp>
        <p:nvSpPr>
          <p:cNvPr id="32" name="TextBox 31"/>
          <p:cNvSpPr txBox="1"/>
          <p:nvPr/>
        </p:nvSpPr>
        <p:spPr>
          <a:xfrm>
            <a:off x="4572000" y="5435025"/>
            <a:ext cx="457200" cy="584775"/>
          </a:xfrm>
          <a:prstGeom prst="rect">
            <a:avLst/>
          </a:prstGeom>
          <a:noFill/>
        </p:spPr>
        <p:txBody>
          <a:bodyPr wrap="square" rtlCol="0">
            <a:spAutoFit/>
          </a:bodyPr>
          <a:lstStyle/>
          <a:p>
            <a:r>
              <a:rPr lang="en-US" sz="3200" b="1" dirty="0"/>
              <a:t>W</a:t>
            </a:r>
          </a:p>
        </p:txBody>
      </p:sp>
      <p:graphicFrame>
        <p:nvGraphicFramePr>
          <p:cNvPr id="26628" name="Object 4"/>
          <p:cNvGraphicFramePr>
            <a:graphicFrameLocks noChangeAspect="1"/>
          </p:cNvGraphicFramePr>
          <p:nvPr/>
        </p:nvGraphicFramePr>
        <p:xfrm>
          <a:off x="5029200" y="5638800"/>
          <a:ext cx="309841" cy="331788"/>
        </p:xfrm>
        <a:graphic>
          <a:graphicData uri="http://schemas.openxmlformats.org/presentationml/2006/ole">
            <mc:AlternateContent xmlns:mc="http://schemas.openxmlformats.org/markup-compatibility/2006">
              <mc:Choice xmlns:v="urn:schemas-microsoft-com:vml" Requires="v">
                <p:oleObj spid="_x0000_s4163" name="Equation" r:id="rId7" imgW="126720" imgH="177480" progId="Equation.3">
                  <p:embed/>
                </p:oleObj>
              </mc:Choice>
              <mc:Fallback>
                <p:oleObj name="Equation" r:id="rId7" imgW="126720" imgH="177480" progId="Equation.3">
                  <p:embed/>
                  <p:pic>
                    <p:nvPicPr>
                      <p:cNvPr id="2662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5638800"/>
                        <a:ext cx="309841"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TextBox 34"/>
          <p:cNvSpPr txBox="1"/>
          <p:nvPr/>
        </p:nvSpPr>
        <p:spPr>
          <a:xfrm>
            <a:off x="3200400" y="914400"/>
            <a:ext cx="373820" cy="584775"/>
          </a:xfrm>
          <a:prstGeom prst="rect">
            <a:avLst/>
          </a:prstGeom>
          <a:noFill/>
        </p:spPr>
        <p:txBody>
          <a:bodyPr wrap="none" rtlCol="0">
            <a:spAutoFit/>
          </a:bodyPr>
          <a:lstStyle/>
          <a:p>
            <a:r>
              <a:rPr lang="en-US" sz="3200" b="1" dirty="0"/>
              <a:t>F</a:t>
            </a:r>
          </a:p>
        </p:txBody>
      </p:sp>
      <p:graphicFrame>
        <p:nvGraphicFramePr>
          <p:cNvPr id="37" name="Object 36"/>
          <p:cNvGraphicFramePr>
            <a:graphicFrameLocks noChangeAspect="1"/>
          </p:cNvGraphicFramePr>
          <p:nvPr/>
        </p:nvGraphicFramePr>
        <p:xfrm>
          <a:off x="5715000" y="4046621"/>
          <a:ext cx="1219200" cy="449179"/>
        </p:xfrm>
        <a:graphic>
          <a:graphicData uri="http://schemas.openxmlformats.org/presentationml/2006/ole">
            <mc:AlternateContent xmlns:mc="http://schemas.openxmlformats.org/markup-compatibility/2006">
              <mc:Choice xmlns:v="urn:schemas-microsoft-com:vml" Requires="v">
                <p:oleObj spid="_x0000_s4164" name="Equation" r:id="rId8" imgW="482400" imgH="177480" progId="Equation.3">
                  <p:embed/>
                </p:oleObj>
              </mc:Choice>
              <mc:Fallback>
                <p:oleObj name="Equation" r:id="rId8" imgW="482400" imgH="177480" progId="Equation.3">
                  <p:embed/>
                  <p:pic>
                    <p:nvPicPr>
                      <p:cNvPr id="37" name="Object 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5000" y="4046621"/>
                        <a:ext cx="1219200" cy="4491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0" name="Object 6"/>
          <p:cNvGraphicFramePr>
            <a:graphicFrameLocks noChangeAspect="1"/>
          </p:cNvGraphicFramePr>
          <p:nvPr/>
        </p:nvGraphicFramePr>
        <p:xfrm>
          <a:off x="5530850" y="6027738"/>
          <a:ext cx="1284288" cy="449262"/>
        </p:xfrm>
        <a:graphic>
          <a:graphicData uri="http://schemas.openxmlformats.org/presentationml/2006/ole">
            <mc:AlternateContent xmlns:mc="http://schemas.openxmlformats.org/markup-compatibility/2006">
              <mc:Choice xmlns:v="urn:schemas-microsoft-com:vml" Requires="v">
                <p:oleObj spid="_x0000_s4165" name="Equation" r:id="rId10" imgW="507960" imgH="177480" progId="Equation.3">
                  <p:embed/>
                </p:oleObj>
              </mc:Choice>
              <mc:Fallback>
                <p:oleObj name="Equation" r:id="rId10" imgW="507960" imgH="177480" progId="Equation.3">
                  <p:embed/>
                  <p:pic>
                    <p:nvPicPr>
                      <p:cNvPr id="2663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30850" y="6027738"/>
                        <a:ext cx="1284288" cy="449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1" name="Object 7"/>
          <p:cNvGraphicFramePr>
            <a:graphicFrameLocks noChangeAspect="1"/>
          </p:cNvGraphicFramePr>
          <p:nvPr/>
        </p:nvGraphicFramePr>
        <p:xfrm>
          <a:off x="914400" y="846138"/>
          <a:ext cx="1474788" cy="449262"/>
        </p:xfrm>
        <a:graphic>
          <a:graphicData uri="http://schemas.openxmlformats.org/presentationml/2006/ole">
            <mc:AlternateContent xmlns:mc="http://schemas.openxmlformats.org/markup-compatibility/2006">
              <mc:Choice xmlns:v="urn:schemas-microsoft-com:vml" Requires="v">
                <p:oleObj spid="_x0000_s4166" name="Equation" r:id="rId12" imgW="583920" imgH="177480" progId="Equation.3">
                  <p:embed/>
                </p:oleObj>
              </mc:Choice>
              <mc:Fallback>
                <p:oleObj name="Equation" r:id="rId12" imgW="583920" imgH="177480" progId="Equation.3">
                  <p:embed/>
                  <p:pic>
                    <p:nvPicPr>
                      <p:cNvPr id="26631"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14400" y="846138"/>
                        <a:ext cx="1474788" cy="449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42" name="Straight Arrow Connector 41"/>
          <p:cNvCxnSpPr/>
          <p:nvPr/>
        </p:nvCxnSpPr>
        <p:spPr>
          <a:xfrm>
            <a:off x="1600200" y="2667000"/>
            <a:ext cx="1981200" cy="1219200"/>
          </a:xfrm>
          <a:prstGeom prst="straightConnector1">
            <a:avLst/>
          </a:prstGeom>
          <a:ln w="762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26632" name="Object 8"/>
          <p:cNvGraphicFramePr>
            <a:graphicFrameLocks noChangeAspect="1"/>
          </p:cNvGraphicFramePr>
          <p:nvPr/>
        </p:nvGraphicFramePr>
        <p:xfrm>
          <a:off x="1508125" y="2286000"/>
          <a:ext cx="1539875" cy="449262"/>
        </p:xfrm>
        <a:graphic>
          <a:graphicData uri="http://schemas.openxmlformats.org/presentationml/2006/ole">
            <mc:AlternateContent xmlns:mc="http://schemas.openxmlformats.org/markup-compatibility/2006">
              <mc:Choice xmlns:v="urn:schemas-microsoft-com:vml" Requires="v">
                <p:oleObj spid="_x0000_s4167" name="Equation" r:id="rId14" imgW="609480" imgH="177480" progId="Equation.3">
                  <p:embed/>
                </p:oleObj>
              </mc:Choice>
              <mc:Fallback>
                <p:oleObj name="Equation" r:id="rId14" imgW="609480" imgH="177480" progId="Equation.3">
                  <p:embed/>
                  <p:pic>
                    <p:nvPicPr>
                      <p:cNvPr id="26632"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08125" y="2286000"/>
                        <a:ext cx="1539875" cy="449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 name="Object 44"/>
          <p:cNvGraphicFramePr>
            <a:graphicFrameLocks noChangeAspect="1"/>
          </p:cNvGraphicFramePr>
          <p:nvPr/>
        </p:nvGraphicFramePr>
        <p:xfrm>
          <a:off x="2070099" y="3124200"/>
          <a:ext cx="563033" cy="723900"/>
        </p:xfrm>
        <a:graphic>
          <a:graphicData uri="http://schemas.openxmlformats.org/presentationml/2006/ole">
            <mc:AlternateContent xmlns:mc="http://schemas.openxmlformats.org/markup-compatibility/2006">
              <mc:Choice xmlns:v="urn:schemas-microsoft-com:vml" Requires="v">
                <p:oleObj spid="_x0000_s4168" name="Equation" r:id="rId16" imgW="177480" imgH="228600" progId="Equation.3">
                  <p:embed/>
                </p:oleObj>
              </mc:Choice>
              <mc:Fallback>
                <p:oleObj name="Equation" r:id="rId16" imgW="177480" imgH="228600" progId="Equation.3">
                  <p:embed/>
                  <p:pic>
                    <p:nvPicPr>
                      <p:cNvPr id="45" name="Object 4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70099" y="3124200"/>
                        <a:ext cx="563033"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p14="http://schemas.microsoft.com/office/powerpoint/2010/main">
        <mc:Choice Requires="p14">
          <p:contentPart p14:bwMode="auto" r:id="rId18">
            <p14:nvContentPartPr>
              <p14:cNvPr id="5" name="Ink 4"/>
              <p14:cNvContentPartPr/>
              <p14:nvPr/>
            </p14:nvContentPartPr>
            <p14:xfrm>
              <a:off x="633960" y="1705680"/>
              <a:ext cx="6644160" cy="4804560"/>
            </p14:xfrm>
          </p:contentPart>
        </mc:Choice>
        <mc:Fallback xmlns="">
          <p:pic>
            <p:nvPicPr>
              <p:cNvPr id="5" name="Ink 4"/>
              <p:cNvPicPr/>
              <p:nvPr/>
            </p:nvPicPr>
            <p:blipFill>
              <a:blip r:embed="rId19"/>
              <a:stretch>
                <a:fillRect/>
              </a:stretch>
            </p:blipFill>
            <p:spPr>
              <a:xfrm>
                <a:off x="624600" y="1696320"/>
                <a:ext cx="6662880" cy="48232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checkerboard(across)">
                                      <p:cBhvr>
                                        <p:cTn id="7" dur="500"/>
                                        <p:tgtEl>
                                          <p:spTgt spid="20"/>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checkerboard(across)">
                                      <p:cBhvr>
                                        <p:cTn id="10" dur="500"/>
                                        <p:tgtEl>
                                          <p:spTgt spid="31"/>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checkerboard(across)">
                                      <p:cBhvr>
                                        <p:cTn id="15" dur="500"/>
                                        <p:tgtEl>
                                          <p:spTgt spid="21"/>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checkerboard(across)">
                                      <p:cBhvr>
                                        <p:cTn id="18" dur="500"/>
                                        <p:tgtEl>
                                          <p:spTgt spid="32"/>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checkerboard(across)">
                                      <p:cBhvr>
                                        <p:cTn id="23" dur="500"/>
                                        <p:tgtEl>
                                          <p:spTgt spid="6"/>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checkerboard(across)">
                                      <p:cBhvr>
                                        <p:cTn id="26" dur="500"/>
                                        <p:tgtEl>
                                          <p:spTgt spid="35"/>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26627"/>
                                        </p:tgtEl>
                                        <p:attrNameLst>
                                          <p:attrName>style.visibility</p:attrName>
                                        </p:attrNameLst>
                                      </p:cBhvr>
                                      <p:to>
                                        <p:strVal val="visible"/>
                                      </p:to>
                                    </p:set>
                                    <p:animEffect transition="in" filter="checkerboard(across)">
                                      <p:cBhvr>
                                        <p:cTn id="31" dur="500"/>
                                        <p:tgtEl>
                                          <p:spTgt spid="26627"/>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nodeType="clickEffect">
                                  <p:stCondLst>
                                    <p:cond delay="0"/>
                                  </p:stCondLst>
                                  <p:childTnLst>
                                    <p:set>
                                      <p:cBhvr>
                                        <p:cTn id="35" dur="1" fill="hold">
                                          <p:stCondLst>
                                            <p:cond delay="0"/>
                                          </p:stCondLst>
                                        </p:cTn>
                                        <p:tgtEl>
                                          <p:spTgt spid="42"/>
                                        </p:tgtEl>
                                        <p:attrNameLst>
                                          <p:attrName>style.visibility</p:attrName>
                                        </p:attrNameLst>
                                      </p:cBhvr>
                                      <p:to>
                                        <p:strVal val="visible"/>
                                      </p:to>
                                    </p:set>
                                    <p:animEffect transition="in" filter="checkerboard(across)">
                                      <p:cBhvr>
                                        <p:cTn id="36" dur="500"/>
                                        <p:tgtEl>
                                          <p:spTgt spid="42"/>
                                        </p:tgtEl>
                                      </p:cBhvr>
                                    </p:animEffect>
                                  </p:childTnLst>
                                </p:cTn>
                              </p:par>
                              <p:par>
                                <p:cTn id="37" presetID="5" presetClass="entr" presetSubtype="10" fill="hold" nodeType="with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checkerboard(across)">
                                      <p:cBhvr>
                                        <p:cTn id="39" dur="500"/>
                                        <p:tgtEl>
                                          <p:spTgt spid="45"/>
                                        </p:tgtEl>
                                      </p:cBhvr>
                                    </p:animEffect>
                                  </p:childTnLst>
                                </p:cTn>
                              </p:par>
                            </p:childTnLst>
                          </p:cTn>
                        </p:par>
                      </p:childTnLst>
                    </p:cTn>
                  </p:par>
                  <p:par>
                    <p:cTn id="40" fill="hold">
                      <p:stCondLst>
                        <p:cond delay="indefinite"/>
                      </p:stCondLst>
                      <p:childTnLst>
                        <p:par>
                          <p:cTn id="41" fill="hold">
                            <p:stCondLst>
                              <p:cond delay="0"/>
                            </p:stCondLst>
                            <p:childTnLst>
                              <p:par>
                                <p:cTn id="42" presetID="5" presetClass="entr" presetSubtype="10" fill="hold"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checkerboard(across)">
                                      <p:cBhvr>
                                        <p:cTn id="44" dur="500"/>
                                        <p:tgtEl>
                                          <p:spTgt spid="23"/>
                                        </p:tgtEl>
                                      </p:cBhvr>
                                    </p:animEffect>
                                  </p:childTnLst>
                                </p:cTn>
                              </p:par>
                              <p:par>
                                <p:cTn id="45" presetID="5" presetClass="entr" presetSubtype="1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checkerboard(across)">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49" presetClass="path" presetSubtype="0" accel="50000" decel="50000" fill="hold" nodeType="clickEffect">
                                  <p:stCondLst>
                                    <p:cond delay="0"/>
                                  </p:stCondLst>
                                  <p:childTnLst>
                                    <p:animMotion origin="layout" path="M -3.33333E-6 3.33333E-6 L 0.1125 0.09444 " pathEditMode="relative" rAng="0" ptsTypes="AA">
                                      <p:cBhvr>
                                        <p:cTn id="51" dur="2000" fill="hold"/>
                                        <p:tgtEl>
                                          <p:spTgt spid="27"/>
                                        </p:tgtEl>
                                        <p:attrNameLst>
                                          <p:attrName>ppt_x</p:attrName>
                                          <p:attrName>ppt_y</p:attrName>
                                        </p:attrNameLst>
                                      </p:cBhvr>
                                      <p:rCtr x="5600" y="4700"/>
                                    </p:animMotion>
                                  </p:childTnLst>
                                </p:cTn>
                              </p:par>
                            </p:childTnLst>
                          </p:cTn>
                        </p:par>
                      </p:childTnLst>
                    </p:cTn>
                  </p:par>
                  <p:par>
                    <p:cTn id="52" fill="hold">
                      <p:stCondLst>
                        <p:cond delay="indefinite"/>
                      </p:stCondLst>
                      <p:childTnLst>
                        <p:par>
                          <p:cTn id="53" fill="hold">
                            <p:stCondLst>
                              <p:cond delay="0"/>
                            </p:stCondLst>
                            <p:childTnLst>
                              <p:par>
                                <p:cTn id="54" presetID="5" presetClass="entr" presetSubtype="10" fill="hold" nodeType="clickEffect">
                                  <p:stCondLst>
                                    <p:cond delay="0"/>
                                  </p:stCondLst>
                                  <p:childTnLst>
                                    <p:set>
                                      <p:cBhvr>
                                        <p:cTn id="55" dur="1" fill="hold">
                                          <p:stCondLst>
                                            <p:cond delay="0"/>
                                          </p:stCondLst>
                                        </p:cTn>
                                        <p:tgtEl>
                                          <p:spTgt spid="26628"/>
                                        </p:tgtEl>
                                        <p:attrNameLst>
                                          <p:attrName>style.visibility</p:attrName>
                                        </p:attrNameLst>
                                      </p:cBhvr>
                                      <p:to>
                                        <p:strVal val="visible"/>
                                      </p:to>
                                    </p:set>
                                    <p:animEffect transition="in" filter="checkerboard(across)">
                                      <p:cBhvr>
                                        <p:cTn id="56" dur="500"/>
                                        <p:tgtEl>
                                          <p:spTgt spid="26628"/>
                                        </p:tgtEl>
                                      </p:cBhvr>
                                    </p:animEffect>
                                  </p:childTnLst>
                                </p:cTn>
                              </p:par>
                            </p:childTnLst>
                          </p:cTn>
                        </p:par>
                      </p:childTnLst>
                    </p:cTn>
                  </p:par>
                  <p:par>
                    <p:cTn id="57" fill="hold">
                      <p:stCondLst>
                        <p:cond delay="indefinite"/>
                      </p:stCondLst>
                      <p:childTnLst>
                        <p:par>
                          <p:cTn id="58" fill="hold">
                            <p:stCondLst>
                              <p:cond delay="0"/>
                            </p:stCondLst>
                            <p:childTnLst>
                              <p:par>
                                <p:cTn id="59" presetID="5" presetClass="entr" presetSubtype="10" fill="hold" nodeType="clickEffect">
                                  <p:stCondLst>
                                    <p:cond delay="0"/>
                                  </p:stCondLst>
                                  <p:childTnLst>
                                    <p:set>
                                      <p:cBhvr>
                                        <p:cTn id="60" dur="1" fill="hold">
                                          <p:stCondLst>
                                            <p:cond delay="0"/>
                                          </p:stCondLst>
                                        </p:cTn>
                                        <p:tgtEl>
                                          <p:spTgt spid="26630"/>
                                        </p:tgtEl>
                                        <p:attrNameLst>
                                          <p:attrName>style.visibility</p:attrName>
                                        </p:attrNameLst>
                                      </p:cBhvr>
                                      <p:to>
                                        <p:strVal val="visible"/>
                                      </p:to>
                                    </p:set>
                                    <p:animEffect transition="in" filter="checkerboard(across)">
                                      <p:cBhvr>
                                        <p:cTn id="61" dur="500"/>
                                        <p:tgtEl>
                                          <p:spTgt spid="26630"/>
                                        </p:tgtEl>
                                      </p:cBhvr>
                                    </p:animEffect>
                                  </p:childTnLst>
                                </p:cTn>
                              </p:par>
                              <p:par>
                                <p:cTn id="62" presetID="5" presetClass="entr" presetSubtype="10" fill="hold" nodeType="with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checkerboard(across)">
                                      <p:cBhvr>
                                        <p:cTn id="64" dur="500"/>
                                        <p:tgtEl>
                                          <p:spTgt spid="37"/>
                                        </p:tgtEl>
                                      </p:cBhvr>
                                    </p:animEffect>
                                  </p:childTnLst>
                                </p:cTn>
                              </p:par>
                            </p:childTnLst>
                          </p:cTn>
                        </p:par>
                      </p:childTnLst>
                    </p:cTn>
                  </p:par>
                  <p:par>
                    <p:cTn id="65" fill="hold">
                      <p:stCondLst>
                        <p:cond delay="indefinite"/>
                      </p:stCondLst>
                      <p:childTnLst>
                        <p:par>
                          <p:cTn id="66" fill="hold">
                            <p:stCondLst>
                              <p:cond delay="0"/>
                            </p:stCondLst>
                            <p:childTnLst>
                              <p:par>
                                <p:cTn id="67" presetID="5" presetClass="entr" presetSubtype="10" fill="hold" nodeType="clickEffect">
                                  <p:stCondLst>
                                    <p:cond delay="0"/>
                                  </p:stCondLst>
                                  <p:childTnLst>
                                    <p:set>
                                      <p:cBhvr>
                                        <p:cTn id="68" dur="1" fill="hold">
                                          <p:stCondLst>
                                            <p:cond delay="0"/>
                                          </p:stCondLst>
                                        </p:cTn>
                                        <p:tgtEl>
                                          <p:spTgt spid="8"/>
                                        </p:tgtEl>
                                        <p:attrNameLst>
                                          <p:attrName>style.visibility</p:attrName>
                                        </p:attrNameLst>
                                      </p:cBhvr>
                                      <p:to>
                                        <p:strVal val="visible"/>
                                      </p:to>
                                    </p:set>
                                    <p:animEffect transition="in" filter="checkerboard(across)">
                                      <p:cBhvr>
                                        <p:cTn id="69" dur="500"/>
                                        <p:tgtEl>
                                          <p:spTgt spid="8"/>
                                        </p:tgtEl>
                                      </p:cBhvr>
                                    </p:animEffect>
                                  </p:childTnLst>
                                </p:cTn>
                              </p:par>
                              <p:par>
                                <p:cTn id="70" presetID="5" presetClass="entr" presetSubtype="10" fill="hold" nodeType="with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checkerboard(across)">
                                      <p:cBhvr>
                                        <p:cTn id="72" dur="500"/>
                                        <p:tgtEl>
                                          <p:spTgt spid="14"/>
                                        </p:tgtEl>
                                      </p:cBhvr>
                                    </p:animEffect>
                                  </p:childTnLst>
                                </p:cTn>
                              </p:par>
                            </p:childTnLst>
                          </p:cTn>
                        </p:par>
                      </p:childTnLst>
                    </p:cTn>
                  </p:par>
                  <p:par>
                    <p:cTn id="73" fill="hold">
                      <p:stCondLst>
                        <p:cond delay="indefinite"/>
                      </p:stCondLst>
                      <p:childTnLst>
                        <p:par>
                          <p:cTn id="74" fill="hold">
                            <p:stCondLst>
                              <p:cond delay="0"/>
                            </p:stCondLst>
                            <p:childTnLst>
                              <p:par>
                                <p:cTn id="75" presetID="5" presetClass="entr" presetSubtype="10" fill="hold" nodeType="clickEffect">
                                  <p:stCondLst>
                                    <p:cond delay="0"/>
                                  </p:stCondLst>
                                  <p:childTnLst>
                                    <p:set>
                                      <p:cBhvr>
                                        <p:cTn id="76" dur="1" fill="hold">
                                          <p:stCondLst>
                                            <p:cond delay="0"/>
                                          </p:stCondLst>
                                        </p:cTn>
                                        <p:tgtEl>
                                          <p:spTgt spid="26631"/>
                                        </p:tgtEl>
                                        <p:attrNameLst>
                                          <p:attrName>style.visibility</p:attrName>
                                        </p:attrNameLst>
                                      </p:cBhvr>
                                      <p:to>
                                        <p:strVal val="visible"/>
                                      </p:to>
                                    </p:set>
                                    <p:animEffect transition="in" filter="checkerboard(across)">
                                      <p:cBhvr>
                                        <p:cTn id="77" dur="500"/>
                                        <p:tgtEl>
                                          <p:spTgt spid="26631"/>
                                        </p:tgtEl>
                                      </p:cBhvr>
                                    </p:animEffect>
                                  </p:childTnLst>
                                </p:cTn>
                              </p:par>
                              <p:par>
                                <p:cTn id="78" presetID="5" presetClass="entr" presetSubtype="10" fill="hold" nodeType="withEffect">
                                  <p:stCondLst>
                                    <p:cond delay="0"/>
                                  </p:stCondLst>
                                  <p:childTnLst>
                                    <p:set>
                                      <p:cBhvr>
                                        <p:cTn id="79" dur="1" fill="hold">
                                          <p:stCondLst>
                                            <p:cond delay="0"/>
                                          </p:stCondLst>
                                        </p:cTn>
                                        <p:tgtEl>
                                          <p:spTgt spid="26632"/>
                                        </p:tgtEl>
                                        <p:attrNameLst>
                                          <p:attrName>style.visibility</p:attrName>
                                        </p:attrNameLst>
                                      </p:cBhvr>
                                      <p:to>
                                        <p:strVal val="visible"/>
                                      </p:to>
                                    </p:set>
                                    <p:animEffect transition="in" filter="checkerboard(across)">
                                      <p:cBhvr>
                                        <p:cTn id="80" dur="500"/>
                                        <p:tgtEl>
                                          <p:spTgt spid="26632"/>
                                        </p:tgtEl>
                                      </p:cBhvr>
                                    </p:animEffect>
                                  </p:childTnLst>
                                </p:cTn>
                              </p:par>
                            </p:childTnLst>
                          </p:cTn>
                        </p:par>
                      </p:childTnLst>
                    </p:cTn>
                  </p:par>
                  <p:par>
                    <p:cTn id="81" fill="hold">
                      <p:stCondLst>
                        <p:cond delay="indefinite"/>
                      </p:stCondLst>
                      <p:childTnLst>
                        <p:par>
                          <p:cTn id="82" fill="hold">
                            <p:stCondLst>
                              <p:cond delay="0"/>
                            </p:stCondLst>
                            <p:childTnLst>
                              <p:par>
                                <p:cTn id="83" presetID="6" presetClass="emph" presetSubtype="0" fill="hold" nodeType="clickEffect">
                                  <p:stCondLst>
                                    <p:cond delay="0"/>
                                  </p:stCondLst>
                                  <p:childTnLst>
                                    <p:animScale>
                                      <p:cBhvr>
                                        <p:cTn id="84" dur="2000" fill="hold"/>
                                        <p:tgtEl>
                                          <p:spTgt spid="23"/>
                                        </p:tgtEl>
                                      </p:cBhvr>
                                      <p:by x="150000" y="150000"/>
                                    </p:animScale>
                                  </p:childTnLst>
                                </p:cTn>
                              </p:par>
                            </p:childTnLst>
                          </p:cTn>
                        </p:par>
                      </p:childTnLst>
                    </p:cTn>
                  </p:par>
                  <p:par>
                    <p:cTn id="85" fill="hold">
                      <p:stCondLst>
                        <p:cond delay="indefinite"/>
                      </p:stCondLst>
                      <p:childTnLst>
                        <p:par>
                          <p:cTn id="86" fill="hold">
                            <p:stCondLst>
                              <p:cond delay="0"/>
                            </p:stCondLst>
                            <p:childTnLst>
                              <p:par>
                                <p:cTn id="87" presetID="6" presetClass="emph" presetSubtype="0" fill="hold" nodeType="clickEffect">
                                  <p:stCondLst>
                                    <p:cond delay="0"/>
                                  </p:stCondLst>
                                  <p:childTnLst>
                                    <p:animScale>
                                      <p:cBhvr>
                                        <p:cTn id="88" dur="2000" fill="hold"/>
                                        <p:tgtEl>
                                          <p:spTgt spid="8"/>
                                        </p:tgtEl>
                                      </p:cBhvr>
                                      <p:by x="150000" y="150000"/>
                                    </p:animScale>
                                  </p:childTnLst>
                                </p:cTn>
                              </p:par>
                            </p:childTnLst>
                          </p:cTn>
                        </p:par>
                      </p:childTnLst>
                    </p:cTn>
                  </p:par>
                  <p:par>
                    <p:cTn id="89" fill="hold">
                      <p:stCondLst>
                        <p:cond delay="indefinite"/>
                      </p:stCondLst>
                      <p:childTnLst>
                        <p:par>
                          <p:cTn id="90" fill="hold">
                            <p:stCondLst>
                              <p:cond delay="0"/>
                            </p:stCondLst>
                            <p:childTnLst>
                              <p:par>
                                <p:cTn id="91" presetID="6" presetClass="emph" presetSubtype="0" fill="hold" nodeType="clickEffect">
                                  <p:stCondLst>
                                    <p:cond delay="0"/>
                                  </p:stCondLst>
                                  <p:childTnLst>
                                    <p:animScale>
                                      <p:cBhvr>
                                        <p:cTn id="92" dur="2000" fill="hold"/>
                                        <p:tgtEl>
                                          <p:spTgt spid="42"/>
                                        </p:tgtEl>
                                      </p:cBhvr>
                                      <p:by x="150000" y="150000"/>
                                    </p:animScale>
                                  </p:childTnLst>
                                </p:cTn>
                              </p:par>
                            </p:childTnLst>
                          </p:cTn>
                        </p:par>
                      </p:childTnLst>
                    </p:cTn>
                  </p:par>
                  <p:par>
                    <p:cTn id="93" fill="hold">
                      <p:stCondLst>
                        <p:cond delay="indefinite"/>
                      </p:stCondLst>
                      <p:childTnLst>
                        <p:par>
                          <p:cTn id="94" fill="hold">
                            <p:stCondLst>
                              <p:cond delay="0"/>
                            </p:stCondLst>
                            <p:childTnLst>
                              <p:par>
                                <p:cTn id="95" presetID="5" presetClass="exit" presetSubtype="10" fill="hold" nodeType="clickEffect">
                                  <p:stCondLst>
                                    <p:cond delay="0"/>
                                  </p:stCondLst>
                                  <p:childTnLst>
                                    <p:animEffect transition="out" filter="checkerboard(across)">
                                      <p:cBhvr>
                                        <p:cTn id="96" dur="500"/>
                                        <p:tgtEl>
                                          <p:spTgt spid="23"/>
                                        </p:tgtEl>
                                      </p:cBhvr>
                                    </p:animEffect>
                                    <p:set>
                                      <p:cBhvr>
                                        <p:cTn id="97" dur="1" fill="hold">
                                          <p:stCondLst>
                                            <p:cond delay="499"/>
                                          </p:stCondLst>
                                        </p:cTn>
                                        <p:tgtEl>
                                          <p:spTgt spid="23"/>
                                        </p:tgtEl>
                                        <p:attrNameLst>
                                          <p:attrName>style.visibility</p:attrName>
                                        </p:attrNameLst>
                                      </p:cBhvr>
                                      <p:to>
                                        <p:strVal val="hidden"/>
                                      </p:to>
                                    </p:set>
                                  </p:childTnLst>
                                </p:cTn>
                              </p:par>
                              <p:par>
                                <p:cTn id="98" presetID="5" presetClass="exit" presetSubtype="10" fill="hold" nodeType="withEffect">
                                  <p:stCondLst>
                                    <p:cond delay="0"/>
                                  </p:stCondLst>
                                  <p:childTnLst>
                                    <p:animEffect transition="out" filter="checkerboard(across)">
                                      <p:cBhvr>
                                        <p:cTn id="99" dur="500"/>
                                        <p:tgtEl>
                                          <p:spTgt spid="42"/>
                                        </p:tgtEl>
                                      </p:cBhvr>
                                    </p:animEffect>
                                    <p:set>
                                      <p:cBhvr>
                                        <p:cTn id="100" dur="1" fill="hold">
                                          <p:stCondLst>
                                            <p:cond delay="499"/>
                                          </p:stCondLst>
                                        </p:cTn>
                                        <p:tgtEl>
                                          <p:spTgt spid="42"/>
                                        </p:tgtEl>
                                        <p:attrNameLst>
                                          <p:attrName>style.visibility</p:attrName>
                                        </p:attrNameLst>
                                      </p:cBhvr>
                                      <p:to>
                                        <p:strVal val="hidden"/>
                                      </p:to>
                                    </p:set>
                                  </p:childTnLst>
                                </p:cTn>
                              </p:par>
                              <p:par>
                                <p:cTn id="101" presetID="5" presetClass="exit" presetSubtype="10" fill="hold" nodeType="withEffect">
                                  <p:stCondLst>
                                    <p:cond delay="0"/>
                                  </p:stCondLst>
                                  <p:childTnLst>
                                    <p:animEffect transition="out" filter="checkerboard(across)">
                                      <p:cBhvr>
                                        <p:cTn id="102" dur="500"/>
                                        <p:tgtEl>
                                          <p:spTgt spid="8"/>
                                        </p:tgtEl>
                                      </p:cBhvr>
                                    </p:animEffect>
                                    <p:set>
                                      <p:cBhvr>
                                        <p:cTn id="103" dur="1" fill="hold">
                                          <p:stCondLst>
                                            <p:cond delay="499"/>
                                          </p:stCondLst>
                                        </p:cTn>
                                        <p:tgtEl>
                                          <p:spTgt spid="8"/>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6" presetClass="emph" presetSubtype="0" fill="hold" nodeType="clickEffect">
                                  <p:stCondLst>
                                    <p:cond delay="0"/>
                                  </p:stCondLst>
                                  <p:childTnLst>
                                    <p:animScale>
                                      <p:cBhvr>
                                        <p:cTn id="107" dur="2000" fill="hold"/>
                                        <p:tgtEl>
                                          <p:spTgt spid="20"/>
                                        </p:tgtEl>
                                      </p:cBhvr>
                                      <p:by x="150000" y="150000"/>
                                    </p:animScale>
                                  </p:childTnLst>
                                </p:cTn>
                              </p:par>
                            </p:childTnLst>
                          </p:cTn>
                        </p:par>
                      </p:childTnLst>
                    </p:cTn>
                  </p:par>
                  <p:par>
                    <p:cTn id="108" fill="hold">
                      <p:stCondLst>
                        <p:cond delay="indefinite"/>
                      </p:stCondLst>
                      <p:childTnLst>
                        <p:par>
                          <p:cTn id="109" fill="hold">
                            <p:stCondLst>
                              <p:cond delay="0"/>
                            </p:stCondLst>
                            <p:childTnLst>
                              <p:par>
                                <p:cTn id="110" presetID="6" presetClass="emph" presetSubtype="0" fill="hold" nodeType="clickEffect">
                                  <p:stCondLst>
                                    <p:cond delay="0"/>
                                  </p:stCondLst>
                                  <p:childTnLst>
                                    <p:animScale>
                                      <p:cBhvr>
                                        <p:cTn id="111" dur="2000" fill="hold"/>
                                        <p:tgtEl>
                                          <p:spTgt spid="27"/>
                                        </p:tgtEl>
                                      </p:cBhvr>
                                      <p:by x="150000" y="150000"/>
                                    </p:animScale>
                                  </p:childTnLst>
                                </p:cTn>
                              </p:par>
                            </p:childTnLst>
                          </p:cTn>
                        </p:par>
                      </p:childTnLst>
                    </p:cTn>
                  </p:par>
                  <p:par>
                    <p:cTn id="112" fill="hold">
                      <p:stCondLst>
                        <p:cond delay="indefinite"/>
                      </p:stCondLst>
                      <p:childTnLst>
                        <p:par>
                          <p:cTn id="113" fill="hold">
                            <p:stCondLst>
                              <p:cond delay="0"/>
                            </p:stCondLst>
                            <p:childTnLst>
                              <p:par>
                                <p:cTn id="114" presetID="6" presetClass="emph" presetSubtype="0" fill="hold" nodeType="clickEffect">
                                  <p:stCondLst>
                                    <p:cond delay="0"/>
                                  </p:stCondLst>
                                  <p:childTnLst>
                                    <p:animScale>
                                      <p:cBhvr>
                                        <p:cTn id="115" dur="2000" fill="hold"/>
                                        <p:tgtEl>
                                          <p:spTgt spid="14"/>
                                        </p:tgtEl>
                                      </p:cBhvr>
                                      <p:by x="150000" y="150000"/>
                                    </p:animScale>
                                  </p:childTnLst>
                                </p:cTn>
                              </p:par>
                            </p:childTnLst>
                          </p:cTn>
                        </p:par>
                      </p:childTnLst>
                    </p:cTn>
                  </p:par>
                  <p:par>
                    <p:cTn id="116" fill="hold">
                      <p:stCondLst>
                        <p:cond delay="indefinite"/>
                      </p:stCondLst>
                      <p:childTnLst>
                        <p:par>
                          <p:cTn id="117" fill="hold">
                            <p:stCondLst>
                              <p:cond delay="0"/>
                            </p:stCondLst>
                            <p:childTnLst>
                              <p:par>
                                <p:cTn id="118" presetID="5" presetClass="exit" presetSubtype="10" fill="hold" nodeType="clickEffect">
                                  <p:stCondLst>
                                    <p:cond delay="0"/>
                                  </p:stCondLst>
                                  <p:childTnLst>
                                    <p:animEffect transition="out" filter="checkerboard(across)">
                                      <p:cBhvr>
                                        <p:cTn id="119" dur="500"/>
                                        <p:tgtEl>
                                          <p:spTgt spid="14"/>
                                        </p:tgtEl>
                                      </p:cBhvr>
                                    </p:animEffect>
                                    <p:set>
                                      <p:cBhvr>
                                        <p:cTn id="120" dur="1" fill="hold">
                                          <p:stCondLst>
                                            <p:cond delay="499"/>
                                          </p:stCondLst>
                                        </p:cTn>
                                        <p:tgtEl>
                                          <p:spTgt spid="14"/>
                                        </p:tgtEl>
                                        <p:attrNameLst>
                                          <p:attrName>style.visibility</p:attrName>
                                        </p:attrNameLst>
                                      </p:cBhvr>
                                      <p:to>
                                        <p:strVal val="hidden"/>
                                      </p:to>
                                    </p:set>
                                  </p:childTnLst>
                                </p:cTn>
                              </p:par>
                              <p:par>
                                <p:cTn id="121" presetID="5" presetClass="exit" presetSubtype="10" fill="hold" nodeType="withEffect">
                                  <p:stCondLst>
                                    <p:cond delay="0"/>
                                  </p:stCondLst>
                                  <p:childTnLst>
                                    <p:animEffect transition="out" filter="checkerboard(across)">
                                      <p:cBhvr>
                                        <p:cTn id="122" dur="500"/>
                                        <p:tgtEl>
                                          <p:spTgt spid="27"/>
                                        </p:tgtEl>
                                      </p:cBhvr>
                                    </p:animEffect>
                                    <p:set>
                                      <p:cBhvr>
                                        <p:cTn id="123" dur="1" fill="hold">
                                          <p:stCondLst>
                                            <p:cond delay="499"/>
                                          </p:stCondLst>
                                        </p:cTn>
                                        <p:tgtEl>
                                          <p:spTgt spid="27"/>
                                        </p:tgtEl>
                                        <p:attrNameLst>
                                          <p:attrName>style.visibility</p:attrName>
                                        </p:attrNameLst>
                                      </p:cBhvr>
                                      <p:to>
                                        <p:strVal val="hidden"/>
                                      </p:to>
                                    </p:set>
                                  </p:childTnLst>
                                </p:cTn>
                              </p:par>
                              <p:par>
                                <p:cTn id="124" presetID="5" presetClass="exit" presetSubtype="10" fill="hold" nodeType="withEffect">
                                  <p:stCondLst>
                                    <p:cond delay="0"/>
                                  </p:stCondLst>
                                  <p:childTnLst>
                                    <p:animEffect transition="out" filter="checkerboard(across)">
                                      <p:cBhvr>
                                        <p:cTn id="125" dur="500"/>
                                        <p:tgtEl>
                                          <p:spTgt spid="20"/>
                                        </p:tgtEl>
                                      </p:cBhvr>
                                    </p:animEffect>
                                    <p:set>
                                      <p:cBhvr>
                                        <p:cTn id="126"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Picture 1"/>
          <p:cNvPicPr>
            <a:picLocks noChangeAspect="1" noChangeArrowheads="1"/>
          </p:cNvPicPr>
          <p:nvPr/>
        </p:nvPicPr>
        <p:blipFill>
          <a:blip r:embed="rId3"/>
          <a:srcRect/>
          <a:stretch>
            <a:fillRect/>
          </a:stretch>
        </p:blipFill>
        <p:spPr bwMode="auto">
          <a:xfrm>
            <a:off x="0" y="0"/>
            <a:ext cx="3352800" cy="4590516"/>
          </a:xfrm>
          <a:prstGeom prst="rect">
            <a:avLst/>
          </a:prstGeom>
          <a:noFill/>
          <a:ln w="9525">
            <a:noFill/>
            <a:miter lim="800000"/>
            <a:headEnd/>
            <a:tailEnd/>
          </a:ln>
          <a:effectLst/>
        </p:spPr>
      </p:pic>
      <p:graphicFrame>
        <p:nvGraphicFramePr>
          <p:cNvPr id="3" name="Object 2"/>
          <p:cNvGraphicFramePr>
            <a:graphicFrameLocks noChangeAspect="1"/>
          </p:cNvGraphicFramePr>
          <p:nvPr/>
        </p:nvGraphicFramePr>
        <p:xfrm>
          <a:off x="6281880" y="152400"/>
          <a:ext cx="1874838" cy="623888"/>
        </p:xfrm>
        <a:graphic>
          <a:graphicData uri="http://schemas.openxmlformats.org/presentationml/2006/ole">
            <mc:AlternateContent xmlns:mc="http://schemas.openxmlformats.org/markup-compatibility/2006">
              <mc:Choice xmlns:v="urn:schemas-microsoft-com:vml" Requires="v">
                <p:oleObj spid="_x0000_s5177" name="Equation" r:id="rId4" imgW="647640" imgH="215640" progId="Equation.3">
                  <p:embed/>
                </p:oleObj>
              </mc:Choice>
              <mc:Fallback>
                <p:oleObj name="Equation" r:id="rId4" imgW="647640" imgH="215640" progId="Equation.3">
                  <p:embed/>
                  <p:pic>
                    <p:nvPicPr>
                      <p:cNvPr id="3" name="Object 2"/>
                      <p:cNvPicPr>
                        <a:picLocks noChangeAspect="1" noChangeArrowheads="1"/>
                      </p:cNvPicPr>
                      <p:nvPr/>
                    </p:nvPicPr>
                    <p:blipFill>
                      <a:blip r:embed="rId5"/>
                      <a:srcRect/>
                      <a:stretch>
                        <a:fillRect/>
                      </a:stretch>
                    </p:blipFill>
                    <p:spPr bwMode="auto">
                      <a:xfrm>
                        <a:off x="6281880" y="152400"/>
                        <a:ext cx="1874838" cy="623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nvGraphicFramePr>
        <p:xfrm>
          <a:off x="6032500" y="762000"/>
          <a:ext cx="2425700" cy="625475"/>
        </p:xfrm>
        <a:graphic>
          <a:graphicData uri="http://schemas.openxmlformats.org/presentationml/2006/ole">
            <mc:AlternateContent xmlns:mc="http://schemas.openxmlformats.org/markup-compatibility/2006">
              <mc:Choice xmlns:v="urn:schemas-microsoft-com:vml" Requires="v">
                <p:oleObj spid="_x0000_s5178" name="Equation" r:id="rId6" imgW="838080" imgH="215640" progId="Equation.3">
                  <p:embed/>
                </p:oleObj>
              </mc:Choice>
              <mc:Fallback>
                <p:oleObj name="Equation" r:id="rId6" imgW="838080" imgH="215640" progId="Equation.3">
                  <p:embed/>
                  <p:pic>
                    <p:nvPicPr>
                      <p:cNvPr id="6" name="Object 5"/>
                      <p:cNvPicPr>
                        <a:picLocks noChangeAspect="1" noChangeArrowheads="1"/>
                      </p:cNvPicPr>
                      <p:nvPr/>
                    </p:nvPicPr>
                    <p:blipFill>
                      <a:blip r:embed="rId7"/>
                      <a:srcRect/>
                      <a:stretch>
                        <a:fillRect/>
                      </a:stretch>
                    </p:blipFill>
                    <p:spPr bwMode="auto">
                      <a:xfrm>
                        <a:off x="6032500" y="762000"/>
                        <a:ext cx="2425700"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nvGraphicFramePr>
        <p:xfrm>
          <a:off x="4757880" y="1295400"/>
          <a:ext cx="2830512" cy="625475"/>
        </p:xfrm>
        <a:graphic>
          <a:graphicData uri="http://schemas.openxmlformats.org/presentationml/2006/ole">
            <mc:AlternateContent xmlns:mc="http://schemas.openxmlformats.org/markup-compatibility/2006">
              <mc:Choice xmlns:v="urn:schemas-microsoft-com:vml" Requires="v">
                <p:oleObj spid="_x0000_s5179" name="Equation" r:id="rId8" imgW="977760" imgH="215640" progId="Equation.3">
                  <p:embed/>
                </p:oleObj>
              </mc:Choice>
              <mc:Fallback>
                <p:oleObj name="Equation" r:id="rId8" imgW="977760" imgH="215640" progId="Equation.3">
                  <p:embed/>
                  <p:pic>
                    <p:nvPicPr>
                      <p:cNvPr id="7" name="Object 6"/>
                      <p:cNvPicPr>
                        <a:picLocks noChangeAspect="1" noChangeArrowheads="1"/>
                      </p:cNvPicPr>
                      <p:nvPr/>
                    </p:nvPicPr>
                    <p:blipFill>
                      <a:blip r:embed="rId9"/>
                      <a:srcRect/>
                      <a:stretch>
                        <a:fillRect/>
                      </a:stretch>
                    </p:blipFill>
                    <p:spPr bwMode="auto">
                      <a:xfrm>
                        <a:off x="4757880" y="1295400"/>
                        <a:ext cx="2830512"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nvGraphicFramePr>
        <p:xfrm>
          <a:off x="4038600" y="1984375"/>
          <a:ext cx="3529013" cy="1139825"/>
        </p:xfrm>
        <a:graphic>
          <a:graphicData uri="http://schemas.openxmlformats.org/presentationml/2006/ole">
            <mc:AlternateContent xmlns:mc="http://schemas.openxmlformats.org/markup-compatibility/2006">
              <mc:Choice xmlns:v="urn:schemas-microsoft-com:vml" Requires="v">
                <p:oleObj spid="_x0000_s5180" name="Equation" r:id="rId10" imgW="1218960" imgH="393480" progId="Equation.3">
                  <p:embed/>
                </p:oleObj>
              </mc:Choice>
              <mc:Fallback>
                <p:oleObj name="Equation" r:id="rId10" imgW="1218960" imgH="393480" progId="Equation.3">
                  <p:embed/>
                  <p:pic>
                    <p:nvPicPr>
                      <p:cNvPr id="8" name="Object 7"/>
                      <p:cNvPicPr>
                        <a:picLocks noChangeAspect="1" noChangeArrowheads="1"/>
                      </p:cNvPicPr>
                      <p:nvPr/>
                    </p:nvPicPr>
                    <p:blipFill>
                      <a:blip r:embed="rId11"/>
                      <a:srcRect/>
                      <a:stretch>
                        <a:fillRect/>
                      </a:stretch>
                    </p:blipFill>
                    <p:spPr bwMode="auto">
                      <a:xfrm>
                        <a:off x="4038600" y="1984375"/>
                        <a:ext cx="3529013" cy="1139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3540125" y="3148160"/>
          <a:ext cx="4079875" cy="1139825"/>
        </p:xfrm>
        <a:graphic>
          <a:graphicData uri="http://schemas.openxmlformats.org/presentationml/2006/ole">
            <mc:AlternateContent xmlns:mc="http://schemas.openxmlformats.org/markup-compatibility/2006">
              <mc:Choice xmlns:v="urn:schemas-microsoft-com:vml" Requires="v">
                <p:oleObj spid="_x0000_s5181" name="Equation" r:id="rId12" imgW="1409400" imgH="393480" progId="Equation.3">
                  <p:embed/>
                </p:oleObj>
              </mc:Choice>
              <mc:Fallback>
                <p:oleObj name="Equation" r:id="rId12" imgW="1409400" imgH="393480" progId="Equation.3">
                  <p:embed/>
                  <p:pic>
                    <p:nvPicPr>
                      <p:cNvPr id="9" name="Object 8"/>
                      <p:cNvPicPr>
                        <a:picLocks noChangeAspect="1" noChangeArrowheads="1"/>
                      </p:cNvPicPr>
                      <p:nvPr/>
                    </p:nvPicPr>
                    <p:blipFill>
                      <a:blip r:embed="rId13"/>
                      <a:srcRect/>
                      <a:stretch>
                        <a:fillRect/>
                      </a:stretch>
                    </p:blipFill>
                    <p:spPr bwMode="auto">
                      <a:xfrm>
                        <a:off x="3540125" y="3148160"/>
                        <a:ext cx="4079875" cy="1139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4092575" y="4343400"/>
          <a:ext cx="3527425" cy="1139825"/>
        </p:xfrm>
        <a:graphic>
          <a:graphicData uri="http://schemas.openxmlformats.org/presentationml/2006/ole">
            <mc:AlternateContent xmlns:mc="http://schemas.openxmlformats.org/markup-compatibility/2006">
              <mc:Choice xmlns:v="urn:schemas-microsoft-com:vml" Requires="v">
                <p:oleObj spid="_x0000_s5182" name="Equation" r:id="rId14" imgW="1218960" imgH="393480" progId="Equation.3">
                  <p:embed/>
                </p:oleObj>
              </mc:Choice>
              <mc:Fallback>
                <p:oleObj name="Equation" r:id="rId14" imgW="1218960" imgH="393480" progId="Equation.3">
                  <p:embed/>
                  <p:pic>
                    <p:nvPicPr>
                      <p:cNvPr id="10" name="Object 9"/>
                      <p:cNvPicPr>
                        <a:picLocks noChangeAspect="1" noChangeArrowheads="1"/>
                      </p:cNvPicPr>
                      <p:nvPr/>
                    </p:nvPicPr>
                    <p:blipFill>
                      <a:blip r:embed="rId15"/>
                      <a:srcRect/>
                      <a:stretch>
                        <a:fillRect/>
                      </a:stretch>
                    </p:blipFill>
                    <p:spPr bwMode="auto">
                      <a:xfrm>
                        <a:off x="4092575" y="4343400"/>
                        <a:ext cx="3527425" cy="1139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p:cNvGraphicFramePr>
            <a:graphicFrameLocks noChangeAspect="1"/>
          </p:cNvGraphicFramePr>
          <p:nvPr/>
        </p:nvGraphicFramePr>
        <p:xfrm>
          <a:off x="3429000" y="5413375"/>
          <a:ext cx="3748087" cy="1139825"/>
        </p:xfrm>
        <a:graphic>
          <a:graphicData uri="http://schemas.openxmlformats.org/presentationml/2006/ole">
            <mc:AlternateContent xmlns:mc="http://schemas.openxmlformats.org/markup-compatibility/2006">
              <mc:Choice xmlns:v="urn:schemas-microsoft-com:vml" Requires="v">
                <p:oleObj spid="_x0000_s5183" name="Equation" r:id="rId16" imgW="1295280" imgH="393480" progId="Equation.3">
                  <p:embed/>
                </p:oleObj>
              </mc:Choice>
              <mc:Fallback>
                <p:oleObj name="Equation" r:id="rId16" imgW="1295280" imgH="393480" progId="Equation.3">
                  <p:embed/>
                  <p:pic>
                    <p:nvPicPr>
                      <p:cNvPr id="11" name="Object 10"/>
                      <p:cNvPicPr>
                        <a:picLocks noChangeAspect="1" noChangeArrowheads="1"/>
                      </p:cNvPicPr>
                      <p:nvPr/>
                    </p:nvPicPr>
                    <p:blipFill>
                      <a:blip r:embed="rId17"/>
                      <a:srcRect/>
                      <a:stretch>
                        <a:fillRect/>
                      </a:stretch>
                    </p:blipFill>
                    <p:spPr bwMode="auto">
                      <a:xfrm>
                        <a:off x="3429000" y="5413375"/>
                        <a:ext cx="3748087" cy="1139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C42CEC5-5399-E670-D480-ADE0110E8422}"/>
                  </a:ext>
                </a:extLst>
              </p:cNvPr>
              <p:cNvSpPr txBox="1"/>
              <p:nvPr/>
            </p:nvSpPr>
            <p:spPr>
              <a:xfrm>
                <a:off x="7020925" y="5441661"/>
                <a:ext cx="1198149" cy="101752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f>
                        <m:fPr>
                          <m:ctrlPr>
                            <a:rPr lang="en-CN" sz="3200" i="1" smtClean="0">
                              <a:latin typeface="Cambria Math" panose="02040503050406030204" pitchFamily="18" charset="0"/>
                            </a:rPr>
                          </m:ctrlPr>
                        </m:fPr>
                        <m:num>
                          <m:r>
                            <a:rPr lang="en-CN" sz="320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𝑝</m:t>
                          </m:r>
                        </m:num>
                        <m:den>
                          <m:r>
                            <a:rPr lang="en-CN" sz="320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𝑡</m:t>
                          </m:r>
                        </m:den>
                      </m:f>
                    </m:oMath>
                  </m:oMathPara>
                </a14:m>
                <a:endParaRPr lang="en-CN" sz="3200" dirty="0"/>
              </a:p>
            </p:txBody>
          </p:sp>
        </mc:Choice>
        <mc:Fallback xmlns="">
          <p:sp>
            <p:nvSpPr>
              <p:cNvPr id="4" name="TextBox 3">
                <a:extLst>
                  <a:ext uri="{FF2B5EF4-FFF2-40B4-BE49-F238E27FC236}">
                    <a16:creationId xmlns:a16="http://schemas.microsoft.com/office/drawing/2014/main" id="{8C42CEC5-5399-E670-D480-ADE0110E8422}"/>
                  </a:ext>
                </a:extLst>
              </p:cNvPr>
              <p:cNvSpPr txBox="1">
                <a:spLocks noRot="1" noChangeAspect="1" noMove="1" noResize="1" noEditPoints="1" noAdjustHandles="1" noChangeArrowheads="1" noChangeShapeType="1" noTextEdit="1"/>
              </p:cNvSpPr>
              <p:nvPr/>
            </p:nvSpPr>
            <p:spPr>
              <a:xfrm>
                <a:off x="7020925" y="5441661"/>
                <a:ext cx="1198149" cy="1017523"/>
              </a:xfrm>
              <a:prstGeom prst="rect">
                <a:avLst/>
              </a:prstGeom>
              <a:blipFill>
                <a:blip r:embed="rId18"/>
                <a:stretch>
                  <a:fillRect b="-7407"/>
                </a:stretch>
              </a:blipFill>
            </p:spPr>
            <p:txBody>
              <a:bodyPr/>
              <a:lstStyle/>
              <a:p>
                <a:r>
                  <a:rPr lang="en-CN">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dissolve">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Rectangle 3"/>
              <p:cNvSpPr/>
              <p:nvPr/>
            </p:nvSpPr>
            <p:spPr>
              <a:xfrm>
                <a:off x="0" y="275298"/>
                <a:ext cx="9144000" cy="2554545"/>
              </a:xfrm>
              <a:prstGeom prst="rect">
                <a:avLst/>
              </a:prstGeom>
            </p:spPr>
            <p:txBody>
              <a:bodyPr wrap="square">
                <a:spAutoFit/>
              </a:bodyPr>
              <a:lstStyle/>
              <a:p>
                <a:pPr algn="just"/>
                <a:r>
                  <a:rPr lang="en-US" sz="3200" dirty="0">
                    <a:latin typeface="Arial" panose="020B0604020202020204" pitchFamily="34" charset="0"/>
                    <a:cs typeface="Arial" panose="020B0604020202020204" pitchFamily="34" charset="0"/>
                  </a:rPr>
                  <a:t>The linear momentum of a particle or an object is defined as the product of the mass of the object and its velocity</a:t>
                </a:r>
                <a:r>
                  <a:rPr lang="en-US" sz="3200" i="1" dirty="0">
                    <a:latin typeface="Arial" panose="020B0604020202020204" pitchFamily="34" charset="0"/>
                    <a:cs typeface="Arial" panose="020B0604020202020204" pitchFamily="34" charset="0"/>
                  </a:rPr>
                  <a:t>.</a:t>
                </a:r>
              </a:p>
              <a:p>
                <a:pPr algn="ctr"/>
                <a:endParaRPr lang="en-US" sz="3200" dirty="0">
                  <a:latin typeface="Arial" panose="020B0604020202020204" pitchFamily="34" charset="0"/>
                  <a:cs typeface="Arial" panose="020B0604020202020204" pitchFamily="34" charset="0"/>
                </a:endParaRPr>
              </a:p>
              <a:p>
                <a:pPr algn="ctr"/>
                <a14:m>
                  <m:oMathPara xmlns:m="http://schemas.openxmlformats.org/officeDocument/2006/math">
                    <m:oMathParaPr>
                      <m:jc m:val="centerGroup"/>
                    </m:oMathParaPr>
                    <m:oMath xmlns:m="http://schemas.openxmlformats.org/officeDocument/2006/math">
                      <m:r>
                        <a:rPr lang="en-US" sz="3200" b="1" i="1" dirty="0" smtClean="0">
                          <a:latin typeface="Cambria Math" panose="02040503050406030204" pitchFamily="18" charset="0"/>
                          <a:cs typeface="Arial" panose="020B0604020202020204" pitchFamily="34" charset="0"/>
                        </a:rPr>
                        <m:t>𝒑</m:t>
                      </m:r>
                      <m:r>
                        <a:rPr lang="en-US" sz="3200" b="1" i="1" dirty="0" smtClean="0">
                          <a:latin typeface="Cambria Math" panose="02040503050406030204" pitchFamily="18" charset="0"/>
                          <a:cs typeface="Arial" panose="020B0604020202020204" pitchFamily="34" charset="0"/>
                        </a:rPr>
                        <m:t> = </m:t>
                      </m:r>
                      <m:r>
                        <a:rPr lang="en-US" sz="3200" b="1" i="1" dirty="0" err="1">
                          <a:latin typeface="Cambria Math" panose="02040503050406030204" pitchFamily="18" charset="0"/>
                          <a:cs typeface="Arial" panose="020B0604020202020204" pitchFamily="34" charset="0"/>
                        </a:rPr>
                        <m:t>𝒎𝒗</m:t>
                      </m:r>
                    </m:oMath>
                  </m:oMathPara>
                </a14:m>
                <a:endParaRPr lang="en-US" sz="3200" b="1" dirty="0">
                  <a:latin typeface="Arial" panose="020B0604020202020204" pitchFamily="34" charset="0"/>
                  <a:cs typeface="Arial" panose="020B0604020202020204" pitchFamily="34" charset="0"/>
                </a:endParaRPr>
              </a:p>
            </p:txBody>
          </p:sp>
        </mc:Choice>
        <mc:Fallback>
          <p:sp>
            <p:nvSpPr>
              <p:cNvPr id="4" name="Rectangle 3"/>
              <p:cNvSpPr>
                <a:spLocks noRot="1" noChangeAspect="1" noMove="1" noResize="1" noEditPoints="1" noAdjustHandles="1" noChangeArrowheads="1" noChangeShapeType="1" noTextEdit="1"/>
              </p:cNvSpPr>
              <p:nvPr/>
            </p:nvSpPr>
            <p:spPr>
              <a:xfrm>
                <a:off x="0" y="275298"/>
                <a:ext cx="9144000" cy="2554545"/>
              </a:xfrm>
              <a:prstGeom prst="rect">
                <a:avLst/>
              </a:prstGeom>
              <a:blipFill>
                <a:blip r:embed="rId3"/>
                <a:stretch>
                  <a:fillRect l="-1667" t="-2970" r="-1667" b="-5446"/>
                </a:stretch>
              </a:blipFill>
            </p:spPr>
            <p:txBody>
              <a:bodyPr/>
              <a:lstStyle/>
              <a:p>
                <a:r>
                  <a:rPr lang="en-US">
                    <a:noFill/>
                  </a:rPr>
                  <a:t> </a:t>
                </a:r>
              </a:p>
            </p:txBody>
          </p:sp>
        </mc:Fallback>
      </mc:AlternateContent>
      <p:graphicFrame>
        <p:nvGraphicFramePr>
          <p:cNvPr id="3" name="Object 2"/>
          <p:cNvGraphicFramePr>
            <a:graphicFrameLocks noChangeAspect="1"/>
          </p:cNvGraphicFramePr>
          <p:nvPr/>
        </p:nvGraphicFramePr>
        <p:xfrm>
          <a:off x="769938" y="3810000"/>
          <a:ext cx="7307262" cy="1416050"/>
        </p:xfrm>
        <a:graphic>
          <a:graphicData uri="http://schemas.openxmlformats.org/presentationml/2006/ole">
            <mc:AlternateContent xmlns:mc="http://schemas.openxmlformats.org/markup-compatibility/2006">
              <mc:Choice xmlns:v="urn:schemas-microsoft-com:vml" Requires="v">
                <p:oleObj spid="_x0000_s6153" name="Equation" r:id="rId4" imgW="2031840" imgH="393480" progId="Equation.3">
                  <p:embed/>
                </p:oleObj>
              </mc:Choice>
              <mc:Fallback>
                <p:oleObj name="Equation" r:id="rId4" imgW="2031840" imgH="393480" progId="Equation.3">
                  <p:embed/>
                  <p:pic>
                    <p:nvPicPr>
                      <p:cNvPr id="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938" y="3810000"/>
                        <a:ext cx="7307262" cy="1416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9144000" cy="3970318"/>
          </a:xfrm>
          <a:prstGeom prst="rect">
            <a:avLst/>
          </a:prstGeom>
        </p:spPr>
        <p:txBody>
          <a:bodyPr wrap="square">
            <a:spAutoFit/>
          </a:bodyPr>
          <a:lstStyle/>
          <a:p>
            <a:pPr algn="ctr"/>
            <a:r>
              <a:rPr lang="en-US" sz="3200" dirty="0">
                <a:latin typeface="Arial" panose="020B0604020202020204" pitchFamily="34" charset="0"/>
                <a:cs typeface="Arial" panose="020B0604020202020204" pitchFamily="34" charset="0"/>
              </a:rPr>
              <a:t>LAW OF CONSERVATION OF LINEAR MOMENTUM</a:t>
            </a:r>
          </a:p>
          <a:p>
            <a:pPr algn="just"/>
            <a:endParaRPr lang="en-US" sz="3600"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Whenever two or more particles in an isolated system interact, the total momentum of the system remains constant.</a:t>
            </a:r>
          </a:p>
          <a:p>
            <a:pPr algn="just"/>
            <a:endParaRPr lang="en-US" sz="2400" dirty="0">
              <a:latin typeface="Arial" panose="020B0604020202020204" pitchFamily="34" charset="0"/>
              <a:cs typeface="Arial" panose="020B0604020202020204" pitchFamily="34" charset="0"/>
            </a:endParaRPr>
          </a:p>
          <a:p>
            <a:r>
              <a:rPr lang="en-US" sz="2400" dirty="0">
                <a:solidFill>
                  <a:srgbClr val="000000"/>
                </a:solidFill>
                <a:effectLst/>
                <a:latin typeface="Arial" panose="020B0604020202020204" pitchFamily="34" charset="0"/>
                <a:cs typeface="Arial" panose="020B0604020202020204" pitchFamily="34" charset="0"/>
              </a:rPr>
              <a:t>Within a closed system, the total momentum in any direction is constant.</a:t>
            </a:r>
          </a:p>
          <a:p>
            <a:pPr algn="just"/>
            <a:endParaRPr lang="en-US" sz="2400" dirty="0">
              <a:latin typeface="Arial" panose="020B0604020202020204" pitchFamily="34" charset="0"/>
              <a:cs typeface="Arial" panose="020B0604020202020204" pitchFamily="34" charset="0"/>
            </a:endParaRPr>
          </a:p>
        </p:txBody>
      </p:sp>
      <p:graphicFrame>
        <p:nvGraphicFramePr>
          <p:cNvPr id="3" name="Object 2"/>
          <p:cNvGraphicFramePr>
            <a:graphicFrameLocks noChangeAspect="1"/>
          </p:cNvGraphicFramePr>
          <p:nvPr/>
        </p:nvGraphicFramePr>
        <p:xfrm>
          <a:off x="1981200" y="4122718"/>
          <a:ext cx="5955631" cy="1143000"/>
        </p:xfrm>
        <a:graphic>
          <a:graphicData uri="http://schemas.openxmlformats.org/presentationml/2006/ole">
            <mc:AlternateContent xmlns:mc="http://schemas.openxmlformats.org/markup-compatibility/2006">
              <mc:Choice xmlns:v="urn:schemas-microsoft-com:vml" Requires="v">
                <p:oleObj spid="_x0000_s7177" name="Equation" r:id="rId3" imgW="1257120" imgH="241200" progId="Equation.3">
                  <p:embed/>
                </p:oleObj>
              </mc:Choice>
              <mc:Fallback>
                <p:oleObj name="Equation" r:id="rId3" imgW="1257120" imgH="241200" progId="Equation.3">
                  <p:embed/>
                  <p:pic>
                    <p:nvPicPr>
                      <p:cNvPr id="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4122718"/>
                        <a:ext cx="5955631"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2862322"/>
          </a:xfrm>
          <a:prstGeom prst="rect">
            <a:avLst/>
          </a:prstGeom>
        </p:spPr>
        <p:txBody>
          <a:bodyPr wrap="square">
            <a:spAutoFit/>
          </a:bodyPr>
          <a:lstStyle/>
          <a:p>
            <a:pPr algn="just"/>
            <a:r>
              <a:rPr lang="en-US" sz="3600" dirty="0"/>
              <a:t>A 60-kg archer stands on frictionless ice and fires a 0.50-kg arrow horizontally at 50 m/s. This caused the archer to slide backward on the ice. Determine the velocity at which the man slid backwards.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2862322"/>
          </a:xfrm>
          <a:prstGeom prst="rect">
            <a:avLst/>
          </a:prstGeom>
        </p:spPr>
        <p:txBody>
          <a:bodyPr wrap="square">
            <a:spAutoFit/>
          </a:bodyPr>
          <a:lstStyle/>
          <a:p>
            <a:pPr algn="just"/>
            <a:r>
              <a:rPr lang="en-US" sz="3600" dirty="0"/>
              <a:t>A 60-kg archer stands on frictionless ice and fires a 0.50-kg arrow horizontally at 50 m/s. This caused the archer to slide backward on the ice. Determine the velocity at which the man slid backwards.</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62640" y="1044720"/>
              <a:ext cx="8867520" cy="4759920"/>
            </p14:xfrm>
          </p:contentPart>
        </mc:Choice>
        <mc:Fallback xmlns="">
          <p:pic>
            <p:nvPicPr>
              <p:cNvPr id="2" name="Ink 1"/>
              <p:cNvPicPr/>
              <p:nvPr/>
            </p:nvPicPr>
            <p:blipFill>
              <a:blip r:embed="rId3"/>
              <a:stretch>
                <a:fillRect/>
              </a:stretch>
            </p:blipFill>
            <p:spPr>
              <a:xfrm>
                <a:off x="53280" y="1035360"/>
                <a:ext cx="8886240" cy="4778640"/>
              </a:xfrm>
              <a:prstGeom prst="rect">
                <a:avLst/>
              </a:prstGeom>
            </p:spPr>
          </p:pic>
        </mc:Fallback>
      </mc:AlternateContent>
    </p:spTree>
    <p:extLst>
      <p:ext uri="{BB962C8B-B14F-4D97-AF65-F5344CB8AC3E}">
        <p14:creationId xmlns:p14="http://schemas.microsoft.com/office/powerpoint/2010/main" val="3549463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a:off x="685800" y="1549400"/>
            <a:ext cx="7772400" cy="5308600"/>
          </a:xfrm>
          <a:prstGeom prst="rect">
            <a:avLst/>
          </a:prstGeom>
          <a:solidFill>
            <a:srgbClr val="EAEAEA"/>
          </a:solidFill>
          <a:ln w="9525">
            <a:noFill/>
            <a:miter lim="800000"/>
            <a:headEnd/>
            <a:tailEnd/>
          </a:ln>
          <a:effectLst/>
        </p:spPr>
        <p:txBody>
          <a:bodyPr/>
          <a:lstStyle/>
          <a:p>
            <a:pPr>
              <a:spcBef>
                <a:spcPct val="20000"/>
              </a:spcBef>
              <a:defRPr/>
            </a:pPr>
            <a:r>
              <a:rPr lang="en-US" sz="2400" i="1" dirty="0">
                <a:solidFill>
                  <a:srgbClr val="333399"/>
                </a:solidFill>
                <a:latin typeface="Arial"/>
              </a:rPr>
              <a:t>Collisions</a:t>
            </a:r>
            <a:r>
              <a:rPr lang="en-US" altLang="en-US" sz="2400" dirty="0">
                <a:latin typeface="+mn-lt"/>
              </a:rPr>
              <a:t>	</a:t>
            </a:r>
          </a:p>
          <a:p>
            <a:pPr>
              <a:spcBef>
                <a:spcPts val="400"/>
              </a:spcBef>
              <a:defRPr/>
            </a:pPr>
            <a:r>
              <a:rPr lang="en-US" altLang="en-US" sz="2400" dirty="0">
                <a:latin typeface="+mn-lt"/>
                <a:sym typeface="Symbol" pitchFamily="18" charset="2"/>
              </a:rPr>
              <a:t></a:t>
            </a:r>
            <a:r>
              <a:rPr lang="en-US" altLang="en-US" sz="2400" dirty="0">
                <a:latin typeface="+mn-lt"/>
              </a:rPr>
              <a:t>Consider two colliding pool balls…</a:t>
            </a:r>
            <a:endParaRPr lang="en-US" altLang="en-US" sz="2400" b="1" dirty="0">
              <a:latin typeface="+mn-lt"/>
            </a:endParaRPr>
          </a:p>
        </p:txBody>
      </p:sp>
      <p:sp>
        <p:nvSpPr>
          <p:cNvPr id="123908" name="Oval 4"/>
          <p:cNvSpPr>
            <a:spLocks noChangeArrowheads="1"/>
          </p:cNvSpPr>
          <p:nvPr/>
        </p:nvSpPr>
        <p:spPr bwMode="auto">
          <a:xfrm>
            <a:off x="2232025" y="2357438"/>
            <a:ext cx="928688" cy="928687"/>
          </a:xfrm>
          <a:prstGeom prst="ellipse">
            <a:avLst/>
          </a:prstGeom>
          <a:gradFill rotWithShape="1">
            <a:gsLst>
              <a:gs pos="0">
                <a:schemeClr val="bg1"/>
              </a:gs>
              <a:gs pos="100000">
                <a:schemeClr val="bg1">
                  <a:gamma/>
                  <a:shade val="46275"/>
                  <a:invGamma/>
                </a:schemeClr>
              </a:gs>
            </a:gsLst>
            <a:path path="shape">
              <a:fillToRect l="50000" t="50000" r="50000" b="50000"/>
            </a:path>
          </a:gradFill>
          <a:ln w="9525">
            <a:solidFill>
              <a:schemeClr val="tx1"/>
            </a:solidFill>
            <a:round/>
            <a:headEnd/>
            <a:tailEnd/>
          </a:ln>
          <a:effectLst/>
          <a:scene3d>
            <a:camera prst="orthographicFront"/>
            <a:lightRig rig="threePt" dir="t"/>
          </a:scene3d>
          <a:sp3d>
            <a:bevelT/>
          </a:sp3d>
        </p:spPr>
        <p:txBody>
          <a:bodyPr wrap="none" anchor="ctr"/>
          <a:lstStyle/>
          <a:p>
            <a:pPr>
              <a:defRPr/>
            </a:pPr>
            <a:endParaRPr lang="en-US"/>
          </a:p>
        </p:txBody>
      </p:sp>
      <p:sp>
        <p:nvSpPr>
          <p:cNvPr id="123910" name="Rectangle 6"/>
          <p:cNvSpPr>
            <a:spLocks noChangeArrowheads="1"/>
          </p:cNvSpPr>
          <p:nvPr/>
        </p:nvSpPr>
        <p:spPr bwMode="auto">
          <a:xfrm flipV="1">
            <a:off x="688975" y="3305175"/>
            <a:ext cx="5656263" cy="66675"/>
          </a:xfrm>
          <a:prstGeom prst="rect">
            <a:avLst/>
          </a:prstGeom>
          <a:solidFill>
            <a:srgbClr val="008000"/>
          </a:solidFill>
          <a:ln w="9525">
            <a:noFill/>
            <a:miter lim="800000"/>
            <a:headEnd/>
            <a:tailEnd/>
          </a:ln>
        </p:spPr>
        <p:txBody>
          <a:bodyPr wrap="none" anchor="ctr"/>
          <a:lstStyle/>
          <a:p>
            <a:endParaRPr lang="en-US" altLang="en-US"/>
          </a:p>
        </p:txBody>
      </p:sp>
      <p:sp>
        <p:nvSpPr>
          <p:cNvPr id="123911" name="Oval 7"/>
          <p:cNvSpPr>
            <a:spLocks noChangeArrowheads="1"/>
          </p:cNvSpPr>
          <p:nvPr/>
        </p:nvSpPr>
        <p:spPr bwMode="auto">
          <a:xfrm>
            <a:off x="1608138" y="3525838"/>
            <a:ext cx="928687" cy="928687"/>
          </a:xfrm>
          <a:prstGeom prst="ellipse">
            <a:avLst/>
          </a:prstGeom>
          <a:gradFill rotWithShape="1">
            <a:gsLst>
              <a:gs pos="0">
                <a:schemeClr val="bg1"/>
              </a:gs>
              <a:gs pos="100000">
                <a:schemeClr val="bg1">
                  <a:gamma/>
                  <a:shade val="46275"/>
                  <a:invGamma/>
                </a:schemeClr>
              </a:gs>
            </a:gsLst>
            <a:path path="shape">
              <a:fillToRect l="50000" t="50000" r="50000" b="50000"/>
            </a:path>
          </a:gradFill>
          <a:ln w="9525">
            <a:solidFill>
              <a:schemeClr val="tx1"/>
            </a:solidFill>
            <a:round/>
            <a:headEnd/>
            <a:tailEnd/>
          </a:ln>
          <a:effectLst/>
          <a:scene3d>
            <a:camera prst="orthographicFront"/>
            <a:lightRig rig="threePt" dir="t"/>
          </a:scene3d>
          <a:sp3d>
            <a:bevelT/>
          </a:sp3d>
        </p:spPr>
        <p:txBody>
          <a:bodyPr wrap="none" anchor="ctr"/>
          <a:lstStyle/>
          <a:p>
            <a:pPr>
              <a:defRPr/>
            </a:pPr>
            <a:endParaRPr lang="en-US"/>
          </a:p>
        </p:txBody>
      </p:sp>
      <p:sp>
        <p:nvSpPr>
          <p:cNvPr id="123912" name="Oval 8"/>
          <p:cNvSpPr>
            <a:spLocks noChangeArrowheads="1"/>
          </p:cNvSpPr>
          <p:nvPr/>
        </p:nvSpPr>
        <p:spPr bwMode="auto">
          <a:xfrm>
            <a:off x="3179763" y="3517900"/>
            <a:ext cx="928687" cy="928688"/>
          </a:xfrm>
          <a:prstGeom prst="ellipse">
            <a:avLst/>
          </a:prstGeom>
          <a:gradFill rotWithShape="1">
            <a:gsLst>
              <a:gs pos="0">
                <a:schemeClr val="hlink"/>
              </a:gs>
              <a:gs pos="100000">
                <a:schemeClr val="hlink">
                  <a:gamma/>
                  <a:shade val="46275"/>
                  <a:invGamma/>
                </a:schemeClr>
              </a:gs>
            </a:gsLst>
            <a:path path="shape">
              <a:fillToRect l="50000" t="50000" r="50000" b="50000"/>
            </a:path>
          </a:gradFill>
          <a:ln w="9525">
            <a:solidFill>
              <a:schemeClr val="tx1"/>
            </a:solidFill>
            <a:round/>
            <a:headEnd/>
            <a:tailEnd/>
          </a:ln>
          <a:effectLst/>
          <a:scene3d>
            <a:camera prst="orthographicFront"/>
            <a:lightRig rig="threePt" dir="t"/>
          </a:scene3d>
          <a:sp3d>
            <a:bevelT/>
          </a:sp3d>
        </p:spPr>
        <p:txBody>
          <a:bodyPr wrap="none" anchor="ctr"/>
          <a:lstStyle/>
          <a:p>
            <a:pPr>
              <a:defRPr/>
            </a:pPr>
            <a:endParaRPr lang="en-US"/>
          </a:p>
        </p:txBody>
      </p:sp>
      <p:sp>
        <p:nvSpPr>
          <p:cNvPr id="123913" name="Oval 9"/>
          <p:cNvSpPr>
            <a:spLocks noChangeArrowheads="1"/>
          </p:cNvSpPr>
          <p:nvPr/>
        </p:nvSpPr>
        <p:spPr bwMode="auto">
          <a:xfrm>
            <a:off x="2241550" y="4583113"/>
            <a:ext cx="928688" cy="928687"/>
          </a:xfrm>
          <a:prstGeom prst="ellipse">
            <a:avLst/>
          </a:prstGeom>
          <a:gradFill rotWithShape="1">
            <a:gsLst>
              <a:gs pos="0">
                <a:schemeClr val="bg1"/>
              </a:gs>
              <a:gs pos="100000">
                <a:schemeClr val="bg1">
                  <a:gamma/>
                  <a:shade val="46275"/>
                  <a:invGamma/>
                </a:schemeClr>
              </a:gs>
            </a:gsLst>
            <a:path path="shape">
              <a:fillToRect l="50000" t="50000" r="50000" b="50000"/>
            </a:path>
          </a:gradFill>
          <a:ln w="9525">
            <a:solidFill>
              <a:schemeClr val="tx1"/>
            </a:solidFill>
            <a:round/>
            <a:headEnd/>
            <a:tailEnd/>
          </a:ln>
          <a:effectLst/>
          <a:scene3d>
            <a:camera prst="orthographicFront"/>
            <a:lightRig rig="threePt" dir="t"/>
          </a:scene3d>
          <a:sp3d>
            <a:bevelT/>
          </a:sp3d>
        </p:spPr>
        <p:txBody>
          <a:bodyPr wrap="none" anchor="ctr"/>
          <a:lstStyle/>
          <a:p>
            <a:pPr>
              <a:defRPr/>
            </a:pPr>
            <a:endParaRPr lang="en-US"/>
          </a:p>
        </p:txBody>
      </p:sp>
      <p:sp>
        <p:nvSpPr>
          <p:cNvPr id="123914" name="Oval 10"/>
          <p:cNvSpPr>
            <a:spLocks noChangeArrowheads="1"/>
          </p:cNvSpPr>
          <p:nvPr/>
        </p:nvSpPr>
        <p:spPr bwMode="auto">
          <a:xfrm>
            <a:off x="3189288" y="4575175"/>
            <a:ext cx="928687" cy="928688"/>
          </a:xfrm>
          <a:prstGeom prst="ellipse">
            <a:avLst/>
          </a:prstGeom>
          <a:gradFill rotWithShape="1">
            <a:gsLst>
              <a:gs pos="0">
                <a:schemeClr val="hlink"/>
              </a:gs>
              <a:gs pos="100000">
                <a:schemeClr val="hlink">
                  <a:gamma/>
                  <a:shade val="46275"/>
                  <a:invGamma/>
                </a:schemeClr>
              </a:gs>
            </a:gsLst>
            <a:path path="shape">
              <a:fillToRect l="50000" t="50000" r="50000" b="50000"/>
            </a:path>
          </a:gradFill>
          <a:ln w="9525">
            <a:solidFill>
              <a:schemeClr val="tx1"/>
            </a:solidFill>
            <a:round/>
            <a:headEnd/>
            <a:tailEnd/>
          </a:ln>
          <a:effectLst/>
          <a:scene3d>
            <a:camera prst="orthographicFront"/>
            <a:lightRig rig="threePt" dir="t"/>
          </a:scene3d>
          <a:sp3d>
            <a:bevelT/>
          </a:sp3d>
        </p:spPr>
        <p:txBody>
          <a:bodyPr wrap="none" anchor="ctr"/>
          <a:lstStyle/>
          <a:p>
            <a:pPr>
              <a:defRPr/>
            </a:pPr>
            <a:endParaRPr lang="en-US"/>
          </a:p>
        </p:txBody>
      </p:sp>
      <p:sp>
        <p:nvSpPr>
          <p:cNvPr id="123915" name="Oval 11"/>
          <p:cNvSpPr>
            <a:spLocks noChangeArrowheads="1"/>
          </p:cNvSpPr>
          <p:nvPr/>
        </p:nvSpPr>
        <p:spPr bwMode="auto">
          <a:xfrm>
            <a:off x="2251075" y="5672138"/>
            <a:ext cx="928688" cy="928687"/>
          </a:xfrm>
          <a:prstGeom prst="ellipse">
            <a:avLst/>
          </a:prstGeom>
          <a:gradFill rotWithShape="1">
            <a:gsLst>
              <a:gs pos="0">
                <a:schemeClr val="bg1"/>
              </a:gs>
              <a:gs pos="100000">
                <a:schemeClr val="bg1">
                  <a:gamma/>
                  <a:shade val="46275"/>
                  <a:invGamma/>
                </a:schemeClr>
              </a:gs>
            </a:gsLst>
            <a:path path="shape">
              <a:fillToRect l="50000" t="50000" r="50000" b="50000"/>
            </a:path>
          </a:gradFill>
          <a:ln w="9525">
            <a:solidFill>
              <a:schemeClr val="tx1"/>
            </a:solidFill>
            <a:round/>
            <a:headEnd/>
            <a:tailEnd/>
          </a:ln>
          <a:effectLst/>
          <a:scene3d>
            <a:camera prst="orthographicFront"/>
            <a:lightRig rig="threePt" dir="t"/>
          </a:scene3d>
          <a:sp3d>
            <a:bevelT/>
          </a:sp3d>
        </p:spPr>
        <p:txBody>
          <a:bodyPr wrap="none" anchor="ctr"/>
          <a:lstStyle/>
          <a:p>
            <a:pPr>
              <a:defRPr/>
            </a:pPr>
            <a:endParaRPr lang="en-US"/>
          </a:p>
        </p:txBody>
      </p:sp>
      <p:sp>
        <p:nvSpPr>
          <p:cNvPr id="123916" name="Oval 12"/>
          <p:cNvSpPr>
            <a:spLocks noChangeArrowheads="1"/>
          </p:cNvSpPr>
          <p:nvPr/>
        </p:nvSpPr>
        <p:spPr bwMode="auto">
          <a:xfrm>
            <a:off x="3198813" y="5664200"/>
            <a:ext cx="928687" cy="928688"/>
          </a:xfrm>
          <a:prstGeom prst="ellipse">
            <a:avLst/>
          </a:prstGeom>
          <a:gradFill rotWithShape="1">
            <a:gsLst>
              <a:gs pos="0">
                <a:schemeClr val="hlink"/>
              </a:gs>
              <a:gs pos="100000">
                <a:schemeClr val="hlink">
                  <a:gamma/>
                  <a:shade val="46275"/>
                  <a:invGamma/>
                </a:schemeClr>
              </a:gs>
            </a:gsLst>
            <a:path path="shape">
              <a:fillToRect l="50000" t="50000" r="50000" b="50000"/>
            </a:path>
          </a:gradFill>
          <a:ln w="9525">
            <a:solidFill>
              <a:schemeClr val="tx1"/>
            </a:solidFill>
            <a:round/>
            <a:headEnd/>
            <a:tailEnd/>
          </a:ln>
          <a:effectLst/>
          <a:scene3d>
            <a:camera prst="orthographicFront"/>
            <a:lightRig rig="threePt" dir="t"/>
          </a:scene3d>
          <a:sp3d>
            <a:bevelT/>
          </a:sp3d>
        </p:spPr>
        <p:txBody>
          <a:bodyPr wrap="none" anchor="ctr"/>
          <a:lstStyle/>
          <a:p>
            <a:pPr>
              <a:defRPr/>
            </a:pPr>
            <a:endParaRPr lang="en-US"/>
          </a:p>
        </p:txBody>
      </p:sp>
      <p:sp>
        <p:nvSpPr>
          <p:cNvPr id="123917" name="Rectangle 13"/>
          <p:cNvSpPr>
            <a:spLocks noChangeArrowheads="1"/>
          </p:cNvSpPr>
          <p:nvPr/>
        </p:nvSpPr>
        <p:spPr bwMode="auto">
          <a:xfrm>
            <a:off x="1403350" y="3463925"/>
            <a:ext cx="2909888" cy="1020763"/>
          </a:xfrm>
          <a:prstGeom prst="rect">
            <a:avLst/>
          </a:prstGeom>
          <a:noFill/>
          <a:ln w="28575">
            <a:solidFill>
              <a:srgbClr val="FF3300"/>
            </a:solidFill>
            <a:prstDash val="dash"/>
            <a:miter lim="800000"/>
            <a:headEnd/>
            <a:tailEnd/>
          </a:ln>
        </p:spPr>
        <p:txBody>
          <a:bodyPr wrap="none" anchor="ctr"/>
          <a:lstStyle/>
          <a:p>
            <a:endParaRPr lang="en-US" altLang="en-US"/>
          </a:p>
        </p:txBody>
      </p:sp>
      <p:sp>
        <p:nvSpPr>
          <p:cNvPr id="123918" name="Rectangle 14"/>
          <p:cNvSpPr>
            <a:spLocks noChangeArrowheads="1"/>
          </p:cNvSpPr>
          <p:nvPr/>
        </p:nvSpPr>
        <p:spPr bwMode="auto">
          <a:xfrm>
            <a:off x="1733550" y="4530725"/>
            <a:ext cx="2909888" cy="1020763"/>
          </a:xfrm>
          <a:prstGeom prst="rect">
            <a:avLst/>
          </a:prstGeom>
          <a:noFill/>
          <a:ln w="28575">
            <a:solidFill>
              <a:srgbClr val="FF3300"/>
            </a:solidFill>
            <a:prstDash val="dash"/>
            <a:miter lim="800000"/>
            <a:headEnd/>
            <a:tailEnd/>
          </a:ln>
        </p:spPr>
        <p:txBody>
          <a:bodyPr wrap="none" anchor="ctr"/>
          <a:lstStyle/>
          <a:p>
            <a:endParaRPr lang="en-US" altLang="en-US"/>
          </a:p>
        </p:txBody>
      </p:sp>
      <p:sp>
        <p:nvSpPr>
          <p:cNvPr id="123919" name="Text Box 15"/>
          <p:cNvSpPr txBox="1">
            <a:spLocks noChangeArrowheads="1"/>
          </p:cNvSpPr>
          <p:nvPr/>
        </p:nvSpPr>
        <p:spPr bwMode="auto">
          <a:xfrm>
            <a:off x="4021138" y="3535363"/>
            <a:ext cx="1830387" cy="831850"/>
          </a:xfrm>
          <a:prstGeom prst="rect">
            <a:avLst/>
          </a:prstGeom>
          <a:noFill/>
          <a:ln w="9525">
            <a:noFill/>
            <a:miter lim="800000"/>
            <a:headEnd/>
            <a:tailEnd/>
          </a:ln>
          <a:effectLst/>
        </p:spPr>
        <p:txBody>
          <a:bodyPr>
            <a:spAutoFit/>
          </a:bodyPr>
          <a:lstStyle/>
          <a:p>
            <a:pPr algn="ctr">
              <a:defRPr/>
            </a:pPr>
            <a:r>
              <a:rPr lang="en-US" altLang="en-US" sz="2400" dirty="0">
                <a:solidFill>
                  <a:srgbClr val="009999"/>
                </a:solidFill>
                <a:latin typeface="+mn-lt"/>
              </a:rPr>
              <a:t>“Before” phase</a:t>
            </a:r>
          </a:p>
        </p:txBody>
      </p:sp>
      <p:sp>
        <p:nvSpPr>
          <p:cNvPr id="123920" name="Text Box 16"/>
          <p:cNvSpPr txBox="1">
            <a:spLocks noChangeArrowheads="1"/>
          </p:cNvSpPr>
          <p:nvPr/>
        </p:nvSpPr>
        <p:spPr bwMode="auto">
          <a:xfrm>
            <a:off x="4341813" y="4613275"/>
            <a:ext cx="1841500" cy="830263"/>
          </a:xfrm>
          <a:prstGeom prst="rect">
            <a:avLst/>
          </a:prstGeom>
          <a:noFill/>
          <a:ln w="9525">
            <a:noFill/>
            <a:miter lim="800000"/>
            <a:headEnd/>
            <a:tailEnd/>
          </a:ln>
          <a:effectLst/>
        </p:spPr>
        <p:txBody>
          <a:bodyPr>
            <a:spAutoFit/>
          </a:bodyPr>
          <a:lstStyle/>
          <a:p>
            <a:pPr algn="ctr">
              <a:defRPr/>
            </a:pPr>
            <a:r>
              <a:rPr lang="en-US" altLang="en-US" sz="2400">
                <a:solidFill>
                  <a:srgbClr val="009999"/>
                </a:solidFill>
                <a:latin typeface="+mn-lt"/>
              </a:rPr>
              <a:t>“During” phase</a:t>
            </a:r>
          </a:p>
        </p:txBody>
      </p:sp>
      <p:sp>
        <p:nvSpPr>
          <p:cNvPr id="123921" name="Rectangle 17"/>
          <p:cNvSpPr>
            <a:spLocks noChangeArrowheads="1"/>
          </p:cNvSpPr>
          <p:nvPr/>
        </p:nvSpPr>
        <p:spPr bwMode="auto">
          <a:xfrm>
            <a:off x="2163763" y="5597525"/>
            <a:ext cx="2909887" cy="1020763"/>
          </a:xfrm>
          <a:prstGeom prst="rect">
            <a:avLst/>
          </a:prstGeom>
          <a:noFill/>
          <a:ln w="28575">
            <a:solidFill>
              <a:srgbClr val="FF3300"/>
            </a:solidFill>
            <a:prstDash val="dash"/>
            <a:miter lim="800000"/>
            <a:headEnd/>
            <a:tailEnd/>
          </a:ln>
        </p:spPr>
        <p:txBody>
          <a:bodyPr wrap="none" anchor="ctr"/>
          <a:lstStyle/>
          <a:p>
            <a:endParaRPr lang="en-US" altLang="en-US"/>
          </a:p>
        </p:txBody>
      </p:sp>
      <p:sp>
        <p:nvSpPr>
          <p:cNvPr id="123924" name="Text Box 20"/>
          <p:cNvSpPr txBox="1">
            <a:spLocks noChangeArrowheads="1"/>
          </p:cNvSpPr>
          <p:nvPr/>
        </p:nvSpPr>
        <p:spPr bwMode="auto">
          <a:xfrm>
            <a:off x="-84138" y="3722688"/>
            <a:ext cx="1528763" cy="830262"/>
          </a:xfrm>
          <a:prstGeom prst="rect">
            <a:avLst/>
          </a:prstGeom>
          <a:noFill/>
          <a:ln w="9525">
            <a:noFill/>
            <a:miter lim="800000"/>
            <a:headEnd/>
            <a:tailEnd/>
          </a:ln>
          <a:effectLst/>
        </p:spPr>
        <p:txBody>
          <a:bodyPr>
            <a:spAutoFit/>
          </a:bodyPr>
          <a:lstStyle/>
          <a:p>
            <a:pPr algn="r">
              <a:defRPr/>
            </a:pPr>
            <a:r>
              <a:rPr lang="en-US" altLang="en-US" sz="2400" dirty="0">
                <a:solidFill>
                  <a:srgbClr val="FF3300"/>
                </a:solidFill>
                <a:latin typeface="+mn-lt"/>
              </a:rPr>
              <a:t>system boundary</a:t>
            </a:r>
          </a:p>
        </p:txBody>
      </p:sp>
      <p:sp>
        <p:nvSpPr>
          <p:cNvPr id="123925" name="Text Box 21"/>
          <p:cNvSpPr txBox="1">
            <a:spLocks noChangeArrowheads="1"/>
          </p:cNvSpPr>
          <p:nvPr/>
        </p:nvSpPr>
        <p:spPr bwMode="auto">
          <a:xfrm>
            <a:off x="236538" y="4775200"/>
            <a:ext cx="1528762" cy="830263"/>
          </a:xfrm>
          <a:prstGeom prst="rect">
            <a:avLst/>
          </a:prstGeom>
          <a:noFill/>
          <a:ln w="9525">
            <a:noFill/>
            <a:miter lim="800000"/>
            <a:headEnd/>
            <a:tailEnd/>
          </a:ln>
          <a:effectLst/>
        </p:spPr>
        <p:txBody>
          <a:bodyPr>
            <a:spAutoFit/>
          </a:bodyPr>
          <a:lstStyle/>
          <a:p>
            <a:pPr algn="r">
              <a:defRPr/>
            </a:pPr>
            <a:r>
              <a:rPr lang="en-US" altLang="en-US" sz="2400">
                <a:solidFill>
                  <a:srgbClr val="FF3300"/>
                </a:solidFill>
                <a:latin typeface="+mn-lt"/>
              </a:rPr>
              <a:t>system boundary</a:t>
            </a:r>
          </a:p>
        </p:txBody>
      </p:sp>
      <p:sp>
        <p:nvSpPr>
          <p:cNvPr id="123926" name="Text Box 22"/>
          <p:cNvSpPr txBox="1">
            <a:spLocks noChangeArrowheads="1"/>
          </p:cNvSpPr>
          <p:nvPr/>
        </p:nvSpPr>
        <p:spPr bwMode="auto">
          <a:xfrm>
            <a:off x="663575" y="5886450"/>
            <a:ext cx="1528763" cy="830263"/>
          </a:xfrm>
          <a:prstGeom prst="rect">
            <a:avLst/>
          </a:prstGeom>
          <a:noFill/>
          <a:ln w="9525">
            <a:noFill/>
            <a:miter lim="800000"/>
            <a:headEnd/>
            <a:tailEnd/>
          </a:ln>
          <a:effectLst/>
        </p:spPr>
        <p:txBody>
          <a:bodyPr>
            <a:spAutoFit/>
          </a:bodyPr>
          <a:lstStyle/>
          <a:p>
            <a:pPr algn="r">
              <a:defRPr/>
            </a:pPr>
            <a:r>
              <a:rPr lang="en-US" altLang="en-US" sz="2400" dirty="0">
                <a:solidFill>
                  <a:srgbClr val="FF3300"/>
                </a:solidFill>
                <a:latin typeface="+mn-lt"/>
              </a:rPr>
              <a:t>system boundary</a:t>
            </a:r>
          </a:p>
        </p:txBody>
      </p:sp>
      <p:sp>
        <p:nvSpPr>
          <p:cNvPr id="23" name="Rectangle 26"/>
          <p:cNvSpPr>
            <a:spLocks noChangeArrowheads="1"/>
          </p:cNvSpPr>
          <p:nvPr/>
        </p:nvSpPr>
        <p:spPr bwMode="auto">
          <a:xfrm>
            <a:off x="6062663" y="1562100"/>
            <a:ext cx="2387600" cy="5308600"/>
          </a:xfrm>
          <a:prstGeom prst="rect">
            <a:avLst/>
          </a:prstGeom>
          <a:solidFill>
            <a:srgbClr val="FFCCCC"/>
          </a:solidFill>
          <a:ln>
            <a:noFill/>
          </a:ln>
          <a:effectLst/>
        </p:spPr>
        <p:txBody>
          <a:bodyPr/>
          <a:lstStyle>
            <a:lvl1pPr eaLnBrk="0" hangingPunct="0">
              <a:defRPr sz="2000">
                <a:solidFill>
                  <a:schemeClr val="tx1"/>
                </a:solidFill>
                <a:latin typeface="Courier New" pitchFamily="49" charset="0"/>
              </a:defRPr>
            </a:lvl1pPr>
            <a:lvl2pPr marL="742950" indent="-285750" eaLnBrk="0" hangingPunct="0">
              <a:defRPr sz="2000">
                <a:solidFill>
                  <a:schemeClr val="tx1"/>
                </a:solidFill>
                <a:latin typeface="Courier New" pitchFamily="49" charset="0"/>
              </a:defRPr>
            </a:lvl2pPr>
            <a:lvl3pPr marL="1143000" indent="-228600" eaLnBrk="0" hangingPunct="0">
              <a:defRPr sz="2000">
                <a:solidFill>
                  <a:schemeClr val="tx1"/>
                </a:solidFill>
                <a:latin typeface="Courier New" pitchFamily="49" charset="0"/>
              </a:defRPr>
            </a:lvl3pPr>
            <a:lvl4pPr marL="1600200" indent="-228600" eaLnBrk="0" hangingPunct="0">
              <a:defRPr sz="2000">
                <a:solidFill>
                  <a:schemeClr val="tx1"/>
                </a:solidFill>
                <a:latin typeface="Courier New" pitchFamily="49" charset="0"/>
              </a:defRPr>
            </a:lvl4pPr>
            <a:lvl5pPr marL="2057400" indent="-228600" eaLnBrk="0" hangingPunct="0">
              <a:defRPr sz="2000">
                <a:solidFill>
                  <a:schemeClr val="tx1"/>
                </a:solidFill>
                <a:latin typeface="Courier New" pitchFamily="49" charset="0"/>
              </a:defRPr>
            </a:lvl5pPr>
            <a:lvl6pPr marL="2514600" indent="-228600" eaLnBrk="0" fontAlgn="base" hangingPunct="0">
              <a:spcBef>
                <a:spcPct val="0"/>
              </a:spcBef>
              <a:spcAft>
                <a:spcPct val="0"/>
              </a:spcAft>
              <a:defRPr sz="2000">
                <a:solidFill>
                  <a:schemeClr val="tx1"/>
                </a:solidFill>
                <a:latin typeface="Courier New" pitchFamily="49" charset="0"/>
              </a:defRPr>
            </a:lvl6pPr>
            <a:lvl7pPr marL="2971800" indent="-228600" eaLnBrk="0" fontAlgn="base" hangingPunct="0">
              <a:spcBef>
                <a:spcPct val="0"/>
              </a:spcBef>
              <a:spcAft>
                <a:spcPct val="0"/>
              </a:spcAft>
              <a:defRPr sz="2000">
                <a:solidFill>
                  <a:schemeClr val="tx1"/>
                </a:solidFill>
                <a:latin typeface="Courier New" pitchFamily="49" charset="0"/>
              </a:defRPr>
            </a:lvl7pPr>
            <a:lvl8pPr marL="3429000" indent="-228600" eaLnBrk="0" fontAlgn="base" hangingPunct="0">
              <a:spcBef>
                <a:spcPct val="0"/>
              </a:spcBef>
              <a:spcAft>
                <a:spcPct val="0"/>
              </a:spcAft>
              <a:defRPr sz="2000">
                <a:solidFill>
                  <a:schemeClr val="tx1"/>
                </a:solidFill>
                <a:latin typeface="Courier New" pitchFamily="49" charset="0"/>
              </a:defRPr>
            </a:lvl8pPr>
            <a:lvl9pPr marL="3886200" indent="-228600" eaLnBrk="0" fontAlgn="base" hangingPunct="0">
              <a:spcBef>
                <a:spcPct val="0"/>
              </a:spcBef>
              <a:spcAft>
                <a:spcPct val="0"/>
              </a:spcAft>
              <a:defRPr sz="2000">
                <a:solidFill>
                  <a:schemeClr val="tx1"/>
                </a:solidFill>
                <a:latin typeface="Courier New" pitchFamily="49" charset="0"/>
              </a:defRPr>
            </a:lvl9pPr>
          </a:lstStyle>
          <a:p>
            <a:pPr eaLnBrk="1" hangingPunct="1">
              <a:spcBef>
                <a:spcPct val="20000"/>
              </a:spcBef>
              <a:defRPr/>
            </a:pPr>
            <a:r>
              <a:rPr lang="en-US" altLang="en-US" sz="2400" b="1" i="1" dirty="0">
                <a:latin typeface="+mn-lt"/>
              </a:rPr>
              <a:t>FYI    </a:t>
            </a:r>
          </a:p>
          <a:p>
            <a:pPr eaLnBrk="1" hangingPunct="1">
              <a:spcBef>
                <a:spcPct val="20000"/>
              </a:spcBef>
              <a:defRPr/>
            </a:pPr>
            <a:r>
              <a:rPr lang="en-US" altLang="en-US" sz="2400" b="1" dirty="0">
                <a:latin typeface="+mn-lt"/>
                <a:sym typeface="Symbol" pitchFamily="18" charset="2"/>
              </a:rPr>
              <a:t></a:t>
            </a:r>
            <a:r>
              <a:rPr lang="en-US" altLang="en-US" sz="2400" dirty="0">
                <a:latin typeface="+mn-lt"/>
              </a:rPr>
              <a:t>A </a:t>
            </a:r>
            <a:r>
              <a:rPr lang="en-US" altLang="en-US" sz="2400" b="1" dirty="0">
                <a:latin typeface="+mn-lt"/>
              </a:rPr>
              <a:t>system boundary</a:t>
            </a:r>
            <a:r>
              <a:rPr lang="en-US" altLang="en-US" sz="2400" dirty="0">
                <a:latin typeface="+mn-lt"/>
              </a:rPr>
              <a:t> is the “area of interest” used by physicists in the study of complex processes.</a:t>
            </a:r>
          </a:p>
          <a:p>
            <a:pPr eaLnBrk="1" hangingPunct="1">
              <a:spcBef>
                <a:spcPct val="20000"/>
              </a:spcBef>
              <a:defRPr/>
            </a:pPr>
            <a:r>
              <a:rPr lang="en-US" altLang="en-US" sz="2400" b="1" dirty="0">
                <a:solidFill>
                  <a:srgbClr val="000000"/>
                </a:solidFill>
                <a:latin typeface="Arial"/>
                <a:sym typeface="Symbol" pitchFamily="18" charset="2"/>
              </a:rPr>
              <a:t></a:t>
            </a:r>
            <a:r>
              <a:rPr lang="en-US" altLang="en-US" sz="2400" dirty="0">
                <a:solidFill>
                  <a:srgbClr val="000000"/>
                </a:solidFill>
                <a:latin typeface="Arial"/>
              </a:rPr>
              <a:t>A </a:t>
            </a:r>
            <a:r>
              <a:rPr lang="en-US" altLang="en-US" sz="2400" b="1" dirty="0">
                <a:solidFill>
                  <a:srgbClr val="000000"/>
                </a:solidFill>
                <a:latin typeface="Arial"/>
              </a:rPr>
              <a:t>closed</a:t>
            </a:r>
            <a:r>
              <a:rPr lang="en-US" altLang="en-US" sz="2400" dirty="0">
                <a:solidFill>
                  <a:srgbClr val="000000"/>
                </a:solidFill>
                <a:latin typeface="Arial"/>
              </a:rPr>
              <a:t> system has no work done on its parts by external forces.</a:t>
            </a:r>
            <a:r>
              <a:rPr lang="en-US" altLang="en-US" sz="2400" dirty="0">
                <a:latin typeface="+mn-lt"/>
              </a:rPr>
              <a:t> </a:t>
            </a:r>
          </a:p>
        </p:txBody>
      </p:sp>
      <p:sp>
        <p:nvSpPr>
          <p:cNvPr id="123922" name="Text Box 18"/>
          <p:cNvSpPr txBox="1">
            <a:spLocks noChangeArrowheads="1"/>
          </p:cNvSpPr>
          <p:nvPr/>
        </p:nvSpPr>
        <p:spPr bwMode="auto">
          <a:xfrm>
            <a:off x="4743450" y="5680075"/>
            <a:ext cx="1638300" cy="830263"/>
          </a:xfrm>
          <a:prstGeom prst="rect">
            <a:avLst/>
          </a:prstGeom>
          <a:noFill/>
          <a:ln w="9525">
            <a:noFill/>
            <a:miter lim="800000"/>
            <a:headEnd/>
            <a:tailEnd/>
          </a:ln>
          <a:effectLst/>
        </p:spPr>
        <p:txBody>
          <a:bodyPr>
            <a:spAutoFit/>
          </a:bodyPr>
          <a:lstStyle/>
          <a:p>
            <a:pPr algn="ctr">
              <a:defRPr/>
            </a:pPr>
            <a:r>
              <a:rPr lang="en-US" altLang="en-US" sz="2400" dirty="0">
                <a:solidFill>
                  <a:srgbClr val="009999"/>
                </a:solidFill>
                <a:latin typeface="+mn-lt"/>
              </a:rPr>
              <a:t>“After” phase</a:t>
            </a:r>
          </a:p>
        </p:txBody>
      </p:sp>
      <p:sp>
        <p:nvSpPr>
          <p:cNvPr id="123909" name="Oval 5"/>
          <p:cNvSpPr>
            <a:spLocks noChangeArrowheads="1"/>
          </p:cNvSpPr>
          <p:nvPr/>
        </p:nvSpPr>
        <p:spPr bwMode="auto">
          <a:xfrm>
            <a:off x="3179763" y="2363788"/>
            <a:ext cx="928687" cy="928687"/>
          </a:xfrm>
          <a:prstGeom prst="ellipse">
            <a:avLst/>
          </a:prstGeom>
          <a:gradFill rotWithShape="1">
            <a:gsLst>
              <a:gs pos="0">
                <a:schemeClr val="hlink"/>
              </a:gs>
              <a:gs pos="100000">
                <a:schemeClr val="hlink">
                  <a:gamma/>
                  <a:shade val="46275"/>
                  <a:invGamma/>
                </a:schemeClr>
              </a:gs>
            </a:gsLst>
            <a:path path="shape">
              <a:fillToRect l="50000" t="50000" r="50000" b="50000"/>
            </a:path>
          </a:gradFill>
          <a:ln w="9525">
            <a:solidFill>
              <a:schemeClr val="tx1"/>
            </a:solidFill>
            <a:round/>
            <a:headEnd/>
            <a:tailEnd/>
          </a:ln>
          <a:effectLst/>
          <a:scene3d>
            <a:camera prst="orthographicFront"/>
            <a:lightRig rig="threePt" dir="t"/>
          </a:scene3d>
          <a:sp3d>
            <a:bevelT/>
          </a:sp3d>
        </p:spPr>
        <p:txBody>
          <a:bodyPr wrap="none" anchor="ctr"/>
          <a:lstStyle/>
          <a:p>
            <a:pP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2">
                                            <p:txEl>
                                              <p:pRg st="1" end="1"/>
                                            </p:txEl>
                                          </p:spTgt>
                                        </p:tgtEl>
                                        <p:attrNameLst>
                                          <p:attrName>style.visibility</p:attrName>
                                        </p:attrNameLst>
                                      </p:cBhvr>
                                      <p:to>
                                        <p:strVal val="visible"/>
                                      </p:to>
                                    </p:set>
                                    <p:anim calcmode="lin" valueType="num">
                                      <p:cBhvr additive="base">
                                        <p:cTn id="7" dur="500" fill="hold"/>
                                        <p:tgtEl>
                                          <p:spTgt spid="2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123910"/>
                                        </p:tgtEl>
                                        <p:attrNameLst>
                                          <p:attrName>style.visibility</p:attrName>
                                        </p:attrNameLst>
                                      </p:cBhvr>
                                      <p:to>
                                        <p:strVal val="visible"/>
                                      </p:to>
                                    </p:set>
                                    <p:animEffect transition="in" filter="wipe(down)">
                                      <p:cBhvr>
                                        <p:cTn id="13" dur="500"/>
                                        <p:tgtEl>
                                          <p:spTgt spid="1239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3909"/>
                                        </p:tgtEl>
                                        <p:attrNameLst>
                                          <p:attrName>style.visibility</p:attrName>
                                        </p:attrNameLst>
                                      </p:cBhvr>
                                      <p:to>
                                        <p:strVal val="visible"/>
                                      </p:to>
                                    </p:set>
                                    <p:animEffect transition="in" filter="fade">
                                      <p:cBhvr>
                                        <p:cTn id="16" dur="500"/>
                                        <p:tgtEl>
                                          <p:spTgt spid="12390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23908"/>
                                        </p:tgtEl>
                                        <p:attrNameLst>
                                          <p:attrName>style.visibility</p:attrName>
                                        </p:attrNameLst>
                                      </p:cBhvr>
                                      <p:to>
                                        <p:strVal val="visible"/>
                                      </p:to>
                                    </p:set>
                                    <p:anim calcmode="lin" valueType="num">
                                      <p:cBhvr additive="base">
                                        <p:cTn id="21" dur="500" fill="hold"/>
                                        <p:tgtEl>
                                          <p:spTgt spid="123908"/>
                                        </p:tgtEl>
                                        <p:attrNameLst>
                                          <p:attrName>ppt_x</p:attrName>
                                        </p:attrNameLst>
                                      </p:cBhvr>
                                      <p:tavLst>
                                        <p:tav tm="0">
                                          <p:val>
                                            <p:strVal val="0-#ppt_w/2"/>
                                          </p:val>
                                        </p:tav>
                                        <p:tav tm="100000">
                                          <p:val>
                                            <p:strVal val="#ppt_x"/>
                                          </p:val>
                                        </p:tav>
                                      </p:tavLst>
                                    </p:anim>
                                    <p:anim calcmode="lin" valueType="num">
                                      <p:cBhvr additive="base">
                                        <p:cTn id="22" dur="500" fill="hold"/>
                                        <p:tgtEl>
                                          <p:spTgt spid="123908"/>
                                        </p:tgtEl>
                                        <p:attrNameLst>
                                          <p:attrName>ppt_y</p:attrName>
                                        </p:attrNameLst>
                                      </p:cBhvr>
                                      <p:tavLst>
                                        <p:tav tm="0">
                                          <p:val>
                                            <p:strVal val="#ppt_y"/>
                                          </p:val>
                                        </p:tav>
                                        <p:tav tm="100000">
                                          <p:val>
                                            <p:strVal val="#ppt_y"/>
                                          </p:val>
                                        </p:tav>
                                      </p:tavLst>
                                    </p:anim>
                                  </p:childTnLst>
                                </p:cTn>
                              </p:par>
                            </p:childTnLst>
                          </p:cTn>
                        </p:par>
                        <p:par>
                          <p:cTn id="23" fill="hold" nodeType="afterGroup">
                            <p:stCondLst>
                              <p:cond delay="500"/>
                            </p:stCondLst>
                            <p:childTnLst>
                              <p:par>
                                <p:cTn id="24" presetID="2" presetClass="exit" presetSubtype="2" fill="hold" grpId="1" nodeType="afterEffect">
                                  <p:stCondLst>
                                    <p:cond delay="0"/>
                                  </p:stCondLst>
                                  <p:childTnLst>
                                    <p:anim calcmode="lin" valueType="num">
                                      <p:cBhvr additive="base">
                                        <p:cTn id="25" dur="500"/>
                                        <p:tgtEl>
                                          <p:spTgt spid="123909"/>
                                        </p:tgtEl>
                                        <p:attrNameLst>
                                          <p:attrName>ppt_x</p:attrName>
                                        </p:attrNameLst>
                                      </p:cBhvr>
                                      <p:tavLst>
                                        <p:tav tm="0">
                                          <p:val>
                                            <p:strVal val="ppt_x"/>
                                          </p:val>
                                        </p:tav>
                                        <p:tav tm="100000">
                                          <p:val>
                                            <p:strVal val="1+ppt_w/2"/>
                                          </p:val>
                                        </p:tav>
                                      </p:tavLst>
                                    </p:anim>
                                    <p:anim calcmode="lin" valueType="num">
                                      <p:cBhvr additive="base">
                                        <p:cTn id="26" dur="500"/>
                                        <p:tgtEl>
                                          <p:spTgt spid="123909"/>
                                        </p:tgtEl>
                                        <p:attrNameLst>
                                          <p:attrName>ppt_y</p:attrName>
                                        </p:attrNameLst>
                                      </p:cBhvr>
                                      <p:tavLst>
                                        <p:tav tm="0">
                                          <p:val>
                                            <p:strVal val="ppt_y"/>
                                          </p:val>
                                        </p:tav>
                                        <p:tav tm="100000">
                                          <p:val>
                                            <p:strVal val="ppt_y"/>
                                          </p:val>
                                        </p:tav>
                                      </p:tavLst>
                                    </p:anim>
                                    <p:set>
                                      <p:cBhvr>
                                        <p:cTn id="27" dur="1" fill="hold">
                                          <p:stCondLst>
                                            <p:cond delay="499"/>
                                          </p:stCondLst>
                                        </p:cTn>
                                        <p:tgtEl>
                                          <p:spTgt spid="123909"/>
                                        </p:tgtEl>
                                        <p:attrNameLst>
                                          <p:attrName>style.visibility</p:attrName>
                                        </p:attrNameLst>
                                      </p:cBhvr>
                                      <p:to>
                                        <p:strVal val="hidden"/>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3912"/>
                                        </p:tgtEl>
                                        <p:attrNameLst>
                                          <p:attrName>style.visibility</p:attrName>
                                        </p:attrNameLst>
                                      </p:cBhvr>
                                      <p:to>
                                        <p:strVal val="visible"/>
                                      </p:to>
                                    </p:set>
                                    <p:animEffect transition="in" filter="fade">
                                      <p:cBhvr>
                                        <p:cTn id="32" dur="500"/>
                                        <p:tgtEl>
                                          <p:spTgt spid="1239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23911"/>
                                        </p:tgtEl>
                                        <p:attrNameLst>
                                          <p:attrName>style.visibility</p:attrName>
                                        </p:attrNameLst>
                                      </p:cBhvr>
                                      <p:to>
                                        <p:strVal val="visible"/>
                                      </p:to>
                                    </p:set>
                                    <p:anim calcmode="lin" valueType="num">
                                      <p:cBhvr additive="base">
                                        <p:cTn id="37" dur="2000" fill="hold"/>
                                        <p:tgtEl>
                                          <p:spTgt spid="123911"/>
                                        </p:tgtEl>
                                        <p:attrNameLst>
                                          <p:attrName>ppt_x</p:attrName>
                                        </p:attrNameLst>
                                      </p:cBhvr>
                                      <p:tavLst>
                                        <p:tav tm="0">
                                          <p:val>
                                            <p:strVal val="0-#ppt_w/2"/>
                                          </p:val>
                                        </p:tav>
                                        <p:tav tm="100000">
                                          <p:val>
                                            <p:strVal val="#ppt_x"/>
                                          </p:val>
                                        </p:tav>
                                      </p:tavLst>
                                    </p:anim>
                                    <p:anim calcmode="lin" valueType="num">
                                      <p:cBhvr additive="base">
                                        <p:cTn id="38" dur="2000" fill="hold"/>
                                        <p:tgtEl>
                                          <p:spTgt spid="123911"/>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23917"/>
                                        </p:tgtEl>
                                        <p:attrNameLst>
                                          <p:attrName>style.visibility</p:attrName>
                                        </p:attrNameLst>
                                      </p:cBhvr>
                                      <p:to>
                                        <p:strVal val="visible"/>
                                      </p:to>
                                    </p:set>
                                    <p:animEffect transition="in" filter="wipe(left)">
                                      <p:cBhvr>
                                        <p:cTn id="43" dur="500"/>
                                        <p:tgtEl>
                                          <p:spTgt spid="12391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23919"/>
                                        </p:tgtEl>
                                        <p:attrNameLst>
                                          <p:attrName>style.visibility</p:attrName>
                                        </p:attrNameLst>
                                      </p:cBhvr>
                                      <p:to>
                                        <p:strVal val="visible"/>
                                      </p:to>
                                    </p:set>
                                    <p:animEffect transition="in" filter="wipe(left)">
                                      <p:cBhvr>
                                        <p:cTn id="48" dur="500"/>
                                        <p:tgtEl>
                                          <p:spTgt spid="12391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23913"/>
                                        </p:tgtEl>
                                        <p:attrNameLst>
                                          <p:attrName>style.visibility</p:attrName>
                                        </p:attrNameLst>
                                      </p:cBhvr>
                                      <p:to>
                                        <p:strVal val="visible"/>
                                      </p:to>
                                    </p:set>
                                    <p:animEffect transition="in" filter="fade">
                                      <p:cBhvr>
                                        <p:cTn id="53" dur="500"/>
                                        <p:tgtEl>
                                          <p:spTgt spid="12391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23914"/>
                                        </p:tgtEl>
                                        <p:attrNameLst>
                                          <p:attrName>style.visibility</p:attrName>
                                        </p:attrNameLst>
                                      </p:cBhvr>
                                      <p:to>
                                        <p:strVal val="visible"/>
                                      </p:to>
                                    </p:set>
                                    <p:animEffect transition="in" filter="fade">
                                      <p:cBhvr>
                                        <p:cTn id="56" dur="500"/>
                                        <p:tgtEl>
                                          <p:spTgt spid="12391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23918"/>
                                        </p:tgtEl>
                                        <p:attrNameLst>
                                          <p:attrName>style.visibility</p:attrName>
                                        </p:attrNameLst>
                                      </p:cBhvr>
                                      <p:to>
                                        <p:strVal val="visible"/>
                                      </p:to>
                                    </p:set>
                                    <p:animEffect transition="in" filter="fade">
                                      <p:cBhvr>
                                        <p:cTn id="61" dur="500"/>
                                        <p:tgtEl>
                                          <p:spTgt spid="123918"/>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23920"/>
                                        </p:tgtEl>
                                        <p:attrNameLst>
                                          <p:attrName>style.visibility</p:attrName>
                                        </p:attrNameLst>
                                      </p:cBhvr>
                                      <p:to>
                                        <p:strVal val="visible"/>
                                      </p:to>
                                    </p:set>
                                    <p:animEffect transition="in" filter="wipe(left)">
                                      <p:cBhvr>
                                        <p:cTn id="66" dur="500"/>
                                        <p:tgtEl>
                                          <p:spTgt spid="123920"/>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23915"/>
                                        </p:tgtEl>
                                        <p:attrNameLst>
                                          <p:attrName>style.visibility</p:attrName>
                                        </p:attrNameLst>
                                      </p:cBhvr>
                                      <p:to>
                                        <p:strVal val="visible"/>
                                      </p:to>
                                    </p:set>
                                    <p:animEffect transition="in" filter="fade">
                                      <p:cBhvr>
                                        <p:cTn id="71" dur="500"/>
                                        <p:tgtEl>
                                          <p:spTgt spid="12391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23916"/>
                                        </p:tgtEl>
                                        <p:attrNameLst>
                                          <p:attrName>style.visibility</p:attrName>
                                        </p:attrNameLst>
                                      </p:cBhvr>
                                      <p:to>
                                        <p:strVal val="visible"/>
                                      </p:to>
                                    </p:set>
                                    <p:animEffect transition="in" filter="fade">
                                      <p:cBhvr>
                                        <p:cTn id="74" dur="500"/>
                                        <p:tgtEl>
                                          <p:spTgt spid="123916"/>
                                        </p:tgtEl>
                                      </p:cBhvr>
                                    </p:animEffect>
                                  </p:childTnLst>
                                </p:cTn>
                              </p:par>
                              <p:par>
                                <p:cTn id="75" presetID="63" presetClass="path" presetSubtype="0" accel="50000" decel="50000" fill="hold" grpId="1" nodeType="withEffect">
                                  <p:stCondLst>
                                    <p:cond delay="0"/>
                                  </p:stCondLst>
                                  <p:childTnLst>
                                    <p:animMotion origin="layout" path="M -1.38889E-6 3.33333E-6 L 0.09844 3.33333E-6 " pathEditMode="relative" rAng="0" ptsTypes="AA">
                                      <p:cBhvr>
                                        <p:cTn id="76" dur="2000" fill="hold"/>
                                        <p:tgtEl>
                                          <p:spTgt spid="123916"/>
                                        </p:tgtEl>
                                        <p:attrNameLst>
                                          <p:attrName>ppt_x</p:attrName>
                                          <p:attrName>ppt_y</p:attrName>
                                        </p:attrNameLst>
                                      </p:cBhvr>
                                      <p:rCtr x="49" y="0"/>
                                    </p:animMotion>
                                  </p:childTnLst>
                                </p:cTn>
                              </p:par>
                            </p:childTnLst>
                          </p:cTn>
                        </p:par>
                      </p:childTnLst>
                    </p:cTn>
                  </p:par>
                  <p:par>
                    <p:cTn id="77" fill="hold" nodeType="clickPar">
                      <p:stCondLst>
                        <p:cond delay="indefinite"/>
                      </p:stCondLst>
                      <p:childTnLst>
                        <p:par>
                          <p:cTn id="78" fill="hold" nodeType="withGroup">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123921"/>
                                        </p:tgtEl>
                                        <p:attrNameLst>
                                          <p:attrName>style.visibility</p:attrName>
                                        </p:attrNameLst>
                                      </p:cBhvr>
                                      <p:to>
                                        <p:strVal val="visible"/>
                                      </p:to>
                                    </p:set>
                                    <p:animEffect transition="in" filter="fade">
                                      <p:cBhvr>
                                        <p:cTn id="81" dur="500"/>
                                        <p:tgtEl>
                                          <p:spTgt spid="12392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23922"/>
                                        </p:tgtEl>
                                        <p:attrNameLst>
                                          <p:attrName>style.visibility</p:attrName>
                                        </p:attrNameLst>
                                      </p:cBhvr>
                                      <p:to>
                                        <p:strVal val="visible"/>
                                      </p:to>
                                    </p:set>
                                    <p:animEffect transition="in" filter="wipe(left)">
                                      <p:cBhvr>
                                        <p:cTn id="86" dur="500"/>
                                        <p:tgtEl>
                                          <p:spTgt spid="123922"/>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23">
                                            <p:txEl>
                                              <p:pRg st="0" end="0"/>
                                            </p:txEl>
                                          </p:spTgt>
                                        </p:tgtEl>
                                        <p:attrNameLst>
                                          <p:attrName>style.visibility</p:attrName>
                                        </p:attrNameLst>
                                      </p:cBhvr>
                                      <p:to>
                                        <p:strVal val="visible"/>
                                      </p:to>
                                    </p:set>
                                    <p:anim calcmode="lin" valueType="num">
                                      <p:cBhvr additive="base">
                                        <p:cTn id="91"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23">
                                            <p:txEl>
                                              <p:pRg st="1" end="1"/>
                                            </p:txEl>
                                          </p:spTgt>
                                        </p:tgtEl>
                                        <p:attrNameLst>
                                          <p:attrName>style.visibility</p:attrName>
                                        </p:attrNameLst>
                                      </p:cBhvr>
                                      <p:to>
                                        <p:strVal val="visible"/>
                                      </p:to>
                                    </p:set>
                                    <p:anim calcmode="lin" valueType="num">
                                      <p:cBhvr additive="base">
                                        <p:cTn id="97" dur="500" fill="hold"/>
                                        <p:tgtEl>
                                          <p:spTgt spid="23">
                                            <p:txEl>
                                              <p:pRg st="1" end="1"/>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2" presetClass="entr" presetSubtype="2" fill="hold" grpId="0" nodeType="clickEffect">
                                  <p:stCondLst>
                                    <p:cond delay="0"/>
                                  </p:stCondLst>
                                  <p:childTnLst>
                                    <p:set>
                                      <p:cBhvr>
                                        <p:cTn id="102" dur="1" fill="hold">
                                          <p:stCondLst>
                                            <p:cond delay="0"/>
                                          </p:stCondLst>
                                        </p:cTn>
                                        <p:tgtEl>
                                          <p:spTgt spid="123924"/>
                                        </p:tgtEl>
                                        <p:attrNameLst>
                                          <p:attrName>style.visibility</p:attrName>
                                        </p:attrNameLst>
                                      </p:cBhvr>
                                      <p:to>
                                        <p:strVal val="visible"/>
                                      </p:to>
                                    </p:set>
                                    <p:animEffect transition="in" filter="wipe(right)">
                                      <p:cBhvr>
                                        <p:cTn id="103" dur="500"/>
                                        <p:tgtEl>
                                          <p:spTgt spid="123924"/>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2" fill="hold" grpId="0" nodeType="clickEffect">
                                  <p:stCondLst>
                                    <p:cond delay="0"/>
                                  </p:stCondLst>
                                  <p:childTnLst>
                                    <p:set>
                                      <p:cBhvr>
                                        <p:cTn id="107" dur="1" fill="hold">
                                          <p:stCondLst>
                                            <p:cond delay="0"/>
                                          </p:stCondLst>
                                        </p:cTn>
                                        <p:tgtEl>
                                          <p:spTgt spid="123925"/>
                                        </p:tgtEl>
                                        <p:attrNameLst>
                                          <p:attrName>style.visibility</p:attrName>
                                        </p:attrNameLst>
                                      </p:cBhvr>
                                      <p:to>
                                        <p:strVal val="visible"/>
                                      </p:to>
                                    </p:set>
                                    <p:animEffect transition="in" filter="wipe(right)">
                                      <p:cBhvr>
                                        <p:cTn id="108" dur="500"/>
                                        <p:tgtEl>
                                          <p:spTgt spid="123925"/>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2" fill="hold" grpId="0" nodeType="clickEffect">
                                  <p:stCondLst>
                                    <p:cond delay="0"/>
                                  </p:stCondLst>
                                  <p:childTnLst>
                                    <p:set>
                                      <p:cBhvr>
                                        <p:cTn id="112" dur="1" fill="hold">
                                          <p:stCondLst>
                                            <p:cond delay="0"/>
                                          </p:stCondLst>
                                        </p:cTn>
                                        <p:tgtEl>
                                          <p:spTgt spid="123926"/>
                                        </p:tgtEl>
                                        <p:attrNameLst>
                                          <p:attrName>style.visibility</p:attrName>
                                        </p:attrNameLst>
                                      </p:cBhvr>
                                      <p:to>
                                        <p:strVal val="visible"/>
                                      </p:to>
                                    </p:set>
                                    <p:animEffect transition="in" filter="wipe(right)">
                                      <p:cBhvr>
                                        <p:cTn id="113" dur="500"/>
                                        <p:tgtEl>
                                          <p:spTgt spid="123926"/>
                                        </p:tgtEl>
                                      </p:cBhvr>
                                    </p:animEffect>
                                  </p:childTnLst>
                                </p:cTn>
                              </p:par>
                            </p:childTnLst>
                          </p:cTn>
                        </p:par>
                      </p:childTnLst>
                    </p:cTn>
                  </p:par>
                  <p:par>
                    <p:cTn id="114" fill="hold">
                      <p:stCondLst>
                        <p:cond delay="indefinite"/>
                      </p:stCondLst>
                      <p:childTnLst>
                        <p:par>
                          <p:cTn id="115" fill="hold">
                            <p:stCondLst>
                              <p:cond delay="0"/>
                            </p:stCondLst>
                            <p:childTnLst>
                              <p:par>
                                <p:cTn id="116" presetID="2" presetClass="entr" presetSubtype="4" fill="hold" nodeType="clickEffect">
                                  <p:stCondLst>
                                    <p:cond delay="0"/>
                                  </p:stCondLst>
                                  <p:childTnLst>
                                    <p:set>
                                      <p:cBhvr>
                                        <p:cTn id="117" dur="1" fill="hold">
                                          <p:stCondLst>
                                            <p:cond delay="0"/>
                                          </p:stCondLst>
                                        </p:cTn>
                                        <p:tgtEl>
                                          <p:spTgt spid="23">
                                            <p:txEl>
                                              <p:pRg st="2" end="2"/>
                                            </p:txEl>
                                          </p:spTgt>
                                        </p:tgtEl>
                                        <p:attrNameLst>
                                          <p:attrName>style.visibility</p:attrName>
                                        </p:attrNameLst>
                                      </p:cBhvr>
                                      <p:to>
                                        <p:strVal val="visible"/>
                                      </p:to>
                                    </p:set>
                                    <p:anim calcmode="lin" valueType="num">
                                      <p:cBhvr additive="base">
                                        <p:cTn id="118" dur="500" fill="hold"/>
                                        <p:tgtEl>
                                          <p:spTgt spid="23">
                                            <p:txEl>
                                              <p:pRg st="2" end="2"/>
                                            </p:txEl>
                                          </p:spTgt>
                                        </p:tgtEl>
                                        <p:attrNameLst>
                                          <p:attrName>ppt_x</p:attrName>
                                        </p:attrNameLst>
                                      </p:cBhvr>
                                      <p:tavLst>
                                        <p:tav tm="0">
                                          <p:val>
                                            <p:strVal val="#ppt_x"/>
                                          </p:val>
                                        </p:tav>
                                        <p:tav tm="100000">
                                          <p:val>
                                            <p:strVal val="#ppt_x"/>
                                          </p:val>
                                        </p:tav>
                                      </p:tavLst>
                                    </p:anim>
                                    <p:anim calcmode="lin" valueType="num">
                                      <p:cBhvr additive="base">
                                        <p:cTn id="119" dur="500" fill="hold"/>
                                        <p:tgtEl>
                                          <p:spTgt spid="2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animBg="1"/>
      <p:bldP spid="123910" grpId="0" animBg="1"/>
      <p:bldP spid="123911" grpId="0" animBg="1"/>
      <p:bldP spid="123912" grpId="0" animBg="1"/>
      <p:bldP spid="123913" grpId="0" animBg="1"/>
      <p:bldP spid="123914" grpId="0" animBg="1"/>
      <p:bldP spid="123915" grpId="0" animBg="1"/>
      <p:bldP spid="123916" grpId="0" animBg="1"/>
      <p:bldP spid="123916" grpId="1" animBg="1"/>
      <p:bldP spid="123917" grpId="0" animBg="1"/>
      <p:bldP spid="123918" grpId="0" animBg="1"/>
      <p:bldP spid="123919" grpId="0"/>
      <p:bldP spid="123920" grpId="0"/>
      <p:bldP spid="123921" grpId="0" animBg="1"/>
      <p:bldP spid="123924" grpId="0"/>
      <p:bldP spid="123925" grpId="0"/>
      <p:bldP spid="123926" grpId="0"/>
      <p:bldP spid="123922" grpId="0"/>
      <p:bldP spid="123909" grpId="0" animBg="1"/>
      <p:bldP spid="123909"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Rectangle 2"/>
          <p:cNvSpPr>
            <a:spLocks noChangeArrowheads="1"/>
          </p:cNvSpPr>
          <p:nvPr/>
        </p:nvSpPr>
        <p:spPr bwMode="auto">
          <a:xfrm>
            <a:off x="671513" y="1535113"/>
            <a:ext cx="7772400" cy="5308600"/>
          </a:xfrm>
          <a:prstGeom prst="rect">
            <a:avLst/>
          </a:prstGeom>
          <a:solidFill>
            <a:srgbClr val="EAEAEA"/>
          </a:solidFill>
          <a:ln w="9525">
            <a:noFill/>
            <a:miter lim="800000"/>
            <a:headEnd/>
            <a:tailEnd/>
          </a:ln>
          <a:effectLst/>
        </p:spPr>
        <p:txBody>
          <a:bodyPr/>
          <a:lstStyle/>
          <a:p>
            <a:pPr>
              <a:spcBef>
                <a:spcPct val="20000"/>
              </a:spcBef>
              <a:defRPr/>
            </a:pPr>
            <a:r>
              <a:rPr lang="en-US" sz="2400" i="1" dirty="0">
                <a:solidFill>
                  <a:srgbClr val="333399"/>
                </a:solidFill>
                <a:latin typeface="Arial"/>
              </a:rPr>
              <a:t>Collisions</a:t>
            </a:r>
            <a:r>
              <a:rPr lang="en-US" altLang="en-US" sz="2400" dirty="0">
                <a:latin typeface="+mn-lt"/>
              </a:rPr>
              <a:t>	</a:t>
            </a:r>
          </a:p>
          <a:p>
            <a:pPr>
              <a:spcBef>
                <a:spcPts val="400"/>
              </a:spcBef>
              <a:defRPr/>
            </a:pPr>
            <a:r>
              <a:rPr lang="en-US" altLang="en-US" sz="2400" dirty="0">
                <a:latin typeface="+mn-lt"/>
                <a:sym typeface="Symbol" pitchFamily="18" charset="2"/>
              </a:rPr>
              <a:t></a:t>
            </a:r>
            <a:r>
              <a:rPr lang="en-US" altLang="en-US" sz="2400" dirty="0">
                <a:latin typeface="+mn-lt"/>
              </a:rPr>
              <a:t>If we take a close-up look at a collision between two bodies, we can plot the force </a:t>
            </a:r>
            <a:r>
              <a:rPr lang="en-US" altLang="en-US" sz="2400" dirty="0">
                <a:solidFill>
                  <a:srgbClr val="000000"/>
                </a:solidFill>
                <a:latin typeface="Arial"/>
              </a:rPr>
              <a:t>acting on each mass during the collision </a:t>
            </a:r>
            <a:r>
              <a:rPr lang="en-US" altLang="en-US" sz="2400" dirty="0">
                <a:latin typeface="+mn-lt"/>
              </a:rPr>
              <a:t>vs. the time :</a:t>
            </a:r>
          </a:p>
          <a:p>
            <a:pPr>
              <a:spcBef>
                <a:spcPts val="400"/>
              </a:spcBef>
              <a:defRPr/>
            </a:pPr>
            <a:endParaRPr lang="en-US" altLang="en-US" sz="2400" b="1" dirty="0">
              <a:latin typeface="+mn-lt"/>
            </a:endParaRPr>
          </a:p>
        </p:txBody>
      </p:sp>
      <p:sp>
        <p:nvSpPr>
          <p:cNvPr id="109" name="Rectangle 108"/>
          <p:cNvSpPr/>
          <p:nvPr/>
        </p:nvSpPr>
        <p:spPr>
          <a:xfrm>
            <a:off x="4937125" y="3121025"/>
            <a:ext cx="4206875" cy="2012950"/>
          </a:xfrm>
          <a:prstGeom prst="rect">
            <a:avLst/>
          </a:prstGeom>
          <a:solidFill>
            <a:schemeClr val="tx2"/>
          </a:solidFill>
          <a:ln>
            <a:solidFill>
              <a:schemeClr val="tx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5957" name="Oval 5"/>
          <p:cNvSpPr>
            <a:spLocks noChangeArrowheads="1"/>
          </p:cNvSpPr>
          <p:nvPr/>
        </p:nvSpPr>
        <p:spPr bwMode="auto">
          <a:xfrm>
            <a:off x="1681163" y="3232150"/>
            <a:ext cx="519112" cy="519113"/>
          </a:xfrm>
          <a:prstGeom prst="ellipse">
            <a:avLst/>
          </a:prstGeom>
          <a:gradFill rotWithShape="1">
            <a:gsLst>
              <a:gs pos="0">
                <a:schemeClr val="accent2"/>
              </a:gs>
              <a:gs pos="100000">
                <a:schemeClr val="accent2">
                  <a:gamma/>
                  <a:shade val="46275"/>
                  <a:invGamma/>
                </a:schemeClr>
              </a:gs>
            </a:gsLst>
            <a:path path="shape">
              <a:fillToRect l="50000" t="50000" r="50000" b="50000"/>
            </a:path>
          </a:gradFill>
          <a:ln>
            <a:noFill/>
          </a:ln>
          <a:effectLst/>
          <a:scene3d>
            <a:camera prst="orthographicFront"/>
            <a:lightRig rig="threePt" dir="t"/>
          </a:scene3d>
          <a:sp3d>
            <a:bevelT/>
          </a:sp3d>
        </p:spPr>
        <p:txBody>
          <a:bodyPr wrap="none" anchor="ctr"/>
          <a:lstStyle/>
          <a:p>
            <a:pPr>
              <a:defRPr/>
            </a:pPr>
            <a:endParaRPr lang="en-US" sz="2400">
              <a:latin typeface="+mn-lt"/>
            </a:endParaRPr>
          </a:p>
        </p:txBody>
      </p:sp>
      <p:sp>
        <p:nvSpPr>
          <p:cNvPr id="125958" name="Oval 6"/>
          <p:cNvSpPr>
            <a:spLocks noChangeArrowheads="1"/>
          </p:cNvSpPr>
          <p:nvPr/>
        </p:nvSpPr>
        <p:spPr bwMode="auto">
          <a:xfrm>
            <a:off x="2195513" y="3232150"/>
            <a:ext cx="519112" cy="519113"/>
          </a:xfrm>
          <a:prstGeom prst="ellipse">
            <a:avLst/>
          </a:prstGeom>
          <a:gradFill rotWithShape="1">
            <a:gsLst>
              <a:gs pos="0">
                <a:srgbClr val="FF3300"/>
              </a:gs>
              <a:gs pos="100000">
                <a:srgbClr val="761800"/>
              </a:gs>
            </a:gsLst>
            <a:path path="shape">
              <a:fillToRect l="50000" t="50000" r="50000" b="50000"/>
            </a:path>
          </a:gradFill>
          <a:ln w="9525">
            <a:noFill/>
            <a:round/>
            <a:headEnd/>
            <a:tailEnd/>
          </a:ln>
          <a:effectLst/>
          <a:scene3d>
            <a:camera prst="orthographicFront"/>
            <a:lightRig rig="threePt" dir="t"/>
          </a:scene3d>
          <a:sp3d>
            <a:bevelT/>
          </a:sp3d>
        </p:spPr>
        <p:txBody>
          <a:bodyPr wrap="none" anchor="ctr"/>
          <a:lstStyle/>
          <a:p>
            <a:pPr>
              <a:defRPr/>
            </a:pPr>
            <a:endParaRPr lang="en-US" altLang="en-US" sz="2400">
              <a:latin typeface="+mn-lt"/>
            </a:endParaRPr>
          </a:p>
        </p:txBody>
      </p:sp>
      <p:grpSp>
        <p:nvGrpSpPr>
          <p:cNvPr id="2" name="Group 8"/>
          <p:cNvGrpSpPr>
            <a:grpSpLocks/>
          </p:cNvGrpSpPr>
          <p:nvPr/>
        </p:nvGrpSpPr>
        <p:grpSpPr bwMode="auto">
          <a:xfrm>
            <a:off x="1014413" y="3216275"/>
            <a:ext cx="519112" cy="519113"/>
            <a:chOff x="2450" y="2474"/>
            <a:chExt cx="327" cy="327"/>
          </a:xfrm>
        </p:grpSpPr>
        <p:sp>
          <p:nvSpPr>
            <p:cNvPr id="125961" name="Oval 9"/>
            <p:cNvSpPr>
              <a:spLocks noChangeArrowheads="1"/>
            </p:cNvSpPr>
            <p:nvPr/>
          </p:nvSpPr>
          <p:spPr bwMode="auto">
            <a:xfrm>
              <a:off x="2450" y="2474"/>
              <a:ext cx="327" cy="327"/>
            </a:xfrm>
            <a:prstGeom prst="ellipse">
              <a:avLst/>
            </a:prstGeom>
            <a:gradFill rotWithShape="1">
              <a:gsLst>
                <a:gs pos="0">
                  <a:schemeClr val="accent2"/>
                </a:gs>
                <a:gs pos="100000">
                  <a:schemeClr val="accent2">
                    <a:gamma/>
                    <a:shade val="46275"/>
                    <a:invGamma/>
                  </a:schemeClr>
                </a:gs>
              </a:gsLst>
              <a:path path="shape">
                <a:fillToRect l="50000" t="50000" r="50000" b="50000"/>
              </a:path>
            </a:gradFill>
            <a:ln>
              <a:noFill/>
            </a:ln>
            <a:effectLst/>
            <a:scene3d>
              <a:camera prst="orthographicFront"/>
              <a:lightRig rig="threePt" dir="t"/>
            </a:scene3d>
            <a:sp3d>
              <a:bevelT/>
            </a:sp3d>
          </p:spPr>
          <p:txBody>
            <a:bodyPr wrap="none" anchor="ctr"/>
            <a:lstStyle/>
            <a:p>
              <a:pPr>
                <a:defRPr/>
              </a:pPr>
              <a:endParaRPr lang="en-US" sz="2400">
                <a:latin typeface="+mn-lt"/>
              </a:endParaRPr>
            </a:p>
          </p:txBody>
        </p:sp>
        <p:sp>
          <p:nvSpPr>
            <p:cNvPr id="15467" name="Text Box 10"/>
            <p:cNvSpPr txBox="1">
              <a:spLocks noChangeArrowheads="1"/>
            </p:cNvSpPr>
            <p:nvPr/>
          </p:nvSpPr>
          <p:spPr bwMode="auto">
            <a:xfrm>
              <a:off x="2489" y="2492"/>
              <a:ext cx="257" cy="291"/>
            </a:xfrm>
            <a:prstGeom prst="rect">
              <a:avLst/>
            </a:prstGeom>
            <a:noFill/>
            <a:ln w="9525">
              <a:noFill/>
              <a:miter lim="800000"/>
              <a:headEnd/>
              <a:tailEnd/>
            </a:ln>
            <a:effectLst/>
            <a:scene3d>
              <a:camera prst="orthographicFront"/>
              <a:lightRig rig="threePt" dir="t"/>
            </a:scene3d>
            <a:sp3d>
              <a:bevelT/>
            </a:sp3d>
          </p:spPr>
          <p:txBody>
            <a:bodyPr wrap="none">
              <a:spAutoFit/>
            </a:bodyPr>
            <a:lstStyle/>
            <a:p>
              <a:pPr>
                <a:defRPr/>
              </a:pPr>
              <a:r>
                <a:rPr lang="en-US" altLang="en-US" sz="2400" b="1" dirty="0">
                  <a:solidFill>
                    <a:schemeClr val="bg1"/>
                  </a:solidFill>
                  <a:latin typeface="+mn-lt"/>
                </a:rPr>
                <a:t>A</a:t>
              </a:r>
            </a:p>
          </p:txBody>
        </p:sp>
      </p:grpSp>
      <p:grpSp>
        <p:nvGrpSpPr>
          <p:cNvPr id="3" name="Group 11"/>
          <p:cNvGrpSpPr>
            <a:grpSpLocks/>
          </p:cNvGrpSpPr>
          <p:nvPr/>
        </p:nvGrpSpPr>
        <p:grpSpPr bwMode="auto">
          <a:xfrm>
            <a:off x="2727325" y="3216275"/>
            <a:ext cx="519113" cy="519113"/>
            <a:chOff x="2774" y="2474"/>
            <a:chExt cx="327" cy="327"/>
          </a:xfrm>
        </p:grpSpPr>
        <p:sp>
          <p:nvSpPr>
            <p:cNvPr id="15464" name="Oval 12"/>
            <p:cNvSpPr>
              <a:spLocks noChangeArrowheads="1"/>
            </p:cNvSpPr>
            <p:nvPr/>
          </p:nvSpPr>
          <p:spPr bwMode="auto">
            <a:xfrm>
              <a:off x="2774" y="2474"/>
              <a:ext cx="327" cy="327"/>
            </a:xfrm>
            <a:prstGeom prst="ellipse">
              <a:avLst/>
            </a:prstGeom>
            <a:gradFill rotWithShape="1">
              <a:gsLst>
                <a:gs pos="0">
                  <a:srgbClr val="FF3300"/>
                </a:gs>
                <a:gs pos="100000">
                  <a:srgbClr val="761800"/>
                </a:gs>
              </a:gsLst>
              <a:path path="shape">
                <a:fillToRect l="50000" t="50000" r="50000" b="50000"/>
              </a:path>
            </a:gradFill>
            <a:ln w="9525">
              <a:noFill/>
              <a:round/>
              <a:headEnd/>
              <a:tailEnd/>
            </a:ln>
            <a:effectLst/>
            <a:scene3d>
              <a:camera prst="orthographicFront"/>
              <a:lightRig rig="threePt" dir="t"/>
            </a:scene3d>
            <a:sp3d>
              <a:bevelT/>
            </a:sp3d>
          </p:spPr>
          <p:txBody>
            <a:bodyPr wrap="none" anchor="ctr"/>
            <a:lstStyle/>
            <a:p>
              <a:pPr>
                <a:defRPr/>
              </a:pPr>
              <a:endParaRPr lang="en-US" altLang="en-US" sz="2400">
                <a:latin typeface="+mn-lt"/>
              </a:endParaRPr>
            </a:p>
          </p:txBody>
        </p:sp>
        <p:sp>
          <p:nvSpPr>
            <p:cNvPr id="15465" name="Text Box 13"/>
            <p:cNvSpPr txBox="1">
              <a:spLocks noChangeArrowheads="1"/>
            </p:cNvSpPr>
            <p:nvPr/>
          </p:nvSpPr>
          <p:spPr bwMode="auto">
            <a:xfrm>
              <a:off x="2815" y="2491"/>
              <a:ext cx="257" cy="291"/>
            </a:xfrm>
            <a:prstGeom prst="rect">
              <a:avLst/>
            </a:prstGeom>
            <a:noFill/>
            <a:ln w="9525">
              <a:noFill/>
              <a:miter lim="800000"/>
              <a:headEnd/>
              <a:tailEnd/>
            </a:ln>
            <a:effectLst/>
            <a:scene3d>
              <a:camera prst="orthographicFront"/>
              <a:lightRig rig="threePt" dir="t"/>
            </a:scene3d>
            <a:sp3d>
              <a:bevelT/>
            </a:sp3d>
          </p:spPr>
          <p:txBody>
            <a:bodyPr wrap="none">
              <a:spAutoFit/>
            </a:bodyPr>
            <a:lstStyle/>
            <a:p>
              <a:pPr>
                <a:defRPr/>
              </a:pPr>
              <a:r>
                <a:rPr lang="en-US" altLang="en-US" sz="2400" b="1" dirty="0">
                  <a:solidFill>
                    <a:schemeClr val="bg1"/>
                  </a:solidFill>
                  <a:latin typeface="+mn-lt"/>
                </a:rPr>
                <a:t>B</a:t>
              </a:r>
            </a:p>
          </p:txBody>
        </p:sp>
      </p:grpSp>
      <p:grpSp>
        <p:nvGrpSpPr>
          <p:cNvPr id="4" name="Group 14"/>
          <p:cNvGrpSpPr>
            <a:grpSpLocks/>
          </p:cNvGrpSpPr>
          <p:nvPr/>
        </p:nvGrpSpPr>
        <p:grpSpPr bwMode="auto">
          <a:xfrm>
            <a:off x="1697038" y="4135438"/>
            <a:ext cx="519112" cy="519112"/>
            <a:chOff x="2450" y="2829"/>
            <a:chExt cx="327" cy="327"/>
          </a:xfrm>
        </p:grpSpPr>
        <p:sp>
          <p:nvSpPr>
            <p:cNvPr id="125967" name="Oval 15"/>
            <p:cNvSpPr>
              <a:spLocks noChangeArrowheads="1"/>
            </p:cNvSpPr>
            <p:nvPr/>
          </p:nvSpPr>
          <p:spPr bwMode="auto">
            <a:xfrm>
              <a:off x="2450" y="2829"/>
              <a:ext cx="327" cy="327"/>
            </a:xfrm>
            <a:prstGeom prst="ellipse">
              <a:avLst/>
            </a:prstGeom>
            <a:gradFill rotWithShape="1">
              <a:gsLst>
                <a:gs pos="0">
                  <a:schemeClr val="accent2"/>
                </a:gs>
                <a:gs pos="100000">
                  <a:schemeClr val="accent2">
                    <a:gamma/>
                    <a:shade val="46275"/>
                    <a:invGamma/>
                  </a:schemeClr>
                </a:gs>
              </a:gsLst>
              <a:path path="shape">
                <a:fillToRect l="50000" t="50000" r="50000" b="50000"/>
              </a:path>
            </a:gradFill>
            <a:ln>
              <a:noFill/>
            </a:ln>
            <a:effectLst/>
            <a:scene3d>
              <a:camera prst="orthographicFront"/>
              <a:lightRig rig="threePt" dir="t"/>
            </a:scene3d>
            <a:sp3d>
              <a:bevelT/>
            </a:sp3d>
          </p:spPr>
          <p:txBody>
            <a:bodyPr wrap="none" anchor="ctr"/>
            <a:lstStyle/>
            <a:p>
              <a:pPr>
                <a:defRPr/>
              </a:pPr>
              <a:endParaRPr lang="en-US" sz="2400">
                <a:latin typeface="+mn-lt"/>
              </a:endParaRPr>
            </a:p>
          </p:txBody>
        </p:sp>
        <p:sp>
          <p:nvSpPr>
            <p:cNvPr id="15463" name="Text Box 16"/>
            <p:cNvSpPr txBox="1">
              <a:spLocks noChangeArrowheads="1"/>
            </p:cNvSpPr>
            <p:nvPr/>
          </p:nvSpPr>
          <p:spPr bwMode="auto">
            <a:xfrm>
              <a:off x="2489" y="2856"/>
              <a:ext cx="257" cy="291"/>
            </a:xfrm>
            <a:prstGeom prst="rect">
              <a:avLst/>
            </a:prstGeom>
            <a:noFill/>
            <a:ln w="9525">
              <a:noFill/>
              <a:miter lim="800000"/>
              <a:headEnd/>
              <a:tailEnd/>
            </a:ln>
            <a:effectLst/>
            <a:scene3d>
              <a:camera prst="orthographicFront"/>
              <a:lightRig rig="threePt" dir="t"/>
            </a:scene3d>
            <a:sp3d>
              <a:bevelT/>
            </a:sp3d>
          </p:spPr>
          <p:txBody>
            <a:bodyPr wrap="none">
              <a:spAutoFit/>
            </a:bodyPr>
            <a:lstStyle/>
            <a:p>
              <a:pPr>
                <a:defRPr/>
              </a:pPr>
              <a:r>
                <a:rPr lang="en-US" altLang="en-US" sz="2400" b="1" dirty="0">
                  <a:solidFill>
                    <a:schemeClr val="bg1"/>
                  </a:solidFill>
                  <a:latin typeface="+mn-lt"/>
                </a:rPr>
                <a:t>A</a:t>
              </a:r>
            </a:p>
          </p:txBody>
        </p:sp>
      </p:grpSp>
      <p:grpSp>
        <p:nvGrpSpPr>
          <p:cNvPr id="5" name="Group 17"/>
          <p:cNvGrpSpPr>
            <a:grpSpLocks/>
          </p:cNvGrpSpPr>
          <p:nvPr/>
        </p:nvGrpSpPr>
        <p:grpSpPr bwMode="auto">
          <a:xfrm>
            <a:off x="2179638" y="4135438"/>
            <a:ext cx="519112" cy="519112"/>
            <a:chOff x="2774" y="2829"/>
            <a:chExt cx="327" cy="327"/>
          </a:xfrm>
        </p:grpSpPr>
        <p:sp>
          <p:nvSpPr>
            <p:cNvPr id="15460" name="Oval 18"/>
            <p:cNvSpPr>
              <a:spLocks noChangeArrowheads="1"/>
            </p:cNvSpPr>
            <p:nvPr/>
          </p:nvSpPr>
          <p:spPr bwMode="auto">
            <a:xfrm>
              <a:off x="2774" y="2829"/>
              <a:ext cx="327" cy="327"/>
            </a:xfrm>
            <a:prstGeom prst="ellipse">
              <a:avLst/>
            </a:prstGeom>
            <a:gradFill rotWithShape="1">
              <a:gsLst>
                <a:gs pos="0">
                  <a:srgbClr val="FF3300"/>
                </a:gs>
                <a:gs pos="100000">
                  <a:srgbClr val="761800"/>
                </a:gs>
              </a:gsLst>
              <a:path path="shape">
                <a:fillToRect l="50000" t="50000" r="50000" b="50000"/>
              </a:path>
            </a:gradFill>
            <a:ln w="9525">
              <a:noFill/>
              <a:round/>
              <a:headEnd/>
              <a:tailEnd/>
            </a:ln>
            <a:effectLst/>
            <a:scene3d>
              <a:camera prst="orthographicFront"/>
              <a:lightRig rig="threePt" dir="t"/>
            </a:scene3d>
            <a:sp3d>
              <a:bevelT/>
            </a:sp3d>
          </p:spPr>
          <p:txBody>
            <a:bodyPr wrap="none" anchor="ctr"/>
            <a:lstStyle/>
            <a:p>
              <a:pPr>
                <a:defRPr/>
              </a:pPr>
              <a:endParaRPr lang="en-US" altLang="en-US" sz="2400">
                <a:latin typeface="+mn-lt"/>
              </a:endParaRPr>
            </a:p>
          </p:txBody>
        </p:sp>
        <p:sp>
          <p:nvSpPr>
            <p:cNvPr id="15461" name="Text Box 19"/>
            <p:cNvSpPr txBox="1">
              <a:spLocks noChangeArrowheads="1"/>
            </p:cNvSpPr>
            <p:nvPr/>
          </p:nvSpPr>
          <p:spPr bwMode="auto">
            <a:xfrm>
              <a:off x="2815" y="2855"/>
              <a:ext cx="257" cy="291"/>
            </a:xfrm>
            <a:prstGeom prst="rect">
              <a:avLst/>
            </a:prstGeom>
            <a:noFill/>
            <a:ln w="9525">
              <a:noFill/>
              <a:miter lim="800000"/>
              <a:headEnd/>
              <a:tailEnd/>
            </a:ln>
            <a:effectLst/>
            <a:scene3d>
              <a:camera prst="orthographicFront"/>
              <a:lightRig rig="threePt" dir="t"/>
            </a:scene3d>
            <a:sp3d>
              <a:bevelT/>
            </a:sp3d>
          </p:spPr>
          <p:txBody>
            <a:bodyPr wrap="none">
              <a:spAutoFit/>
            </a:bodyPr>
            <a:lstStyle/>
            <a:p>
              <a:pPr>
                <a:defRPr/>
              </a:pPr>
              <a:r>
                <a:rPr lang="en-US" altLang="en-US" sz="2400" b="1" dirty="0">
                  <a:solidFill>
                    <a:schemeClr val="bg1"/>
                  </a:solidFill>
                  <a:latin typeface="+mn-lt"/>
                </a:rPr>
                <a:t>B</a:t>
              </a:r>
            </a:p>
          </p:txBody>
        </p:sp>
      </p:grpSp>
      <p:grpSp>
        <p:nvGrpSpPr>
          <p:cNvPr id="6" name="Group 20"/>
          <p:cNvGrpSpPr>
            <a:grpSpLocks/>
          </p:cNvGrpSpPr>
          <p:nvPr/>
        </p:nvGrpSpPr>
        <p:grpSpPr bwMode="auto">
          <a:xfrm>
            <a:off x="1770063" y="4794250"/>
            <a:ext cx="488950" cy="519113"/>
            <a:chOff x="2450" y="3174"/>
            <a:chExt cx="327" cy="327"/>
          </a:xfrm>
        </p:grpSpPr>
        <p:sp>
          <p:nvSpPr>
            <p:cNvPr id="125973" name="Oval 21"/>
            <p:cNvSpPr>
              <a:spLocks noChangeArrowheads="1"/>
            </p:cNvSpPr>
            <p:nvPr/>
          </p:nvSpPr>
          <p:spPr bwMode="auto">
            <a:xfrm>
              <a:off x="2450" y="3174"/>
              <a:ext cx="327" cy="327"/>
            </a:xfrm>
            <a:prstGeom prst="ellipse">
              <a:avLst/>
            </a:prstGeom>
            <a:gradFill rotWithShape="1">
              <a:gsLst>
                <a:gs pos="0">
                  <a:schemeClr val="accent2"/>
                </a:gs>
                <a:gs pos="100000">
                  <a:schemeClr val="accent2">
                    <a:gamma/>
                    <a:shade val="46275"/>
                    <a:invGamma/>
                  </a:schemeClr>
                </a:gs>
              </a:gsLst>
              <a:path path="shape">
                <a:fillToRect l="50000" t="50000" r="50000" b="50000"/>
              </a:path>
            </a:gradFill>
            <a:ln>
              <a:noFill/>
            </a:ln>
            <a:effectLst/>
            <a:scene3d>
              <a:camera prst="orthographicFront"/>
              <a:lightRig rig="threePt" dir="t"/>
            </a:scene3d>
            <a:sp3d>
              <a:bevelT/>
            </a:sp3d>
          </p:spPr>
          <p:txBody>
            <a:bodyPr wrap="none" anchor="ctr"/>
            <a:lstStyle/>
            <a:p>
              <a:pPr>
                <a:defRPr/>
              </a:pPr>
              <a:endParaRPr lang="en-US" sz="2400">
                <a:latin typeface="+mn-lt"/>
              </a:endParaRPr>
            </a:p>
          </p:txBody>
        </p:sp>
        <p:sp>
          <p:nvSpPr>
            <p:cNvPr id="15459" name="Text Box 22"/>
            <p:cNvSpPr txBox="1">
              <a:spLocks noChangeArrowheads="1"/>
            </p:cNvSpPr>
            <p:nvPr/>
          </p:nvSpPr>
          <p:spPr bwMode="auto">
            <a:xfrm>
              <a:off x="2488" y="3192"/>
              <a:ext cx="273" cy="291"/>
            </a:xfrm>
            <a:prstGeom prst="rect">
              <a:avLst/>
            </a:prstGeom>
            <a:noFill/>
            <a:ln w="9525">
              <a:noFill/>
              <a:miter lim="800000"/>
              <a:headEnd/>
              <a:tailEnd/>
            </a:ln>
            <a:effectLst/>
            <a:scene3d>
              <a:camera prst="orthographicFront"/>
              <a:lightRig rig="threePt" dir="t"/>
            </a:scene3d>
            <a:sp3d>
              <a:bevelT/>
            </a:sp3d>
          </p:spPr>
          <p:txBody>
            <a:bodyPr wrap="none">
              <a:spAutoFit/>
            </a:bodyPr>
            <a:lstStyle/>
            <a:p>
              <a:pPr>
                <a:defRPr/>
              </a:pPr>
              <a:r>
                <a:rPr lang="en-US" altLang="en-US" sz="2400" b="1" dirty="0">
                  <a:solidFill>
                    <a:schemeClr val="bg1"/>
                  </a:solidFill>
                  <a:latin typeface="+mn-lt"/>
                </a:rPr>
                <a:t>A</a:t>
              </a:r>
            </a:p>
          </p:txBody>
        </p:sp>
      </p:grpSp>
      <p:grpSp>
        <p:nvGrpSpPr>
          <p:cNvPr id="7" name="Group 23"/>
          <p:cNvGrpSpPr>
            <a:grpSpLocks/>
          </p:cNvGrpSpPr>
          <p:nvPr/>
        </p:nvGrpSpPr>
        <p:grpSpPr bwMode="auto">
          <a:xfrm>
            <a:off x="2195513" y="4794250"/>
            <a:ext cx="474662" cy="519113"/>
            <a:chOff x="2774" y="3174"/>
            <a:chExt cx="327" cy="327"/>
          </a:xfrm>
        </p:grpSpPr>
        <p:sp>
          <p:nvSpPr>
            <p:cNvPr id="15456" name="Oval 24"/>
            <p:cNvSpPr>
              <a:spLocks noChangeArrowheads="1"/>
            </p:cNvSpPr>
            <p:nvPr/>
          </p:nvSpPr>
          <p:spPr bwMode="auto">
            <a:xfrm>
              <a:off x="2774" y="3174"/>
              <a:ext cx="327" cy="327"/>
            </a:xfrm>
            <a:prstGeom prst="ellipse">
              <a:avLst/>
            </a:prstGeom>
            <a:gradFill rotWithShape="1">
              <a:gsLst>
                <a:gs pos="0">
                  <a:srgbClr val="FF3300"/>
                </a:gs>
                <a:gs pos="100000">
                  <a:srgbClr val="761800"/>
                </a:gs>
              </a:gsLst>
              <a:path path="shape">
                <a:fillToRect l="50000" t="50000" r="50000" b="50000"/>
              </a:path>
            </a:gradFill>
            <a:ln w="9525">
              <a:noFill/>
              <a:round/>
              <a:headEnd/>
              <a:tailEnd/>
            </a:ln>
            <a:effectLst/>
            <a:scene3d>
              <a:camera prst="orthographicFront"/>
              <a:lightRig rig="threePt" dir="t"/>
            </a:scene3d>
            <a:sp3d>
              <a:bevelT/>
            </a:sp3d>
          </p:spPr>
          <p:txBody>
            <a:bodyPr wrap="none" anchor="ctr"/>
            <a:lstStyle/>
            <a:p>
              <a:pPr>
                <a:defRPr/>
              </a:pPr>
              <a:endParaRPr lang="en-US" altLang="en-US" sz="2400">
                <a:latin typeface="+mn-lt"/>
              </a:endParaRPr>
            </a:p>
          </p:txBody>
        </p:sp>
        <p:sp>
          <p:nvSpPr>
            <p:cNvPr id="15457" name="Text Box 25"/>
            <p:cNvSpPr txBox="1">
              <a:spLocks noChangeArrowheads="1"/>
            </p:cNvSpPr>
            <p:nvPr/>
          </p:nvSpPr>
          <p:spPr bwMode="auto">
            <a:xfrm>
              <a:off x="2804" y="3191"/>
              <a:ext cx="281" cy="291"/>
            </a:xfrm>
            <a:prstGeom prst="rect">
              <a:avLst/>
            </a:prstGeom>
            <a:noFill/>
            <a:ln w="9525">
              <a:noFill/>
              <a:miter lim="800000"/>
              <a:headEnd/>
              <a:tailEnd/>
            </a:ln>
            <a:effectLst/>
            <a:scene3d>
              <a:camera prst="orthographicFront"/>
              <a:lightRig rig="threePt" dir="t"/>
            </a:scene3d>
            <a:sp3d>
              <a:bevelT/>
            </a:sp3d>
          </p:spPr>
          <p:txBody>
            <a:bodyPr wrap="none">
              <a:spAutoFit/>
            </a:bodyPr>
            <a:lstStyle/>
            <a:p>
              <a:pPr>
                <a:defRPr/>
              </a:pPr>
              <a:r>
                <a:rPr lang="en-US" altLang="en-US" sz="2400" b="1" dirty="0">
                  <a:solidFill>
                    <a:schemeClr val="bg1"/>
                  </a:solidFill>
                  <a:latin typeface="+mn-lt"/>
                </a:rPr>
                <a:t>B</a:t>
              </a:r>
            </a:p>
          </p:txBody>
        </p:sp>
      </p:grpSp>
      <p:grpSp>
        <p:nvGrpSpPr>
          <p:cNvPr id="8" name="Group 26"/>
          <p:cNvGrpSpPr>
            <a:grpSpLocks/>
          </p:cNvGrpSpPr>
          <p:nvPr/>
        </p:nvGrpSpPr>
        <p:grpSpPr bwMode="auto">
          <a:xfrm>
            <a:off x="1697038" y="5486400"/>
            <a:ext cx="519112" cy="519113"/>
            <a:chOff x="2450" y="3520"/>
            <a:chExt cx="327" cy="327"/>
          </a:xfrm>
        </p:grpSpPr>
        <p:sp>
          <p:nvSpPr>
            <p:cNvPr id="125979" name="Oval 27"/>
            <p:cNvSpPr>
              <a:spLocks noChangeArrowheads="1"/>
            </p:cNvSpPr>
            <p:nvPr/>
          </p:nvSpPr>
          <p:spPr bwMode="auto">
            <a:xfrm>
              <a:off x="2450" y="3520"/>
              <a:ext cx="327" cy="327"/>
            </a:xfrm>
            <a:prstGeom prst="ellipse">
              <a:avLst/>
            </a:prstGeom>
            <a:gradFill rotWithShape="1">
              <a:gsLst>
                <a:gs pos="0">
                  <a:schemeClr val="accent2"/>
                </a:gs>
                <a:gs pos="100000">
                  <a:schemeClr val="accent2">
                    <a:gamma/>
                    <a:shade val="46275"/>
                    <a:invGamma/>
                  </a:schemeClr>
                </a:gs>
              </a:gsLst>
              <a:path path="shape">
                <a:fillToRect l="50000" t="50000" r="50000" b="50000"/>
              </a:path>
            </a:gradFill>
            <a:ln>
              <a:noFill/>
            </a:ln>
            <a:effectLst/>
            <a:scene3d>
              <a:camera prst="orthographicFront"/>
              <a:lightRig rig="threePt" dir="t"/>
            </a:scene3d>
            <a:sp3d>
              <a:bevelT/>
            </a:sp3d>
          </p:spPr>
          <p:txBody>
            <a:bodyPr wrap="none" anchor="ctr"/>
            <a:lstStyle/>
            <a:p>
              <a:pPr>
                <a:defRPr/>
              </a:pPr>
              <a:endParaRPr lang="en-US" sz="2400">
                <a:latin typeface="+mn-lt"/>
              </a:endParaRPr>
            </a:p>
          </p:txBody>
        </p:sp>
        <p:sp>
          <p:nvSpPr>
            <p:cNvPr id="15455" name="Text Box 28"/>
            <p:cNvSpPr txBox="1">
              <a:spLocks noChangeArrowheads="1"/>
            </p:cNvSpPr>
            <p:nvPr/>
          </p:nvSpPr>
          <p:spPr bwMode="auto">
            <a:xfrm>
              <a:off x="2489" y="3548"/>
              <a:ext cx="257" cy="291"/>
            </a:xfrm>
            <a:prstGeom prst="rect">
              <a:avLst/>
            </a:prstGeom>
            <a:noFill/>
            <a:ln w="9525">
              <a:noFill/>
              <a:miter lim="800000"/>
              <a:headEnd/>
              <a:tailEnd/>
            </a:ln>
            <a:effectLst/>
            <a:scene3d>
              <a:camera prst="orthographicFront"/>
              <a:lightRig rig="threePt" dir="t"/>
            </a:scene3d>
            <a:sp3d>
              <a:bevelT/>
            </a:sp3d>
          </p:spPr>
          <p:txBody>
            <a:bodyPr wrap="none">
              <a:spAutoFit/>
            </a:bodyPr>
            <a:lstStyle/>
            <a:p>
              <a:pPr>
                <a:defRPr/>
              </a:pPr>
              <a:r>
                <a:rPr lang="en-US" altLang="en-US" sz="2400" b="1" dirty="0">
                  <a:solidFill>
                    <a:schemeClr val="bg1"/>
                  </a:solidFill>
                  <a:latin typeface="+mn-lt"/>
                </a:rPr>
                <a:t>A</a:t>
              </a:r>
            </a:p>
          </p:txBody>
        </p:sp>
      </p:grpSp>
      <p:grpSp>
        <p:nvGrpSpPr>
          <p:cNvPr id="9" name="Group 29"/>
          <p:cNvGrpSpPr>
            <a:grpSpLocks/>
          </p:cNvGrpSpPr>
          <p:nvPr/>
        </p:nvGrpSpPr>
        <p:grpSpPr bwMode="auto">
          <a:xfrm>
            <a:off x="2179638" y="5486400"/>
            <a:ext cx="519112" cy="519113"/>
            <a:chOff x="2774" y="3520"/>
            <a:chExt cx="327" cy="327"/>
          </a:xfrm>
        </p:grpSpPr>
        <p:sp>
          <p:nvSpPr>
            <p:cNvPr id="15452" name="Oval 30"/>
            <p:cNvSpPr>
              <a:spLocks noChangeArrowheads="1"/>
            </p:cNvSpPr>
            <p:nvPr/>
          </p:nvSpPr>
          <p:spPr bwMode="auto">
            <a:xfrm>
              <a:off x="2774" y="3520"/>
              <a:ext cx="327" cy="327"/>
            </a:xfrm>
            <a:prstGeom prst="ellipse">
              <a:avLst/>
            </a:prstGeom>
            <a:gradFill rotWithShape="1">
              <a:gsLst>
                <a:gs pos="0">
                  <a:srgbClr val="FF3300"/>
                </a:gs>
                <a:gs pos="100000">
                  <a:srgbClr val="761800"/>
                </a:gs>
              </a:gsLst>
              <a:path path="shape">
                <a:fillToRect l="50000" t="50000" r="50000" b="50000"/>
              </a:path>
            </a:gradFill>
            <a:ln w="9525">
              <a:noFill/>
              <a:round/>
              <a:headEnd/>
              <a:tailEnd/>
            </a:ln>
            <a:effectLst/>
            <a:scene3d>
              <a:camera prst="orthographicFront"/>
              <a:lightRig rig="threePt" dir="t"/>
            </a:scene3d>
            <a:sp3d>
              <a:bevelT/>
            </a:sp3d>
          </p:spPr>
          <p:txBody>
            <a:bodyPr wrap="none" anchor="ctr"/>
            <a:lstStyle/>
            <a:p>
              <a:pPr>
                <a:defRPr/>
              </a:pPr>
              <a:endParaRPr lang="en-US" altLang="en-US" sz="2400">
                <a:latin typeface="+mn-lt"/>
              </a:endParaRPr>
            </a:p>
          </p:txBody>
        </p:sp>
        <p:sp>
          <p:nvSpPr>
            <p:cNvPr id="15453" name="Text Box 31"/>
            <p:cNvSpPr txBox="1">
              <a:spLocks noChangeArrowheads="1"/>
            </p:cNvSpPr>
            <p:nvPr/>
          </p:nvSpPr>
          <p:spPr bwMode="auto">
            <a:xfrm>
              <a:off x="2815" y="3547"/>
              <a:ext cx="257" cy="291"/>
            </a:xfrm>
            <a:prstGeom prst="rect">
              <a:avLst/>
            </a:prstGeom>
            <a:noFill/>
            <a:ln w="9525">
              <a:noFill/>
              <a:miter lim="800000"/>
              <a:headEnd/>
              <a:tailEnd/>
            </a:ln>
            <a:effectLst/>
            <a:scene3d>
              <a:camera prst="orthographicFront"/>
              <a:lightRig rig="threePt" dir="t"/>
            </a:scene3d>
            <a:sp3d>
              <a:bevelT/>
            </a:sp3d>
          </p:spPr>
          <p:txBody>
            <a:bodyPr wrap="none">
              <a:spAutoFit/>
            </a:bodyPr>
            <a:lstStyle/>
            <a:p>
              <a:pPr>
                <a:defRPr/>
              </a:pPr>
              <a:r>
                <a:rPr lang="en-US" altLang="en-US" sz="2400" b="1" dirty="0">
                  <a:solidFill>
                    <a:schemeClr val="bg1"/>
                  </a:solidFill>
                  <a:latin typeface="+mn-lt"/>
                </a:rPr>
                <a:t>B</a:t>
              </a:r>
            </a:p>
          </p:txBody>
        </p:sp>
      </p:grpSp>
      <p:grpSp>
        <p:nvGrpSpPr>
          <p:cNvPr id="10" name="Group 32"/>
          <p:cNvGrpSpPr>
            <a:grpSpLocks/>
          </p:cNvGrpSpPr>
          <p:nvPr/>
        </p:nvGrpSpPr>
        <p:grpSpPr bwMode="auto">
          <a:xfrm>
            <a:off x="1009650" y="6161088"/>
            <a:ext cx="519113" cy="519112"/>
            <a:chOff x="2450" y="3883"/>
            <a:chExt cx="327" cy="327"/>
          </a:xfrm>
        </p:grpSpPr>
        <p:sp>
          <p:nvSpPr>
            <p:cNvPr id="125985" name="Oval 33"/>
            <p:cNvSpPr>
              <a:spLocks noChangeArrowheads="1"/>
            </p:cNvSpPr>
            <p:nvPr/>
          </p:nvSpPr>
          <p:spPr bwMode="auto">
            <a:xfrm>
              <a:off x="2450" y="3883"/>
              <a:ext cx="327" cy="327"/>
            </a:xfrm>
            <a:prstGeom prst="ellipse">
              <a:avLst/>
            </a:prstGeom>
            <a:gradFill rotWithShape="1">
              <a:gsLst>
                <a:gs pos="0">
                  <a:schemeClr val="accent2"/>
                </a:gs>
                <a:gs pos="100000">
                  <a:schemeClr val="accent2">
                    <a:gamma/>
                    <a:shade val="46275"/>
                    <a:invGamma/>
                  </a:schemeClr>
                </a:gs>
              </a:gsLst>
              <a:path path="shape">
                <a:fillToRect l="50000" t="50000" r="50000" b="50000"/>
              </a:path>
            </a:gradFill>
            <a:ln>
              <a:noFill/>
            </a:ln>
            <a:effectLst/>
            <a:scene3d>
              <a:camera prst="orthographicFront"/>
              <a:lightRig rig="threePt" dir="t"/>
            </a:scene3d>
            <a:sp3d>
              <a:bevelT/>
            </a:sp3d>
          </p:spPr>
          <p:txBody>
            <a:bodyPr wrap="none" anchor="ctr"/>
            <a:lstStyle/>
            <a:p>
              <a:pPr>
                <a:defRPr/>
              </a:pPr>
              <a:endParaRPr lang="en-US" sz="2400">
                <a:latin typeface="+mn-lt"/>
              </a:endParaRPr>
            </a:p>
          </p:txBody>
        </p:sp>
        <p:sp>
          <p:nvSpPr>
            <p:cNvPr id="15451" name="Text Box 34"/>
            <p:cNvSpPr txBox="1">
              <a:spLocks noChangeArrowheads="1"/>
            </p:cNvSpPr>
            <p:nvPr/>
          </p:nvSpPr>
          <p:spPr bwMode="auto">
            <a:xfrm>
              <a:off x="2489" y="3903"/>
              <a:ext cx="257" cy="291"/>
            </a:xfrm>
            <a:prstGeom prst="rect">
              <a:avLst/>
            </a:prstGeom>
            <a:noFill/>
            <a:ln w="9525">
              <a:noFill/>
              <a:miter lim="800000"/>
              <a:headEnd/>
              <a:tailEnd/>
            </a:ln>
            <a:effectLst/>
            <a:scene3d>
              <a:camera prst="orthographicFront"/>
              <a:lightRig rig="threePt" dir="t"/>
            </a:scene3d>
            <a:sp3d>
              <a:bevelT/>
            </a:sp3d>
          </p:spPr>
          <p:txBody>
            <a:bodyPr wrap="none">
              <a:spAutoFit/>
            </a:bodyPr>
            <a:lstStyle/>
            <a:p>
              <a:pPr>
                <a:defRPr/>
              </a:pPr>
              <a:r>
                <a:rPr lang="en-US" altLang="en-US" sz="2400" b="1" dirty="0">
                  <a:solidFill>
                    <a:schemeClr val="bg1"/>
                  </a:solidFill>
                  <a:latin typeface="+mn-lt"/>
                </a:rPr>
                <a:t>A</a:t>
              </a:r>
            </a:p>
          </p:txBody>
        </p:sp>
      </p:grpSp>
      <p:grpSp>
        <p:nvGrpSpPr>
          <p:cNvPr id="11" name="Group 35"/>
          <p:cNvGrpSpPr>
            <a:grpSpLocks/>
          </p:cNvGrpSpPr>
          <p:nvPr/>
        </p:nvGrpSpPr>
        <p:grpSpPr bwMode="auto">
          <a:xfrm>
            <a:off x="2773363" y="6161088"/>
            <a:ext cx="519112" cy="519112"/>
            <a:chOff x="2774" y="3883"/>
            <a:chExt cx="327" cy="327"/>
          </a:xfrm>
        </p:grpSpPr>
        <p:sp>
          <p:nvSpPr>
            <p:cNvPr id="15448" name="Oval 36"/>
            <p:cNvSpPr>
              <a:spLocks noChangeArrowheads="1"/>
            </p:cNvSpPr>
            <p:nvPr/>
          </p:nvSpPr>
          <p:spPr bwMode="auto">
            <a:xfrm>
              <a:off x="2774" y="3883"/>
              <a:ext cx="327" cy="327"/>
            </a:xfrm>
            <a:prstGeom prst="ellipse">
              <a:avLst/>
            </a:prstGeom>
            <a:gradFill rotWithShape="1">
              <a:gsLst>
                <a:gs pos="0">
                  <a:srgbClr val="FF3300"/>
                </a:gs>
                <a:gs pos="100000">
                  <a:srgbClr val="761800"/>
                </a:gs>
              </a:gsLst>
              <a:path path="shape">
                <a:fillToRect l="50000" t="50000" r="50000" b="50000"/>
              </a:path>
            </a:gradFill>
            <a:ln w="9525">
              <a:noFill/>
              <a:round/>
              <a:headEnd/>
              <a:tailEnd/>
            </a:ln>
            <a:effectLst/>
            <a:scene3d>
              <a:camera prst="orthographicFront"/>
              <a:lightRig rig="threePt" dir="t"/>
            </a:scene3d>
            <a:sp3d>
              <a:bevelT/>
            </a:sp3d>
          </p:spPr>
          <p:txBody>
            <a:bodyPr wrap="none" anchor="ctr"/>
            <a:lstStyle/>
            <a:p>
              <a:pPr>
                <a:defRPr/>
              </a:pPr>
              <a:endParaRPr lang="en-US" altLang="en-US" sz="2400">
                <a:latin typeface="+mn-lt"/>
              </a:endParaRPr>
            </a:p>
          </p:txBody>
        </p:sp>
        <p:sp>
          <p:nvSpPr>
            <p:cNvPr id="15449" name="Text Box 37"/>
            <p:cNvSpPr txBox="1">
              <a:spLocks noChangeArrowheads="1"/>
            </p:cNvSpPr>
            <p:nvPr/>
          </p:nvSpPr>
          <p:spPr bwMode="auto">
            <a:xfrm>
              <a:off x="2815" y="3902"/>
              <a:ext cx="257" cy="291"/>
            </a:xfrm>
            <a:prstGeom prst="rect">
              <a:avLst/>
            </a:prstGeom>
            <a:noFill/>
            <a:ln w="9525">
              <a:noFill/>
              <a:miter lim="800000"/>
              <a:headEnd/>
              <a:tailEnd/>
            </a:ln>
            <a:effectLst/>
            <a:scene3d>
              <a:camera prst="orthographicFront"/>
              <a:lightRig rig="threePt" dir="t"/>
            </a:scene3d>
            <a:sp3d>
              <a:bevelT/>
            </a:sp3d>
          </p:spPr>
          <p:txBody>
            <a:bodyPr wrap="none">
              <a:spAutoFit/>
            </a:bodyPr>
            <a:lstStyle/>
            <a:p>
              <a:pPr>
                <a:defRPr/>
              </a:pPr>
              <a:r>
                <a:rPr lang="en-US" altLang="en-US" sz="2400" b="1" dirty="0">
                  <a:solidFill>
                    <a:schemeClr val="bg1"/>
                  </a:solidFill>
                  <a:latin typeface="+mn-lt"/>
                </a:rPr>
                <a:t>B</a:t>
              </a:r>
            </a:p>
          </p:txBody>
        </p:sp>
      </p:grpSp>
      <p:grpSp>
        <p:nvGrpSpPr>
          <p:cNvPr id="12" name="Group 38"/>
          <p:cNvGrpSpPr>
            <a:grpSpLocks/>
          </p:cNvGrpSpPr>
          <p:nvPr/>
        </p:nvGrpSpPr>
        <p:grpSpPr bwMode="auto">
          <a:xfrm>
            <a:off x="1495425" y="2960688"/>
            <a:ext cx="758825" cy="533400"/>
            <a:chOff x="2333" y="2305"/>
            <a:chExt cx="478" cy="336"/>
          </a:xfrm>
        </p:grpSpPr>
        <p:sp>
          <p:nvSpPr>
            <p:cNvPr id="15446" name="Line 39"/>
            <p:cNvSpPr>
              <a:spLocks noChangeShapeType="1"/>
            </p:cNvSpPr>
            <p:nvPr/>
          </p:nvSpPr>
          <p:spPr bwMode="auto">
            <a:xfrm>
              <a:off x="2381" y="2641"/>
              <a:ext cx="326" cy="0"/>
            </a:xfrm>
            <a:prstGeom prst="line">
              <a:avLst/>
            </a:prstGeom>
            <a:noFill/>
            <a:ln w="38100">
              <a:solidFill>
                <a:schemeClr val="accent2"/>
              </a:solidFill>
              <a:round/>
              <a:headEnd/>
              <a:tailEnd type="arrow" w="med" len="med"/>
            </a:ln>
            <a:effectLst/>
          </p:spPr>
          <p:txBody>
            <a:bodyPr/>
            <a:lstStyle/>
            <a:p>
              <a:pPr>
                <a:defRPr/>
              </a:pPr>
              <a:endParaRPr lang="en-US" sz="2400">
                <a:latin typeface="+mn-lt"/>
              </a:endParaRPr>
            </a:p>
          </p:txBody>
        </p:sp>
        <p:sp>
          <p:nvSpPr>
            <p:cNvPr id="15447" name="Text Box 40"/>
            <p:cNvSpPr txBox="1">
              <a:spLocks noChangeArrowheads="1"/>
            </p:cNvSpPr>
            <p:nvPr/>
          </p:nvSpPr>
          <p:spPr bwMode="auto">
            <a:xfrm>
              <a:off x="2333" y="2305"/>
              <a:ext cx="478" cy="291"/>
            </a:xfrm>
            <a:prstGeom prst="rect">
              <a:avLst/>
            </a:prstGeom>
            <a:noFill/>
            <a:ln w="9525">
              <a:noFill/>
              <a:miter lim="800000"/>
              <a:headEnd/>
              <a:tailEnd/>
            </a:ln>
            <a:effectLst/>
          </p:spPr>
          <p:txBody>
            <a:bodyPr>
              <a:spAutoFit/>
            </a:bodyPr>
            <a:lstStyle/>
            <a:p>
              <a:pPr>
                <a:defRPr/>
              </a:pPr>
              <a:r>
                <a:rPr lang="en-US" altLang="en-US" sz="2400" b="1" i="1" dirty="0" err="1">
                  <a:solidFill>
                    <a:schemeClr val="accent2"/>
                  </a:solidFill>
                  <a:latin typeface="+mn-lt"/>
                </a:rPr>
                <a:t>v</a:t>
              </a:r>
              <a:r>
                <a:rPr lang="en-US" altLang="en-US" sz="2400" b="1" baseline="-25000" dirty="0" err="1">
                  <a:solidFill>
                    <a:schemeClr val="accent2"/>
                  </a:solidFill>
                  <a:latin typeface="+mn-lt"/>
                </a:rPr>
                <a:t>Ai</a:t>
              </a:r>
              <a:endParaRPr lang="en-US" altLang="en-US" sz="2400" b="1" i="1" dirty="0">
                <a:solidFill>
                  <a:schemeClr val="accent2"/>
                </a:solidFill>
                <a:latin typeface="+mn-lt"/>
              </a:endParaRPr>
            </a:p>
          </p:txBody>
        </p:sp>
      </p:grpSp>
      <p:grpSp>
        <p:nvGrpSpPr>
          <p:cNvPr id="13" name="Group 41"/>
          <p:cNvGrpSpPr>
            <a:grpSpLocks/>
          </p:cNvGrpSpPr>
          <p:nvPr/>
        </p:nvGrpSpPr>
        <p:grpSpPr bwMode="auto">
          <a:xfrm>
            <a:off x="474663" y="5992813"/>
            <a:ext cx="803275" cy="461962"/>
            <a:chOff x="1680" y="3777"/>
            <a:chExt cx="506" cy="291"/>
          </a:xfrm>
        </p:grpSpPr>
        <p:sp>
          <p:nvSpPr>
            <p:cNvPr id="15444" name="Line 42"/>
            <p:cNvSpPr>
              <a:spLocks noChangeShapeType="1"/>
            </p:cNvSpPr>
            <p:nvPr/>
          </p:nvSpPr>
          <p:spPr bwMode="auto">
            <a:xfrm>
              <a:off x="1680" y="4043"/>
              <a:ext cx="326" cy="0"/>
            </a:xfrm>
            <a:prstGeom prst="line">
              <a:avLst/>
            </a:prstGeom>
            <a:noFill/>
            <a:ln w="38100">
              <a:solidFill>
                <a:schemeClr val="accent2"/>
              </a:solidFill>
              <a:round/>
              <a:headEnd type="arrow" w="med" len="med"/>
              <a:tailEnd/>
            </a:ln>
            <a:effectLst/>
          </p:spPr>
          <p:txBody>
            <a:bodyPr/>
            <a:lstStyle/>
            <a:p>
              <a:pPr>
                <a:defRPr/>
              </a:pPr>
              <a:endParaRPr lang="en-US" sz="2400">
                <a:latin typeface="+mn-lt"/>
              </a:endParaRPr>
            </a:p>
          </p:txBody>
        </p:sp>
        <p:sp>
          <p:nvSpPr>
            <p:cNvPr id="15445" name="Text Box 43"/>
            <p:cNvSpPr txBox="1">
              <a:spLocks noChangeArrowheads="1"/>
            </p:cNvSpPr>
            <p:nvPr/>
          </p:nvSpPr>
          <p:spPr bwMode="auto">
            <a:xfrm>
              <a:off x="1708" y="3777"/>
              <a:ext cx="478" cy="291"/>
            </a:xfrm>
            <a:prstGeom prst="rect">
              <a:avLst/>
            </a:prstGeom>
            <a:noFill/>
            <a:ln w="9525">
              <a:noFill/>
              <a:miter lim="800000"/>
              <a:headEnd/>
              <a:tailEnd/>
            </a:ln>
            <a:effectLst/>
          </p:spPr>
          <p:txBody>
            <a:bodyPr>
              <a:spAutoFit/>
            </a:bodyPr>
            <a:lstStyle/>
            <a:p>
              <a:pPr>
                <a:defRPr/>
              </a:pPr>
              <a:r>
                <a:rPr lang="en-US" altLang="en-US" sz="2400" b="1" i="1" dirty="0" err="1">
                  <a:solidFill>
                    <a:schemeClr val="accent2"/>
                  </a:solidFill>
                  <a:latin typeface="+mn-lt"/>
                </a:rPr>
                <a:t>v</a:t>
              </a:r>
              <a:r>
                <a:rPr lang="en-US" altLang="en-US" sz="2400" b="1" baseline="-25000" dirty="0" err="1">
                  <a:solidFill>
                    <a:schemeClr val="accent2"/>
                  </a:solidFill>
                  <a:latin typeface="+mn-lt"/>
                </a:rPr>
                <a:t>Af</a:t>
              </a:r>
              <a:endParaRPr lang="en-US" altLang="en-US" sz="2400" b="1" i="1" dirty="0">
                <a:solidFill>
                  <a:schemeClr val="accent2"/>
                </a:solidFill>
                <a:latin typeface="+mn-lt"/>
              </a:endParaRPr>
            </a:p>
          </p:txBody>
        </p:sp>
      </p:grpSp>
      <p:grpSp>
        <p:nvGrpSpPr>
          <p:cNvPr id="14" name="Group 44"/>
          <p:cNvGrpSpPr>
            <a:grpSpLocks/>
          </p:cNvGrpSpPr>
          <p:nvPr/>
        </p:nvGrpSpPr>
        <p:grpSpPr bwMode="auto">
          <a:xfrm>
            <a:off x="2195513" y="2967038"/>
            <a:ext cx="788987" cy="520700"/>
            <a:chOff x="3801" y="3725"/>
            <a:chExt cx="497" cy="328"/>
          </a:xfrm>
        </p:grpSpPr>
        <p:sp>
          <p:nvSpPr>
            <p:cNvPr id="15442" name="Line 45"/>
            <p:cNvSpPr>
              <a:spLocks noChangeShapeType="1"/>
            </p:cNvSpPr>
            <p:nvPr/>
          </p:nvSpPr>
          <p:spPr bwMode="auto">
            <a:xfrm>
              <a:off x="3801" y="4053"/>
              <a:ext cx="326" cy="0"/>
            </a:xfrm>
            <a:prstGeom prst="line">
              <a:avLst/>
            </a:prstGeom>
            <a:noFill/>
            <a:ln w="38100">
              <a:solidFill>
                <a:srgbClr val="FF3300"/>
              </a:solidFill>
              <a:round/>
              <a:headEnd type="arrow" w="med" len="med"/>
              <a:tailEnd/>
            </a:ln>
            <a:effectLst/>
          </p:spPr>
          <p:txBody>
            <a:bodyPr/>
            <a:lstStyle/>
            <a:p>
              <a:pPr>
                <a:defRPr/>
              </a:pPr>
              <a:endParaRPr lang="en-US" sz="2400">
                <a:latin typeface="+mn-lt"/>
              </a:endParaRPr>
            </a:p>
          </p:txBody>
        </p:sp>
        <p:sp>
          <p:nvSpPr>
            <p:cNvPr id="15443" name="Text Box 46"/>
            <p:cNvSpPr txBox="1">
              <a:spLocks noChangeArrowheads="1"/>
            </p:cNvSpPr>
            <p:nvPr/>
          </p:nvSpPr>
          <p:spPr bwMode="auto">
            <a:xfrm>
              <a:off x="3820" y="3725"/>
              <a:ext cx="478" cy="291"/>
            </a:xfrm>
            <a:prstGeom prst="rect">
              <a:avLst/>
            </a:prstGeom>
            <a:noFill/>
            <a:ln w="9525">
              <a:noFill/>
              <a:miter lim="800000"/>
              <a:headEnd/>
              <a:tailEnd/>
            </a:ln>
            <a:effectLst/>
          </p:spPr>
          <p:txBody>
            <a:bodyPr>
              <a:spAutoFit/>
            </a:bodyPr>
            <a:lstStyle/>
            <a:p>
              <a:pPr>
                <a:defRPr/>
              </a:pPr>
              <a:r>
                <a:rPr lang="en-US" altLang="en-US" sz="2400" b="1" i="1" dirty="0" err="1">
                  <a:solidFill>
                    <a:srgbClr val="FF3300"/>
                  </a:solidFill>
                  <a:latin typeface="+mn-lt"/>
                </a:rPr>
                <a:t>v</a:t>
              </a:r>
              <a:r>
                <a:rPr lang="en-US" altLang="en-US" sz="2400" b="1" baseline="-25000" dirty="0" err="1">
                  <a:solidFill>
                    <a:srgbClr val="FF3300"/>
                  </a:solidFill>
                  <a:latin typeface="+mn-lt"/>
                </a:rPr>
                <a:t>Bi</a:t>
              </a:r>
              <a:endParaRPr lang="en-US" altLang="en-US" sz="2400" b="1" i="1" dirty="0">
                <a:solidFill>
                  <a:srgbClr val="FF3300"/>
                </a:solidFill>
                <a:latin typeface="+mn-lt"/>
              </a:endParaRPr>
            </a:p>
          </p:txBody>
        </p:sp>
      </p:grpSp>
      <p:grpSp>
        <p:nvGrpSpPr>
          <p:cNvPr id="15" name="Group 47"/>
          <p:cNvGrpSpPr>
            <a:grpSpLocks/>
          </p:cNvGrpSpPr>
          <p:nvPr/>
        </p:nvGrpSpPr>
        <p:grpSpPr bwMode="auto">
          <a:xfrm>
            <a:off x="3216275" y="5970588"/>
            <a:ext cx="758825" cy="461962"/>
            <a:chOff x="3986" y="2665"/>
            <a:chExt cx="478" cy="291"/>
          </a:xfrm>
        </p:grpSpPr>
        <p:sp>
          <p:nvSpPr>
            <p:cNvPr id="15440" name="Line 48"/>
            <p:cNvSpPr>
              <a:spLocks noChangeShapeType="1"/>
            </p:cNvSpPr>
            <p:nvPr/>
          </p:nvSpPr>
          <p:spPr bwMode="auto">
            <a:xfrm>
              <a:off x="4061" y="2939"/>
              <a:ext cx="326" cy="0"/>
            </a:xfrm>
            <a:prstGeom prst="line">
              <a:avLst/>
            </a:prstGeom>
            <a:noFill/>
            <a:ln w="38100">
              <a:solidFill>
                <a:srgbClr val="FF3300"/>
              </a:solidFill>
              <a:round/>
              <a:headEnd/>
              <a:tailEnd type="arrow" w="med" len="med"/>
            </a:ln>
            <a:effectLst/>
          </p:spPr>
          <p:txBody>
            <a:bodyPr/>
            <a:lstStyle/>
            <a:p>
              <a:pPr>
                <a:defRPr/>
              </a:pPr>
              <a:endParaRPr lang="en-US" sz="2400">
                <a:latin typeface="+mn-lt"/>
              </a:endParaRPr>
            </a:p>
          </p:txBody>
        </p:sp>
        <p:sp>
          <p:nvSpPr>
            <p:cNvPr id="15441" name="Text Box 49"/>
            <p:cNvSpPr txBox="1">
              <a:spLocks noChangeArrowheads="1"/>
            </p:cNvSpPr>
            <p:nvPr/>
          </p:nvSpPr>
          <p:spPr bwMode="auto">
            <a:xfrm>
              <a:off x="3986" y="2665"/>
              <a:ext cx="478" cy="291"/>
            </a:xfrm>
            <a:prstGeom prst="rect">
              <a:avLst/>
            </a:prstGeom>
            <a:noFill/>
            <a:ln w="9525">
              <a:noFill/>
              <a:miter lim="800000"/>
              <a:headEnd/>
              <a:tailEnd/>
            </a:ln>
            <a:effectLst/>
          </p:spPr>
          <p:txBody>
            <a:bodyPr>
              <a:spAutoFit/>
            </a:bodyPr>
            <a:lstStyle/>
            <a:p>
              <a:pPr>
                <a:defRPr/>
              </a:pPr>
              <a:r>
                <a:rPr lang="en-US" altLang="en-US" sz="2400" b="1" i="1" dirty="0" err="1">
                  <a:solidFill>
                    <a:srgbClr val="FF3300"/>
                  </a:solidFill>
                  <a:latin typeface="+mn-lt"/>
                </a:rPr>
                <a:t>v</a:t>
              </a:r>
              <a:r>
                <a:rPr lang="en-US" altLang="en-US" sz="2400" b="1" baseline="-25000" dirty="0" err="1">
                  <a:solidFill>
                    <a:srgbClr val="FF3300"/>
                  </a:solidFill>
                  <a:latin typeface="+mn-lt"/>
                </a:rPr>
                <a:t>Bf</a:t>
              </a:r>
              <a:endParaRPr lang="en-US" altLang="en-US" sz="2400" b="1" i="1" dirty="0">
                <a:solidFill>
                  <a:srgbClr val="FF3300"/>
                </a:solidFill>
                <a:latin typeface="+mn-lt"/>
              </a:endParaRPr>
            </a:p>
          </p:txBody>
        </p:sp>
      </p:grpSp>
      <p:sp>
        <p:nvSpPr>
          <p:cNvPr id="126002" name="Line 50"/>
          <p:cNvSpPr>
            <a:spLocks noChangeShapeType="1"/>
          </p:cNvSpPr>
          <p:nvPr/>
        </p:nvSpPr>
        <p:spPr bwMode="auto">
          <a:xfrm>
            <a:off x="2211388" y="4079875"/>
            <a:ext cx="381000" cy="0"/>
          </a:xfrm>
          <a:prstGeom prst="line">
            <a:avLst/>
          </a:prstGeom>
          <a:noFill/>
          <a:ln w="57150">
            <a:solidFill>
              <a:srgbClr val="FF3300"/>
            </a:solidFill>
            <a:round/>
            <a:headEnd/>
            <a:tailEnd type="triangle" w="med" len="med"/>
          </a:ln>
          <a:effectLst/>
        </p:spPr>
        <p:txBody>
          <a:bodyPr/>
          <a:lstStyle/>
          <a:p>
            <a:pPr>
              <a:defRPr/>
            </a:pPr>
            <a:endParaRPr lang="en-US" sz="2400">
              <a:latin typeface="+mn-lt"/>
            </a:endParaRPr>
          </a:p>
        </p:txBody>
      </p:sp>
      <p:sp>
        <p:nvSpPr>
          <p:cNvPr id="126003" name="Line 51"/>
          <p:cNvSpPr>
            <a:spLocks noChangeShapeType="1"/>
          </p:cNvSpPr>
          <p:nvPr/>
        </p:nvSpPr>
        <p:spPr bwMode="auto">
          <a:xfrm>
            <a:off x="1814513" y="4079875"/>
            <a:ext cx="381000" cy="0"/>
          </a:xfrm>
          <a:prstGeom prst="line">
            <a:avLst/>
          </a:prstGeom>
          <a:noFill/>
          <a:ln w="57150">
            <a:solidFill>
              <a:schemeClr val="accent2"/>
            </a:solidFill>
            <a:round/>
            <a:headEnd type="triangle" w="med" len="med"/>
            <a:tailEnd/>
          </a:ln>
          <a:effectLst/>
        </p:spPr>
        <p:txBody>
          <a:bodyPr/>
          <a:lstStyle/>
          <a:p>
            <a:pPr>
              <a:defRPr/>
            </a:pPr>
            <a:endParaRPr lang="en-US" sz="2400">
              <a:latin typeface="+mn-lt"/>
            </a:endParaRPr>
          </a:p>
        </p:txBody>
      </p:sp>
      <p:sp>
        <p:nvSpPr>
          <p:cNvPr id="126004" name="Line 52"/>
          <p:cNvSpPr>
            <a:spLocks noChangeShapeType="1"/>
          </p:cNvSpPr>
          <p:nvPr/>
        </p:nvSpPr>
        <p:spPr bwMode="auto">
          <a:xfrm>
            <a:off x="2208213" y="4749800"/>
            <a:ext cx="655637" cy="0"/>
          </a:xfrm>
          <a:prstGeom prst="line">
            <a:avLst/>
          </a:prstGeom>
          <a:noFill/>
          <a:ln w="57150">
            <a:solidFill>
              <a:srgbClr val="FF3300"/>
            </a:solidFill>
            <a:round/>
            <a:headEnd/>
            <a:tailEnd type="triangle" w="med" len="med"/>
          </a:ln>
          <a:effectLst/>
        </p:spPr>
        <p:txBody>
          <a:bodyPr/>
          <a:lstStyle/>
          <a:p>
            <a:pPr>
              <a:defRPr/>
            </a:pPr>
            <a:endParaRPr lang="en-US" sz="2400">
              <a:latin typeface="+mn-lt"/>
            </a:endParaRPr>
          </a:p>
        </p:txBody>
      </p:sp>
      <p:sp>
        <p:nvSpPr>
          <p:cNvPr id="126005" name="Line 53"/>
          <p:cNvSpPr>
            <a:spLocks noChangeShapeType="1"/>
          </p:cNvSpPr>
          <p:nvPr/>
        </p:nvSpPr>
        <p:spPr bwMode="auto">
          <a:xfrm>
            <a:off x="1536700" y="4749800"/>
            <a:ext cx="655638" cy="0"/>
          </a:xfrm>
          <a:prstGeom prst="line">
            <a:avLst/>
          </a:prstGeom>
          <a:noFill/>
          <a:ln w="57150">
            <a:solidFill>
              <a:schemeClr val="accent2"/>
            </a:solidFill>
            <a:round/>
            <a:headEnd type="triangle" w="med" len="med"/>
            <a:tailEnd/>
          </a:ln>
          <a:effectLst/>
        </p:spPr>
        <p:txBody>
          <a:bodyPr/>
          <a:lstStyle/>
          <a:p>
            <a:pPr>
              <a:defRPr/>
            </a:pPr>
            <a:endParaRPr lang="en-US" sz="2400">
              <a:latin typeface="+mn-lt"/>
            </a:endParaRPr>
          </a:p>
        </p:txBody>
      </p:sp>
      <p:sp>
        <p:nvSpPr>
          <p:cNvPr id="126006" name="Line 54"/>
          <p:cNvSpPr>
            <a:spLocks noChangeShapeType="1"/>
          </p:cNvSpPr>
          <p:nvPr/>
        </p:nvSpPr>
        <p:spPr bwMode="auto">
          <a:xfrm>
            <a:off x="2195513" y="5435600"/>
            <a:ext cx="381000" cy="0"/>
          </a:xfrm>
          <a:prstGeom prst="line">
            <a:avLst/>
          </a:prstGeom>
          <a:noFill/>
          <a:ln w="57150">
            <a:solidFill>
              <a:srgbClr val="FF3300"/>
            </a:solidFill>
            <a:round/>
            <a:headEnd/>
            <a:tailEnd type="triangle" w="med" len="med"/>
          </a:ln>
          <a:effectLst/>
        </p:spPr>
        <p:txBody>
          <a:bodyPr/>
          <a:lstStyle/>
          <a:p>
            <a:pPr>
              <a:defRPr/>
            </a:pPr>
            <a:endParaRPr lang="en-US" sz="2400">
              <a:latin typeface="+mn-lt"/>
            </a:endParaRPr>
          </a:p>
        </p:txBody>
      </p:sp>
      <p:sp>
        <p:nvSpPr>
          <p:cNvPr id="126007" name="Line 55"/>
          <p:cNvSpPr>
            <a:spLocks noChangeShapeType="1"/>
          </p:cNvSpPr>
          <p:nvPr/>
        </p:nvSpPr>
        <p:spPr bwMode="auto">
          <a:xfrm>
            <a:off x="1798638" y="5435600"/>
            <a:ext cx="381000" cy="0"/>
          </a:xfrm>
          <a:prstGeom prst="line">
            <a:avLst/>
          </a:prstGeom>
          <a:noFill/>
          <a:ln w="57150">
            <a:solidFill>
              <a:schemeClr val="accent2"/>
            </a:solidFill>
            <a:round/>
            <a:headEnd type="triangle" w="med" len="med"/>
            <a:tailEnd/>
          </a:ln>
          <a:effectLst/>
        </p:spPr>
        <p:txBody>
          <a:bodyPr/>
          <a:lstStyle/>
          <a:p>
            <a:pPr>
              <a:defRPr/>
            </a:pPr>
            <a:endParaRPr lang="en-US" sz="2400">
              <a:latin typeface="+mn-lt"/>
            </a:endParaRPr>
          </a:p>
        </p:txBody>
      </p:sp>
      <p:sp>
        <p:nvSpPr>
          <p:cNvPr id="126008" name="Rectangle 56"/>
          <p:cNvSpPr>
            <a:spLocks noChangeArrowheads="1"/>
          </p:cNvSpPr>
          <p:nvPr/>
        </p:nvSpPr>
        <p:spPr bwMode="auto">
          <a:xfrm>
            <a:off x="733425" y="3105150"/>
            <a:ext cx="2757488" cy="706438"/>
          </a:xfrm>
          <a:prstGeom prst="rect">
            <a:avLst/>
          </a:prstGeom>
          <a:noFill/>
          <a:ln w="31750">
            <a:solidFill>
              <a:srgbClr val="FF3300"/>
            </a:solidFill>
            <a:prstDash val="dash"/>
            <a:miter lim="800000"/>
            <a:headEnd/>
            <a:tailEnd/>
          </a:ln>
          <a:effectLst/>
        </p:spPr>
        <p:txBody>
          <a:bodyPr wrap="none" anchor="ctr"/>
          <a:lstStyle/>
          <a:p>
            <a:pPr>
              <a:defRPr/>
            </a:pPr>
            <a:endParaRPr lang="en-US" altLang="en-US" sz="2400">
              <a:latin typeface="+mn-lt"/>
            </a:endParaRPr>
          </a:p>
        </p:txBody>
      </p:sp>
      <p:sp>
        <p:nvSpPr>
          <p:cNvPr id="126009" name="Rectangle 57"/>
          <p:cNvSpPr>
            <a:spLocks noChangeArrowheads="1"/>
          </p:cNvSpPr>
          <p:nvPr/>
        </p:nvSpPr>
        <p:spPr bwMode="auto">
          <a:xfrm>
            <a:off x="398463" y="6126163"/>
            <a:ext cx="3549650" cy="579437"/>
          </a:xfrm>
          <a:prstGeom prst="rect">
            <a:avLst/>
          </a:prstGeom>
          <a:noFill/>
          <a:ln w="31750">
            <a:solidFill>
              <a:srgbClr val="FF3300"/>
            </a:solidFill>
            <a:prstDash val="dash"/>
            <a:miter lim="800000"/>
            <a:headEnd/>
            <a:tailEnd/>
          </a:ln>
          <a:effectLst/>
        </p:spPr>
        <p:txBody>
          <a:bodyPr wrap="none" anchor="ctr"/>
          <a:lstStyle/>
          <a:p>
            <a:pPr>
              <a:defRPr/>
            </a:pPr>
            <a:endParaRPr lang="en-US" altLang="en-US" sz="2400">
              <a:latin typeface="+mn-lt"/>
            </a:endParaRPr>
          </a:p>
        </p:txBody>
      </p:sp>
      <p:sp>
        <p:nvSpPr>
          <p:cNvPr id="126010" name="Rectangle 58"/>
          <p:cNvSpPr>
            <a:spLocks noChangeArrowheads="1"/>
          </p:cNvSpPr>
          <p:nvPr/>
        </p:nvSpPr>
        <p:spPr bwMode="auto">
          <a:xfrm>
            <a:off x="1111250" y="3983038"/>
            <a:ext cx="2195513" cy="2027237"/>
          </a:xfrm>
          <a:prstGeom prst="rect">
            <a:avLst/>
          </a:prstGeom>
          <a:noFill/>
          <a:ln w="31750">
            <a:solidFill>
              <a:srgbClr val="FF3300"/>
            </a:solidFill>
            <a:prstDash val="dash"/>
            <a:miter lim="800000"/>
            <a:headEnd/>
            <a:tailEnd/>
          </a:ln>
          <a:effectLst/>
        </p:spPr>
        <p:txBody>
          <a:bodyPr wrap="none" anchor="ctr"/>
          <a:lstStyle/>
          <a:p>
            <a:pPr>
              <a:defRPr/>
            </a:pPr>
            <a:endParaRPr lang="en-US" altLang="en-US" sz="2400">
              <a:latin typeface="+mn-lt"/>
            </a:endParaRPr>
          </a:p>
        </p:txBody>
      </p:sp>
      <p:sp>
        <p:nvSpPr>
          <p:cNvPr id="126011" name="Text Box 59"/>
          <p:cNvSpPr txBox="1">
            <a:spLocks noChangeArrowheads="1"/>
          </p:cNvSpPr>
          <p:nvPr/>
        </p:nvSpPr>
        <p:spPr bwMode="auto">
          <a:xfrm>
            <a:off x="3317875" y="3024188"/>
            <a:ext cx="1552575" cy="830262"/>
          </a:xfrm>
          <a:prstGeom prst="rect">
            <a:avLst/>
          </a:prstGeom>
          <a:noFill/>
          <a:ln w="9525">
            <a:noFill/>
            <a:miter lim="800000"/>
            <a:headEnd/>
            <a:tailEnd/>
          </a:ln>
          <a:effectLst/>
        </p:spPr>
        <p:txBody>
          <a:bodyPr>
            <a:spAutoFit/>
          </a:bodyPr>
          <a:lstStyle/>
          <a:p>
            <a:pPr algn="ctr">
              <a:defRPr/>
            </a:pPr>
            <a:r>
              <a:rPr lang="en-US" altLang="en-US" sz="2400" dirty="0">
                <a:solidFill>
                  <a:srgbClr val="009999"/>
                </a:solidFill>
                <a:latin typeface="+mn-lt"/>
              </a:rPr>
              <a:t>“Before” phase</a:t>
            </a:r>
          </a:p>
        </p:txBody>
      </p:sp>
      <p:sp>
        <p:nvSpPr>
          <p:cNvPr id="126012" name="Text Box 60"/>
          <p:cNvSpPr txBox="1">
            <a:spLocks noChangeArrowheads="1"/>
          </p:cNvSpPr>
          <p:nvPr/>
        </p:nvSpPr>
        <p:spPr bwMode="auto">
          <a:xfrm>
            <a:off x="3130550" y="4572000"/>
            <a:ext cx="1554163" cy="830263"/>
          </a:xfrm>
          <a:prstGeom prst="rect">
            <a:avLst/>
          </a:prstGeom>
          <a:noFill/>
          <a:ln w="9525">
            <a:noFill/>
            <a:miter lim="800000"/>
            <a:headEnd/>
            <a:tailEnd/>
          </a:ln>
          <a:effectLst/>
        </p:spPr>
        <p:txBody>
          <a:bodyPr>
            <a:spAutoFit/>
          </a:bodyPr>
          <a:lstStyle/>
          <a:p>
            <a:pPr algn="ctr">
              <a:defRPr/>
            </a:pPr>
            <a:r>
              <a:rPr lang="en-US" altLang="en-US" sz="2400" dirty="0">
                <a:solidFill>
                  <a:srgbClr val="009999"/>
                </a:solidFill>
                <a:latin typeface="+mn-lt"/>
              </a:rPr>
              <a:t>“During” phase</a:t>
            </a:r>
          </a:p>
        </p:txBody>
      </p:sp>
      <p:sp>
        <p:nvSpPr>
          <p:cNvPr id="126013" name="Text Box 61"/>
          <p:cNvSpPr txBox="1">
            <a:spLocks noChangeArrowheads="1"/>
          </p:cNvSpPr>
          <p:nvPr/>
        </p:nvSpPr>
        <p:spPr bwMode="auto">
          <a:xfrm>
            <a:off x="3752850" y="5995988"/>
            <a:ext cx="1371600" cy="831850"/>
          </a:xfrm>
          <a:prstGeom prst="rect">
            <a:avLst/>
          </a:prstGeom>
          <a:noFill/>
          <a:ln w="9525">
            <a:noFill/>
            <a:miter lim="800000"/>
            <a:headEnd/>
            <a:tailEnd/>
          </a:ln>
          <a:effectLst/>
        </p:spPr>
        <p:txBody>
          <a:bodyPr>
            <a:spAutoFit/>
          </a:bodyPr>
          <a:lstStyle/>
          <a:p>
            <a:pPr algn="ctr">
              <a:defRPr/>
            </a:pPr>
            <a:r>
              <a:rPr lang="en-US" altLang="en-US" sz="2400" dirty="0">
                <a:solidFill>
                  <a:srgbClr val="009999"/>
                </a:solidFill>
                <a:latin typeface="+mn-lt"/>
              </a:rPr>
              <a:t>“After” phase</a:t>
            </a:r>
          </a:p>
        </p:txBody>
      </p:sp>
      <p:grpSp>
        <p:nvGrpSpPr>
          <p:cNvPr id="16" name="Group 62"/>
          <p:cNvGrpSpPr>
            <a:grpSpLocks/>
          </p:cNvGrpSpPr>
          <p:nvPr/>
        </p:nvGrpSpPr>
        <p:grpSpPr bwMode="auto">
          <a:xfrm>
            <a:off x="5145088" y="4286250"/>
            <a:ext cx="3935412" cy="508000"/>
            <a:chOff x="163" y="3293"/>
            <a:chExt cx="1651" cy="320"/>
          </a:xfrm>
        </p:grpSpPr>
        <p:sp>
          <p:nvSpPr>
            <p:cNvPr id="15438" name="Line 63"/>
            <p:cNvSpPr>
              <a:spLocks noChangeShapeType="1"/>
            </p:cNvSpPr>
            <p:nvPr/>
          </p:nvSpPr>
          <p:spPr bwMode="auto">
            <a:xfrm>
              <a:off x="163" y="3293"/>
              <a:ext cx="1651" cy="0"/>
            </a:xfrm>
            <a:prstGeom prst="line">
              <a:avLst/>
            </a:prstGeom>
            <a:noFill/>
            <a:ln w="9525">
              <a:solidFill>
                <a:schemeClr val="bg1"/>
              </a:solidFill>
              <a:round/>
              <a:headEnd/>
              <a:tailEnd type="triangle" w="med" len="med"/>
            </a:ln>
            <a:effectLst/>
          </p:spPr>
          <p:txBody>
            <a:bodyPr/>
            <a:lstStyle/>
            <a:p>
              <a:pPr>
                <a:defRPr/>
              </a:pPr>
              <a:endParaRPr lang="en-US" sz="2400">
                <a:latin typeface="+mn-lt"/>
              </a:endParaRPr>
            </a:p>
          </p:txBody>
        </p:sp>
        <p:sp>
          <p:nvSpPr>
            <p:cNvPr id="15439" name="Text Box 64"/>
            <p:cNvSpPr txBox="1">
              <a:spLocks noChangeArrowheads="1"/>
            </p:cNvSpPr>
            <p:nvPr/>
          </p:nvSpPr>
          <p:spPr bwMode="auto">
            <a:xfrm>
              <a:off x="1681" y="3322"/>
              <a:ext cx="113" cy="291"/>
            </a:xfrm>
            <a:prstGeom prst="rect">
              <a:avLst/>
            </a:prstGeom>
            <a:noFill/>
            <a:ln w="9525">
              <a:noFill/>
              <a:miter lim="800000"/>
              <a:headEnd/>
              <a:tailEnd/>
            </a:ln>
            <a:effectLst/>
          </p:spPr>
          <p:txBody>
            <a:bodyPr wrap="none">
              <a:spAutoFit/>
            </a:bodyPr>
            <a:lstStyle/>
            <a:p>
              <a:pPr>
                <a:defRPr/>
              </a:pPr>
              <a:r>
                <a:rPr lang="en-US" altLang="en-US" sz="2400" i="1" dirty="0">
                  <a:solidFill>
                    <a:schemeClr val="bg1"/>
                  </a:solidFill>
                  <a:latin typeface="+mn-lt"/>
                </a:rPr>
                <a:t>t</a:t>
              </a:r>
            </a:p>
          </p:txBody>
        </p:sp>
      </p:grpSp>
      <p:grpSp>
        <p:nvGrpSpPr>
          <p:cNvPr id="17" name="Group 65"/>
          <p:cNvGrpSpPr>
            <a:grpSpLocks/>
          </p:cNvGrpSpPr>
          <p:nvPr/>
        </p:nvGrpSpPr>
        <p:grpSpPr bwMode="auto">
          <a:xfrm>
            <a:off x="5141913" y="3124200"/>
            <a:ext cx="371475" cy="1812925"/>
            <a:chOff x="259" y="2687"/>
            <a:chExt cx="234" cy="1163"/>
          </a:xfrm>
        </p:grpSpPr>
        <p:sp>
          <p:nvSpPr>
            <p:cNvPr id="15436" name="Line 66"/>
            <p:cNvSpPr>
              <a:spLocks noChangeShapeType="1"/>
            </p:cNvSpPr>
            <p:nvPr/>
          </p:nvSpPr>
          <p:spPr bwMode="auto">
            <a:xfrm flipV="1">
              <a:off x="259" y="2746"/>
              <a:ext cx="0" cy="1104"/>
            </a:xfrm>
            <a:prstGeom prst="line">
              <a:avLst/>
            </a:prstGeom>
            <a:noFill/>
            <a:ln w="9525">
              <a:solidFill>
                <a:schemeClr val="bg1"/>
              </a:solidFill>
              <a:round/>
              <a:headEnd/>
              <a:tailEnd type="triangle" w="med" len="med"/>
            </a:ln>
            <a:effectLst/>
          </p:spPr>
          <p:txBody>
            <a:bodyPr/>
            <a:lstStyle/>
            <a:p>
              <a:pPr>
                <a:defRPr/>
              </a:pPr>
              <a:endParaRPr lang="en-US" sz="2400">
                <a:latin typeface="+mn-lt"/>
              </a:endParaRPr>
            </a:p>
          </p:txBody>
        </p:sp>
        <p:sp>
          <p:nvSpPr>
            <p:cNvPr id="15437" name="Text Box 67"/>
            <p:cNvSpPr txBox="1">
              <a:spLocks noChangeArrowheads="1"/>
            </p:cNvSpPr>
            <p:nvPr/>
          </p:nvSpPr>
          <p:spPr bwMode="auto">
            <a:xfrm>
              <a:off x="259" y="2687"/>
              <a:ext cx="234" cy="296"/>
            </a:xfrm>
            <a:prstGeom prst="rect">
              <a:avLst/>
            </a:prstGeom>
            <a:noFill/>
            <a:ln w="9525">
              <a:noFill/>
              <a:miter lim="800000"/>
              <a:headEnd/>
              <a:tailEnd/>
            </a:ln>
            <a:effectLst/>
          </p:spPr>
          <p:txBody>
            <a:bodyPr wrap="none">
              <a:spAutoFit/>
            </a:bodyPr>
            <a:lstStyle/>
            <a:p>
              <a:pPr>
                <a:defRPr/>
              </a:pPr>
              <a:r>
                <a:rPr lang="en-US" altLang="en-US" sz="2400" i="1" dirty="0">
                  <a:solidFill>
                    <a:schemeClr val="bg1"/>
                  </a:solidFill>
                  <a:latin typeface="+mn-lt"/>
                </a:rPr>
                <a:t>F</a:t>
              </a:r>
            </a:p>
          </p:txBody>
        </p:sp>
      </p:grpSp>
      <p:sp>
        <p:nvSpPr>
          <p:cNvPr id="126020" name="Line 68"/>
          <p:cNvSpPr>
            <a:spLocks noChangeShapeType="1"/>
          </p:cNvSpPr>
          <p:nvPr/>
        </p:nvSpPr>
        <p:spPr bwMode="auto">
          <a:xfrm>
            <a:off x="6146800" y="3292475"/>
            <a:ext cx="0" cy="1589088"/>
          </a:xfrm>
          <a:prstGeom prst="line">
            <a:avLst/>
          </a:prstGeom>
          <a:noFill/>
          <a:ln w="15875">
            <a:solidFill>
              <a:schemeClr val="bg1"/>
            </a:solidFill>
            <a:prstDash val="dash"/>
            <a:round/>
            <a:headEnd/>
            <a:tailEnd/>
          </a:ln>
          <a:effectLst/>
        </p:spPr>
        <p:txBody>
          <a:bodyPr/>
          <a:lstStyle/>
          <a:p>
            <a:pPr>
              <a:defRPr/>
            </a:pPr>
            <a:endParaRPr lang="en-US" sz="2400">
              <a:latin typeface="+mn-lt"/>
            </a:endParaRPr>
          </a:p>
        </p:txBody>
      </p:sp>
      <p:sp>
        <p:nvSpPr>
          <p:cNvPr id="126021" name="Line 69"/>
          <p:cNvSpPr>
            <a:spLocks noChangeShapeType="1"/>
          </p:cNvSpPr>
          <p:nvPr/>
        </p:nvSpPr>
        <p:spPr bwMode="auto">
          <a:xfrm flipH="1">
            <a:off x="7778750" y="3292475"/>
            <a:ext cx="0" cy="1603375"/>
          </a:xfrm>
          <a:prstGeom prst="line">
            <a:avLst/>
          </a:prstGeom>
          <a:noFill/>
          <a:ln w="15875">
            <a:solidFill>
              <a:schemeClr val="bg1"/>
            </a:solidFill>
            <a:prstDash val="dash"/>
            <a:round/>
            <a:headEnd/>
            <a:tailEnd/>
          </a:ln>
          <a:effectLst/>
        </p:spPr>
        <p:txBody>
          <a:bodyPr/>
          <a:lstStyle/>
          <a:p>
            <a:pPr>
              <a:defRPr/>
            </a:pPr>
            <a:endParaRPr lang="en-US" sz="2400">
              <a:latin typeface="+mn-lt"/>
            </a:endParaRPr>
          </a:p>
        </p:txBody>
      </p:sp>
      <p:sp>
        <p:nvSpPr>
          <p:cNvPr id="126022" name="Oval 70"/>
          <p:cNvSpPr>
            <a:spLocks noChangeArrowheads="1"/>
          </p:cNvSpPr>
          <p:nvPr/>
        </p:nvSpPr>
        <p:spPr bwMode="auto">
          <a:xfrm>
            <a:off x="5281613" y="4210050"/>
            <a:ext cx="88900" cy="88900"/>
          </a:xfrm>
          <a:prstGeom prst="ellipse">
            <a:avLst/>
          </a:prstGeom>
          <a:solidFill>
            <a:srgbClr val="FF3300"/>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23" name="Oval 71"/>
          <p:cNvSpPr>
            <a:spLocks noChangeArrowheads="1"/>
          </p:cNvSpPr>
          <p:nvPr/>
        </p:nvSpPr>
        <p:spPr bwMode="auto">
          <a:xfrm>
            <a:off x="5283200" y="4287838"/>
            <a:ext cx="88900" cy="88900"/>
          </a:xfrm>
          <a:prstGeom prst="ellipse">
            <a:avLst/>
          </a:prstGeom>
          <a:solidFill>
            <a:schemeClr val="accent2"/>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24" name="Oval 72"/>
          <p:cNvSpPr>
            <a:spLocks noChangeArrowheads="1"/>
          </p:cNvSpPr>
          <p:nvPr/>
        </p:nvSpPr>
        <p:spPr bwMode="auto">
          <a:xfrm>
            <a:off x="5546725" y="4203700"/>
            <a:ext cx="88900" cy="88900"/>
          </a:xfrm>
          <a:prstGeom prst="ellipse">
            <a:avLst/>
          </a:prstGeom>
          <a:solidFill>
            <a:srgbClr val="FF3300"/>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25" name="Oval 73"/>
          <p:cNvSpPr>
            <a:spLocks noChangeArrowheads="1"/>
          </p:cNvSpPr>
          <p:nvPr/>
        </p:nvSpPr>
        <p:spPr bwMode="auto">
          <a:xfrm>
            <a:off x="5548313" y="4281488"/>
            <a:ext cx="88900" cy="88900"/>
          </a:xfrm>
          <a:prstGeom prst="ellipse">
            <a:avLst/>
          </a:prstGeom>
          <a:solidFill>
            <a:schemeClr val="accent2"/>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26" name="Oval 74"/>
          <p:cNvSpPr>
            <a:spLocks noChangeArrowheads="1"/>
          </p:cNvSpPr>
          <p:nvPr/>
        </p:nvSpPr>
        <p:spPr bwMode="auto">
          <a:xfrm>
            <a:off x="5811838" y="4213225"/>
            <a:ext cx="88900" cy="88900"/>
          </a:xfrm>
          <a:prstGeom prst="ellipse">
            <a:avLst/>
          </a:prstGeom>
          <a:solidFill>
            <a:srgbClr val="FF3300"/>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27" name="Oval 75"/>
          <p:cNvSpPr>
            <a:spLocks noChangeArrowheads="1"/>
          </p:cNvSpPr>
          <p:nvPr/>
        </p:nvSpPr>
        <p:spPr bwMode="auto">
          <a:xfrm>
            <a:off x="5813425" y="4291013"/>
            <a:ext cx="88900" cy="88900"/>
          </a:xfrm>
          <a:prstGeom prst="ellipse">
            <a:avLst/>
          </a:prstGeom>
          <a:solidFill>
            <a:schemeClr val="accent2"/>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28" name="Oval 76"/>
          <p:cNvSpPr>
            <a:spLocks noChangeArrowheads="1"/>
          </p:cNvSpPr>
          <p:nvPr/>
        </p:nvSpPr>
        <p:spPr bwMode="auto">
          <a:xfrm>
            <a:off x="6103938" y="4222750"/>
            <a:ext cx="88900" cy="88900"/>
          </a:xfrm>
          <a:prstGeom prst="ellipse">
            <a:avLst/>
          </a:prstGeom>
          <a:solidFill>
            <a:srgbClr val="FF3300"/>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29" name="Oval 77"/>
          <p:cNvSpPr>
            <a:spLocks noChangeArrowheads="1"/>
          </p:cNvSpPr>
          <p:nvPr/>
        </p:nvSpPr>
        <p:spPr bwMode="auto">
          <a:xfrm>
            <a:off x="6105525" y="4300538"/>
            <a:ext cx="88900" cy="88900"/>
          </a:xfrm>
          <a:prstGeom prst="ellipse">
            <a:avLst/>
          </a:prstGeom>
          <a:solidFill>
            <a:schemeClr val="accent2"/>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30" name="Text Box 78"/>
          <p:cNvSpPr txBox="1">
            <a:spLocks noChangeArrowheads="1"/>
          </p:cNvSpPr>
          <p:nvPr/>
        </p:nvSpPr>
        <p:spPr bwMode="auto">
          <a:xfrm>
            <a:off x="5097463" y="3602038"/>
            <a:ext cx="1090612" cy="461962"/>
          </a:xfrm>
          <a:prstGeom prst="rect">
            <a:avLst/>
          </a:prstGeom>
          <a:noFill/>
          <a:ln w="9525">
            <a:noFill/>
            <a:miter lim="800000"/>
            <a:headEnd/>
            <a:tailEnd/>
          </a:ln>
          <a:effectLst/>
        </p:spPr>
        <p:txBody>
          <a:bodyPr wrap="none">
            <a:spAutoFit/>
          </a:bodyPr>
          <a:lstStyle/>
          <a:p>
            <a:pPr>
              <a:defRPr/>
            </a:pPr>
            <a:r>
              <a:rPr lang="en-US" altLang="en-US" sz="2400" dirty="0">
                <a:solidFill>
                  <a:srgbClr val="009999"/>
                </a:solidFill>
                <a:latin typeface="+mn-lt"/>
              </a:rPr>
              <a:t>Before</a:t>
            </a:r>
          </a:p>
        </p:txBody>
      </p:sp>
      <p:sp>
        <p:nvSpPr>
          <p:cNvPr id="126031" name="Oval 79"/>
          <p:cNvSpPr>
            <a:spLocks noChangeArrowheads="1"/>
          </p:cNvSpPr>
          <p:nvPr/>
        </p:nvSpPr>
        <p:spPr bwMode="auto">
          <a:xfrm>
            <a:off x="6397625" y="4114800"/>
            <a:ext cx="88900" cy="88900"/>
          </a:xfrm>
          <a:prstGeom prst="ellipse">
            <a:avLst/>
          </a:prstGeom>
          <a:solidFill>
            <a:srgbClr val="FF3300"/>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32" name="Oval 80"/>
          <p:cNvSpPr>
            <a:spLocks noChangeArrowheads="1"/>
          </p:cNvSpPr>
          <p:nvPr/>
        </p:nvSpPr>
        <p:spPr bwMode="auto">
          <a:xfrm>
            <a:off x="6399213" y="4397375"/>
            <a:ext cx="88900" cy="88900"/>
          </a:xfrm>
          <a:prstGeom prst="ellipse">
            <a:avLst/>
          </a:prstGeom>
          <a:solidFill>
            <a:schemeClr val="accent2"/>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33" name="Oval 81"/>
          <p:cNvSpPr>
            <a:spLocks noChangeArrowheads="1"/>
          </p:cNvSpPr>
          <p:nvPr/>
        </p:nvSpPr>
        <p:spPr bwMode="auto">
          <a:xfrm>
            <a:off x="6634163" y="3967163"/>
            <a:ext cx="88900" cy="88900"/>
          </a:xfrm>
          <a:prstGeom prst="ellipse">
            <a:avLst/>
          </a:prstGeom>
          <a:solidFill>
            <a:srgbClr val="FF3300"/>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34" name="Oval 82"/>
          <p:cNvSpPr>
            <a:spLocks noChangeArrowheads="1"/>
          </p:cNvSpPr>
          <p:nvPr/>
        </p:nvSpPr>
        <p:spPr bwMode="auto">
          <a:xfrm>
            <a:off x="6635750" y="4575175"/>
            <a:ext cx="88900" cy="88900"/>
          </a:xfrm>
          <a:prstGeom prst="ellipse">
            <a:avLst/>
          </a:prstGeom>
          <a:solidFill>
            <a:schemeClr val="accent2"/>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35" name="Oval 83"/>
          <p:cNvSpPr>
            <a:spLocks noChangeArrowheads="1"/>
          </p:cNvSpPr>
          <p:nvPr/>
        </p:nvSpPr>
        <p:spPr bwMode="auto">
          <a:xfrm>
            <a:off x="6913563" y="3727450"/>
            <a:ext cx="88900" cy="88900"/>
          </a:xfrm>
          <a:prstGeom prst="ellipse">
            <a:avLst/>
          </a:prstGeom>
          <a:solidFill>
            <a:srgbClr val="FF3300"/>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36" name="Oval 84"/>
          <p:cNvSpPr>
            <a:spLocks noChangeArrowheads="1"/>
          </p:cNvSpPr>
          <p:nvPr/>
        </p:nvSpPr>
        <p:spPr bwMode="auto">
          <a:xfrm>
            <a:off x="6915150" y="4814888"/>
            <a:ext cx="88900" cy="88900"/>
          </a:xfrm>
          <a:prstGeom prst="ellipse">
            <a:avLst/>
          </a:prstGeom>
          <a:solidFill>
            <a:schemeClr val="accent2"/>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37" name="Oval 85"/>
          <p:cNvSpPr>
            <a:spLocks noChangeArrowheads="1"/>
          </p:cNvSpPr>
          <p:nvPr/>
        </p:nvSpPr>
        <p:spPr bwMode="auto">
          <a:xfrm>
            <a:off x="7235825" y="3978275"/>
            <a:ext cx="88900" cy="88900"/>
          </a:xfrm>
          <a:prstGeom prst="ellipse">
            <a:avLst/>
          </a:prstGeom>
          <a:solidFill>
            <a:srgbClr val="FF3300"/>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38" name="Oval 86"/>
          <p:cNvSpPr>
            <a:spLocks noChangeArrowheads="1"/>
          </p:cNvSpPr>
          <p:nvPr/>
        </p:nvSpPr>
        <p:spPr bwMode="auto">
          <a:xfrm>
            <a:off x="7237413" y="4530725"/>
            <a:ext cx="88900" cy="88900"/>
          </a:xfrm>
          <a:prstGeom prst="ellipse">
            <a:avLst/>
          </a:prstGeom>
          <a:solidFill>
            <a:schemeClr val="accent2"/>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39" name="Oval 87"/>
          <p:cNvSpPr>
            <a:spLocks noChangeArrowheads="1"/>
          </p:cNvSpPr>
          <p:nvPr/>
        </p:nvSpPr>
        <p:spPr bwMode="auto">
          <a:xfrm>
            <a:off x="7510463" y="4129088"/>
            <a:ext cx="88900" cy="88900"/>
          </a:xfrm>
          <a:prstGeom prst="ellipse">
            <a:avLst/>
          </a:prstGeom>
          <a:solidFill>
            <a:srgbClr val="FF3300"/>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40" name="Oval 88"/>
          <p:cNvSpPr>
            <a:spLocks noChangeArrowheads="1"/>
          </p:cNvSpPr>
          <p:nvPr/>
        </p:nvSpPr>
        <p:spPr bwMode="auto">
          <a:xfrm>
            <a:off x="7512050" y="4368800"/>
            <a:ext cx="88900" cy="88900"/>
          </a:xfrm>
          <a:prstGeom prst="ellipse">
            <a:avLst/>
          </a:prstGeom>
          <a:solidFill>
            <a:schemeClr val="accent2"/>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41" name="Oval 89"/>
          <p:cNvSpPr>
            <a:spLocks noChangeArrowheads="1"/>
          </p:cNvSpPr>
          <p:nvPr/>
        </p:nvSpPr>
        <p:spPr bwMode="auto">
          <a:xfrm>
            <a:off x="7761288" y="4210050"/>
            <a:ext cx="88900" cy="88900"/>
          </a:xfrm>
          <a:prstGeom prst="ellipse">
            <a:avLst/>
          </a:prstGeom>
          <a:solidFill>
            <a:srgbClr val="FF3300"/>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42" name="Oval 90"/>
          <p:cNvSpPr>
            <a:spLocks noChangeArrowheads="1"/>
          </p:cNvSpPr>
          <p:nvPr/>
        </p:nvSpPr>
        <p:spPr bwMode="auto">
          <a:xfrm>
            <a:off x="7762875" y="4287838"/>
            <a:ext cx="88900" cy="88900"/>
          </a:xfrm>
          <a:prstGeom prst="ellipse">
            <a:avLst/>
          </a:prstGeom>
          <a:solidFill>
            <a:schemeClr val="accent2"/>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43" name="Oval 91"/>
          <p:cNvSpPr>
            <a:spLocks noChangeArrowheads="1"/>
          </p:cNvSpPr>
          <p:nvPr/>
        </p:nvSpPr>
        <p:spPr bwMode="auto">
          <a:xfrm>
            <a:off x="8026400" y="4210050"/>
            <a:ext cx="88900" cy="88900"/>
          </a:xfrm>
          <a:prstGeom prst="ellipse">
            <a:avLst/>
          </a:prstGeom>
          <a:solidFill>
            <a:srgbClr val="FF3300"/>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44" name="Oval 92"/>
          <p:cNvSpPr>
            <a:spLocks noChangeArrowheads="1"/>
          </p:cNvSpPr>
          <p:nvPr/>
        </p:nvSpPr>
        <p:spPr bwMode="auto">
          <a:xfrm>
            <a:off x="8027988" y="4287838"/>
            <a:ext cx="88900" cy="88900"/>
          </a:xfrm>
          <a:prstGeom prst="ellipse">
            <a:avLst/>
          </a:prstGeom>
          <a:solidFill>
            <a:schemeClr val="accent2"/>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45" name="Oval 93"/>
          <p:cNvSpPr>
            <a:spLocks noChangeArrowheads="1"/>
          </p:cNvSpPr>
          <p:nvPr/>
        </p:nvSpPr>
        <p:spPr bwMode="auto">
          <a:xfrm>
            <a:off x="8320088" y="4210050"/>
            <a:ext cx="88900" cy="88900"/>
          </a:xfrm>
          <a:prstGeom prst="ellipse">
            <a:avLst/>
          </a:prstGeom>
          <a:solidFill>
            <a:srgbClr val="FF3300"/>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46" name="Oval 94"/>
          <p:cNvSpPr>
            <a:spLocks noChangeArrowheads="1"/>
          </p:cNvSpPr>
          <p:nvPr/>
        </p:nvSpPr>
        <p:spPr bwMode="auto">
          <a:xfrm>
            <a:off x="8321675" y="4287838"/>
            <a:ext cx="88900" cy="88900"/>
          </a:xfrm>
          <a:prstGeom prst="ellipse">
            <a:avLst/>
          </a:prstGeom>
          <a:solidFill>
            <a:schemeClr val="accent2"/>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47" name="Oval 95"/>
          <p:cNvSpPr>
            <a:spLocks noChangeArrowheads="1"/>
          </p:cNvSpPr>
          <p:nvPr/>
        </p:nvSpPr>
        <p:spPr bwMode="auto">
          <a:xfrm>
            <a:off x="8613775" y="4210050"/>
            <a:ext cx="88900" cy="88900"/>
          </a:xfrm>
          <a:prstGeom prst="ellipse">
            <a:avLst/>
          </a:prstGeom>
          <a:solidFill>
            <a:srgbClr val="FF3300"/>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48" name="Oval 96"/>
          <p:cNvSpPr>
            <a:spLocks noChangeArrowheads="1"/>
          </p:cNvSpPr>
          <p:nvPr/>
        </p:nvSpPr>
        <p:spPr bwMode="auto">
          <a:xfrm>
            <a:off x="8615363" y="4287838"/>
            <a:ext cx="88900" cy="88900"/>
          </a:xfrm>
          <a:prstGeom prst="ellipse">
            <a:avLst/>
          </a:prstGeom>
          <a:solidFill>
            <a:schemeClr val="accent2"/>
          </a:solidFill>
          <a:ln w="9525">
            <a:solidFill>
              <a:schemeClr val="tx1"/>
            </a:solidFill>
            <a:round/>
            <a:headEnd/>
            <a:tailEnd/>
          </a:ln>
          <a:effectLst/>
        </p:spPr>
        <p:txBody>
          <a:bodyPr wrap="none" anchor="ctr"/>
          <a:lstStyle/>
          <a:p>
            <a:pPr>
              <a:defRPr/>
            </a:pPr>
            <a:endParaRPr lang="en-US" altLang="en-US" sz="2400">
              <a:latin typeface="+mn-lt"/>
            </a:endParaRPr>
          </a:p>
        </p:txBody>
      </p:sp>
      <p:sp>
        <p:nvSpPr>
          <p:cNvPr id="126049" name="Text Box 97"/>
          <p:cNvSpPr txBox="1">
            <a:spLocks noChangeArrowheads="1"/>
          </p:cNvSpPr>
          <p:nvPr/>
        </p:nvSpPr>
        <p:spPr bwMode="auto">
          <a:xfrm>
            <a:off x="6467475" y="3352800"/>
            <a:ext cx="1092200" cy="461963"/>
          </a:xfrm>
          <a:prstGeom prst="rect">
            <a:avLst/>
          </a:prstGeom>
          <a:noFill/>
          <a:ln w="9525">
            <a:noFill/>
            <a:miter lim="800000"/>
            <a:headEnd/>
            <a:tailEnd/>
          </a:ln>
          <a:effectLst/>
        </p:spPr>
        <p:txBody>
          <a:bodyPr wrap="none">
            <a:spAutoFit/>
          </a:bodyPr>
          <a:lstStyle/>
          <a:p>
            <a:pPr>
              <a:defRPr/>
            </a:pPr>
            <a:r>
              <a:rPr lang="en-US" altLang="en-US" sz="2400" dirty="0">
                <a:solidFill>
                  <a:srgbClr val="009999"/>
                </a:solidFill>
                <a:latin typeface="+mn-lt"/>
              </a:rPr>
              <a:t>During</a:t>
            </a:r>
          </a:p>
        </p:txBody>
      </p:sp>
      <p:sp>
        <p:nvSpPr>
          <p:cNvPr id="126050" name="Text Box 98"/>
          <p:cNvSpPr txBox="1">
            <a:spLocks noChangeArrowheads="1"/>
          </p:cNvSpPr>
          <p:nvPr/>
        </p:nvSpPr>
        <p:spPr bwMode="auto">
          <a:xfrm>
            <a:off x="7983538" y="3613150"/>
            <a:ext cx="833437" cy="461963"/>
          </a:xfrm>
          <a:prstGeom prst="rect">
            <a:avLst/>
          </a:prstGeom>
          <a:noFill/>
          <a:ln w="9525">
            <a:noFill/>
            <a:miter lim="800000"/>
            <a:headEnd/>
            <a:tailEnd/>
          </a:ln>
          <a:effectLst/>
        </p:spPr>
        <p:txBody>
          <a:bodyPr wrap="none">
            <a:spAutoFit/>
          </a:bodyPr>
          <a:lstStyle/>
          <a:p>
            <a:pPr>
              <a:defRPr/>
            </a:pPr>
            <a:r>
              <a:rPr lang="en-US" altLang="en-US" sz="2400" dirty="0">
                <a:solidFill>
                  <a:srgbClr val="009999"/>
                </a:solidFill>
                <a:latin typeface="+mn-lt"/>
              </a:rPr>
              <a:t>After</a:t>
            </a:r>
          </a:p>
        </p:txBody>
      </p:sp>
      <p:sp>
        <p:nvSpPr>
          <p:cNvPr id="126051" name="Freeform 99"/>
          <p:cNvSpPr>
            <a:spLocks/>
          </p:cNvSpPr>
          <p:nvPr/>
        </p:nvSpPr>
        <p:spPr bwMode="auto">
          <a:xfrm>
            <a:off x="5313363" y="3756025"/>
            <a:ext cx="3398837" cy="552450"/>
          </a:xfrm>
          <a:custGeom>
            <a:avLst/>
            <a:gdLst>
              <a:gd name="T0" fmla="*/ 0 w 1194"/>
              <a:gd name="T1" fmla="*/ 1197075777 h 493"/>
              <a:gd name="T2" fmla="*/ 272176875 w 1194"/>
              <a:gd name="T3" fmla="*/ 1197075777 h 493"/>
              <a:gd name="T4" fmla="*/ 504031250 w 1194"/>
              <a:gd name="T5" fmla="*/ 1197075777 h 493"/>
              <a:gd name="T6" fmla="*/ 756046875 w 1194"/>
              <a:gd name="T7" fmla="*/ 1197075777 h 493"/>
              <a:gd name="T8" fmla="*/ 1010583450 w 1194"/>
              <a:gd name="T9" fmla="*/ 924898728 h 493"/>
              <a:gd name="T10" fmla="*/ 1239916875 w 1194"/>
              <a:gd name="T11" fmla="*/ 524192835 h 493"/>
              <a:gd name="T12" fmla="*/ 1471771250 w 1194"/>
              <a:gd name="T13" fmla="*/ 0 h 493"/>
              <a:gd name="T14" fmla="*/ 1703625625 w 1194"/>
              <a:gd name="T15" fmla="*/ 524192835 h 493"/>
              <a:gd name="T16" fmla="*/ 1998484700 w 1194"/>
              <a:gd name="T17" fmla="*/ 945059991 h 493"/>
              <a:gd name="T18" fmla="*/ 2147483647 w 1194"/>
              <a:gd name="T19" fmla="*/ 1176914514 h 493"/>
              <a:gd name="T20" fmla="*/ 2147483647 w 1194"/>
              <a:gd name="T21" fmla="*/ 1176914514 h 493"/>
              <a:gd name="T22" fmla="*/ 2147483647 w 1194"/>
              <a:gd name="T23" fmla="*/ 1176914514 h 493"/>
              <a:gd name="T24" fmla="*/ 2147483647 w 1194"/>
              <a:gd name="T25" fmla="*/ 1197075777 h 4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94" h="493">
                <a:moveTo>
                  <a:pt x="0" y="475"/>
                </a:moveTo>
                <a:cubicBezTo>
                  <a:pt x="37" y="475"/>
                  <a:pt x="75" y="475"/>
                  <a:pt x="108" y="475"/>
                </a:cubicBezTo>
                <a:cubicBezTo>
                  <a:pt x="141" y="475"/>
                  <a:pt x="168" y="475"/>
                  <a:pt x="200" y="475"/>
                </a:cubicBezTo>
                <a:cubicBezTo>
                  <a:pt x="232" y="475"/>
                  <a:pt x="267" y="493"/>
                  <a:pt x="300" y="475"/>
                </a:cubicBezTo>
                <a:cubicBezTo>
                  <a:pt x="333" y="457"/>
                  <a:pt x="369" y="411"/>
                  <a:pt x="401" y="367"/>
                </a:cubicBezTo>
                <a:cubicBezTo>
                  <a:pt x="433" y="323"/>
                  <a:pt x="462" y="269"/>
                  <a:pt x="492" y="208"/>
                </a:cubicBezTo>
                <a:cubicBezTo>
                  <a:pt x="522" y="147"/>
                  <a:pt x="553" y="0"/>
                  <a:pt x="584" y="0"/>
                </a:cubicBezTo>
                <a:cubicBezTo>
                  <a:pt x="615" y="0"/>
                  <a:pt x="641" y="146"/>
                  <a:pt x="676" y="208"/>
                </a:cubicBezTo>
                <a:cubicBezTo>
                  <a:pt x="711" y="270"/>
                  <a:pt x="757" y="332"/>
                  <a:pt x="793" y="375"/>
                </a:cubicBezTo>
                <a:cubicBezTo>
                  <a:pt x="829" y="418"/>
                  <a:pt x="860" y="452"/>
                  <a:pt x="893" y="467"/>
                </a:cubicBezTo>
                <a:cubicBezTo>
                  <a:pt x="926" y="482"/>
                  <a:pt x="961" y="467"/>
                  <a:pt x="993" y="467"/>
                </a:cubicBezTo>
                <a:cubicBezTo>
                  <a:pt x="1025" y="467"/>
                  <a:pt x="1052" y="466"/>
                  <a:pt x="1085" y="467"/>
                </a:cubicBezTo>
                <a:cubicBezTo>
                  <a:pt x="1118" y="468"/>
                  <a:pt x="1156" y="471"/>
                  <a:pt x="1194" y="475"/>
                </a:cubicBezTo>
              </a:path>
            </a:pathLst>
          </a:custGeom>
          <a:noFill/>
          <a:ln w="28575" cmpd="sng">
            <a:solidFill>
              <a:srgbClr val="FF3300"/>
            </a:solidFill>
            <a:round/>
            <a:headEnd/>
            <a:tailEnd/>
          </a:ln>
          <a:effectLst/>
        </p:spPr>
        <p:txBody>
          <a:bodyPr/>
          <a:lstStyle/>
          <a:p>
            <a:pPr>
              <a:defRPr/>
            </a:pPr>
            <a:endParaRPr lang="en-US" sz="2400">
              <a:latin typeface="+mn-lt"/>
            </a:endParaRPr>
          </a:p>
        </p:txBody>
      </p:sp>
      <p:sp>
        <p:nvSpPr>
          <p:cNvPr id="126052" name="Freeform 100"/>
          <p:cNvSpPr>
            <a:spLocks/>
          </p:cNvSpPr>
          <p:nvPr/>
        </p:nvSpPr>
        <p:spPr bwMode="auto">
          <a:xfrm flipV="1">
            <a:off x="5308600" y="4273550"/>
            <a:ext cx="3398838" cy="593725"/>
          </a:xfrm>
          <a:custGeom>
            <a:avLst/>
            <a:gdLst>
              <a:gd name="T0" fmla="*/ 0 w 1194"/>
              <a:gd name="T1" fmla="*/ 1197072660 h 493"/>
              <a:gd name="T2" fmla="*/ 272176875 w 1194"/>
              <a:gd name="T3" fmla="*/ 1197072660 h 493"/>
              <a:gd name="T4" fmla="*/ 504031250 w 1194"/>
              <a:gd name="T5" fmla="*/ 1197072660 h 493"/>
              <a:gd name="T6" fmla="*/ 756046875 w 1194"/>
              <a:gd name="T7" fmla="*/ 1197072660 h 493"/>
              <a:gd name="T8" fmla="*/ 1010583450 w 1194"/>
              <a:gd name="T9" fmla="*/ 924895959 h 493"/>
              <a:gd name="T10" fmla="*/ 1239916875 w 1194"/>
              <a:gd name="T11" fmla="*/ 524192165 h 493"/>
              <a:gd name="T12" fmla="*/ 1471771250 w 1194"/>
              <a:gd name="T13" fmla="*/ 0 h 493"/>
              <a:gd name="T14" fmla="*/ 1703625625 w 1194"/>
              <a:gd name="T15" fmla="*/ 524192165 h 493"/>
              <a:gd name="T16" fmla="*/ 1998484700 w 1194"/>
              <a:gd name="T17" fmla="*/ 945057196 h 493"/>
              <a:gd name="T18" fmla="*/ 2147483647 w 1194"/>
              <a:gd name="T19" fmla="*/ 1176911423 h 493"/>
              <a:gd name="T20" fmla="*/ 2147483647 w 1194"/>
              <a:gd name="T21" fmla="*/ 1176911423 h 493"/>
              <a:gd name="T22" fmla="*/ 2147483647 w 1194"/>
              <a:gd name="T23" fmla="*/ 1176911423 h 493"/>
              <a:gd name="T24" fmla="*/ 2147483647 w 1194"/>
              <a:gd name="T25" fmla="*/ 1197072660 h 4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94" h="493">
                <a:moveTo>
                  <a:pt x="0" y="475"/>
                </a:moveTo>
                <a:cubicBezTo>
                  <a:pt x="37" y="475"/>
                  <a:pt x="75" y="475"/>
                  <a:pt x="108" y="475"/>
                </a:cubicBezTo>
                <a:cubicBezTo>
                  <a:pt x="141" y="475"/>
                  <a:pt x="168" y="475"/>
                  <a:pt x="200" y="475"/>
                </a:cubicBezTo>
                <a:cubicBezTo>
                  <a:pt x="232" y="475"/>
                  <a:pt x="267" y="493"/>
                  <a:pt x="300" y="475"/>
                </a:cubicBezTo>
                <a:cubicBezTo>
                  <a:pt x="333" y="457"/>
                  <a:pt x="369" y="411"/>
                  <a:pt x="401" y="367"/>
                </a:cubicBezTo>
                <a:cubicBezTo>
                  <a:pt x="433" y="323"/>
                  <a:pt x="462" y="269"/>
                  <a:pt x="492" y="208"/>
                </a:cubicBezTo>
                <a:cubicBezTo>
                  <a:pt x="522" y="147"/>
                  <a:pt x="553" y="0"/>
                  <a:pt x="584" y="0"/>
                </a:cubicBezTo>
                <a:cubicBezTo>
                  <a:pt x="615" y="0"/>
                  <a:pt x="641" y="146"/>
                  <a:pt x="676" y="208"/>
                </a:cubicBezTo>
                <a:cubicBezTo>
                  <a:pt x="711" y="270"/>
                  <a:pt x="757" y="332"/>
                  <a:pt x="793" y="375"/>
                </a:cubicBezTo>
                <a:cubicBezTo>
                  <a:pt x="829" y="418"/>
                  <a:pt x="860" y="452"/>
                  <a:pt x="893" y="467"/>
                </a:cubicBezTo>
                <a:cubicBezTo>
                  <a:pt x="926" y="482"/>
                  <a:pt x="961" y="467"/>
                  <a:pt x="993" y="467"/>
                </a:cubicBezTo>
                <a:cubicBezTo>
                  <a:pt x="1025" y="467"/>
                  <a:pt x="1052" y="466"/>
                  <a:pt x="1085" y="467"/>
                </a:cubicBezTo>
                <a:cubicBezTo>
                  <a:pt x="1118" y="468"/>
                  <a:pt x="1156" y="471"/>
                  <a:pt x="1194" y="475"/>
                </a:cubicBezTo>
              </a:path>
            </a:pathLst>
          </a:custGeom>
          <a:noFill/>
          <a:ln w="28575" cmpd="sng">
            <a:solidFill>
              <a:schemeClr val="accent2"/>
            </a:solidFill>
            <a:round/>
            <a:headEnd/>
            <a:tailEnd/>
          </a:ln>
          <a:effectLst/>
        </p:spPr>
        <p:txBody>
          <a:bodyPr/>
          <a:lstStyle/>
          <a:p>
            <a:pPr>
              <a:defRPr/>
            </a:pPr>
            <a:endParaRPr lang="en-US" sz="2400">
              <a:latin typeface="+mn-lt"/>
            </a:endParaRPr>
          </a:p>
        </p:txBody>
      </p:sp>
      <p:sp>
        <p:nvSpPr>
          <p:cNvPr id="126055" name="Text Box 103"/>
          <p:cNvSpPr txBox="1">
            <a:spLocks noChangeArrowheads="1"/>
          </p:cNvSpPr>
          <p:nvPr/>
        </p:nvSpPr>
        <p:spPr bwMode="auto">
          <a:xfrm>
            <a:off x="1163638" y="3903663"/>
            <a:ext cx="758825" cy="460375"/>
          </a:xfrm>
          <a:prstGeom prst="rect">
            <a:avLst/>
          </a:prstGeom>
          <a:noFill/>
          <a:ln w="9525">
            <a:noFill/>
            <a:miter lim="800000"/>
            <a:headEnd/>
            <a:tailEnd/>
          </a:ln>
          <a:effectLst/>
        </p:spPr>
        <p:txBody>
          <a:bodyPr>
            <a:spAutoFit/>
          </a:bodyPr>
          <a:lstStyle/>
          <a:p>
            <a:pPr>
              <a:defRPr/>
            </a:pPr>
            <a:r>
              <a:rPr lang="en-US" altLang="en-US" sz="2400" b="1" i="1" dirty="0">
                <a:solidFill>
                  <a:schemeClr val="accent2"/>
                </a:solidFill>
                <a:latin typeface="+mn-lt"/>
              </a:rPr>
              <a:t>F</a:t>
            </a:r>
            <a:r>
              <a:rPr lang="en-US" altLang="en-US" sz="2400" b="1" baseline="-25000" dirty="0">
                <a:solidFill>
                  <a:schemeClr val="accent2"/>
                </a:solidFill>
                <a:latin typeface="+mn-lt"/>
              </a:rPr>
              <a:t>AB</a:t>
            </a:r>
            <a:endParaRPr lang="en-US" altLang="en-US" sz="2400" b="1" i="1" dirty="0">
              <a:solidFill>
                <a:schemeClr val="accent2"/>
              </a:solidFill>
              <a:latin typeface="+mn-lt"/>
            </a:endParaRPr>
          </a:p>
        </p:txBody>
      </p:sp>
      <p:sp>
        <p:nvSpPr>
          <p:cNvPr id="126056" name="Text Box 104"/>
          <p:cNvSpPr txBox="1">
            <a:spLocks noChangeArrowheads="1"/>
          </p:cNvSpPr>
          <p:nvPr/>
        </p:nvSpPr>
        <p:spPr bwMode="auto">
          <a:xfrm>
            <a:off x="2625725" y="3906838"/>
            <a:ext cx="758825" cy="460375"/>
          </a:xfrm>
          <a:prstGeom prst="rect">
            <a:avLst/>
          </a:prstGeom>
          <a:noFill/>
          <a:ln w="9525">
            <a:noFill/>
            <a:miter lim="800000"/>
            <a:headEnd/>
            <a:tailEnd/>
          </a:ln>
          <a:effectLst/>
        </p:spPr>
        <p:txBody>
          <a:bodyPr>
            <a:spAutoFit/>
          </a:bodyPr>
          <a:lstStyle/>
          <a:p>
            <a:pPr>
              <a:defRPr/>
            </a:pPr>
            <a:r>
              <a:rPr lang="en-US" altLang="en-US" sz="2400" b="1" i="1" dirty="0">
                <a:solidFill>
                  <a:srgbClr val="FF3300"/>
                </a:solidFill>
                <a:latin typeface="+mn-lt"/>
              </a:rPr>
              <a:t>F</a:t>
            </a:r>
            <a:r>
              <a:rPr lang="en-US" altLang="en-US" sz="2400" b="1" baseline="-25000" dirty="0">
                <a:solidFill>
                  <a:srgbClr val="FF3300"/>
                </a:solidFill>
                <a:latin typeface="+mn-lt"/>
              </a:rPr>
              <a:t>BA</a:t>
            </a:r>
            <a:endParaRPr lang="en-US" altLang="en-US" sz="2400" b="1" i="1" dirty="0">
              <a:solidFill>
                <a:srgbClr val="FF3300"/>
              </a:solidFill>
              <a:latin typeface="+mn-lt"/>
            </a:endParaRPr>
          </a:p>
        </p:txBody>
      </p:sp>
      <p:sp>
        <p:nvSpPr>
          <p:cNvPr id="126057" name="Text Box 105"/>
          <p:cNvSpPr txBox="1">
            <a:spLocks noChangeArrowheads="1"/>
          </p:cNvSpPr>
          <p:nvPr/>
        </p:nvSpPr>
        <p:spPr bwMode="auto">
          <a:xfrm>
            <a:off x="1169988" y="4725988"/>
            <a:ext cx="758825" cy="461962"/>
          </a:xfrm>
          <a:prstGeom prst="rect">
            <a:avLst/>
          </a:prstGeom>
          <a:noFill/>
          <a:ln w="9525">
            <a:noFill/>
            <a:miter lim="800000"/>
            <a:headEnd/>
            <a:tailEnd/>
          </a:ln>
          <a:effectLst/>
        </p:spPr>
        <p:txBody>
          <a:bodyPr>
            <a:spAutoFit/>
          </a:bodyPr>
          <a:lstStyle/>
          <a:p>
            <a:pPr>
              <a:defRPr/>
            </a:pPr>
            <a:r>
              <a:rPr lang="en-US" altLang="en-US" sz="2400" b="1" i="1" dirty="0">
                <a:solidFill>
                  <a:schemeClr val="accent2"/>
                </a:solidFill>
                <a:latin typeface="+mn-lt"/>
              </a:rPr>
              <a:t>F</a:t>
            </a:r>
            <a:r>
              <a:rPr lang="en-US" altLang="en-US" sz="2400" b="1" baseline="-25000" dirty="0">
                <a:solidFill>
                  <a:schemeClr val="accent2"/>
                </a:solidFill>
                <a:latin typeface="+mn-lt"/>
              </a:rPr>
              <a:t>AB</a:t>
            </a:r>
            <a:endParaRPr lang="en-US" altLang="en-US" sz="2400" b="1" i="1" dirty="0">
              <a:solidFill>
                <a:schemeClr val="accent2"/>
              </a:solidFill>
              <a:latin typeface="+mn-lt"/>
            </a:endParaRPr>
          </a:p>
        </p:txBody>
      </p:sp>
      <p:sp>
        <p:nvSpPr>
          <p:cNvPr id="126058" name="Text Box 106"/>
          <p:cNvSpPr txBox="1">
            <a:spLocks noChangeArrowheads="1"/>
          </p:cNvSpPr>
          <p:nvPr/>
        </p:nvSpPr>
        <p:spPr bwMode="auto">
          <a:xfrm>
            <a:off x="2655888" y="4729163"/>
            <a:ext cx="758825" cy="460375"/>
          </a:xfrm>
          <a:prstGeom prst="rect">
            <a:avLst/>
          </a:prstGeom>
          <a:noFill/>
          <a:ln w="9525">
            <a:noFill/>
            <a:miter lim="800000"/>
            <a:headEnd/>
            <a:tailEnd/>
          </a:ln>
          <a:effectLst/>
        </p:spPr>
        <p:txBody>
          <a:bodyPr>
            <a:spAutoFit/>
          </a:bodyPr>
          <a:lstStyle/>
          <a:p>
            <a:pPr>
              <a:defRPr/>
            </a:pPr>
            <a:r>
              <a:rPr lang="en-US" altLang="en-US" sz="2400" b="1" i="1" dirty="0">
                <a:solidFill>
                  <a:srgbClr val="FF3300"/>
                </a:solidFill>
                <a:latin typeface="+mn-lt"/>
              </a:rPr>
              <a:t>F</a:t>
            </a:r>
            <a:r>
              <a:rPr lang="en-US" altLang="en-US" sz="2400" b="1" baseline="-25000" dirty="0">
                <a:solidFill>
                  <a:srgbClr val="FF3300"/>
                </a:solidFill>
                <a:latin typeface="+mn-lt"/>
              </a:rPr>
              <a:t>BA</a:t>
            </a:r>
            <a:endParaRPr lang="en-US" altLang="en-US" sz="2400" b="1" i="1" dirty="0">
              <a:solidFill>
                <a:srgbClr val="FF3300"/>
              </a:solidFill>
              <a:latin typeface="+mn-lt"/>
            </a:endParaRPr>
          </a:p>
        </p:txBody>
      </p:sp>
      <p:sp>
        <p:nvSpPr>
          <p:cNvPr id="126059" name="Text Box 107"/>
          <p:cNvSpPr txBox="1">
            <a:spLocks noChangeArrowheads="1"/>
          </p:cNvSpPr>
          <p:nvPr/>
        </p:nvSpPr>
        <p:spPr bwMode="auto">
          <a:xfrm>
            <a:off x="1192213" y="5210175"/>
            <a:ext cx="758825" cy="460375"/>
          </a:xfrm>
          <a:prstGeom prst="rect">
            <a:avLst/>
          </a:prstGeom>
          <a:noFill/>
          <a:ln w="9525">
            <a:noFill/>
            <a:miter lim="800000"/>
            <a:headEnd/>
            <a:tailEnd/>
          </a:ln>
          <a:effectLst/>
        </p:spPr>
        <p:txBody>
          <a:bodyPr>
            <a:spAutoFit/>
          </a:bodyPr>
          <a:lstStyle/>
          <a:p>
            <a:pPr>
              <a:defRPr/>
            </a:pPr>
            <a:r>
              <a:rPr lang="en-US" altLang="en-US" sz="2400" b="1" i="1" dirty="0">
                <a:solidFill>
                  <a:schemeClr val="accent2"/>
                </a:solidFill>
                <a:latin typeface="+mn-lt"/>
              </a:rPr>
              <a:t>F</a:t>
            </a:r>
            <a:r>
              <a:rPr lang="en-US" altLang="en-US" sz="2400" b="1" baseline="-25000" dirty="0">
                <a:solidFill>
                  <a:schemeClr val="accent2"/>
                </a:solidFill>
                <a:latin typeface="+mn-lt"/>
              </a:rPr>
              <a:t>AB</a:t>
            </a:r>
            <a:endParaRPr lang="en-US" altLang="en-US" sz="2400" b="1" i="1" dirty="0">
              <a:solidFill>
                <a:schemeClr val="accent2"/>
              </a:solidFill>
              <a:latin typeface="+mn-lt"/>
            </a:endParaRPr>
          </a:p>
        </p:txBody>
      </p:sp>
      <p:sp>
        <p:nvSpPr>
          <p:cNvPr id="126060" name="Text Box 108"/>
          <p:cNvSpPr txBox="1">
            <a:spLocks noChangeArrowheads="1"/>
          </p:cNvSpPr>
          <p:nvPr/>
        </p:nvSpPr>
        <p:spPr bwMode="auto">
          <a:xfrm>
            <a:off x="2663825" y="5226050"/>
            <a:ext cx="758825" cy="460375"/>
          </a:xfrm>
          <a:prstGeom prst="rect">
            <a:avLst/>
          </a:prstGeom>
          <a:noFill/>
          <a:ln w="9525">
            <a:noFill/>
            <a:miter lim="800000"/>
            <a:headEnd/>
            <a:tailEnd/>
          </a:ln>
          <a:effectLst/>
        </p:spPr>
        <p:txBody>
          <a:bodyPr>
            <a:spAutoFit/>
          </a:bodyPr>
          <a:lstStyle/>
          <a:p>
            <a:pPr>
              <a:defRPr/>
            </a:pPr>
            <a:r>
              <a:rPr lang="en-US" altLang="en-US" sz="2400" b="1" i="1" dirty="0">
                <a:solidFill>
                  <a:srgbClr val="FF3300"/>
                </a:solidFill>
                <a:latin typeface="+mn-lt"/>
              </a:rPr>
              <a:t>F</a:t>
            </a:r>
            <a:r>
              <a:rPr lang="en-US" altLang="en-US" sz="2400" b="1" baseline="-25000" dirty="0">
                <a:solidFill>
                  <a:srgbClr val="FF3300"/>
                </a:solidFill>
                <a:latin typeface="+mn-lt"/>
              </a:rPr>
              <a:t>BA</a:t>
            </a:r>
            <a:endParaRPr lang="en-US" altLang="en-US" sz="2400" b="1" i="1" dirty="0">
              <a:solidFill>
                <a:srgbClr val="FF3300"/>
              </a:solidFill>
              <a:latin typeface="+mn-lt"/>
            </a:endParaRPr>
          </a:p>
        </p:txBody>
      </p:sp>
      <p:sp>
        <p:nvSpPr>
          <p:cNvPr id="107" name="Rectangle 26"/>
          <p:cNvSpPr>
            <a:spLocks noChangeArrowheads="1"/>
          </p:cNvSpPr>
          <p:nvPr/>
        </p:nvSpPr>
        <p:spPr bwMode="auto">
          <a:xfrm>
            <a:off x="4937125" y="5275263"/>
            <a:ext cx="3513138" cy="1595437"/>
          </a:xfrm>
          <a:prstGeom prst="rect">
            <a:avLst/>
          </a:prstGeom>
          <a:solidFill>
            <a:srgbClr val="FFCCCC"/>
          </a:solidFill>
          <a:ln>
            <a:noFill/>
          </a:ln>
          <a:effectLst/>
        </p:spPr>
        <p:txBody>
          <a:bodyPr/>
          <a:lstStyle>
            <a:lvl1pPr eaLnBrk="0" hangingPunct="0">
              <a:defRPr sz="2000">
                <a:solidFill>
                  <a:schemeClr val="tx1"/>
                </a:solidFill>
                <a:latin typeface="Courier New" pitchFamily="49" charset="0"/>
              </a:defRPr>
            </a:lvl1pPr>
            <a:lvl2pPr marL="742950" indent="-285750" eaLnBrk="0" hangingPunct="0">
              <a:defRPr sz="2000">
                <a:solidFill>
                  <a:schemeClr val="tx1"/>
                </a:solidFill>
                <a:latin typeface="Courier New" pitchFamily="49" charset="0"/>
              </a:defRPr>
            </a:lvl2pPr>
            <a:lvl3pPr marL="1143000" indent="-228600" eaLnBrk="0" hangingPunct="0">
              <a:defRPr sz="2000">
                <a:solidFill>
                  <a:schemeClr val="tx1"/>
                </a:solidFill>
                <a:latin typeface="Courier New" pitchFamily="49" charset="0"/>
              </a:defRPr>
            </a:lvl3pPr>
            <a:lvl4pPr marL="1600200" indent="-228600" eaLnBrk="0" hangingPunct="0">
              <a:defRPr sz="2000">
                <a:solidFill>
                  <a:schemeClr val="tx1"/>
                </a:solidFill>
                <a:latin typeface="Courier New" pitchFamily="49" charset="0"/>
              </a:defRPr>
            </a:lvl4pPr>
            <a:lvl5pPr marL="2057400" indent="-228600" eaLnBrk="0" hangingPunct="0">
              <a:defRPr sz="2000">
                <a:solidFill>
                  <a:schemeClr val="tx1"/>
                </a:solidFill>
                <a:latin typeface="Courier New" pitchFamily="49" charset="0"/>
              </a:defRPr>
            </a:lvl5pPr>
            <a:lvl6pPr marL="2514600" indent="-228600" eaLnBrk="0" fontAlgn="base" hangingPunct="0">
              <a:spcBef>
                <a:spcPct val="0"/>
              </a:spcBef>
              <a:spcAft>
                <a:spcPct val="0"/>
              </a:spcAft>
              <a:defRPr sz="2000">
                <a:solidFill>
                  <a:schemeClr val="tx1"/>
                </a:solidFill>
                <a:latin typeface="Courier New" pitchFamily="49" charset="0"/>
              </a:defRPr>
            </a:lvl6pPr>
            <a:lvl7pPr marL="2971800" indent="-228600" eaLnBrk="0" fontAlgn="base" hangingPunct="0">
              <a:spcBef>
                <a:spcPct val="0"/>
              </a:spcBef>
              <a:spcAft>
                <a:spcPct val="0"/>
              </a:spcAft>
              <a:defRPr sz="2000">
                <a:solidFill>
                  <a:schemeClr val="tx1"/>
                </a:solidFill>
                <a:latin typeface="Courier New" pitchFamily="49" charset="0"/>
              </a:defRPr>
            </a:lvl7pPr>
            <a:lvl8pPr marL="3429000" indent="-228600" eaLnBrk="0" fontAlgn="base" hangingPunct="0">
              <a:spcBef>
                <a:spcPct val="0"/>
              </a:spcBef>
              <a:spcAft>
                <a:spcPct val="0"/>
              </a:spcAft>
              <a:defRPr sz="2000">
                <a:solidFill>
                  <a:schemeClr val="tx1"/>
                </a:solidFill>
                <a:latin typeface="Courier New" pitchFamily="49" charset="0"/>
              </a:defRPr>
            </a:lvl8pPr>
            <a:lvl9pPr marL="3886200" indent="-228600" eaLnBrk="0" fontAlgn="base" hangingPunct="0">
              <a:spcBef>
                <a:spcPct val="0"/>
              </a:spcBef>
              <a:spcAft>
                <a:spcPct val="0"/>
              </a:spcAft>
              <a:defRPr sz="2000">
                <a:solidFill>
                  <a:schemeClr val="tx1"/>
                </a:solidFill>
                <a:latin typeface="Courier New" pitchFamily="49" charset="0"/>
              </a:defRPr>
            </a:lvl9pPr>
          </a:lstStyle>
          <a:p>
            <a:pPr eaLnBrk="1" hangingPunct="1">
              <a:spcBef>
                <a:spcPct val="20000"/>
              </a:spcBef>
              <a:defRPr/>
            </a:pPr>
            <a:r>
              <a:rPr lang="en-US" altLang="en-US" sz="2400" b="1" i="1" dirty="0">
                <a:latin typeface="+mn-lt"/>
              </a:rPr>
              <a:t>FYI    </a:t>
            </a:r>
          </a:p>
          <a:p>
            <a:pPr eaLnBrk="1" hangingPunct="1">
              <a:spcBef>
                <a:spcPct val="20000"/>
              </a:spcBef>
              <a:defRPr/>
            </a:pPr>
            <a:r>
              <a:rPr lang="en-US" altLang="en-US" sz="2400" b="1" dirty="0">
                <a:latin typeface="+mn-lt"/>
                <a:sym typeface="Symbol" pitchFamily="18" charset="2"/>
              </a:rPr>
              <a:t></a:t>
            </a:r>
            <a:r>
              <a:rPr lang="en-US" altLang="en-US" sz="2400" dirty="0">
                <a:latin typeface="+mn-lt"/>
              </a:rPr>
              <a:t>Note the perfect symmetry of the action-reaction force pairs.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8">
                                            <p:txEl>
                                              <p:pRg st="1" end="1"/>
                                            </p:txEl>
                                          </p:spTgt>
                                        </p:tgtEl>
                                        <p:attrNameLst>
                                          <p:attrName>style.visibility</p:attrName>
                                        </p:attrNameLst>
                                      </p:cBhvr>
                                      <p:to>
                                        <p:strVal val="visible"/>
                                      </p:to>
                                    </p:set>
                                    <p:anim calcmode="lin" valueType="num">
                                      <p:cBhvr additive="base">
                                        <p:cTn id="7" dur="500" fill="hold"/>
                                        <p:tgtEl>
                                          <p:spTgt spid="10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5957"/>
                                        </p:tgtEl>
                                        <p:attrNameLst>
                                          <p:attrName>style.visibility</p:attrName>
                                        </p:attrNameLst>
                                      </p:cBhvr>
                                      <p:to>
                                        <p:strVal val="visible"/>
                                      </p:to>
                                    </p:set>
                                    <p:anim calcmode="lin" valueType="num">
                                      <p:cBhvr additive="base">
                                        <p:cTn id="13" dur="500" fill="hold"/>
                                        <p:tgtEl>
                                          <p:spTgt spid="125957"/>
                                        </p:tgtEl>
                                        <p:attrNameLst>
                                          <p:attrName>ppt_x</p:attrName>
                                        </p:attrNameLst>
                                      </p:cBhvr>
                                      <p:tavLst>
                                        <p:tav tm="0">
                                          <p:val>
                                            <p:strVal val="0-#ppt_w/2"/>
                                          </p:val>
                                        </p:tav>
                                        <p:tav tm="100000">
                                          <p:val>
                                            <p:strVal val="#ppt_x"/>
                                          </p:val>
                                        </p:tav>
                                      </p:tavLst>
                                    </p:anim>
                                    <p:anim calcmode="lin" valueType="num">
                                      <p:cBhvr additive="base">
                                        <p:cTn id="14" dur="500" fill="hold"/>
                                        <p:tgtEl>
                                          <p:spTgt spid="125957"/>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125958"/>
                                        </p:tgtEl>
                                        <p:attrNameLst>
                                          <p:attrName>style.visibility</p:attrName>
                                        </p:attrNameLst>
                                      </p:cBhvr>
                                      <p:to>
                                        <p:strVal val="visible"/>
                                      </p:to>
                                    </p:set>
                                    <p:anim calcmode="lin" valueType="num">
                                      <p:cBhvr additive="base">
                                        <p:cTn id="17" dur="500" fill="hold"/>
                                        <p:tgtEl>
                                          <p:spTgt spid="125958"/>
                                        </p:tgtEl>
                                        <p:attrNameLst>
                                          <p:attrName>ppt_x</p:attrName>
                                        </p:attrNameLst>
                                      </p:cBhvr>
                                      <p:tavLst>
                                        <p:tav tm="0">
                                          <p:val>
                                            <p:strVal val="1+#ppt_w/2"/>
                                          </p:val>
                                        </p:tav>
                                        <p:tav tm="100000">
                                          <p:val>
                                            <p:strVal val="#ppt_x"/>
                                          </p:val>
                                        </p:tav>
                                      </p:tavLst>
                                    </p:anim>
                                    <p:anim calcmode="lin" valueType="num">
                                      <p:cBhvr additive="base">
                                        <p:cTn id="18" dur="500" fill="hold"/>
                                        <p:tgtEl>
                                          <p:spTgt spid="125958"/>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500"/>
                            </p:stCondLst>
                            <p:childTnLst>
                              <p:par>
                                <p:cTn id="20" presetID="63" presetClass="path" presetSubtype="0" fill="hold" grpId="1" nodeType="afterEffect">
                                  <p:stCondLst>
                                    <p:cond delay="0"/>
                                  </p:stCondLst>
                                  <p:childTnLst>
                                    <p:animMotion origin="layout" path="M 4.16667E-6 -3.7037E-7 L 0.52152 -3.7037E-7 " pathEditMode="relative" rAng="0" ptsTypes="AA">
                                      <p:cBhvr>
                                        <p:cTn id="21" dur="2000" fill="hold"/>
                                        <p:tgtEl>
                                          <p:spTgt spid="125958"/>
                                        </p:tgtEl>
                                        <p:attrNameLst>
                                          <p:attrName>ppt_x</p:attrName>
                                          <p:attrName>ppt_y</p:attrName>
                                        </p:attrNameLst>
                                      </p:cBhvr>
                                      <p:rCtr x="261" y="0"/>
                                    </p:animMotion>
                                  </p:childTnLst>
                                </p:cTn>
                              </p:par>
                              <p:par>
                                <p:cTn id="22" presetID="35" presetClass="path" presetSubtype="0" fill="hold" grpId="1" nodeType="withEffect">
                                  <p:stCondLst>
                                    <p:cond delay="0"/>
                                  </p:stCondLst>
                                  <p:childTnLst>
                                    <p:animMotion origin="layout" path="M 4.16667E-6 -3.7037E-7 L -0.48195 -3.7037E-7 " pathEditMode="relative" rAng="0" ptsTypes="AA">
                                      <p:cBhvr>
                                        <p:cTn id="23" dur="2000" fill="hold"/>
                                        <p:tgtEl>
                                          <p:spTgt spid="125957"/>
                                        </p:tgtEl>
                                        <p:attrNameLst>
                                          <p:attrName>ppt_x</p:attrName>
                                          <p:attrName>ppt_y</p:attrName>
                                        </p:attrNameLst>
                                      </p:cBhvr>
                                      <p:rCtr x="-241" y="0"/>
                                    </p:animMotion>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xit" presetSubtype="4" fill="hold" grpId="2" nodeType="clickEffect">
                                  <p:stCondLst>
                                    <p:cond delay="0"/>
                                  </p:stCondLst>
                                  <p:childTnLst>
                                    <p:animEffect transition="out" filter="wipe(down)">
                                      <p:cBhvr>
                                        <p:cTn id="27" dur="500"/>
                                        <p:tgtEl>
                                          <p:spTgt spid="125957"/>
                                        </p:tgtEl>
                                      </p:cBhvr>
                                    </p:animEffect>
                                    <p:set>
                                      <p:cBhvr>
                                        <p:cTn id="28" dur="1" fill="hold">
                                          <p:stCondLst>
                                            <p:cond delay="499"/>
                                          </p:stCondLst>
                                        </p:cTn>
                                        <p:tgtEl>
                                          <p:spTgt spid="125957"/>
                                        </p:tgtEl>
                                        <p:attrNameLst>
                                          <p:attrName>style.visibility</p:attrName>
                                        </p:attrNameLst>
                                      </p:cBhvr>
                                      <p:to>
                                        <p:strVal val="hidden"/>
                                      </p:to>
                                    </p:set>
                                  </p:childTnLst>
                                </p:cTn>
                              </p:par>
                              <p:par>
                                <p:cTn id="29" presetID="22" presetClass="exit" presetSubtype="4" fill="hold" grpId="2" nodeType="withEffect">
                                  <p:stCondLst>
                                    <p:cond delay="0"/>
                                  </p:stCondLst>
                                  <p:childTnLst>
                                    <p:animEffect transition="out" filter="wipe(down)">
                                      <p:cBhvr>
                                        <p:cTn id="30" dur="500"/>
                                        <p:tgtEl>
                                          <p:spTgt spid="125958"/>
                                        </p:tgtEl>
                                      </p:cBhvr>
                                    </p:animEffect>
                                    <p:set>
                                      <p:cBhvr>
                                        <p:cTn id="31" dur="1" fill="hold">
                                          <p:stCondLst>
                                            <p:cond delay="499"/>
                                          </p:stCondLst>
                                        </p:cTn>
                                        <p:tgtEl>
                                          <p:spTgt spid="125958"/>
                                        </p:tgtEl>
                                        <p:attrNameLst>
                                          <p:attrName>style.visibility</p:attrName>
                                        </p:attrNameLst>
                                      </p:cBhvr>
                                      <p:to>
                                        <p:strVal val="hidden"/>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down)">
                                      <p:cBhvr>
                                        <p:cTn id="36" dur="500"/>
                                        <p:tgtEl>
                                          <p:spTgt spid="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down)">
                                      <p:cBhvr>
                                        <p:cTn id="41" dur="500"/>
                                        <p:tgtEl>
                                          <p:spTgt spid="1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wipe(down)">
                                      <p:cBhvr>
                                        <p:cTn id="46" dur="500"/>
                                        <p:tgtEl>
                                          <p:spTgt spid="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4"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down)">
                                      <p:cBhvr>
                                        <p:cTn id="51" dur="500"/>
                                        <p:tgtEl>
                                          <p:spTgt spid="1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126008"/>
                                        </p:tgtEl>
                                        <p:attrNameLst>
                                          <p:attrName>style.visibility</p:attrName>
                                        </p:attrNameLst>
                                      </p:cBhvr>
                                      <p:to>
                                        <p:strVal val="visible"/>
                                      </p:to>
                                    </p:set>
                                    <p:animEffect transition="in" filter="wipe(down)">
                                      <p:cBhvr>
                                        <p:cTn id="56" dur="500"/>
                                        <p:tgtEl>
                                          <p:spTgt spid="126008"/>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0" presetClass="entr" presetSubtype="0" fill="hold" nodeType="click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fade">
                                      <p:cBhvr>
                                        <p:cTn id="61" dur="500"/>
                                        <p:tgtEl>
                                          <p:spTgt spid="4"/>
                                        </p:tgtEl>
                                      </p:cBhvr>
                                    </p:animEffect>
                                  </p:childTnLst>
                                </p:cTn>
                              </p:par>
                              <p:par>
                                <p:cTn id="62" presetID="10" presetClass="entr" presetSubtype="0" fill="hold" nodeType="with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fade">
                                      <p:cBhvr>
                                        <p:cTn id="64" dur="500"/>
                                        <p:tgtEl>
                                          <p:spTgt spid="5"/>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126002"/>
                                        </p:tgtEl>
                                        <p:attrNameLst>
                                          <p:attrName>style.visibility</p:attrName>
                                        </p:attrNameLst>
                                      </p:cBhvr>
                                      <p:to>
                                        <p:strVal val="visible"/>
                                      </p:to>
                                    </p:set>
                                    <p:animEffect transition="in" filter="wipe(left)">
                                      <p:cBhvr>
                                        <p:cTn id="69" dur="500"/>
                                        <p:tgtEl>
                                          <p:spTgt spid="126002"/>
                                        </p:tgtEl>
                                      </p:cBhvr>
                                    </p:animEffect>
                                  </p:childTnLst>
                                </p:cTn>
                              </p:par>
                              <p:par>
                                <p:cTn id="70" presetID="22" presetClass="entr" presetSubtype="2" fill="hold" nodeType="withEffect">
                                  <p:stCondLst>
                                    <p:cond delay="0"/>
                                  </p:stCondLst>
                                  <p:childTnLst>
                                    <p:set>
                                      <p:cBhvr>
                                        <p:cTn id="71" dur="1" fill="hold">
                                          <p:stCondLst>
                                            <p:cond delay="0"/>
                                          </p:stCondLst>
                                        </p:cTn>
                                        <p:tgtEl>
                                          <p:spTgt spid="126003"/>
                                        </p:tgtEl>
                                        <p:attrNameLst>
                                          <p:attrName>style.visibility</p:attrName>
                                        </p:attrNameLst>
                                      </p:cBhvr>
                                      <p:to>
                                        <p:strVal val="visible"/>
                                      </p:to>
                                    </p:set>
                                    <p:animEffect transition="in" filter="wipe(right)">
                                      <p:cBhvr>
                                        <p:cTn id="72" dur="500"/>
                                        <p:tgtEl>
                                          <p:spTgt spid="12600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26056"/>
                                        </p:tgtEl>
                                        <p:attrNameLst>
                                          <p:attrName>style.visibility</p:attrName>
                                        </p:attrNameLst>
                                      </p:cBhvr>
                                      <p:to>
                                        <p:strVal val="visible"/>
                                      </p:to>
                                    </p:set>
                                    <p:animEffect transition="in" filter="fade">
                                      <p:cBhvr>
                                        <p:cTn id="75" dur="500"/>
                                        <p:tgtEl>
                                          <p:spTgt spid="12605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26055"/>
                                        </p:tgtEl>
                                        <p:attrNameLst>
                                          <p:attrName>style.visibility</p:attrName>
                                        </p:attrNameLst>
                                      </p:cBhvr>
                                      <p:to>
                                        <p:strVal val="visible"/>
                                      </p:to>
                                    </p:set>
                                    <p:animEffect transition="in" filter="fade">
                                      <p:cBhvr>
                                        <p:cTn id="78" dur="500"/>
                                        <p:tgtEl>
                                          <p:spTgt spid="126055"/>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0" presetClass="entr" presetSubtype="0" fill="hold" nodeType="clickEffect">
                                  <p:stCondLst>
                                    <p:cond delay="0"/>
                                  </p:stCondLst>
                                  <p:childTnLst>
                                    <p:set>
                                      <p:cBhvr>
                                        <p:cTn id="82" dur="1" fill="hold">
                                          <p:stCondLst>
                                            <p:cond delay="0"/>
                                          </p:stCondLst>
                                        </p:cTn>
                                        <p:tgtEl>
                                          <p:spTgt spid="6"/>
                                        </p:tgtEl>
                                        <p:attrNameLst>
                                          <p:attrName>style.visibility</p:attrName>
                                        </p:attrNameLst>
                                      </p:cBhvr>
                                      <p:to>
                                        <p:strVal val="visible"/>
                                      </p:to>
                                    </p:set>
                                    <p:animEffect transition="in" filter="fade">
                                      <p:cBhvr>
                                        <p:cTn id="83" dur="500"/>
                                        <p:tgtEl>
                                          <p:spTgt spid="6"/>
                                        </p:tgtEl>
                                      </p:cBhvr>
                                    </p:animEffect>
                                  </p:childTnLst>
                                </p:cTn>
                              </p:par>
                              <p:par>
                                <p:cTn id="84" presetID="10" presetClass="entr" presetSubtype="0" fill="hold" nodeType="withEffect">
                                  <p:stCondLst>
                                    <p:cond delay="0"/>
                                  </p:stCondLst>
                                  <p:childTnLst>
                                    <p:set>
                                      <p:cBhvr>
                                        <p:cTn id="85" dur="1" fill="hold">
                                          <p:stCondLst>
                                            <p:cond delay="0"/>
                                          </p:stCondLst>
                                        </p:cTn>
                                        <p:tgtEl>
                                          <p:spTgt spid="7"/>
                                        </p:tgtEl>
                                        <p:attrNameLst>
                                          <p:attrName>style.visibility</p:attrName>
                                        </p:attrNameLst>
                                      </p:cBhvr>
                                      <p:to>
                                        <p:strVal val="visible"/>
                                      </p:to>
                                    </p:set>
                                    <p:animEffect transition="in" filter="fade">
                                      <p:cBhvr>
                                        <p:cTn id="86" dur="500"/>
                                        <p:tgtEl>
                                          <p:spTgt spid="7"/>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2" fill="hold" nodeType="clickEffect">
                                  <p:stCondLst>
                                    <p:cond delay="0"/>
                                  </p:stCondLst>
                                  <p:childTnLst>
                                    <p:set>
                                      <p:cBhvr>
                                        <p:cTn id="90" dur="1" fill="hold">
                                          <p:stCondLst>
                                            <p:cond delay="0"/>
                                          </p:stCondLst>
                                        </p:cTn>
                                        <p:tgtEl>
                                          <p:spTgt spid="126005"/>
                                        </p:tgtEl>
                                        <p:attrNameLst>
                                          <p:attrName>style.visibility</p:attrName>
                                        </p:attrNameLst>
                                      </p:cBhvr>
                                      <p:to>
                                        <p:strVal val="visible"/>
                                      </p:to>
                                    </p:set>
                                    <p:animEffect transition="in" filter="wipe(right)">
                                      <p:cBhvr>
                                        <p:cTn id="91" dur="500"/>
                                        <p:tgtEl>
                                          <p:spTgt spid="126005"/>
                                        </p:tgtEl>
                                      </p:cBhvr>
                                    </p:animEffect>
                                  </p:childTnLst>
                                </p:cTn>
                              </p:par>
                              <p:par>
                                <p:cTn id="92" presetID="22" presetClass="entr" presetSubtype="8" fill="hold" nodeType="withEffect">
                                  <p:stCondLst>
                                    <p:cond delay="0"/>
                                  </p:stCondLst>
                                  <p:childTnLst>
                                    <p:set>
                                      <p:cBhvr>
                                        <p:cTn id="93" dur="1" fill="hold">
                                          <p:stCondLst>
                                            <p:cond delay="0"/>
                                          </p:stCondLst>
                                        </p:cTn>
                                        <p:tgtEl>
                                          <p:spTgt spid="126004"/>
                                        </p:tgtEl>
                                        <p:attrNameLst>
                                          <p:attrName>style.visibility</p:attrName>
                                        </p:attrNameLst>
                                      </p:cBhvr>
                                      <p:to>
                                        <p:strVal val="visible"/>
                                      </p:to>
                                    </p:set>
                                    <p:animEffect transition="in" filter="wipe(left)">
                                      <p:cBhvr>
                                        <p:cTn id="94" dur="500"/>
                                        <p:tgtEl>
                                          <p:spTgt spid="12600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26058"/>
                                        </p:tgtEl>
                                        <p:attrNameLst>
                                          <p:attrName>style.visibility</p:attrName>
                                        </p:attrNameLst>
                                      </p:cBhvr>
                                      <p:to>
                                        <p:strVal val="visible"/>
                                      </p:to>
                                    </p:set>
                                    <p:animEffect transition="in" filter="fade">
                                      <p:cBhvr>
                                        <p:cTn id="97" dur="500"/>
                                        <p:tgtEl>
                                          <p:spTgt spid="126058"/>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126057"/>
                                        </p:tgtEl>
                                        <p:attrNameLst>
                                          <p:attrName>style.visibility</p:attrName>
                                        </p:attrNameLst>
                                      </p:cBhvr>
                                      <p:to>
                                        <p:strVal val="visible"/>
                                      </p:to>
                                    </p:set>
                                    <p:animEffect transition="in" filter="fade">
                                      <p:cBhvr>
                                        <p:cTn id="100" dur="500"/>
                                        <p:tgtEl>
                                          <p:spTgt spid="126057"/>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0" presetClass="entr" presetSubtype="0" fill="hold" nodeType="clickEffect">
                                  <p:stCondLst>
                                    <p:cond delay="0"/>
                                  </p:stCondLst>
                                  <p:childTnLst>
                                    <p:set>
                                      <p:cBhvr>
                                        <p:cTn id="104" dur="1" fill="hold">
                                          <p:stCondLst>
                                            <p:cond delay="0"/>
                                          </p:stCondLst>
                                        </p:cTn>
                                        <p:tgtEl>
                                          <p:spTgt spid="8"/>
                                        </p:tgtEl>
                                        <p:attrNameLst>
                                          <p:attrName>style.visibility</p:attrName>
                                        </p:attrNameLst>
                                      </p:cBhvr>
                                      <p:to>
                                        <p:strVal val="visible"/>
                                      </p:to>
                                    </p:set>
                                    <p:animEffect transition="in" filter="fade">
                                      <p:cBhvr>
                                        <p:cTn id="105" dur="500"/>
                                        <p:tgtEl>
                                          <p:spTgt spid="8"/>
                                        </p:tgtEl>
                                      </p:cBhvr>
                                    </p:animEffect>
                                  </p:childTnLst>
                                </p:cTn>
                              </p:par>
                              <p:par>
                                <p:cTn id="106" presetID="10" presetClass="entr" presetSubtype="0" fill="hold" nodeType="withEffect">
                                  <p:stCondLst>
                                    <p:cond delay="0"/>
                                  </p:stCondLst>
                                  <p:childTnLst>
                                    <p:set>
                                      <p:cBhvr>
                                        <p:cTn id="107" dur="1" fill="hold">
                                          <p:stCondLst>
                                            <p:cond delay="0"/>
                                          </p:stCondLst>
                                        </p:cTn>
                                        <p:tgtEl>
                                          <p:spTgt spid="9"/>
                                        </p:tgtEl>
                                        <p:attrNameLst>
                                          <p:attrName>style.visibility</p:attrName>
                                        </p:attrNameLst>
                                      </p:cBhvr>
                                      <p:to>
                                        <p:strVal val="visible"/>
                                      </p:to>
                                    </p:set>
                                    <p:animEffect transition="in" filter="fade">
                                      <p:cBhvr>
                                        <p:cTn id="108" dur="500"/>
                                        <p:tgtEl>
                                          <p:spTgt spid="9"/>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2" fill="hold" nodeType="clickEffect">
                                  <p:stCondLst>
                                    <p:cond delay="0"/>
                                  </p:stCondLst>
                                  <p:childTnLst>
                                    <p:set>
                                      <p:cBhvr>
                                        <p:cTn id="112" dur="1" fill="hold">
                                          <p:stCondLst>
                                            <p:cond delay="0"/>
                                          </p:stCondLst>
                                        </p:cTn>
                                        <p:tgtEl>
                                          <p:spTgt spid="126007"/>
                                        </p:tgtEl>
                                        <p:attrNameLst>
                                          <p:attrName>style.visibility</p:attrName>
                                        </p:attrNameLst>
                                      </p:cBhvr>
                                      <p:to>
                                        <p:strVal val="visible"/>
                                      </p:to>
                                    </p:set>
                                    <p:animEffect transition="in" filter="wipe(right)">
                                      <p:cBhvr>
                                        <p:cTn id="113" dur="500"/>
                                        <p:tgtEl>
                                          <p:spTgt spid="126007"/>
                                        </p:tgtEl>
                                      </p:cBhvr>
                                    </p:animEffect>
                                  </p:childTnLst>
                                </p:cTn>
                              </p:par>
                              <p:par>
                                <p:cTn id="114" presetID="22" presetClass="entr" presetSubtype="8" fill="hold" nodeType="withEffect">
                                  <p:stCondLst>
                                    <p:cond delay="0"/>
                                  </p:stCondLst>
                                  <p:childTnLst>
                                    <p:set>
                                      <p:cBhvr>
                                        <p:cTn id="115" dur="1" fill="hold">
                                          <p:stCondLst>
                                            <p:cond delay="0"/>
                                          </p:stCondLst>
                                        </p:cTn>
                                        <p:tgtEl>
                                          <p:spTgt spid="126006"/>
                                        </p:tgtEl>
                                        <p:attrNameLst>
                                          <p:attrName>style.visibility</p:attrName>
                                        </p:attrNameLst>
                                      </p:cBhvr>
                                      <p:to>
                                        <p:strVal val="visible"/>
                                      </p:to>
                                    </p:set>
                                    <p:animEffect transition="in" filter="wipe(left)">
                                      <p:cBhvr>
                                        <p:cTn id="116" dur="500"/>
                                        <p:tgtEl>
                                          <p:spTgt spid="126006"/>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126059"/>
                                        </p:tgtEl>
                                        <p:attrNameLst>
                                          <p:attrName>style.visibility</p:attrName>
                                        </p:attrNameLst>
                                      </p:cBhvr>
                                      <p:to>
                                        <p:strVal val="visible"/>
                                      </p:to>
                                    </p:set>
                                    <p:animEffect transition="in" filter="fade">
                                      <p:cBhvr>
                                        <p:cTn id="119" dur="500"/>
                                        <p:tgtEl>
                                          <p:spTgt spid="126059"/>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126060"/>
                                        </p:tgtEl>
                                        <p:attrNameLst>
                                          <p:attrName>style.visibility</p:attrName>
                                        </p:attrNameLst>
                                      </p:cBhvr>
                                      <p:to>
                                        <p:strVal val="visible"/>
                                      </p:to>
                                    </p:set>
                                    <p:animEffect transition="in" filter="fade">
                                      <p:cBhvr>
                                        <p:cTn id="122" dur="500"/>
                                        <p:tgtEl>
                                          <p:spTgt spid="126060"/>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4" fill="hold" grpId="0" nodeType="clickEffect">
                                  <p:stCondLst>
                                    <p:cond delay="0"/>
                                  </p:stCondLst>
                                  <p:childTnLst>
                                    <p:set>
                                      <p:cBhvr>
                                        <p:cTn id="126" dur="1" fill="hold">
                                          <p:stCondLst>
                                            <p:cond delay="0"/>
                                          </p:stCondLst>
                                        </p:cTn>
                                        <p:tgtEl>
                                          <p:spTgt spid="126010"/>
                                        </p:tgtEl>
                                        <p:attrNameLst>
                                          <p:attrName>style.visibility</p:attrName>
                                        </p:attrNameLst>
                                      </p:cBhvr>
                                      <p:to>
                                        <p:strVal val="visible"/>
                                      </p:to>
                                    </p:set>
                                    <p:animEffect transition="in" filter="wipe(down)">
                                      <p:cBhvr>
                                        <p:cTn id="127" dur="500"/>
                                        <p:tgtEl>
                                          <p:spTgt spid="126010"/>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0" presetClass="entr" presetSubtype="0" fill="hold" nodeType="clickEffect">
                                  <p:stCondLst>
                                    <p:cond delay="0"/>
                                  </p:stCondLst>
                                  <p:childTnLst>
                                    <p:set>
                                      <p:cBhvr>
                                        <p:cTn id="131" dur="1" fill="hold">
                                          <p:stCondLst>
                                            <p:cond delay="0"/>
                                          </p:stCondLst>
                                        </p:cTn>
                                        <p:tgtEl>
                                          <p:spTgt spid="10"/>
                                        </p:tgtEl>
                                        <p:attrNameLst>
                                          <p:attrName>style.visibility</p:attrName>
                                        </p:attrNameLst>
                                      </p:cBhvr>
                                      <p:to>
                                        <p:strVal val="visible"/>
                                      </p:to>
                                    </p:set>
                                    <p:animEffect transition="in" filter="fade">
                                      <p:cBhvr>
                                        <p:cTn id="132" dur="500"/>
                                        <p:tgtEl>
                                          <p:spTgt spid="10"/>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0" presetClass="entr" presetSubtype="0" fill="hold" nodeType="clickEffect">
                                  <p:stCondLst>
                                    <p:cond delay="0"/>
                                  </p:stCondLst>
                                  <p:childTnLst>
                                    <p:set>
                                      <p:cBhvr>
                                        <p:cTn id="136" dur="1" fill="hold">
                                          <p:stCondLst>
                                            <p:cond delay="0"/>
                                          </p:stCondLst>
                                        </p:cTn>
                                        <p:tgtEl>
                                          <p:spTgt spid="13"/>
                                        </p:tgtEl>
                                        <p:attrNameLst>
                                          <p:attrName>style.visibility</p:attrName>
                                        </p:attrNameLst>
                                      </p:cBhvr>
                                      <p:to>
                                        <p:strVal val="visible"/>
                                      </p:to>
                                    </p:set>
                                    <p:animEffect transition="in" filter="fade">
                                      <p:cBhvr>
                                        <p:cTn id="137" dur="500"/>
                                        <p:tgtEl>
                                          <p:spTgt spid="13"/>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10" presetClass="entr" presetSubtype="0" fill="hold" nodeType="clickEffect">
                                  <p:stCondLst>
                                    <p:cond delay="0"/>
                                  </p:stCondLst>
                                  <p:childTnLst>
                                    <p:set>
                                      <p:cBhvr>
                                        <p:cTn id="141" dur="1" fill="hold">
                                          <p:stCondLst>
                                            <p:cond delay="0"/>
                                          </p:stCondLst>
                                        </p:cTn>
                                        <p:tgtEl>
                                          <p:spTgt spid="11"/>
                                        </p:tgtEl>
                                        <p:attrNameLst>
                                          <p:attrName>style.visibility</p:attrName>
                                        </p:attrNameLst>
                                      </p:cBhvr>
                                      <p:to>
                                        <p:strVal val="visible"/>
                                      </p:to>
                                    </p:set>
                                    <p:animEffect transition="in" filter="fade">
                                      <p:cBhvr>
                                        <p:cTn id="142" dur="500"/>
                                        <p:tgtEl>
                                          <p:spTgt spid="11"/>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0" presetClass="entr" presetSubtype="0" fill="hold" nodeType="clickEffect">
                                  <p:stCondLst>
                                    <p:cond delay="0"/>
                                  </p:stCondLst>
                                  <p:childTnLst>
                                    <p:set>
                                      <p:cBhvr>
                                        <p:cTn id="146" dur="1" fill="hold">
                                          <p:stCondLst>
                                            <p:cond delay="0"/>
                                          </p:stCondLst>
                                        </p:cTn>
                                        <p:tgtEl>
                                          <p:spTgt spid="15"/>
                                        </p:tgtEl>
                                        <p:attrNameLst>
                                          <p:attrName>style.visibility</p:attrName>
                                        </p:attrNameLst>
                                      </p:cBhvr>
                                      <p:to>
                                        <p:strVal val="visible"/>
                                      </p:to>
                                    </p:set>
                                    <p:animEffect transition="in" filter="fade">
                                      <p:cBhvr>
                                        <p:cTn id="147" dur="500"/>
                                        <p:tgtEl>
                                          <p:spTgt spid="15"/>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4" fill="hold" grpId="0" nodeType="clickEffect">
                                  <p:stCondLst>
                                    <p:cond delay="0"/>
                                  </p:stCondLst>
                                  <p:childTnLst>
                                    <p:set>
                                      <p:cBhvr>
                                        <p:cTn id="151" dur="1" fill="hold">
                                          <p:stCondLst>
                                            <p:cond delay="0"/>
                                          </p:stCondLst>
                                        </p:cTn>
                                        <p:tgtEl>
                                          <p:spTgt spid="126009"/>
                                        </p:tgtEl>
                                        <p:attrNameLst>
                                          <p:attrName>style.visibility</p:attrName>
                                        </p:attrNameLst>
                                      </p:cBhvr>
                                      <p:to>
                                        <p:strVal val="visible"/>
                                      </p:to>
                                    </p:set>
                                    <p:animEffect transition="in" filter="wipe(down)">
                                      <p:cBhvr>
                                        <p:cTn id="152" dur="500"/>
                                        <p:tgtEl>
                                          <p:spTgt spid="126009"/>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126011"/>
                                        </p:tgtEl>
                                        <p:attrNameLst>
                                          <p:attrName>style.visibility</p:attrName>
                                        </p:attrNameLst>
                                      </p:cBhvr>
                                      <p:to>
                                        <p:strVal val="visible"/>
                                      </p:to>
                                    </p:set>
                                    <p:animEffect transition="in" filter="wipe(left)">
                                      <p:cBhvr>
                                        <p:cTn id="157" dur="500"/>
                                        <p:tgtEl>
                                          <p:spTgt spid="126011"/>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2" presetClass="entr" presetSubtype="8" fill="hold" grpId="0" nodeType="clickEffect">
                                  <p:stCondLst>
                                    <p:cond delay="0"/>
                                  </p:stCondLst>
                                  <p:childTnLst>
                                    <p:set>
                                      <p:cBhvr>
                                        <p:cTn id="161" dur="1" fill="hold">
                                          <p:stCondLst>
                                            <p:cond delay="0"/>
                                          </p:stCondLst>
                                        </p:cTn>
                                        <p:tgtEl>
                                          <p:spTgt spid="126012"/>
                                        </p:tgtEl>
                                        <p:attrNameLst>
                                          <p:attrName>style.visibility</p:attrName>
                                        </p:attrNameLst>
                                      </p:cBhvr>
                                      <p:to>
                                        <p:strVal val="visible"/>
                                      </p:to>
                                    </p:set>
                                    <p:animEffect transition="in" filter="wipe(left)">
                                      <p:cBhvr>
                                        <p:cTn id="162" dur="500"/>
                                        <p:tgtEl>
                                          <p:spTgt spid="126012"/>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126013"/>
                                        </p:tgtEl>
                                        <p:attrNameLst>
                                          <p:attrName>style.visibility</p:attrName>
                                        </p:attrNameLst>
                                      </p:cBhvr>
                                      <p:to>
                                        <p:strVal val="visible"/>
                                      </p:to>
                                    </p:set>
                                    <p:animEffect transition="in" filter="wipe(left)">
                                      <p:cBhvr>
                                        <p:cTn id="167" dur="500"/>
                                        <p:tgtEl>
                                          <p:spTgt spid="126013"/>
                                        </p:tgtEl>
                                      </p:cBhvr>
                                    </p:animEffect>
                                  </p:childTnLst>
                                </p:cTn>
                              </p:par>
                            </p:childTnLst>
                          </p:cTn>
                        </p:par>
                      </p:childTnLst>
                    </p:cTn>
                  </p:par>
                  <p:par>
                    <p:cTn id="168" fill="hold">
                      <p:stCondLst>
                        <p:cond delay="indefinite"/>
                      </p:stCondLst>
                      <p:childTnLst>
                        <p:par>
                          <p:cTn id="169" fill="hold">
                            <p:stCondLst>
                              <p:cond delay="0"/>
                            </p:stCondLst>
                            <p:childTnLst>
                              <p:par>
                                <p:cTn id="170" presetID="8" presetClass="entr" presetSubtype="32" fill="hold" grpId="0" nodeType="clickEffect">
                                  <p:stCondLst>
                                    <p:cond delay="0"/>
                                  </p:stCondLst>
                                  <p:childTnLst>
                                    <p:set>
                                      <p:cBhvr>
                                        <p:cTn id="171" dur="1" fill="hold">
                                          <p:stCondLst>
                                            <p:cond delay="0"/>
                                          </p:stCondLst>
                                        </p:cTn>
                                        <p:tgtEl>
                                          <p:spTgt spid="109"/>
                                        </p:tgtEl>
                                        <p:attrNameLst>
                                          <p:attrName>style.visibility</p:attrName>
                                        </p:attrNameLst>
                                      </p:cBhvr>
                                      <p:to>
                                        <p:strVal val="visible"/>
                                      </p:to>
                                    </p:set>
                                    <p:animEffect transition="in" filter="diamond(out)">
                                      <p:cBhvr>
                                        <p:cTn id="172" dur="500"/>
                                        <p:tgtEl>
                                          <p:spTgt spid="109"/>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22" presetClass="entr" presetSubtype="8" fill="hold" nodeType="clickEffect">
                                  <p:stCondLst>
                                    <p:cond delay="0"/>
                                  </p:stCondLst>
                                  <p:childTnLst>
                                    <p:set>
                                      <p:cBhvr>
                                        <p:cTn id="176" dur="1" fill="hold">
                                          <p:stCondLst>
                                            <p:cond delay="0"/>
                                          </p:stCondLst>
                                        </p:cTn>
                                        <p:tgtEl>
                                          <p:spTgt spid="16"/>
                                        </p:tgtEl>
                                        <p:attrNameLst>
                                          <p:attrName>style.visibility</p:attrName>
                                        </p:attrNameLst>
                                      </p:cBhvr>
                                      <p:to>
                                        <p:strVal val="visible"/>
                                      </p:to>
                                    </p:set>
                                    <p:animEffect transition="in" filter="wipe(left)">
                                      <p:cBhvr>
                                        <p:cTn id="177" dur="500"/>
                                        <p:tgtEl>
                                          <p:spTgt spid="16"/>
                                        </p:tgtEl>
                                      </p:cBhvr>
                                    </p:animEffect>
                                  </p:childTnLst>
                                </p:cTn>
                              </p:par>
                              <p:par>
                                <p:cTn id="178" presetID="22" presetClass="entr" presetSubtype="4" fill="hold" nodeType="withEffect">
                                  <p:stCondLst>
                                    <p:cond delay="0"/>
                                  </p:stCondLst>
                                  <p:childTnLst>
                                    <p:set>
                                      <p:cBhvr>
                                        <p:cTn id="179" dur="1" fill="hold">
                                          <p:stCondLst>
                                            <p:cond delay="0"/>
                                          </p:stCondLst>
                                        </p:cTn>
                                        <p:tgtEl>
                                          <p:spTgt spid="17"/>
                                        </p:tgtEl>
                                        <p:attrNameLst>
                                          <p:attrName>style.visibility</p:attrName>
                                        </p:attrNameLst>
                                      </p:cBhvr>
                                      <p:to>
                                        <p:strVal val="visible"/>
                                      </p:to>
                                    </p:set>
                                    <p:animEffect transition="in" filter="wipe(down)">
                                      <p:cBhvr>
                                        <p:cTn id="180" dur="500"/>
                                        <p:tgtEl>
                                          <p:spTgt spid="17"/>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10" presetClass="entr" presetSubtype="0" fill="hold" grpId="0" nodeType="clickEffect">
                                  <p:stCondLst>
                                    <p:cond delay="0"/>
                                  </p:stCondLst>
                                  <p:childTnLst>
                                    <p:set>
                                      <p:cBhvr>
                                        <p:cTn id="184" dur="1" fill="hold">
                                          <p:stCondLst>
                                            <p:cond delay="0"/>
                                          </p:stCondLst>
                                        </p:cTn>
                                        <p:tgtEl>
                                          <p:spTgt spid="126022"/>
                                        </p:tgtEl>
                                        <p:attrNameLst>
                                          <p:attrName>style.visibility</p:attrName>
                                        </p:attrNameLst>
                                      </p:cBhvr>
                                      <p:to>
                                        <p:strVal val="visible"/>
                                      </p:to>
                                    </p:set>
                                    <p:animEffect transition="in" filter="fade">
                                      <p:cBhvr>
                                        <p:cTn id="185" dur="500"/>
                                        <p:tgtEl>
                                          <p:spTgt spid="126022"/>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126023"/>
                                        </p:tgtEl>
                                        <p:attrNameLst>
                                          <p:attrName>style.visibility</p:attrName>
                                        </p:attrNameLst>
                                      </p:cBhvr>
                                      <p:to>
                                        <p:strVal val="visible"/>
                                      </p:to>
                                    </p:set>
                                    <p:animEffect transition="in" filter="fade">
                                      <p:cBhvr>
                                        <p:cTn id="188" dur="500"/>
                                        <p:tgtEl>
                                          <p:spTgt spid="126023"/>
                                        </p:tgtEl>
                                      </p:cBhvr>
                                    </p:animEffec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10" presetClass="entr" presetSubtype="0" fill="hold" grpId="0" nodeType="clickEffect">
                                  <p:stCondLst>
                                    <p:cond delay="0"/>
                                  </p:stCondLst>
                                  <p:childTnLst>
                                    <p:set>
                                      <p:cBhvr>
                                        <p:cTn id="192" dur="1" fill="hold">
                                          <p:stCondLst>
                                            <p:cond delay="0"/>
                                          </p:stCondLst>
                                        </p:cTn>
                                        <p:tgtEl>
                                          <p:spTgt spid="126024"/>
                                        </p:tgtEl>
                                        <p:attrNameLst>
                                          <p:attrName>style.visibility</p:attrName>
                                        </p:attrNameLst>
                                      </p:cBhvr>
                                      <p:to>
                                        <p:strVal val="visible"/>
                                      </p:to>
                                    </p:set>
                                    <p:animEffect transition="in" filter="fade">
                                      <p:cBhvr>
                                        <p:cTn id="193" dur="500"/>
                                        <p:tgtEl>
                                          <p:spTgt spid="126024"/>
                                        </p:tgtEl>
                                      </p:cBhvr>
                                    </p:animEffect>
                                  </p:childTnLst>
                                </p:cTn>
                              </p:par>
                              <p:par>
                                <p:cTn id="194" presetID="10" presetClass="entr" presetSubtype="0" fill="hold" grpId="0" nodeType="withEffect">
                                  <p:stCondLst>
                                    <p:cond delay="0"/>
                                  </p:stCondLst>
                                  <p:childTnLst>
                                    <p:set>
                                      <p:cBhvr>
                                        <p:cTn id="195" dur="1" fill="hold">
                                          <p:stCondLst>
                                            <p:cond delay="0"/>
                                          </p:stCondLst>
                                        </p:cTn>
                                        <p:tgtEl>
                                          <p:spTgt spid="126025"/>
                                        </p:tgtEl>
                                        <p:attrNameLst>
                                          <p:attrName>style.visibility</p:attrName>
                                        </p:attrNameLst>
                                      </p:cBhvr>
                                      <p:to>
                                        <p:strVal val="visible"/>
                                      </p:to>
                                    </p:set>
                                    <p:animEffect transition="in" filter="fade">
                                      <p:cBhvr>
                                        <p:cTn id="196" dur="500"/>
                                        <p:tgtEl>
                                          <p:spTgt spid="126025"/>
                                        </p:tgtEl>
                                      </p:cBhvr>
                                    </p:animEffect>
                                  </p:childTnLst>
                                </p:cTn>
                              </p:par>
                            </p:childTnLst>
                          </p:cTn>
                        </p:par>
                      </p:childTnLst>
                    </p:cTn>
                  </p:par>
                  <p:par>
                    <p:cTn id="197" fill="hold" nodeType="clickPar">
                      <p:stCondLst>
                        <p:cond delay="indefinite"/>
                      </p:stCondLst>
                      <p:childTnLst>
                        <p:par>
                          <p:cTn id="198" fill="hold" nodeType="withGroup">
                            <p:stCondLst>
                              <p:cond delay="0"/>
                            </p:stCondLst>
                            <p:childTnLst>
                              <p:par>
                                <p:cTn id="199" presetID="10" presetClass="entr" presetSubtype="0" fill="hold" grpId="0" nodeType="clickEffect">
                                  <p:stCondLst>
                                    <p:cond delay="0"/>
                                  </p:stCondLst>
                                  <p:childTnLst>
                                    <p:set>
                                      <p:cBhvr>
                                        <p:cTn id="200" dur="1" fill="hold">
                                          <p:stCondLst>
                                            <p:cond delay="0"/>
                                          </p:stCondLst>
                                        </p:cTn>
                                        <p:tgtEl>
                                          <p:spTgt spid="126026"/>
                                        </p:tgtEl>
                                        <p:attrNameLst>
                                          <p:attrName>style.visibility</p:attrName>
                                        </p:attrNameLst>
                                      </p:cBhvr>
                                      <p:to>
                                        <p:strVal val="visible"/>
                                      </p:to>
                                    </p:set>
                                    <p:animEffect transition="in" filter="fade">
                                      <p:cBhvr>
                                        <p:cTn id="201" dur="500"/>
                                        <p:tgtEl>
                                          <p:spTgt spid="126026"/>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126027"/>
                                        </p:tgtEl>
                                        <p:attrNameLst>
                                          <p:attrName>style.visibility</p:attrName>
                                        </p:attrNameLst>
                                      </p:cBhvr>
                                      <p:to>
                                        <p:strVal val="visible"/>
                                      </p:to>
                                    </p:set>
                                    <p:animEffect transition="in" filter="fade">
                                      <p:cBhvr>
                                        <p:cTn id="204" dur="500"/>
                                        <p:tgtEl>
                                          <p:spTgt spid="126027"/>
                                        </p:tgtEl>
                                      </p:cBhvr>
                                    </p:animEffect>
                                  </p:childTnLst>
                                </p:cTn>
                              </p:par>
                            </p:childTnLst>
                          </p:cTn>
                        </p:par>
                      </p:childTnLst>
                    </p:cTn>
                  </p:par>
                  <p:par>
                    <p:cTn id="205" fill="hold" nodeType="clickPar">
                      <p:stCondLst>
                        <p:cond delay="indefinite"/>
                      </p:stCondLst>
                      <p:childTnLst>
                        <p:par>
                          <p:cTn id="206" fill="hold" nodeType="withGroup">
                            <p:stCondLst>
                              <p:cond delay="0"/>
                            </p:stCondLst>
                            <p:childTnLst>
                              <p:par>
                                <p:cTn id="207" presetID="10" presetClass="entr" presetSubtype="0" fill="hold" grpId="0" nodeType="clickEffect">
                                  <p:stCondLst>
                                    <p:cond delay="0"/>
                                  </p:stCondLst>
                                  <p:childTnLst>
                                    <p:set>
                                      <p:cBhvr>
                                        <p:cTn id="208" dur="1" fill="hold">
                                          <p:stCondLst>
                                            <p:cond delay="0"/>
                                          </p:stCondLst>
                                        </p:cTn>
                                        <p:tgtEl>
                                          <p:spTgt spid="126028"/>
                                        </p:tgtEl>
                                        <p:attrNameLst>
                                          <p:attrName>style.visibility</p:attrName>
                                        </p:attrNameLst>
                                      </p:cBhvr>
                                      <p:to>
                                        <p:strVal val="visible"/>
                                      </p:to>
                                    </p:set>
                                    <p:animEffect transition="in" filter="fade">
                                      <p:cBhvr>
                                        <p:cTn id="209" dur="500"/>
                                        <p:tgtEl>
                                          <p:spTgt spid="126028"/>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126029"/>
                                        </p:tgtEl>
                                        <p:attrNameLst>
                                          <p:attrName>style.visibility</p:attrName>
                                        </p:attrNameLst>
                                      </p:cBhvr>
                                      <p:to>
                                        <p:strVal val="visible"/>
                                      </p:to>
                                    </p:set>
                                    <p:animEffect transition="in" filter="fade">
                                      <p:cBhvr>
                                        <p:cTn id="212" dur="500"/>
                                        <p:tgtEl>
                                          <p:spTgt spid="126029"/>
                                        </p:tgtEl>
                                      </p:cBhvr>
                                    </p:animEffect>
                                  </p:childTnLst>
                                </p:cTn>
                              </p:par>
                            </p:childTnLst>
                          </p:cTn>
                        </p:par>
                      </p:childTnLst>
                    </p:cTn>
                  </p:par>
                  <p:par>
                    <p:cTn id="213" fill="hold" nodeType="clickPar">
                      <p:stCondLst>
                        <p:cond delay="indefinite"/>
                      </p:stCondLst>
                      <p:childTnLst>
                        <p:par>
                          <p:cTn id="214" fill="hold" nodeType="withGroup">
                            <p:stCondLst>
                              <p:cond delay="0"/>
                            </p:stCondLst>
                            <p:childTnLst>
                              <p:par>
                                <p:cTn id="215" presetID="22" presetClass="entr" presetSubtype="4" fill="hold" nodeType="clickEffect">
                                  <p:stCondLst>
                                    <p:cond delay="0"/>
                                  </p:stCondLst>
                                  <p:childTnLst>
                                    <p:set>
                                      <p:cBhvr>
                                        <p:cTn id="216" dur="1" fill="hold">
                                          <p:stCondLst>
                                            <p:cond delay="0"/>
                                          </p:stCondLst>
                                        </p:cTn>
                                        <p:tgtEl>
                                          <p:spTgt spid="126020"/>
                                        </p:tgtEl>
                                        <p:attrNameLst>
                                          <p:attrName>style.visibility</p:attrName>
                                        </p:attrNameLst>
                                      </p:cBhvr>
                                      <p:to>
                                        <p:strVal val="visible"/>
                                      </p:to>
                                    </p:set>
                                    <p:animEffect transition="in" filter="wipe(down)">
                                      <p:cBhvr>
                                        <p:cTn id="217" dur="500"/>
                                        <p:tgtEl>
                                          <p:spTgt spid="126020"/>
                                        </p:tgtEl>
                                      </p:cBhvr>
                                    </p:animEffect>
                                  </p:childTnLst>
                                </p:cTn>
                              </p:par>
                            </p:childTnLst>
                          </p:cTn>
                        </p:par>
                      </p:childTnLst>
                    </p:cTn>
                  </p:par>
                  <p:par>
                    <p:cTn id="218" fill="hold" nodeType="clickPar">
                      <p:stCondLst>
                        <p:cond delay="indefinite"/>
                      </p:stCondLst>
                      <p:childTnLst>
                        <p:par>
                          <p:cTn id="219" fill="hold" nodeType="withGroup">
                            <p:stCondLst>
                              <p:cond delay="0"/>
                            </p:stCondLst>
                            <p:childTnLst>
                              <p:par>
                                <p:cTn id="220" presetID="22" presetClass="entr" presetSubtype="8" fill="hold" grpId="0" nodeType="clickEffect">
                                  <p:stCondLst>
                                    <p:cond delay="0"/>
                                  </p:stCondLst>
                                  <p:childTnLst>
                                    <p:set>
                                      <p:cBhvr>
                                        <p:cTn id="221" dur="1" fill="hold">
                                          <p:stCondLst>
                                            <p:cond delay="0"/>
                                          </p:stCondLst>
                                        </p:cTn>
                                        <p:tgtEl>
                                          <p:spTgt spid="126030"/>
                                        </p:tgtEl>
                                        <p:attrNameLst>
                                          <p:attrName>style.visibility</p:attrName>
                                        </p:attrNameLst>
                                      </p:cBhvr>
                                      <p:to>
                                        <p:strVal val="visible"/>
                                      </p:to>
                                    </p:set>
                                    <p:animEffect transition="in" filter="wipe(left)">
                                      <p:cBhvr>
                                        <p:cTn id="222" dur="500"/>
                                        <p:tgtEl>
                                          <p:spTgt spid="126030"/>
                                        </p:tgtEl>
                                      </p:cBhvr>
                                    </p:animEffect>
                                  </p:childTnLst>
                                </p:cTn>
                              </p:par>
                            </p:childTnLst>
                          </p:cTn>
                        </p:par>
                      </p:childTnLst>
                    </p:cTn>
                  </p:par>
                  <p:par>
                    <p:cTn id="223" fill="hold" nodeType="clickPar">
                      <p:stCondLst>
                        <p:cond delay="indefinite"/>
                      </p:stCondLst>
                      <p:childTnLst>
                        <p:par>
                          <p:cTn id="224" fill="hold" nodeType="withGroup">
                            <p:stCondLst>
                              <p:cond delay="0"/>
                            </p:stCondLst>
                            <p:childTnLst>
                              <p:par>
                                <p:cTn id="225" presetID="10" presetClass="entr" presetSubtype="0" fill="hold" grpId="0" nodeType="clickEffect">
                                  <p:stCondLst>
                                    <p:cond delay="0"/>
                                  </p:stCondLst>
                                  <p:childTnLst>
                                    <p:set>
                                      <p:cBhvr>
                                        <p:cTn id="226" dur="1" fill="hold">
                                          <p:stCondLst>
                                            <p:cond delay="0"/>
                                          </p:stCondLst>
                                        </p:cTn>
                                        <p:tgtEl>
                                          <p:spTgt spid="126031"/>
                                        </p:tgtEl>
                                        <p:attrNameLst>
                                          <p:attrName>style.visibility</p:attrName>
                                        </p:attrNameLst>
                                      </p:cBhvr>
                                      <p:to>
                                        <p:strVal val="visible"/>
                                      </p:to>
                                    </p:set>
                                    <p:animEffect transition="in" filter="fade">
                                      <p:cBhvr>
                                        <p:cTn id="227" dur="500"/>
                                        <p:tgtEl>
                                          <p:spTgt spid="126031"/>
                                        </p:tgtEl>
                                      </p:cBhvr>
                                    </p:animEffect>
                                  </p:childTnLst>
                                </p:cTn>
                              </p:par>
                              <p:par>
                                <p:cTn id="228" presetID="10" presetClass="entr" presetSubtype="0" fill="hold" grpId="0" nodeType="withEffect">
                                  <p:stCondLst>
                                    <p:cond delay="0"/>
                                  </p:stCondLst>
                                  <p:childTnLst>
                                    <p:set>
                                      <p:cBhvr>
                                        <p:cTn id="229" dur="1" fill="hold">
                                          <p:stCondLst>
                                            <p:cond delay="0"/>
                                          </p:stCondLst>
                                        </p:cTn>
                                        <p:tgtEl>
                                          <p:spTgt spid="126032"/>
                                        </p:tgtEl>
                                        <p:attrNameLst>
                                          <p:attrName>style.visibility</p:attrName>
                                        </p:attrNameLst>
                                      </p:cBhvr>
                                      <p:to>
                                        <p:strVal val="visible"/>
                                      </p:to>
                                    </p:set>
                                    <p:animEffect transition="in" filter="fade">
                                      <p:cBhvr>
                                        <p:cTn id="230" dur="500"/>
                                        <p:tgtEl>
                                          <p:spTgt spid="126032"/>
                                        </p:tgtEl>
                                      </p:cBhvr>
                                    </p:animEffect>
                                  </p:childTnLst>
                                </p:cTn>
                              </p:par>
                            </p:childTnLst>
                          </p:cTn>
                        </p:par>
                      </p:childTnLst>
                    </p:cTn>
                  </p:par>
                  <p:par>
                    <p:cTn id="231" fill="hold" nodeType="clickPar">
                      <p:stCondLst>
                        <p:cond delay="indefinite"/>
                      </p:stCondLst>
                      <p:childTnLst>
                        <p:par>
                          <p:cTn id="232" fill="hold" nodeType="withGroup">
                            <p:stCondLst>
                              <p:cond delay="0"/>
                            </p:stCondLst>
                            <p:childTnLst>
                              <p:par>
                                <p:cTn id="233" presetID="10" presetClass="entr" presetSubtype="0" fill="hold" grpId="0" nodeType="clickEffect">
                                  <p:stCondLst>
                                    <p:cond delay="0"/>
                                  </p:stCondLst>
                                  <p:childTnLst>
                                    <p:set>
                                      <p:cBhvr>
                                        <p:cTn id="234" dur="1" fill="hold">
                                          <p:stCondLst>
                                            <p:cond delay="0"/>
                                          </p:stCondLst>
                                        </p:cTn>
                                        <p:tgtEl>
                                          <p:spTgt spid="126033"/>
                                        </p:tgtEl>
                                        <p:attrNameLst>
                                          <p:attrName>style.visibility</p:attrName>
                                        </p:attrNameLst>
                                      </p:cBhvr>
                                      <p:to>
                                        <p:strVal val="visible"/>
                                      </p:to>
                                    </p:set>
                                    <p:animEffect transition="in" filter="fade">
                                      <p:cBhvr>
                                        <p:cTn id="235" dur="500"/>
                                        <p:tgtEl>
                                          <p:spTgt spid="126033"/>
                                        </p:tgtEl>
                                      </p:cBhvr>
                                    </p:animEffect>
                                  </p:childTnLst>
                                </p:cTn>
                              </p:par>
                              <p:par>
                                <p:cTn id="236" presetID="10" presetClass="entr" presetSubtype="0" fill="hold" grpId="0" nodeType="withEffect">
                                  <p:stCondLst>
                                    <p:cond delay="0"/>
                                  </p:stCondLst>
                                  <p:childTnLst>
                                    <p:set>
                                      <p:cBhvr>
                                        <p:cTn id="237" dur="1" fill="hold">
                                          <p:stCondLst>
                                            <p:cond delay="0"/>
                                          </p:stCondLst>
                                        </p:cTn>
                                        <p:tgtEl>
                                          <p:spTgt spid="126034"/>
                                        </p:tgtEl>
                                        <p:attrNameLst>
                                          <p:attrName>style.visibility</p:attrName>
                                        </p:attrNameLst>
                                      </p:cBhvr>
                                      <p:to>
                                        <p:strVal val="visible"/>
                                      </p:to>
                                    </p:set>
                                    <p:animEffect transition="in" filter="fade">
                                      <p:cBhvr>
                                        <p:cTn id="238" dur="500"/>
                                        <p:tgtEl>
                                          <p:spTgt spid="126034"/>
                                        </p:tgtEl>
                                      </p:cBhvr>
                                    </p:animEffect>
                                  </p:childTnLst>
                                </p:cTn>
                              </p:par>
                            </p:childTnLst>
                          </p:cTn>
                        </p:par>
                      </p:childTnLst>
                    </p:cTn>
                  </p:par>
                  <p:par>
                    <p:cTn id="239" fill="hold" nodeType="clickPar">
                      <p:stCondLst>
                        <p:cond delay="indefinite"/>
                      </p:stCondLst>
                      <p:childTnLst>
                        <p:par>
                          <p:cTn id="240" fill="hold" nodeType="withGroup">
                            <p:stCondLst>
                              <p:cond delay="0"/>
                            </p:stCondLst>
                            <p:childTnLst>
                              <p:par>
                                <p:cTn id="241" presetID="10" presetClass="entr" presetSubtype="0" fill="hold" grpId="0" nodeType="clickEffect">
                                  <p:stCondLst>
                                    <p:cond delay="0"/>
                                  </p:stCondLst>
                                  <p:childTnLst>
                                    <p:set>
                                      <p:cBhvr>
                                        <p:cTn id="242" dur="1" fill="hold">
                                          <p:stCondLst>
                                            <p:cond delay="0"/>
                                          </p:stCondLst>
                                        </p:cTn>
                                        <p:tgtEl>
                                          <p:spTgt spid="126035"/>
                                        </p:tgtEl>
                                        <p:attrNameLst>
                                          <p:attrName>style.visibility</p:attrName>
                                        </p:attrNameLst>
                                      </p:cBhvr>
                                      <p:to>
                                        <p:strVal val="visible"/>
                                      </p:to>
                                    </p:set>
                                    <p:animEffect transition="in" filter="fade">
                                      <p:cBhvr>
                                        <p:cTn id="243" dur="500"/>
                                        <p:tgtEl>
                                          <p:spTgt spid="126035"/>
                                        </p:tgtEl>
                                      </p:cBhvr>
                                    </p:animEffect>
                                  </p:childTnLst>
                                </p:cTn>
                              </p:par>
                              <p:par>
                                <p:cTn id="244" presetID="10" presetClass="entr" presetSubtype="0" fill="hold" grpId="0" nodeType="withEffect">
                                  <p:stCondLst>
                                    <p:cond delay="0"/>
                                  </p:stCondLst>
                                  <p:childTnLst>
                                    <p:set>
                                      <p:cBhvr>
                                        <p:cTn id="245" dur="1" fill="hold">
                                          <p:stCondLst>
                                            <p:cond delay="0"/>
                                          </p:stCondLst>
                                        </p:cTn>
                                        <p:tgtEl>
                                          <p:spTgt spid="126036"/>
                                        </p:tgtEl>
                                        <p:attrNameLst>
                                          <p:attrName>style.visibility</p:attrName>
                                        </p:attrNameLst>
                                      </p:cBhvr>
                                      <p:to>
                                        <p:strVal val="visible"/>
                                      </p:to>
                                    </p:set>
                                    <p:animEffect transition="in" filter="fade">
                                      <p:cBhvr>
                                        <p:cTn id="246" dur="500"/>
                                        <p:tgtEl>
                                          <p:spTgt spid="126036"/>
                                        </p:tgtEl>
                                      </p:cBhvr>
                                    </p:animEffect>
                                  </p:childTnLst>
                                </p:cTn>
                              </p:par>
                            </p:childTnLst>
                          </p:cTn>
                        </p:par>
                      </p:childTnLst>
                    </p:cTn>
                  </p:par>
                  <p:par>
                    <p:cTn id="247" fill="hold" nodeType="clickPar">
                      <p:stCondLst>
                        <p:cond delay="indefinite"/>
                      </p:stCondLst>
                      <p:childTnLst>
                        <p:par>
                          <p:cTn id="248" fill="hold" nodeType="withGroup">
                            <p:stCondLst>
                              <p:cond delay="0"/>
                            </p:stCondLst>
                            <p:childTnLst>
                              <p:par>
                                <p:cTn id="249" presetID="10" presetClass="entr" presetSubtype="0" fill="hold" grpId="0" nodeType="clickEffect">
                                  <p:stCondLst>
                                    <p:cond delay="0"/>
                                  </p:stCondLst>
                                  <p:childTnLst>
                                    <p:set>
                                      <p:cBhvr>
                                        <p:cTn id="250" dur="1" fill="hold">
                                          <p:stCondLst>
                                            <p:cond delay="0"/>
                                          </p:stCondLst>
                                        </p:cTn>
                                        <p:tgtEl>
                                          <p:spTgt spid="126037"/>
                                        </p:tgtEl>
                                        <p:attrNameLst>
                                          <p:attrName>style.visibility</p:attrName>
                                        </p:attrNameLst>
                                      </p:cBhvr>
                                      <p:to>
                                        <p:strVal val="visible"/>
                                      </p:to>
                                    </p:set>
                                    <p:animEffect transition="in" filter="fade">
                                      <p:cBhvr>
                                        <p:cTn id="251" dur="500"/>
                                        <p:tgtEl>
                                          <p:spTgt spid="126037"/>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126038"/>
                                        </p:tgtEl>
                                        <p:attrNameLst>
                                          <p:attrName>style.visibility</p:attrName>
                                        </p:attrNameLst>
                                      </p:cBhvr>
                                      <p:to>
                                        <p:strVal val="visible"/>
                                      </p:to>
                                    </p:set>
                                    <p:animEffect transition="in" filter="fade">
                                      <p:cBhvr>
                                        <p:cTn id="254" dur="500"/>
                                        <p:tgtEl>
                                          <p:spTgt spid="126038"/>
                                        </p:tgtEl>
                                      </p:cBhvr>
                                    </p:animEffect>
                                  </p:childTnLst>
                                </p:cTn>
                              </p:par>
                            </p:childTnLst>
                          </p:cTn>
                        </p:par>
                      </p:childTnLst>
                    </p:cTn>
                  </p:par>
                  <p:par>
                    <p:cTn id="255" fill="hold" nodeType="clickPar">
                      <p:stCondLst>
                        <p:cond delay="indefinite"/>
                      </p:stCondLst>
                      <p:childTnLst>
                        <p:par>
                          <p:cTn id="256" fill="hold" nodeType="withGroup">
                            <p:stCondLst>
                              <p:cond delay="0"/>
                            </p:stCondLst>
                            <p:childTnLst>
                              <p:par>
                                <p:cTn id="257" presetID="10" presetClass="entr" presetSubtype="0" fill="hold" grpId="0" nodeType="clickEffect">
                                  <p:stCondLst>
                                    <p:cond delay="0"/>
                                  </p:stCondLst>
                                  <p:childTnLst>
                                    <p:set>
                                      <p:cBhvr>
                                        <p:cTn id="258" dur="1" fill="hold">
                                          <p:stCondLst>
                                            <p:cond delay="0"/>
                                          </p:stCondLst>
                                        </p:cTn>
                                        <p:tgtEl>
                                          <p:spTgt spid="126039"/>
                                        </p:tgtEl>
                                        <p:attrNameLst>
                                          <p:attrName>style.visibility</p:attrName>
                                        </p:attrNameLst>
                                      </p:cBhvr>
                                      <p:to>
                                        <p:strVal val="visible"/>
                                      </p:to>
                                    </p:set>
                                    <p:animEffect transition="in" filter="fade">
                                      <p:cBhvr>
                                        <p:cTn id="259" dur="500"/>
                                        <p:tgtEl>
                                          <p:spTgt spid="126039"/>
                                        </p:tgtEl>
                                      </p:cBhvr>
                                    </p:animEffect>
                                  </p:childTnLst>
                                </p:cTn>
                              </p:par>
                              <p:par>
                                <p:cTn id="260" presetID="10" presetClass="entr" presetSubtype="0" fill="hold" grpId="0" nodeType="withEffect">
                                  <p:stCondLst>
                                    <p:cond delay="0"/>
                                  </p:stCondLst>
                                  <p:childTnLst>
                                    <p:set>
                                      <p:cBhvr>
                                        <p:cTn id="261" dur="1" fill="hold">
                                          <p:stCondLst>
                                            <p:cond delay="0"/>
                                          </p:stCondLst>
                                        </p:cTn>
                                        <p:tgtEl>
                                          <p:spTgt spid="126040"/>
                                        </p:tgtEl>
                                        <p:attrNameLst>
                                          <p:attrName>style.visibility</p:attrName>
                                        </p:attrNameLst>
                                      </p:cBhvr>
                                      <p:to>
                                        <p:strVal val="visible"/>
                                      </p:to>
                                    </p:set>
                                    <p:animEffect transition="in" filter="fade">
                                      <p:cBhvr>
                                        <p:cTn id="262" dur="500"/>
                                        <p:tgtEl>
                                          <p:spTgt spid="126040"/>
                                        </p:tgtEl>
                                      </p:cBhvr>
                                    </p:animEffect>
                                  </p:childTnLst>
                                </p:cTn>
                              </p:par>
                            </p:childTnLst>
                          </p:cTn>
                        </p:par>
                      </p:childTnLst>
                    </p:cTn>
                  </p:par>
                  <p:par>
                    <p:cTn id="263" fill="hold">
                      <p:stCondLst>
                        <p:cond delay="indefinite"/>
                      </p:stCondLst>
                      <p:childTnLst>
                        <p:par>
                          <p:cTn id="264" fill="hold">
                            <p:stCondLst>
                              <p:cond delay="0"/>
                            </p:stCondLst>
                            <p:childTnLst>
                              <p:par>
                                <p:cTn id="265" presetID="10" presetClass="entr" presetSubtype="0" fill="hold" grpId="0" nodeType="clickEffect">
                                  <p:stCondLst>
                                    <p:cond delay="0"/>
                                  </p:stCondLst>
                                  <p:childTnLst>
                                    <p:set>
                                      <p:cBhvr>
                                        <p:cTn id="266" dur="1" fill="hold">
                                          <p:stCondLst>
                                            <p:cond delay="0"/>
                                          </p:stCondLst>
                                        </p:cTn>
                                        <p:tgtEl>
                                          <p:spTgt spid="126041"/>
                                        </p:tgtEl>
                                        <p:attrNameLst>
                                          <p:attrName>style.visibility</p:attrName>
                                        </p:attrNameLst>
                                      </p:cBhvr>
                                      <p:to>
                                        <p:strVal val="visible"/>
                                      </p:to>
                                    </p:set>
                                    <p:animEffect transition="in" filter="fade">
                                      <p:cBhvr>
                                        <p:cTn id="267" dur="500"/>
                                        <p:tgtEl>
                                          <p:spTgt spid="126041"/>
                                        </p:tgtEl>
                                      </p:cBhvr>
                                    </p:animEffect>
                                  </p:childTnLst>
                                </p:cTn>
                              </p:par>
                              <p:par>
                                <p:cTn id="268" presetID="10" presetClass="entr" presetSubtype="0" fill="hold" grpId="0" nodeType="withEffect">
                                  <p:stCondLst>
                                    <p:cond delay="0"/>
                                  </p:stCondLst>
                                  <p:childTnLst>
                                    <p:set>
                                      <p:cBhvr>
                                        <p:cTn id="269" dur="1" fill="hold">
                                          <p:stCondLst>
                                            <p:cond delay="0"/>
                                          </p:stCondLst>
                                        </p:cTn>
                                        <p:tgtEl>
                                          <p:spTgt spid="126042"/>
                                        </p:tgtEl>
                                        <p:attrNameLst>
                                          <p:attrName>style.visibility</p:attrName>
                                        </p:attrNameLst>
                                      </p:cBhvr>
                                      <p:to>
                                        <p:strVal val="visible"/>
                                      </p:to>
                                    </p:set>
                                    <p:animEffect transition="in" filter="fade">
                                      <p:cBhvr>
                                        <p:cTn id="270" dur="500"/>
                                        <p:tgtEl>
                                          <p:spTgt spid="126042"/>
                                        </p:tgtEl>
                                      </p:cBhvr>
                                    </p:animEffect>
                                  </p:childTnLst>
                                </p:cTn>
                              </p:par>
                            </p:childTnLst>
                          </p:cTn>
                        </p:par>
                      </p:childTnLst>
                    </p:cTn>
                  </p:par>
                  <p:par>
                    <p:cTn id="271" fill="hold">
                      <p:stCondLst>
                        <p:cond delay="indefinite"/>
                      </p:stCondLst>
                      <p:childTnLst>
                        <p:par>
                          <p:cTn id="272" fill="hold">
                            <p:stCondLst>
                              <p:cond delay="0"/>
                            </p:stCondLst>
                            <p:childTnLst>
                              <p:par>
                                <p:cTn id="273" presetID="22" presetClass="entr" presetSubtype="4" fill="hold" nodeType="clickEffect">
                                  <p:stCondLst>
                                    <p:cond delay="0"/>
                                  </p:stCondLst>
                                  <p:childTnLst>
                                    <p:set>
                                      <p:cBhvr>
                                        <p:cTn id="274" dur="1" fill="hold">
                                          <p:stCondLst>
                                            <p:cond delay="0"/>
                                          </p:stCondLst>
                                        </p:cTn>
                                        <p:tgtEl>
                                          <p:spTgt spid="126021"/>
                                        </p:tgtEl>
                                        <p:attrNameLst>
                                          <p:attrName>style.visibility</p:attrName>
                                        </p:attrNameLst>
                                      </p:cBhvr>
                                      <p:to>
                                        <p:strVal val="visible"/>
                                      </p:to>
                                    </p:set>
                                    <p:animEffect transition="in" filter="wipe(down)">
                                      <p:cBhvr>
                                        <p:cTn id="275" dur="500"/>
                                        <p:tgtEl>
                                          <p:spTgt spid="126021"/>
                                        </p:tgtEl>
                                      </p:cBhvr>
                                    </p:animEffect>
                                  </p:childTnLst>
                                </p:cTn>
                              </p:par>
                            </p:childTnLst>
                          </p:cTn>
                        </p:par>
                      </p:childTnLst>
                    </p:cTn>
                  </p:par>
                  <p:par>
                    <p:cTn id="276" fill="hold" nodeType="clickPar">
                      <p:stCondLst>
                        <p:cond delay="indefinite"/>
                      </p:stCondLst>
                      <p:childTnLst>
                        <p:par>
                          <p:cTn id="277" fill="hold" nodeType="withGroup">
                            <p:stCondLst>
                              <p:cond delay="0"/>
                            </p:stCondLst>
                            <p:childTnLst>
                              <p:par>
                                <p:cTn id="278" presetID="22" presetClass="entr" presetSubtype="8" fill="hold" grpId="0" nodeType="clickEffect">
                                  <p:stCondLst>
                                    <p:cond delay="0"/>
                                  </p:stCondLst>
                                  <p:childTnLst>
                                    <p:set>
                                      <p:cBhvr>
                                        <p:cTn id="279" dur="1" fill="hold">
                                          <p:stCondLst>
                                            <p:cond delay="0"/>
                                          </p:stCondLst>
                                        </p:cTn>
                                        <p:tgtEl>
                                          <p:spTgt spid="126049"/>
                                        </p:tgtEl>
                                        <p:attrNameLst>
                                          <p:attrName>style.visibility</p:attrName>
                                        </p:attrNameLst>
                                      </p:cBhvr>
                                      <p:to>
                                        <p:strVal val="visible"/>
                                      </p:to>
                                    </p:set>
                                    <p:animEffect transition="in" filter="wipe(left)">
                                      <p:cBhvr>
                                        <p:cTn id="280" dur="500"/>
                                        <p:tgtEl>
                                          <p:spTgt spid="126049"/>
                                        </p:tgtEl>
                                      </p:cBhvr>
                                    </p:animEffect>
                                  </p:childTnLst>
                                </p:cTn>
                              </p:par>
                            </p:childTnLst>
                          </p:cTn>
                        </p:par>
                      </p:childTnLst>
                    </p:cTn>
                  </p:par>
                  <p:par>
                    <p:cTn id="281" fill="hold" nodeType="clickPar">
                      <p:stCondLst>
                        <p:cond delay="indefinite"/>
                      </p:stCondLst>
                      <p:childTnLst>
                        <p:par>
                          <p:cTn id="282" fill="hold" nodeType="withGroup">
                            <p:stCondLst>
                              <p:cond delay="0"/>
                            </p:stCondLst>
                            <p:childTnLst>
                              <p:par>
                                <p:cTn id="283" presetID="10" presetClass="entr" presetSubtype="0" fill="hold" grpId="0" nodeType="clickEffect">
                                  <p:stCondLst>
                                    <p:cond delay="0"/>
                                  </p:stCondLst>
                                  <p:childTnLst>
                                    <p:set>
                                      <p:cBhvr>
                                        <p:cTn id="284" dur="1" fill="hold">
                                          <p:stCondLst>
                                            <p:cond delay="0"/>
                                          </p:stCondLst>
                                        </p:cTn>
                                        <p:tgtEl>
                                          <p:spTgt spid="126043"/>
                                        </p:tgtEl>
                                        <p:attrNameLst>
                                          <p:attrName>style.visibility</p:attrName>
                                        </p:attrNameLst>
                                      </p:cBhvr>
                                      <p:to>
                                        <p:strVal val="visible"/>
                                      </p:to>
                                    </p:set>
                                    <p:animEffect transition="in" filter="fade">
                                      <p:cBhvr>
                                        <p:cTn id="285" dur="500"/>
                                        <p:tgtEl>
                                          <p:spTgt spid="126043"/>
                                        </p:tgtEl>
                                      </p:cBhvr>
                                    </p:animEffect>
                                  </p:childTnLst>
                                </p:cTn>
                              </p:par>
                              <p:par>
                                <p:cTn id="286" presetID="10" presetClass="entr" presetSubtype="0" fill="hold" grpId="0" nodeType="withEffect">
                                  <p:stCondLst>
                                    <p:cond delay="0"/>
                                  </p:stCondLst>
                                  <p:childTnLst>
                                    <p:set>
                                      <p:cBhvr>
                                        <p:cTn id="287" dur="1" fill="hold">
                                          <p:stCondLst>
                                            <p:cond delay="0"/>
                                          </p:stCondLst>
                                        </p:cTn>
                                        <p:tgtEl>
                                          <p:spTgt spid="126044"/>
                                        </p:tgtEl>
                                        <p:attrNameLst>
                                          <p:attrName>style.visibility</p:attrName>
                                        </p:attrNameLst>
                                      </p:cBhvr>
                                      <p:to>
                                        <p:strVal val="visible"/>
                                      </p:to>
                                    </p:set>
                                    <p:animEffect transition="in" filter="fade">
                                      <p:cBhvr>
                                        <p:cTn id="288" dur="500"/>
                                        <p:tgtEl>
                                          <p:spTgt spid="126044"/>
                                        </p:tgtEl>
                                      </p:cBhvr>
                                    </p:animEffect>
                                  </p:childTnLst>
                                </p:cTn>
                              </p:par>
                            </p:childTnLst>
                          </p:cTn>
                        </p:par>
                      </p:childTnLst>
                    </p:cTn>
                  </p:par>
                  <p:par>
                    <p:cTn id="289" fill="hold" nodeType="clickPar">
                      <p:stCondLst>
                        <p:cond delay="indefinite"/>
                      </p:stCondLst>
                      <p:childTnLst>
                        <p:par>
                          <p:cTn id="290" fill="hold" nodeType="withGroup">
                            <p:stCondLst>
                              <p:cond delay="0"/>
                            </p:stCondLst>
                            <p:childTnLst>
                              <p:par>
                                <p:cTn id="291" presetID="10" presetClass="entr" presetSubtype="0" fill="hold" grpId="0" nodeType="clickEffect">
                                  <p:stCondLst>
                                    <p:cond delay="0"/>
                                  </p:stCondLst>
                                  <p:childTnLst>
                                    <p:set>
                                      <p:cBhvr>
                                        <p:cTn id="292" dur="1" fill="hold">
                                          <p:stCondLst>
                                            <p:cond delay="0"/>
                                          </p:stCondLst>
                                        </p:cTn>
                                        <p:tgtEl>
                                          <p:spTgt spid="126045"/>
                                        </p:tgtEl>
                                        <p:attrNameLst>
                                          <p:attrName>style.visibility</p:attrName>
                                        </p:attrNameLst>
                                      </p:cBhvr>
                                      <p:to>
                                        <p:strVal val="visible"/>
                                      </p:to>
                                    </p:set>
                                    <p:animEffect transition="in" filter="fade">
                                      <p:cBhvr>
                                        <p:cTn id="293" dur="500"/>
                                        <p:tgtEl>
                                          <p:spTgt spid="126045"/>
                                        </p:tgtEl>
                                      </p:cBhvr>
                                    </p:animEffect>
                                  </p:childTnLst>
                                </p:cTn>
                              </p:par>
                              <p:par>
                                <p:cTn id="294" presetID="10" presetClass="entr" presetSubtype="0" fill="hold" grpId="0" nodeType="withEffect">
                                  <p:stCondLst>
                                    <p:cond delay="0"/>
                                  </p:stCondLst>
                                  <p:childTnLst>
                                    <p:set>
                                      <p:cBhvr>
                                        <p:cTn id="295" dur="1" fill="hold">
                                          <p:stCondLst>
                                            <p:cond delay="0"/>
                                          </p:stCondLst>
                                        </p:cTn>
                                        <p:tgtEl>
                                          <p:spTgt spid="126046"/>
                                        </p:tgtEl>
                                        <p:attrNameLst>
                                          <p:attrName>style.visibility</p:attrName>
                                        </p:attrNameLst>
                                      </p:cBhvr>
                                      <p:to>
                                        <p:strVal val="visible"/>
                                      </p:to>
                                    </p:set>
                                    <p:animEffect transition="in" filter="fade">
                                      <p:cBhvr>
                                        <p:cTn id="296" dur="500"/>
                                        <p:tgtEl>
                                          <p:spTgt spid="126046"/>
                                        </p:tgtEl>
                                      </p:cBhvr>
                                    </p:animEffect>
                                  </p:childTnLst>
                                </p:cTn>
                              </p:par>
                            </p:childTnLst>
                          </p:cTn>
                        </p:par>
                      </p:childTnLst>
                    </p:cTn>
                  </p:par>
                  <p:par>
                    <p:cTn id="297" fill="hold" nodeType="clickPar">
                      <p:stCondLst>
                        <p:cond delay="indefinite"/>
                      </p:stCondLst>
                      <p:childTnLst>
                        <p:par>
                          <p:cTn id="298" fill="hold" nodeType="withGroup">
                            <p:stCondLst>
                              <p:cond delay="0"/>
                            </p:stCondLst>
                            <p:childTnLst>
                              <p:par>
                                <p:cTn id="299" presetID="10" presetClass="entr" presetSubtype="0" fill="hold" grpId="0" nodeType="clickEffect">
                                  <p:stCondLst>
                                    <p:cond delay="0"/>
                                  </p:stCondLst>
                                  <p:childTnLst>
                                    <p:set>
                                      <p:cBhvr>
                                        <p:cTn id="300" dur="1" fill="hold">
                                          <p:stCondLst>
                                            <p:cond delay="0"/>
                                          </p:stCondLst>
                                        </p:cTn>
                                        <p:tgtEl>
                                          <p:spTgt spid="126047"/>
                                        </p:tgtEl>
                                        <p:attrNameLst>
                                          <p:attrName>style.visibility</p:attrName>
                                        </p:attrNameLst>
                                      </p:cBhvr>
                                      <p:to>
                                        <p:strVal val="visible"/>
                                      </p:to>
                                    </p:set>
                                    <p:animEffect transition="in" filter="fade">
                                      <p:cBhvr>
                                        <p:cTn id="301" dur="500"/>
                                        <p:tgtEl>
                                          <p:spTgt spid="126047"/>
                                        </p:tgtEl>
                                      </p:cBhvr>
                                    </p:animEffect>
                                  </p:childTnLst>
                                </p:cTn>
                              </p:par>
                              <p:par>
                                <p:cTn id="302" presetID="10" presetClass="entr" presetSubtype="0" fill="hold" grpId="0" nodeType="withEffect">
                                  <p:stCondLst>
                                    <p:cond delay="0"/>
                                  </p:stCondLst>
                                  <p:childTnLst>
                                    <p:set>
                                      <p:cBhvr>
                                        <p:cTn id="303" dur="1" fill="hold">
                                          <p:stCondLst>
                                            <p:cond delay="0"/>
                                          </p:stCondLst>
                                        </p:cTn>
                                        <p:tgtEl>
                                          <p:spTgt spid="126048"/>
                                        </p:tgtEl>
                                        <p:attrNameLst>
                                          <p:attrName>style.visibility</p:attrName>
                                        </p:attrNameLst>
                                      </p:cBhvr>
                                      <p:to>
                                        <p:strVal val="visible"/>
                                      </p:to>
                                    </p:set>
                                    <p:animEffect transition="in" filter="fade">
                                      <p:cBhvr>
                                        <p:cTn id="304" dur="500"/>
                                        <p:tgtEl>
                                          <p:spTgt spid="126048"/>
                                        </p:tgtEl>
                                      </p:cBhvr>
                                    </p:animEffect>
                                  </p:childTnLst>
                                </p:cTn>
                              </p:par>
                            </p:childTnLst>
                          </p:cTn>
                        </p:par>
                      </p:childTnLst>
                    </p:cTn>
                  </p:par>
                  <p:par>
                    <p:cTn id="305" fill="hold" nodeType="clickPar">
                      <p:stCondLst>
                        <p:cond delay="indefinite"/>
                      </p:stCondLst>
                      <p:childTnLst>
                        <p:par>
                          <p:cTn id="306" fill="hold" nodeType="withGroup">
                            <p:stCondLst>
                              <p:cond delay="0"/>
                            </p:stCondLst>
                            <p:childTnLst>
                              <p:par>
                                <p:cTn id="307" presetID="22" presetClass="entr" presetSubtype="8" fill="hold" grpId="0" nodeType="clickEffect">
                                  <p:stCondLst>
                                    <p:cond delay="0"/>
                                  </p:stCondLst>
                                  <p:childTnLst>
                                    <p:set>
                                      <p:cBhvr>
                                        <p:cTn id="308" dur="1" fill="hold">
                                          <p:stCondLst>
                                            <p:cond delay="0"/>
                                          </p:stCondLst>
                                        </p:cTn>
                                        <p:tgtEl>
                                          <p:spTgt spid="126050"/>
                                        </p:tgtEl>
                                        <p:attrNameLst>
                                          <p:attrName>style.visibility</p:attrName>
                                        </p:attrNameLst>
                                      </p:cBhvr>
                                      <p:to>
                                        <p:strVal val="visible"/>
                                      </p:to>
                                    </p:set>
                                    <p:animEffect transition="in" filter="wipe(left)">
                                      <p:cBhvr>
                                        <p:cTn id="309" dur="500"/>
                                        <p:tgtEl>
                                          <p:spTgt spid="126050"/>
                                        </p:tgtEl>
                                      </p:cBhvr>
                                    </p:animEffect>
                                  </p:childTnLst>
                                </p:cTn>
                              </p:par>
                            </p:childTnLst>
                          </p:cTn>
                        </p:par>
                      </p:childTnLst>
                    </p:cTn>
                  </p:par>
                  <p:par>
                    <p:cTn id="310" fill="hold">
                      <p:stCondLst>
                        <p:cond delay="indefinite"/>
                      </p:stCondLst>
                      <p:childTnLst>
                        <p:par>
                          <p:cTn id="311" fill="hold">
                            <p:stCondLst>
                              <p:cond delay="0"/>
                            </p:stCondLst>
                            <p:childTnLst>
                              <p:par>
                                <p:cTn id="312" presetID="2" presetClass="entr" presetSubtype="4" fill="hold" nodeType="clickEffect">
                                  <p:stCondLst>
                                    <p:cond delay="0"/>
                                  </p:stCondLst>
                                  <p:childTnLst>
                                    <p:set>
                                      <p:cBhvr>
                                        <p:cTn id="313" dur="1" fill="hold">
                                          <p:stCondLst>
                                            <p:cond delay="0"/>
                                          </p:stCondLst>
                                        </p:cTn>
                                        <p:tgtEl>
                                          <p:spTgt spid="107">
                                            <p:txEl>
                                              <p:pRg st="0" end="0"/>
                                            </p:txEl>
                                          </p:spTgt>
                                        </p:tgtEl>
                                        <p:attrNameLst>
                                          <p:attrName>style.visibility</p:attrName>
                                        </p:attrNameLst>
                                      </p:cBhvr>
                                      <p:to>
                                        <p:strVal val="visible"/>
                                      </p:to>
                                    </p:set>
                                    <p:anim calcmode="lin" valueType="num">
                                      <p:cBhvr additive="base">
                                        <p:cTn id="314" dur="500" fill="hold"/>
                                        <p:tgtEl>
                                          <p:spTgt spid="107">
                                            <p:txEl>
                                              <p:pRg st="0" end="0"/>
                                            </p:txEl>
                                          </p:spTgt>
                                        </p:tgtEl>
                                        <p:attrNameLst>
                                          <p:attrName>ppt_x</p:attrName>
                                        </p:attrNameLst>
                                      </p:cBhvr>
                                      <p:tavLst>
                                        <p:tav tm="0">
                                          <p:val>
                                            <p:strVal val="#ppt_x"/>
                                          </p:val>
                                        </p:tav>
                                        <p:tav tm="100000">
                                          <p:val>
                                            <p:strVal val="#ppt_x"/>
                                          </p:val>
                                        </p:tav>
                                      </p:tavLst>
                                    </p:anim>
                                    <p:anim calcmode="lin" valueType="num">
                                      <p:cBhvr additive="base">
                                        <p:cTn id="315" dur="500" fill="hold"/>
                                        <p:tgtEl>
                                          <p:spTgt spid="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16" fill="hold">
                      <p:stCondLst>
                        <p:cond delay="indefinite"/>
                      </p:stCondLst>
                      <p:childTnLst>
                        <p:par>
                          <p:cTn id="317" fill="hold">
                            <p:stCondLst>
                              <p:cond delay="0"/>
                            </p:stCondLst>
                            <p:childTnLst>
                              <p:par>
                                <p:cTn id="318" presetID="2" presetClass="entr" presetSubtype="4" fill="hold" nodeType="clickEffect">
                                  <p:stCondLst>
                                    <p:cond delay="0"/>
                                  </p:stCondLst>
                                  <p:childTnLst>
                                    <p:set>
                                      <p:cBhvr>
                                        <p:cTn id="319" dur="1" fill="hold">
                                          <p:stCondLst>
                                            <p:cond delay="0"/>
                                          </p:stCondLst>
                                        </p:cTn>
                                        <p:tgtEl>
                                          <p:spTgt spid="107">
                                            <p:txEl>
                                              <p:pRg st="1" end="1"/>
                                            </p:txEl>
                                          </p:spTgt>
                                        </p:tgtEl>
                                        <p:attrNameLst>
                                          <p:attrName>style.visibility</p:attrName>
                                        </p:attrNameLst>
                                      </p:cBhvr>
                                      <p:to>
                                        <p:strVal val="visible"/>
                                      </p:to>
                                    </p:set>
                                    <p:anim calcmode="lin" valueType="num">
                                      <p:cBhvr additive="base">
                                        <p:cTn id="320" dur="500" fill="hold"/>
                                        <p:tgtEl>
                                          <p:spTgt spid="107">
                                            <p:txEl>
                                              <p:pRg st="1" end="1"/>
                                            </p:txEl>
                                          </p:spTgt>
                                        </p:tgtEl>
                                        <p:attrNameLst>
                                          <p:attrName>ppt_x</p:attrName>
                                        </p:attrNameLst>
                                      </p:cBhvr>
                                      <p:tavLst>
                                        <p:tav tm="0">
                                          <p:val>
                                            <p:strVal val="#ppt_x"/>
                                          </p:val>
                                        </p:tav>
                                        <p:tav tm="100000">
                                          <p:val>
                                            <p:strVal val="#ppt_x"/>
                                          </p:val>
                                        </p:tav>
                                      </p:tavLst>
                                    </p:anim>
                                    <p:anim calcmode="lin" valueType="num">
                                      <p:cBhvr additive="base">
                                        <p:cTn id="321" dur="500" fill="hold"/>
                                        <p:tgtEl>
                                          <p:spTgt spid="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22" fill="hold">
                      <p:stCondLst>
                        <p:cond delay="indefinite"/>
                      </p:stCondLst>
                      <p:childTnLst>
                        <p:par>
                          <p:cTn id="323" fill="hold">
                            <p:stCondLst>
                              <p:cond delay="0"/>
                            </p:stCondLst>
                            <p:childTnLst>
                              <p:par>
                                <p:cTn id="324" presetID="22" presetClass="entr" presetSubtype="8" fill="hold" nodeType="clickEffect">
                                  <p:stCondLst>
                                    <p:cond delay="0"/>
                                  </p:stCondLst>
                                  <p:childTnLst>
                                    <p:set>
                                      <p:cBhvr>
                                        <p:cTn id="325" dur="1" fill="hold">
                                          <p:stCondLst>
                                            <p:cond delay="0"/>
                                          </p:stCondLst>
                                        </p:cTn>
                                        <p:tgtEl>
                                          <p:spTgt spid="126051"/>
                                        </p:tgtEl>
                                        <p:attrNameLst>
                                          <p:attrName>style.visibility</p:attrName>
                                        </p:attrNameLst>
                                      </p:cBhvr>
                                      <p:to>
                                        <p:strVal val="visible"/>
                                      </p:to>
                                    </p:set>
                                    <p:animEffect transition="in" filter="wipe(left)">
                                      <p:cBhvr>
                                        <p:cTn id="326" dur="2000"/>
                                        <p:tgtEl>
                                          <p:spTgt spid="126051"/>
                                        </p:tgtEl>
                                      </p:cBhvr>
                                    </p:animEffect>
                                  </p:childTnLst>
                                </p:cTn>
                              </p:par>
                            </p:childTnLst>
                          </p:cTn>
                        </p:par>
                      </p:childTnLst>
                    </p:cTn>
                  </p:par>
                  <p:par>
                    <p:cTn id="327" fill="hold">
                      <p:stCondLst>
                        <p:cond delay="indefinite"/>
                      </p:stCondLst>
                      <p:childTnLst>
                        <p:par>
                          <p:cTn id="328" fill="hold">
                            <p:stCondLst>
                              <p:cond delay="0"/>
                            </p:stCondLst>
                            <p:childTnLst>
                              <p:par>
                                <p:cTn id="329" presetID="22" presetClass="entr" presetSubtype="8" fill="hold" nodeType="clickEffect">
                                  <p:stCondLst>
                                    <p:cond delay="0"/>
                                  </p:stCondLst>
                                  <p:childTnLst>
                                    <p:set>
                                      <p:cBhvr>
                                        <p:cTn id="330" dur="1" fill="hold">
                                          <p:stCondLst>
                                            <p:cond delay="0"/>
                                          </p:stCondLst>
                                        </p:cTn>
                                        <p:tgtEl>
                                          <p:spTgt spid="126052"/>
                                        </p:tgtEl>
                                        <p:attrNameLst>
                                          <p:attrName>style.visibility</p:attrName>
                                        </p:attrNameLst>
                                      </p:cBhvr>
                                      <p:to>
                                        <p:strVal val="visible"/>
                                      </p:to>
                                    </p:set>
                                    <p:animEffect transition="in" filter="wipe(left)">
                                      <p:cBhvr>
                                        <p:cTn id="331" dur="2000"/>
                                        <p:tgtEl>
                                          <p:spTgt spid="126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P spid="125957" grpId="0" animBg="1"/>
      <p:bldP spid="125957" grpId="1" animBg="1"/>
      <p:bldP spid="125957" grpId="2" animBg="1"/>
      <p:bldP spid="125958" grpId="0" animBg="1"/>
      <p:bldP spid="125958" grpId="1" animBg="1"/>
      <p:bldP spid="125958" grpId="2" animBg="1"/>
      <p:bldP spid="126008" grpId="0" animBg="1"/>
      <p:bldP spid="126009" grpId="0" animBg="1"/>
      <p:bldP spid="126010" grpId="0" animBg="1"/>
      <p:bldP spid="126011" grpId="0"/>
      <p:bldP spid="126012" grpId="0"/>
      <p:bldP spid="126013" grpId="0"/>
      <p:bldP spid="126022" grpId="0" animBg="1"/>
      <p:bldP spid="126023" grpId="0" animBg="1"/>
      <p:bldP spid="126024" grpId="0" animBg="1"/>
      <p:bldP spid="126025" grpId="0" animBg="1"/>
      <p:bldP spid="126026" grpId="0" animBg="1"/>
      <p:bldP spid="126027" grpId="0" animBg="1"/>
      <p:bldP spid="126028" grpId="0" animBg="1"/>
      <p:bldP spid="126029" grpId="0" animBg="1"/>
      <p:bldP spid="126030" grpId="0"/>
      <p:bldP spid="126031" grpId="0" animBg="1"/>
      <p:bldP spid="126032" grpId="0" animBg="1"/>
      <p:bldP spid="126033" grpId="0" animBg="1"/>
      <p:bldP spid="126034" grpId="0" animBg="1"/>
      <p:bldP spid="126035" grpId="0" animBg="1"/>
      <p:bldP spid="126036" grpId="0" animBg="1"/>
      <p:bldP spid="126037" grpId="0" animBg="1"/>
      <p:bldP spid="126038" grpId="0" animBg="1"/>
      <p:bldP spid="126039" grpId="0" animBg="1"/>
      <p:bldP spid="126040" grpId="0" animBg="1"/>
      <p:bldP spid="126041" grpId="0" animBg="1"/>
      <p:bldP spid="126042" grpId="0" animBg="1"/>
      <p:bldP spid="126043" grpId="0" animBg="1"/>
      <p:bldP spid="126044" grpId="0" animBg="1"/>
      <p:bldP spid="126045" grpId="0" animBg="1"/>
      <p:bldP spid="126046" grpId="0" animBg="1"/>
      <p:bldP spid="126047" grpId="0" animBg="1"/>
      <p:bldP spid="126048" grpId="0" animBg="1"/>
      <p:bldP spid="126049" grpId="0"/>
      <p:bldP spid="126050" grpId="0"/>
      <p:bldP spid="126055" grpId="0"/>
      <p:bldP spid="126056" grpId="0"/>
      <p:bldP spid="126057" grpId="0"/>
      <p:bldP spid="126058" grpId="0"/>
      <p:bldP spid="126059" grpId="0"/>
      <p:bldP spid="12606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2"/>
          <p:cNvSpPr>
            <a:spLocks noChangeArrowheads="1"/>
          </p:cNvSpPr>
          <p:nvPr/>
        </p:nvSpPr>
        <p:spPr bwMode="auto">
          <a:xfrm>
            <a:off x="685800" y="1549400"/>
            <a:ext cx="7772400" cy="5308600"/>
          </a:xfrm>
          <a:prstGeom prst="rect">
            <a:avLst/>
          </a:prstGeom>
          <a:solidFill>
            <a:srgbClr val="EAEAEA"/>
          </a:solidFill>
          <a:ln w="9525">
            <a:noFill/>
            <a:miter lim="800000"/>
            <a:headEnd/>
            <a:tailEnd/>
          </a:ln>
        </p:spPr>
        <p:txBody>
          <a:bodyPr/>
          <a:lstStyle/>
          <a:p>
            <a:pPr>
              <a:spcBef>
                <a:spcPct val="20000"/>
              </a:spcBef>
            </a:pPr>
            <a:r>
              <a:rPr lang="en-US" sz="2400" i="1" dirty="0">
                <a:solidFill>
                  <a:srgbClr val="333399"/>
                </a:solidFill>
                <a:latin typeface="Arial" charset="0"/>
              </a:rPr>
              <a:t>Impulse and force – time graphs </a:t>
            </a:r>
            <a:r>
              <a:rPr lang="en-US" altLang="en-US" sz="2400" dirty="0">
                <a:latin typeface="Arial" charset="0"/>
              </a:rPr>
              <a:t>	</a:t>
            </a:r>
          </a:p>
          <a:p>
            <a:pPr>
              <a:spcBef>
                <a:spcPts val="400"/>
              </a:spcBef>
            </a:pPr>
            <a:r>
              <a:rPr lang="en-US" altLang="en-US" sz="2400" dirty="0">
                <a:latin typeface="Arial" charset="0"/>
                <a:sym typeface="Symbol" pitchFamily="18" charset="2"/>
              </a:rPr>
              <a:t></a:t>
            </a:r>
            <a:r>
              <a:rPr lang="en-US" altLang="en-US" sz="2400" dirty="0">
                <a:latin typeface="Arial" charset="0"/>
              </a:rPr>
              <a:t>Although the force varies                                                  with time, we can simplify it                                                      by “averaging it out</a:t>
            </a:r>
            <a:r>
              <a:rPr lang="en-US" altLang="en-US" sz="2400" i="1" dirty="0">
                <a:latin typeface="Arial" charset="0"/>
              </a:rPr>
              <a:t>”</a:t>
            </a:r>
            <a:r>
              <a:rPr lang="en-US" altLang="en-US" sz="2400" dirty="0">
                <a:latin typeface="Arial" charset="0"/>
              </a:rPr>
              <a:t> as follows:</a:t>
            </a:r>
            <a:endParaRPr lang="en-US" altLang="en-US" sz="2400" b="1" dirty="0">
              <a:latin typeface="Arial" charset="0"/>
            </a:endParaRPr>
          </a:p>
          <a:p>
            <a:pPr>
              <a:spcBef>
                <a:spcPts val="400"/>
              </a:spcBef>
            </a:pPr>
            <a:r>
              <a:rPr lang="en-US" altLang="en-US" sz="2400" dirty="0">
                <a:sym typeface="Symbol" pitchFamily="18" charset="2"/>
              </a:rPr>
              <a:t></a:t>
            </a:r>
            <a:r>
              <a:rPr lang="en-US" altLang="en-US" sz="2400" dirty="0">
                <a:latin typeface="Arial" charset="0"/>
              </a:rPr>
              <a:t>Imagine an ant farm (two                                              sheets of glass with sand in                                           between) filled with the sand in the shape of the above force curve:</a:t>
            </a:r>
          </a:p>
          <a:p>
            <a:pPr>
              <a:spcBef>
                <a:spcPts val="400"/>
              </a:spcBef>
            </a:pPr>
            <a:r>
              <a:rPr lang="en-US" altLang="en-US" sz="2400" dirty="0">
                <a:latin typeface="Arial" charset="0"/>
                <a:sym typeface="Symbol" pitchFamily="18" charset="2"/>
              </a:rPr>
              <a:t></a:t>
            </a:r>
            <a:r>
              <a:rPr lang="en-US" altLang="en-US" sz="2400" dirty="0">
                <a:latin typeface="Arial" charset="0"/>
              </a:rPr>
              <a:t>We now let the sand level itself out (by tapping or shaking the ant farm):</a:t>
            </a:r>
          </a:p>
          <a:p>
            <a:pPr>
              <a:spcBef>
                <a:spcPts val="400"/>
              </a:spcBef>
            </a:pPr>
            <a:r>
              <a:rPr lang="en-US" altLang="en-US" sz="2400" dirty="0">
                <a:solidFill>
                  <a:srgbClr val="000000"/>
                </a:solidFill>
                <a:latin typeface="Arial" charset="0"/>
                <a:sym typeface="Symbol" pitchFamily="18" charset="2"/>
              </a:rPr>
              <a:t></a:t>
            </a:r>
            <a:r>
              <a:rPr lang="en-US" altLang="en-US" sz="2400" dirty="0">
                <a:latin typeface="Arial" charset="0"/>
              </a:rPr>
              <a:t>The area of the rectangle is the same as the area under the original force vs. time curve.</a:t>
            </a:r>
            <a:r>
              <a:rPr lang="en-US" altLang="en-US" sz="2400" dirty="0">
                <a:solidFill>
                  <a:srgbClr val="000000"/>
                </a:solidFill>
                <a:latin typeface="Arial" charset="0"/>
                <a:sym typeface="Symbol" pitchFamily="18" charset="2"/>
              </a:rPr>
              <a:t> </a:t>
            </a:r>
          </a:p>
          <a:p>
            <a:pPr>
              <a:spcBef>
                <a:spcPts val="400"/>
              </a:spcBef>
            </a:pPr>
            <a:r>
              <a:rPr lang="en-US" altLang="en-US" sz="2400" dirty="0">
                <a:solidFill>
                  <a:srgbClr val="000000"/>
                </a:solidFill>
                <a:latin typeface="Arial" charset="0"/>
                <a:sym typeface="Symbol" pitchFamily="18" charset="2"/>
              </a:rPr>
              <a:t></a:t>
            </a:r>
            <a:r>
              <a:rPr lang="en-US" altLang="en-US" sz="2400" dirty="0">
                <a:latin typeface="Arial" charset="0"/>
              </a:rPr>
              <a:t>The </a:t>
            </a:r>
            <a:r>
              <a:rPr lang="en-US" altLang="en-US" sz="2400" b="1" dirty="0">
                <a:latin typeface="Arial" charset="0"/>
              </a:rPr>
              <a:t>average force </a:t>
            </a:r>
            <a:r>
              <a:rPr lang="en-US" altLang="en-US" sz="2400" i="1" dirty="0">
                <a:solidFill>
                  <a:srgbClr val="FF0000"/>
                </a:solidFill>
                <a:latin typeface="Arial" charset="0"/>
              </a:rPr>
              <a:t>F</a:t>
            </a:r>
            <a:r>
              <a:rPr lang="en-US" altLang="en-US" sz="2400" dirty="0">
                <a:latin typeface="Arial" charset="0"/>
              </a:rPr>
              <a:t> is the height of this rectangle.</a:t>
            </a:r>
          </a:p>
        </p:txBody>
      </p:sp>
      <p:grpSp>
        <p:nvGrpSpPr>
          <p:cNvPr id="2" name="Group 5"/>
          <p:cNvGrpSpPr>
            <a:grpSpLocks/>
          </p:cNvGrpSpPr>
          <p:nvPr/>
        </p:nvGrpSpPr>
        <p:grpSpPr bwMode="auto">
          <a:xfrm>
            <a:off x="5149850" y="3060700"/>
            <a:ext cx="3725863" cy="461963"/>
            <a:chOff x="614" y="3671"/>
            <a:chExt cx="2004" cy="291"/>
          </a:xfrm>
        </p:grpSpPr>
        <p:sp>
          <p:nvSpPr>
            <p:cNvPr id="16419" name="Line 6"/>
            <p:cNvSpPr>
              <a:spLocks noChangeShapeType="1"/>
            </p:cNvSpPr>
            <p:nvPr/>
          </p:nvSpPr>
          <p:spPr bwMode="auto">
            <a:xfrm>
              <a:off x="614" y="3677"/>
              <a:ext cx="1978" cy="0"/>
            </a:xfrm>
            <a:prstGeom prst="line">
              <a:avLst/>
            </a:prstGeom>
            <a:noFill/>
            <a:ln w="9525">
              <a:solidFill>
                <a:schemeClr val="tx1"/>
              </a:solidFill>
              <a:round/>
              <a:headEnd/>
              <a:tailEnd type="triangle" w="med" len="med"/>
            </a:ln>
          </p:spPr>
          <p:txBody>
            <a:bodyPr/>
            <a:lstStyle/>
            <a:p>
              <a:pPr>
                <a:defRPr/>
              </a:pPr>
              <a:endParaRPr lang="en-US" sz="2400">
                <a:latin typeface="+mn-lt"/>
              </a:endParaRPr>
            </a:p>
          </p:txBody>
        </p:sp>
        <p:sp>
          <p:nvSpPr>
            <p:cNvPr id="16420" name="Text Box 7"/>
            <p:cNvSpPr txBox="1">
              <a:spLocks noChangeArrowheads="1"/>
            </p:cNvSpPr>
            <p:nvPr/>
          </p:nvSpPr>
          <p:spPr bwMode="auto">
            <a:xfrm>
              <a:off x="2448" y="3671"/>
              <a:ext cx="170" cy="291"/>
            </a:xfrm>
            <a:prstGeom prst="rect">
              <a:avLst/>
            </a:prstGeom>
            <a:noFill/>
            <a:ln w="9525">
              <a:noFill/>
              <a:miter lim="800000"/>
              <a:headEnd/>
              <a:tailEnd/>
            </a:ln>
          </p:spPr>
          <p:txBody>
            <a:bodyPr wrap="none">
              <a:spAutoFit/>
            </a:bodyPr>
            <a:lstStyle/>
            <a:p>
              <a:pPr>
                <a:defRPr/>
              </a:pPr>
              <a:r>
                <a:rPr lang="en-US" altLang="en-US" sz="2400" i="1" dirty="0">
                  <a:latin typeface="+mn-lt"/>
                </a:rPr>
                <a:t>t</a:t>
              </a:r>
            </a:p>
          </p:txBody>
        </p:sp>
      </p:grpSp>
      <p:sp>
        <p:nvSpPr>
          <p:cNvPr id="128008" name="Freeform 8"/>
          <p:cNvSpPr>
            <a:spLocks/>
          </p:cNvSpPr>
          <p:nvPr/>
        </p:nvSpPr>
        <p:spPr bwMode="auto">
          <a:xfrm>
            <a:off x="5424488" y="2135188"/>
            <a:ext cx="3019425" cy="933450"/>
          </a:xfrm>
          <a:custGeom>
            <a:avLst/>
            <a:gdLst>
              <a:gd name="T0" fmla="*/ 0 w 1277"/>
              <a:gd name="T1" fmla="*/ 2147483647 h 576"/>
              <a:gd name="T2" fmla="*/ 2147483647 w 1277"/>
              <a:gd name="T3" fmla="*/ 2147483647 h 576"/>
              <a:gd name="T4" fmla="*/ 2147483647 w 1277"/>
              <a:gd name="T5" fmla="*/ 0 h 576"/>
              <a:gd name="T6" fmla="*/ 2147483647 w 1277"/>
              <a:gd name="T7" fmla="*/ 2147483647 h 576"/>
              <a:gd name="T8" fmla="*/ 2147483647 w 1277"/>
              <a:gd name="T9" fmla="*/ 2147483647 h 576"/>
              <a:gd name="T10" fmla="*/ 0 60000 65536"/>
              <a:gd name="T11" fmla="*/ 0 60000 65536"/>
              <a:gd name="T12" fmla="*/ 0 60000 65536"/>
              <a:gd name="T13" fmla="*/ 0 60000 65536"/>
              <a:gd name="T14" fmla="*/ 0 60000 65536"/>
              <a:gd name="T15" fmla="*/ 0 w 1277"/>
              <a:gd name="T16" fmla="*/ 0 h 576"/>
              <a:gd name="T17" fmla="*/ 1277 w 1277"/>
              <a:gd name="T18" fmla="*/ 576 h 576"/>
            </a:gdLst>
            <a:ahLst/>
            <a:cxnLst>
              <a:cxn ang="T10">
                <a:pos x="T0" y="T1"/>
              </a:cxn>
              <a:cxn ang="T11">
                <a:pos x="T2" y="T3"/>
              </a:cxn>
              <a:cxn ang="T12">
                <a:pos x="T4" y="T5"/>
              </a:cxn>
              <a:cxn ang="T13">
                <a:pos x="T6" y="T7"/>
              </a:cxn>
              <a:cxn ang="T14">
                <a:pos x="T8" y="T9"/>
              </a:cxn>
            </a:cxnLst>
            <a:rect l="T15" t="T16" r="T17" b="T18"/>
            <a:pathLst>
              <a:path w="1277" h="576">
                <a:moveTo>
                  <a:pt x="0" y="576"/>
                </a:moveTo>
                <a:cubicBezTo>
                  <a:pt x="105" y="532"/>
                  <a:pt x="211" y="489"/>
                  <a:pt x="317" y="393"/>
                </a:cubicBezTo>
                <a:cubicBezTo>
                  <a:pt x="423" y="297"/>
                  <a:pt x="527" y="0"/>
                  <a:pt x="634" y="0"/>
                </a:cubicBezTo>
                <a:cubicBezTo>
                  <a:pt x="741" y="0"/>
                  <a:pt x="853" y="297"/>
                  <a:pt x="960" y="393"/>
                </a:cubicBezTo>
                <a:cubicBezTo>
                  <a:pt x="1067" y="489"/>
                  <a:pt x="1172" y="532"/>
                  <a:pt x="1277" y="576"/>
                </a:cubicBezTo>
              </a:path>
            </a:pathLst>
          </a:custGeom>
          <a:solidFill>
            <a:srgbClr val="FF9933"/>
          </a:solidFill>
          <a:ln w="28575" cmpd="sng">
            <a:solidFill>
              <a:srgbClr val="FF3300"/>
            </a:solidFill>
            <a:round/>
            <a:headEnd/>
            <a:tailEnd/>
          </a:ln>
        </p:spPr>
        <p:txBody>
          <a:bodyPr/>
          <a:lstStyle/>
          <a:p>
            <a:pPr>
              <a:defRPr/>
            </a:pPr>
            <a:endParaRPr lang="en-US" sz="2400">
              <a:latin typeface="+mn-lt"/>
            </a:endParaRPr>
          </a:p>
        </p:txBody>
      </p:sp>
      <p:sp>
        <p:nvSpPr>
          <p:cNvPr id="128011" name="Rectangle 11"/>
          <p:cNvSpPr>
            <a:spLocks noChangeArrowheads="1"/>
          </p:cNvSpPr>
          <p:nvPr/>
        </p:nvSpPr>
        <p:spPr bwMode="auto">
          <a:xfrm>
            <a:off x="5410200" y="2563813"/>
            <a:ext cx="3063875" cy="504825"/>
          </a:xfrm>
          <a:prstGeom prst="rect">
            <a:avLst/>
          </a:prstGeom>
          <a:solidFill>
            <a:srgbClr val="FF9933"/>
          </a:solidFill>
          <a:ln w="9525">
            <a:noFill/>
            <a:miter lim="800000"/>
            <a:headEnd/>
            <a:tailEnd/>
          </a:ln>
        </p:spPr>
        <p:txBody>
          <a:bodyPr wrap="none" anchor="ctr"/>
          <a:lstStyle/>
          <a:p>
            <a:pPr>
              <a:defRPr/>
            </a:pPr>
            <a:endParaRPr lang="en-US" altLang="en-US" sz="2400">
              <a:latin typeface="+mn-lt"/>
            </a:endParaRPr>
          </a:p>
        </p:txBody>
      </p:sp>
      <p:grpSp>
        <p:nvGrpSpPr>
          <p:cNvPr id="3" name="Group 12"/>
          <p:cNvGrpSpPr>
            <a:grpSpLocks/>
          </p:cNvGrpSpPr>
          <p:nvPr/>
        </p:nvGrpSpPr>
        <p:grpSpPr bwMode="auto">
          <a:xfrm>
            <a:off x="4921250" y="1758950"/>
            <a:ext cx="503238" cy="1905000"/>
            <a:chOff x="1603" y="3187"/>
            <a:chExt cx="317" cy="759"/>
          </a:xfrm>
        </p:grpSpPr>
        <p:sp>
          <p:nvSpPr>
            <p:cNvPr id="16417" name="Line 13"/>
            <p:cNvSpPr>
              <a:spLocks noChangeShapeType="1"/>
            </p:cNvSpPr>
            <p:nvPr/>
          </p:nvSpPr>
          <p:spPr bwMode="auto">
            <a:xfrm flipV="1">
              <a:off x="1920" y="3187"/>
              <a:ext cx="0" cy="759"/>
            </a:xfrm>
            <a:prstGeom prst="line">
              <a:avLst/>
            </a:prstGeom>
            <a:noFill/>
            <a:ln w="9525">
              <a:solidFill>
                <a:schemeClr val="tx1"/>
              </a:solidFill>
              <a:round/>
              <a:headEnd/>
              <a:tailEnd type="triangle" w="med" len="med"/>
            </a:ln>
          </p:spPr>
          <p:txBody>
            <a:bodyPr/>
            <a:lstStyle/>
            <a:p>
              <a:pPr>
                <a:defRPr/>
              </a:pPr>
              <a:endParaRPr lang="en-US" sz="2400">
                <a:latin typeface="+mn-lt"/>
              </a:endParaRPr>
            </a:p>
          </p:txBody>
        </p:sp>
        <p:sp>
          <p:nvSpPr>
            <p:cNvPr id="16418" name="Text Box 14"/>
            <p:cNvSpPr txBox="1">
              <a:spLocks noChangeArrowheads="1"/>
            </p:cNvSpPr>
            <p:nvPr/>
          </p:nvSpPr>
          <p:spPr bwMode="auto">
            <a:xfrm rot="16200000">
              <a:off x="1555" y="3306"/>
              <a:ext cx="387" cy="291"/>
            </a:xfrm>
            <a:prstGeom prst="rect">
              <a:avLst/>
            </a:prstGeom>
            <a:noFill/>
            <a:ln w="9525">
              <a:noFill/>
              <a:miter lim="800000"/>
              <a:headEnd/>
              <a:tailEnd/>
            </a:ln>
          </p:spPr>
          <p:txBody>
            <a:bodyPr wrap="none">
              <a:spAutoFit/>
            </a:bodyPr>
            <a:lstStyle/>
            <a:p>
              <a:pPr>
                <a:defRPr/>
              </a:pPr>
              <a:r>
                <a:rPr lang="en-US" altLang="en-US" sz="2400" i="1" dirty="0">
                  <a:solidFill>
                    <a:srgbClr val="FF0000"/>
                  </a:solidFill>
                  <a:latin typeface="+mn-lt"/>
                </a:rPr>
                <a:t>Force</a:t>
              </a:r>
            </a:p>
          </p:txBody>
        </p:sp>
      </p:grpSp>
      <p:grpSp>
        <p:nvGrpSpPr>
          <p:cNvPr id="4" name="Group 20"/>
          <p:cNvGrpSpPr>
            <a:grpSpLocks/>
          </p:cNvGrpSpPr>
          <p:nvPr/>
        </p:nvGrpSpPr>
        <p:grpSpPr bwMode="auto">
          <a:xfrm>
            <a:off x="8591550" y="2560638"/>
            <a:ext cx="1162050" cy="638175"/>
            <a:chOff x="2938" y="1775"/>
            <a:chExt cx="625" cy="242"/>
          </a:xfrm>
        </p:grpSpPr>
        <p:sp>
          <p:nvSpPr>
            <p:cNvPr id="16412" name="Rectangle 21"/>
            <p:cNvSpPr>
              <a:spLocks noChangeArrowheads="1"/>
            </p:cNvSpPr>
            <p:nvPr/>
          </p:nvSpPr>
          <p:spPr bwMode="auto">
            <a:xfrm>
              <a:off x="3045" y="1801"/>
              <a:ext cx="518" cy="216"/>
            </a:xfrm>
            <a:prstGeom prst="rect">
              <a:avLst/>
            </a:prstGeom>
            <a:noFill/>
            <a:ln w="9525">
              <a:noFill/>
              <a:miter lim="800000"/>
              <a:headEnd/>
              <a:tailEnd/>
            </a:ln>
          </p:spPr>
          <p:txBody>
            <a:bodyPr/>
            <a:lstStyle/>
            <a:p>
              <a:pPr>
                <a:lnSpc>
                  <a:spcPct val="90000"/>
                </a:lnSpc>
                <a:spcBef>
                  <a:spcPct val="20000"/>
                </a:spcBef>
                <a:defRPr/>
              </a:pPr>
              <a:r>
                <a:rPr lang="en-US" altLang="en-US" sz="2400" i="1" dirty="0">
                  <a:solidFill>
                    <a:srgbClr val="FF0000"/>
                  </a:solidFill>
                  <a:latin typeface="+mn-lt"/>
                </a:rPr>
                <a:t>F</a:t>
              </a:r>
              <a:endParaRPr lang="en-US" altLang="en-US" sz="2400" dirty="0">
                <a:solidFill>
                  <a:srgbClr val="FF0000"/>
                </a:solidFill>
                <a:latin typeface="+mn-lt"/>
              </a:endParaRPr>
            </a:p>
          </p:txBody>
        </p:sp>
        <p:sp>
          <p:nvSpPr>
            <p:cNvPr id="16413" name="AutoShape 22"/>
            <p:cNvSpPr>
              <a:spLocks/>
            </p:cNvSpPr>
            <p:nvPr/>
          </p:nvSpPr>
          <p:spPr bwMode="auto">
            <a:xfrm>
              <a:off x="2938" y="1775"/>
              <a:ext cx="115" cy="183"/>
            </a:xfrm>
            <a:prstGeom prst="rightBrace">
              <a:avLst>
                <a:gd name="adj1" fmla="val 9368"/>
                <a:gd name="adj2" fmla="val 50000"/>
              </a:avLst>
            </a:prstGeom>
            <a:noFill/>
            <a:ln w="9525">
              <a:solidFill>
                <a:srgbClr val="FF0000"/>
              </a:solidFill>
              <a:round/>
              <a:headEnd/>
              <a:tailEnd/>
            </a:ln>
          </p:spPr>
          <p:txBody>
            <a:bodyPr wrap="none" anchor="ctr"/>
            <a:lstStyle/>
            <a:p>
              <a:pPr>
                <a:defRPr/>
              </a:pPr>
              <a:endParaRPr lang="en-US" altLang="en-US" sz="2400">
                <a:latin typeface="+mn-lt"/>
              </a:endParaRPr>
            </a:p>
          </p:txBody>
        </p:sp>
      </p:grpSp>
      <p:grpSp>
        <p:nvGrpSpPr>
          <p:cNvPr id="5" name="Group 23"/>
          <p:cNvGrpSpPr>
            <a:grpSpLocks/>
          </p:cNvGrpSpPr>
          <p:nvPr/>
        </p:nvGrpSpPr>
        <p:grpSpPr bwMode="auto">
          <a:xfrm>
            <a:off x="5432425" y="3121025"/>
            <a:ext cx="3022600" cy="622300"/>
            <a:chOff x="1579" y="2001"/>
            <a:chExt cx="1278" cy="392"/>
          </a:xfrm>
        </p:grpSpPr>
        <p:sp>
          <p:nvSpPr>
            <p:cNvPr id="16410" name="Rectangle 24"/>
            <p:cNvSpPr>
              <a:spLocks noChangeArrowheads="1"/>
            </p:cNvSpPr>
            <p:nvPr/>
          </p:nvSpPr>
          <p:spPr bwMode="auto">
            <a:xfrm>
              <a:off x="2129" y="2177"/>
              <a:ext cx="288" cy="216"/>
            </a:xfrm>
            <a:prstGeom prst="rect">
              <a:avLst/>
            </a:prstGeom>
            <a:noFill/>
            <a:ln w="9525">
              <a:noFill/>
              <a:miter lim="800000"/>
              <a:headEnd/>
              <a:tailEnd/>
            </a:ln>
          </p:spPr>
          <p:txBody>
            <a:bodyPr/>
            <a:lstStyle/>
            <a:p>
              <a:pPr>
                <a:lnSpc>
                  <a:spcPct val="90000"/>
                </a:lnSpc>
                <a:spcBef>
                  <a:spcPct val="20000"/>
                </a:spcBef>
                <a:defRPr/>
              </a:pPr>
              <a:r>
                <a:rPr lang="en-US" altLang="en-US" sz="2400" dirty="0">
                  <a:latin typeface="+mn-lt"/>
                </a:rPr>
                <a:t>∆</a:t>
              </a:r>
              <a:r>
                <a:rPr lang="en-US" altLang="en-US" sz="2400" i="1" dirty="0">
                  <a:latin typeface="+mn-lt"/>
                </a:rPr>
                <a:t>t</a:t>
              </a:r>
              <a:endParaRPr lang="en-US" altLang="en-US" sz="2400" dirty="0">
                <a:latin typeface="+mn-lt"/>
              </a:endParaRPr>
            </a:p>
          </p:txBody>
        </p:sp>
        <p:sp>
          <p:nvSpPr>
            <p:cNvPr id="16411" name="AutoShape 25"/>
            <p:cNvSpPr>
              <a:spLocks/>
            </p:cNvSpPr>
            <p:nvPr/>
          </p:nvSpPr>
          <p:spPr bwMode="auto">
            <a:xfrm rot="5400000">
              <a:off x="2117" y="1463"/>
              <a:ext cx="201" cy="1278"/>
            </a:xfrm>
            <a:prstGeom prst="rightBrace">
              <a:avLst>
                <a:gd name="adj1" fmla="val 52985"/>
                <a:gd name="adj2" fmla="val 50000"/>
              </a:avLst>
            </a:prstGeom>
            <a:noFill/>
            <a:ln w="9525">
              <a:solidFill>
                <a:schemeClr val="tx1"/>
              </a:solidFill>
              <a:round/>
              <a:headEnd/>
              <a:tailEnd/>
            </a:ln>
          </p:spPr>
          <p:txBody>
            <a:bodyPr wrap="none" anchor="ctr"/>
            <a:lstStyle/>
            <a:p>
              <a:pPr>
                <a:defRPr/>
              </a:pPr>
              <a:endParaRPr lang="en-US" altLang="en-US" sz="2400">
                <a:latin typeface="+mn-lt"/>
              </a:endParaRPr>
            </a:p>
          </p:txBody>
        </p:sp>
      </p:grpSp>
      <p:sp>
        <p:nvSpPr>
          <p:cNvPr id="128037" name="Line 37"/>
          <p:cNvSpPr>
            <a:spLocks noChangeShapeType="1"/>
          </p:cNvSpPr>
          <p:nvPr/>
        </p:nvSpPr>
        <p:spPr bwMode="auto">
          <a:xfrm>
            <a:off x="3570288" y="636588"/>
            <a:ext cx="100012" cy="0"/>
          </a:xfrm>
          <a:prstGeom prst="line">
            <a:avLst/>
          </a:prstGeom>
          <a:noFill/>
          <a:ln w="19050">
            <a:solidFill>
              <a:schemeClr val="bg1"/>
            </a:solidFill>
            <a:round/>
            <a:headEnd/>
            <a:tailEnd/>
          </a:ln>
        </p:spPr>
        <p:txBody>
          <a:bodyPr/>
          <a:lstStyle/>
          <a:p>
            <a:endParaRPr lang="en-US"/>
          </a:p>
        </p:txBody>
      </p:sp>
      <p:cxnSp>
        <p:nvCxnSpPr>
          <p:cNvPr id="40" name="Straight Connector 39"/>
          <p:cNvCxnSpPr/>
          <p:nvPr/>
        </p:nvCxnSpPr>
        <p:spPr>
          <a:xfrm>
            <a:off x="5443538" y="2560638"/>
            <a:ext cx="304006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6" name="Group 15"/>
          <p:cNvGrpSpPr>
            <a:grpSpLocks/>
          </p:cNvGrpSpPr>
          <p:nvPr/>
        </p:nvGrpSpPr>
        <p:grpSpPr bwMode="auto">
          <a:xfrm>
            <a:off x="5408613" y="1941513"/>
            <a:ext cx="3087687" cy="1169987"/>
            <a:chOff x="3705" y="1555"/>
            <a:chExt cx="1306" cy="422"/>
          </a:xfrm>
        </p:grpSpPr>
        <p:sp>
          <p:nvSpPr>
            <p:cNvPr id="16414" name="Rectangle 16"/>
            <p:cNvSpPr>
              <a:spLocks noChangeArrowheads="1"/>
            </p:cNvSpPr>
            <p:nvPr/>
          </p:nvSpPr>
          <p:spPr bwMode="auto">
            <a:xfrm>
              <a:off x="3715" y="1555"/>
              <a:ext cx="1287" cy="413"/>
            </a:xfrm>
            <a:prstGeom prst="rect">
              <a:avLst/>
            </a:prstGeom>
            <a:solidFill>
              <a:srgbClr val="BBE0E3">
                <a:alpha val="50195"/>
              </a:srgbClr>
            </a:solidFill>
            <a:ln w="9525">
              <a:solidFill>
                <a:schemeClr val="bg2">
                  <a:alpha val="52000"/>
                </a:schemeClr>
              </a:solidFill>
              <a:miter lim="800000"/>
              <a:headEnd/>
              <a:tailEnd/>
            </a:ln>
          </p:spPr>
          <p:txBody>
            <a:bodyPr wrap="none" anchor="ctr"/>
            <a:lstStyle/>
            <a:p>
              <a:pPr>
                <a:defRPr/>
              </a:pPr>
              <a:endParaRPr lang="en-US" altLang="en-US" sz="2400">
                <a:latin typeface="+mn-lt"/>
              </a:endParaRPr>
            </a:p>
          </p:txBody>
        </p:sp>
        <p:sp>
          <p:nvSpPr>
            <p:cNvPr id="16415" name="Line 17"/>
            <p:cNvSpPr>
              <a:spLocks noChangeShapeType="1"/>
            </p:cNvSpPr>
            <p:nvPr/>
          </p:nvSpPr>
          <p:spPr bwMode="auto">
            <a:xfrm>
              <a:off x="5011" y="1555"/>
              <a:ext cx="0" cy="422"/>
            </a:xfrm>
            <a:prstGeom prst="line">
              <a:avLst/>
            </a:prstGeom>
            <a:noFill/>
            <a:ln w="38100">
              <a:solidFill>
                <a:schemeClr val="accent6">
                  <a:lumMod val="75000"/>
                  <a:alpha val="44000"/>
                </a:schemeClr>
              </a:solidFill>
              <a:round/>
              <a:headEnd/>
              <a:tailEnd/>
            </a:ln>
          </p:spPr>
          <p:txBody>
            <a:bodyPr/>
            <a:lstStyle/>
            <a:p>
              <a:pPr>
                <a:defRPr/>
              </a:pPr>
              <a:endParaRPr lang="en-US" sz="2400">
                <a:latin typeface="+mn-lt"/>
              </a:endParaRPr>
            </a:p>
          </p:txBody>
        </p:sp>
        <p:sp>
          <p:nvSpPr>
            <p:cNvPr id="16416" name="Line 18"/>
            <p:cNvSpPr>
              <a:spLocks noChangeShapeType="1"/>
            </p:cNvSpPr>
            <p:nvPr/>
          </p:nvSpPr>
          <p:spPr bwMode="auto">
            <a:xfrm>
              <a:off x="3705" y="1555"/>
              <a:ext cx="0" cy="422"/>
            </a:xfrm>
            <a:prstGeom prst="line">
              <a:avLst/>
            </a:prstGeom>
            <a:noFill/>
            <a:ln w="38100">
              <a:solidFill>
                <a:schemeClr val="accent6">
                  <a:lumMod val="75000"/>
                  <a:alpha val="45000"/>
                </a:schemeClr>
              </a:solidFill>
              <a:round/>
              <a:headEnd/>
              <a:tailEnd/>
            </a:ln>
          </p:spPr>
          <p:txBody>
            <a:bodyPr/>
            <a:lstStyle/>
            <a:p>
              <a:pPr>
                <a:defRPr/>
              </a:pPr>
              <a:endParaRPr lang="en-US" sz="2400">
                <a:latin typeface="+mn-lt"/>
              </a:endParaRPr>
            </a:p>
          </p:txBody>
        </p:sp>
      </p:grpSp>
      <p:pic>
        <p:nvPicPr>
          <p:cNvPr id="42" name="Picture 41" descr="Ant Farm.JPG"/>
          <p:cNvPicPr>
            <a:picLocks noChangeAspect="1"/>
          </p:cNvPicPr>
          <p:nvPr/>
        </p:nvPicPr>
        <p:blipFill>
          <a:blip r:embed="rId3" cstate="print">
            <a:clrChange>
              <a:clrFrom>
                <a:srgbClr val="FDFDFD"/>
              </a:clrFrom>
              <a:clrTo>
                <a:srgbClr val="FDFDFD">
                  <a:alpha val="0"/>
                </a:srgbClr>
              </a:clrTo>
            </a:clrChange>
          </a:blip>
          <a:srcRect/>
          <a:stretch>
            <a:fillRect/>
          </a:stretch>
        </p:blipFill>
        <p:spPr bwMode="auto">
          <a:xfrm>
            <a:off x="5867400" y="0"/>
            <a:ext cx="2895600" cy="1819275"/>
          </a:xfrm>
          <a:prstGeom prst="rect">
            <a:avLst/>
          </a:prstGeom>
          <a:noFill/>
          <a:ln w="9525">
            <a:noFill/>
            <a:miter lim="800000"/>
            <a:headEnd/>
            <a:tailEnd/>
          </a:ln>
        </p:spPr>
      </p:pic>
      <p:pic>
        <p:nvPicPr>
          <p:cNvPr id="45" name="Picture 44" descr="Ant.bmp"/>
          <p:cNvPicPr>
            <a:picLocks noChangeAspect="1"/>
          </p:cNvPicPr>
          <p:nvPr/>
        </p:nvPicPr>
        <p:blipFill>
          <a:blip r:embed="rId4" cstate="print">
            <a:clrChange>
              <a:clrFrom>
                <a:srgbClr val="00FFFF"/>
              </a:clrFrom>
              <a:clrTo>
                <a:srgbClr val="00FFFF">
                  <a:alpha val="0"/>
                </a:srgbClr>
              </a:clrTo>
            </a:clrChange>
          </a:blip>
          <a:srcRect/>
          <a:stretch>
            <a:fillRect/>
          </a:stretch>
        </p:blipFill>
        <p:spPr bwMode="auto">
          <a:xfrm>
            <a:off x="7650163" y="5465763"/>
            <a:ext cx="1493837" cy="139223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7">
                                            <p:txEl>
                                              <p:pRg st="0" end="0"/>
                                            </p:txEl>
                                          </p:spTgt>
                                        </p:tgtEl>
                                        <p:attrNameLst>
                                          <p:attrName>style.visibility</p:attrName>
                                        </p:attrNameLst>
                                      </p:cBhvr>
                                      <p:to>
                                        <p:strVal val="visible"/>
                                      </p:to>
                                    </p:set>
                                    <p:anim calcmode="lin" valueType="num">
                                      <p:cBhvr additive="base">
                                        <p:cTn id="7" dur="500" fill="hold"/>
                                        <p:tgtEl>
                                          <p:spTgt spid="3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
                                            <p:txEl>
                                              <p:pRg st="1" end="1"/>
                                            </p:txEl>
                                          </p:spTgt>
                                        </p:tgtEl>
                                        <p:attrNameLst>
                                          <p:attrName>style.visibility</p:attrName>
                                        </p:attrNameLst>
                                      </p:cBhvr>
                                      <p:to>
                                        <p:strVal val="visible"/>
                                      </p:to>
                                    </p:set>
                                    <p:anim calcmode="lin" valueType="num">
                                      <p:cBhvr additive="base">
                                        <p:cTn id="13" dur="500" fill="hold"/>
                                        <p:tgtEl>
                                          <p:spTgt spid="3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par>
                                <p:cTn id="20" presetID="22" presetClass="entr" presetSubtype="4"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28008"/>
                                        </p:tgtEl>
                                        <p:attrNameLst>
                                          <p:attrName>style.visibility</p:attrName>
                                        </p:attrNameLst>
                                      </p:cBhvr>
                                      <p:to>
                                        <p:strVal val="visible"/>
                                      </p:to>
                                    </p:set>
                                    <p:animEffect transition="in" filter="wipe(left)">
                                      <p:cBhvr>
                                        <p:cTn id="27" dur="1000"/>
                                        <p:tgtEl>
                                          <p:spTgt spid="12800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nodeType="clickEffect">
                                  <p:stCondLst>
                                    <p:cond delay="0"/>
                                  </p:stCondLst>
                                  <p:childTnLst>
                                    <p:set>
                                      <p:cBhvr>
                                        <p:cTn id="31" dur="1" fill="hold">
                                          <p:stCondLst>
                                            <p:cond delay="0"/>
                                          </p:stCondLst>
                                        </p:cTn>
                                        <p:tgtEl>
                                          <p:spTgt spid="37">
                                            <p:txEl>
                                              <p:pRg st="2" end="2"/>
                                            </p:txEl>
                                          </p:spTgt>
                                        </p:tgtEl>
                                        <p:attrNameLst>
                                          <p:attrName>style.visibility</p:attrName>
                                        </p:attrNameLst>
                                      </p:cBhvr>
                                      <p:to>
                                        <p:strVal val="visible"/>
                                      </p:to>
                                    </p:set>
                                    <p:anim calcmode="lin" valueType="num">
                                      <p:cBhvr additive="base">
                                        <p:cTn id="32" dur="500" fill="hold"/>
                                        <p:tgtEl>
                                          <p:spTgt spid="37">
                                            <p:txEl>
                                              <p:pRg st="2" end="2"/>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53" presetClass="entr" presetSubtype="0" fill="hold" nodeType="clickEffect">
                                  <p:stCondLst>
                                    <p:cond delay="0"/>
                                  </p:stCondLst>
                                  <p:childTnLst>
                                    <p:set>
                                      <p:cBhvr>
                                        <p:cTn id="37" dur="1" fill="hold">
                                          <p:stCondLst>
                                            <p:cond delay="0"/>
                                          </p:stCondLst>
                                        </p:cTn>
                                        <p:tgtEl>
                                          <p:spTgt spid="42"/>
                                        </p:tgtEl>
                                        <p:attrNameLst>
                                          <p:attrName>style.visibility</p:attrName>
                                        </p:attrNameLst>
                                      </p:cBhvr>
                                      <p:to>
                                        <p:strVal val="visible"/>
                                      </p:to>
                                    </p:set>
                                    <p:anim calcmode="lin" valueType="num">
                                      <p:cBhvr>
                                        <p:cTn id="38" dur="2000" fill="hold"/>
                                        <p:tgtEl>
                                          <p:spTgt spid="42"/>
                                        </p:tgtEl>
                                        <p:attrNameLst>
                                          <p:attrName>ppt_w</p:attrName>
                                        </p:attrNameLst>
                                      </p:cBhvr>
                                      <p:tavLst>
                                        <p:tav tm="0">
                                          <p:val>
                                            <p:fltVal val="0"/>
                                          </p:val>
                                        </p:tav>
                                        <p:tav tm="100000">
                                          <p:val>
                                            <p:strVal val="#ppt_w"/>
                                          </p:val>
                                        </p:tav>
                                      </p:tavLst>
                                    </p:anim>
                                    <p:anim calcmode="lin" valueType="num">
                                      <p:cBhvr>
                                        <p:cTn id="39" dur="2000" fill="hold"/>
                                        <p:tgtEl>
                                          <p:spTgt spid="42"/>
                                        </p:tgtEl>
                                        <p:attrNameLst>
                                          <p:attrName>ppt_h</p:attrName>
                                        </p:attrNameLst>
                                      </p:cBhvr>
                                      <p:tavLst>
                                        <p:tav tm="0">
                                          <p:val>
                                            <p:fltVal val="0"/>
                                          </p:val>
                                        </p:tav>
                                        <p:tav tm="100000">
                                          <p:val>
                                            <p:strVal val="#ppt_h"/>
                                          </p:val>
                                        </p:tav>
                                      </p:tavLst>
                                    </p:anim>
                                    <p:animEffect transition="in" filter="fade">
                                      <p:cBhvr>
                                        <p:cTn id="40" dur="2000"/>
                                        <p:tgtEl>
                                          <p:spTgt spid="42"/>
                                        </p:tgtEl>
                                      </p:cBhvr>
                                    </p:animEffect>
                                  </p:childTnLst>
                                </p:cTn>
                              </p:par>
                              <p:par>
                                <p:cTn id="41" presetID="2" presetClass="entr" presetSubtype="9" repeatCount="indefinite" fill="hold" nodeType="withEffect">
                                  <p:stCondLst>
                                    <p:cond delay="0"/>
                                  </p:stCondLst>
                                  <p:childTnLst>
                                    <p:set>
                                      <p:cBhvr>
                                        <p:cTn id="42" dur="1" fill="hold">
                                          <p:stCondLst>
                                            <p:cond delay="0"/>
                                          </p:stCondLst>
                                        </p:cTn>
                                        <p:tgtEl>
                                          <p:spTgt spid="45"/>
                                        </p:tgtEl>
                                        <p:attrNameLst>
                                          <p:attrName>style.visibility</p:attrName>
                                        </p:attrNameLst>
                                      </p:cBhvr>
                                      <p:to>
                                        <p:strVal val="visible"/>
                                      </p:to>
                                    </p:set>
                                    <p:anim calcmode="lin" valueType="num">
                                      <p:cBhvr additive="base">
                                        <p:cTn id="43" dur="5000" fill="hold"/>
                                        <p:tgtEl>
                                          <p:spTgt spid="45"/>
                                        </p:tgtEl>
                                        <p:attrNameLst>
                                          <p:attrName>ppt_x</p:attrName>
                                        </p:attrNameLst>
                                      </p:cBhvr>
                                      <p:tavLst>
                                        <p:tav tm="0">
                                          <p:val>
                                            <p:strVal val="0-#ppt_w/2"/>
                                          </p:val>
                                        </p:tav>
                                        <p:tav tm="100000">
                                          <p:val>
                                            <p:strVal val="#ppt_x"/>
                                          </p:val>
                                        </p:tav>
                                      </p:tavLst>
                                    </p:anim>
                                    <p:anim calcmode="lin" valueType="num">
                                      <p:cBhvr additive="base">
                                        <p:cTn id="44" dur="5000" fill="hold"/>
                                        <p:tgtEl>
                                          <p:spTgt spid="45"/>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2000"/>
                                        <p:tgtEl>
                                          <p:spTgt spid="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4" fill="hold" nodeType="clickEffect">
                                  <p:stCondLst>
                                    <p:cond delay="0"/>
                                  </p:stCondLst>
                                  <p:childTnLst>
                                    <p:set>
                                      <p:cBhvr>
                                        <p:cTn id="53" dur="1" fill="hold">
                                          <p:stCondLst>
                                            <p:cond delay="0"/>
                                          </p:stCondLst>
                                        </p:cTn>
                                        <p:tgtEl>
                                          <p:spTgt spid="37">
                                            <p:txEl>
                                              <p:pRg st="3" end="3"/>
                                            </p:txEl>
                                          </p:spTgt>
                                        </p:tgtEl>
                                        <p:attrNameLst>
                                          <p:attrName>style.visibility</p:attrName>
                                        </p:attrNameLst>
                                      </p:cBhvr>
                                      <p:to>
                                        <p:strVal val="visible"/>
                                      </p:to>
                                    </p:set>
                                    <p:anim calcmode="lin" valueType="num">
                                      <p:cBhvr additive="base">
                                        <p:cTn id="54" dur="500" fill="hold"/>
                                        <p:tgtEl>
                                          <p:spTgt spid="37">
                                            <p:txEl>
                                              <p:pRg st="3" end="3"/>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xit" presetSubtype="1" fill="hold" nodeType="clickEffect">
                                  <p:stCondLst>
                                    <p:cond delay="0"/>
                                  </p:stCondLst>
                                  <p:childTnLst>
                                    <p:animEffect transition="out" filter="wipe(up)">
                                      <p:cBhvr>
                                        <p:cTn id="59" dur="5000"/>
                                        <p:tgtEl>
                                          <p:spTgt spid="128008"/>
                                        </p:tgtEl>
                                      </p:cBhvr>
                                    </p:animEffect>
                                    <p:set>
                                      <p:cBhvr>
                                        <p:cTn id="60" dur="1" fill="hold">
                                          <p:stCondLst>
                                            <p:cond delay="4999"/>
                                          </p:stCondLst>
                                        </p:cTn>
                                        <p:tgtEl>
                                          <p:spTgt spid="128008"/>
                                        </p:tgtEl>
                                        <p:attrNameLst>
                                          <p:attrName>style.visibility</p:attrName>
                                        </p:attrNameLst>
                                      </p:cBhvr>
                                      <p:to>
                                        <p:strVal val="hidden"/>
                                      </p:to>
                                    </p:set>
                                  </p:childTnLst>
                                </p:cTn>
                              </p:par>
                              <p:par>
                                <p:cTn id="61" presetID="22" presetClass="entr" presetSubtype="4" fill="hold" grpId="0" nodeType="withEffect">
                                  <p:stCondLst>
                                    <p:cond delay="0"/>
                                  </p:stCondLst>
                                  <p:childTnLst>
                                    <p:set>
                                      <p:cBhvr>
                                        <p:cTn id="62" dur="1" fill="hold">
                                          <p:stCondLst>
                                            <p:cond delay="0"/>
                                          </p:stCondLst>
                                        </p:cTn>
                                        <p:tgtEl>
                                          <p:spTgt spid="128011"/>
                                        </p:tgtEl>
                                        <p:attrNameLst>
                                          <p:attrName>style.visibility</p:attrName>
                                        </p:attrNameLst>
                                      </p:cBhvr>
                                      <p:to>
                                        <p:strVal val="visible"/>
                                      </p:to>
                                    </p:set>
                                    <p:animEffect transition="in" filter="wipe(down)">
                                      <p:cBhvr>
                                        <p:cTn id="63" dur="2000"/>
                                        <p:tgtEl>
                                          <p:spTgt spid="12801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40"/>
                                        </p:tgtEl>
                                        <p:attrNameLst>
                                          <p:attrName>style.visibility</p:attrName>
                                        </p:attrNameLst>
                                      </p:cBhvr>
                                      <p:to>
                                        <p:strVal val="visible"/>
                                      </p:to>
                                    </p:set>
                                    <p:animEffect transition="in" filter="wipe(left)">
                                      <p:cBhvr>
                                        <p:cTn id="68" dur="2000"/>
                                        <p:tgtEl>
                                          <p:spTgt spid="40"/>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7">
                                            <p:txEl>
                                              <p:pRg st="4" end="4"/>
                                            </p:txEl>
                                          </p:spTgt>
                                        </p:tgtEl>
                                        <p:attrNameLst>
                                          <p:attrName>style.visibility</p:attrName>
                                        </p:attrNameLst>
                                      </p:cBhvr>
                                      <p:to>
                                        <p:strVal val="visible"/>
                                      </p:to>
                                    </p:set>
                                    <p:anim calcmode="lin" valueType="num">
                                      <p:cBhvr additive="base">
                                        <p:cTn id="73" dur="500" fill="hold"/>
                                        <p:tgtEl>
                                          <p:spTgt spid="37">
                                            <p:txEl>
                                              <p:pRg st="4" end="4"/>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5"/>
                                        </p:tgtEl>
                                        <p:attrNameLst>
                                          <p:attrName>style.visibility</p:attrName>
                                        </p:attrNameLst>
                                      </p:cBhvr>
                                      <p:to>
                                        <p:strVal val="visible"/>
                                      </p:to>
                                    </p:set>
                                    <p:animEffect transition="in" filter="fade">
                                      <p:cBhvr>
                                        <p:cTn id="79" dur="500"/>
                                        <p:tgtEl>
                                          <p:spTgt spid="5"/>
                                        </p:tgtEl>
                                      </p:cBhvr>
                                    </p:animEffect>
                                  </p:childTnLst>
                                </p:cTn>
                              </p:par>
                              <p:par>
                                <p:cTn id="80" presetID="22" presetClass="entr" presetSubtype="8" fill="hold" grpId="0" nodeType="withEffect">
                                  <p:stCondLst>
                                    <p:cond delay="0"/>
                                  </p:stCondLst>
                                  <p:childTnLst>
                                    <p:set>
                                      <p:cBhvr>
                                        <p:cTn id="81" dur="1" fill="hold">
                                          <p:stCondLst>
                                            <p:cond delay="0"/>
                                          </p:stCondLst>
                                        </p:cTn>
                                        <p:tgtEl>
                                          <p:spTgt spid="128037"/>
                                        </p:tgtEl>
                                        <p:attrNameLst>
                                          <p:attrName>style.visibility</p:attrName>
                                        </p:attrNameLst>
                                      </p:cBhvr>
                                      <p:to>
                                        <p:strVal val="visible"/>
                                      </p:to>
                                    </p:set>
                                    <p:animEffect transition="in" filter="wipe(left)">
                                      <p:cBhvr>
                                        <p:cTn id="82" dur="500"/>
                                        <p:tgtEl>
                                          <p:spTgt spid="12803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4"/>
                                        </p:tgtEl>
                                        <p:attrNameLst>
                                          <p:attrName>style.visibility</p:attrName>
                                        </p:attrNameLst>
                                      </p:cBhvr>
                                      <p:to>
                                        <p:strVal val="visible"/>
                                      </p:to>
                                    </p:set>
                                    <p:animEffect transition="in" filter="fade">
                                      <p:cBhvr>
                                        <p:cTn id="87" dur="500"/>
                                        <p:tgtEl>
                                          <p:spTgt spid="4"/>
                                        </p:tgtEl>
                                      </p:cBhvr>
                                    </p:animEffect>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37">
                                            <p:txEl>
                                              <p:pRg st="5" end="5"/>
                                            </p:txEl>
                                          </p:spTgt>
                                        </p:tgtEl>
                                        <p:attrNameLst>
                                          <p:attrName>style.visibility</p:attrName>
                                        </p:attrNameLst>
                                      </p:cBhvr>
                                      <p:to>
                                        <p:strVal val="visible"/>
                                      </p:to>
                                    </p:set>
                                    <p:anim calcmode="lin" valueType="num">
                                      <p:cBhvr additive="base">
                                        <p:cTn id="92" dur="500" fill="hold"/>
                                        <p:tgtEl>
                                          <p:spTgt spid="37">
                                            <p:txEl>
                                              <p:pRg st="5" end="5"/>
                                            </p:txEl>
                                          </p:spTgt>
                                        </p:tgtEl>
                                        <p:attrNameLst>
                                          <p:attrName>ppt_x</p:attrName>
                                        </p:attrNameLst>
                                      </p:cBhvr>
                                      <p:tavLst>
                                        <p:tav tm="0">
                                          <p:val>
                                            <p:strVal val="#ppt_x"/>
                                          </p:val>
                                        </p:tav>
                                        <p:tav tm="100000">
                                          <p:val>
                                            <p:strVal val="#ppt_x"/>
                                          </p:val>
                                        </p:tav>
                                      </p:tavLst>
                                    </p:anim>
                                    <p:anim calcmode="lin" valueType="num">
                                      <p:cBhvr additive="base">
                                        <p:cTn id="93" dur="500" fill="hold"/>
                                        <p:tgtEl>
                                          <p:spTgt spid="3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11" grpId="0" animBg="1"/>
      <p:bldP spid="12803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2"/>
          <p:cNvSpPr>
            <a:spLocks noChangeArrowheads="1"/>
          </p:cNvSpPr>
          <p:nvPr/>
        </p:nvSpPr>
        <p:spPr bwMode="auto">
          <a:xfrm>
            <a:off x="685800" y="1549400"/>
            <a:ext cx="7772400" cy="4471988"/>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rPr>
              <a:t>Impulse and force – time graphs </a:t>
            </a:r>
            <a:r>
              <a:rPr lang="en-US" altLang="en-US" sz="2400">
                <a:latin typeface="Arial" charset="0"/>
              </a:rPr>
              <a:t>	</a:t>
            </a:r>
          </a:p>
          <a:p>
            <a:pPr>
              <a:spcBef>
                <a:spcPts val="400"/>
              </a:spcBef>
            </a:pPr>
            <a:r>
              <a:rPr lang="en-US" altLang="en-US" sz="2400">
                <a:latin typeface="Arial" charset="0"/>
                <a:sym typeface="Symbol" pitchFamily="18" charset="2"/>
              </a:rPr>
              <a:t></a:t>
            </a:r>
            <a:r>
              <a:rPr lang="en-US" altLang="en-US" sz="2400">
                <a:latin typeface="Arial" charset="0"/>
              </a:rPr>
              <a:t>We define a new quantity                                                  called </a:t>
            </a:r>
            <a:r>
              <a:rPr lang="en-US" altLang="en-US" sz="2400" b="1">
                <a:latin typeface="Arial" charset="0"/>
              </a:rPr>
              <a:t>impulse</a:t>
            </a:r>
            <a:r>
              <a:rPr lang="en-US" altLang="en-US" sz="2400">
                <a:latin typeface="Arial" charset="0"/>
              </a:rPr>
              <a:t> </a:t>
            </a:r>
            <a:r>
              <a:rPr lang="en-US" altLang="en-US" sz="2400" i="1">
                <a:latin typeface="Arial" charset="0"/>
              </a:rPr>
              <a:t>J</a:t>
            </a:r>
            <a:r>
              <a:rPr lang="en-US" altLang="en-US" sz="2400">
                <a:latin typeface="Arial" charset="0"/>
              </a:rPr>
              <a:t> as the                                                           average force times the time. </a:t>
            </a:r>
          </a:p>
          <a:p>
            <a:pPr>
              <a:spcBef>
                <a:spcPts val="400"/>
              </a:spcBef>
            </a:pPr>
            <a:r>
              <a:rPr lang="en-US" altLang="en-US" sz="2400">
                <a:sym typeface="Symbol" pitchFamily="18" charset="2"/>
              </a:rPr>
              <a:t></a:t>
            </a:r>
            <a:r>
              <a:rPr lang="en-US" altLang="en-US" sz="2400">
                <a:latin typeface="Arial" charset="0"/>
              </a:rPr>
              <a:t>This amounts to the area                                                       under the force vs. time graph.</a:t>
            </a:r>
            <a:endParaRPr lang="en-US" altLang="en-US" sz="2400" b="1">
              <a:latin typeface="Arial" charset="0"/>
            </a:endParaRPr>
          </a:p>
          <a:p>
            <a:pPr>
              <a:spcBef>
                <a:spcPts val="400"/>
              </a:spcBef>
            </a:pPr>
            <a:endParaRPr lang="en-US" altLang="en-US" sz="2400">
              <a:sym typeface="Symbol" pitchFamily="18" charset="2"/>
            </a:endParaRPr>
          </a:p>
          <a:p>
            <a:pPr>
              <a:lnSpc>
                <a:spcPct val="90000"/>
              </a:lnSpc>
              <a:spcBef>
                <a:spcPts val="800"/>
              </a:spcBef>
            </a:pPr>
            <a:r>
              <a:rPr lang="en-US" altLang="en-US" sz="2400">
                <a:sym typeface="Symbol" pitchFamily="18" charset="2"/>
              </a:rPr>
              <a:t></a:t>
            </a:r>
            <a:r>
              <a:rPr lang="en-US" altLang="en-US" sz="2400">
                <a:latin typeface="Arial" charset="0"/>
              </a:rPr>
              <a:t>Since </a:t>
            </a:r>
            <a:r>
              <a:rPr lang="en-US" altLang="en-US" sz="2400" i="1">
                <a:solidFill>
                  <a:srgbClr val="000000"/>
                </a:solidFill>
                <a:latin typeface="Arial" charset="0"/>
              </a:rPr>
              <a:t>F</a:t>
            </a:r>
            <a:r>
              <a:rPr lang="en-US" altLang="en-US" sz="2400">
                <a:solidFill>
                  <a:srgbClr val="000000"/>
                </a:solidFill>
                <a:latin typeface="Arial" charset="0"/>
              </a:rPr>
              <a:t> = </a:t>
            </a:r>
            <a:r>
              <a:rPr lang="en-US" sz="2400">
                <a:latin typeface="Arial" charset="0"/>
                <a:sym typeface="Symbol" pitchFamily="18" charset="2"/>
              </a:rPr>
              <a:t></a:t>
            </a:r>
            <a:r>
              <a:rPr lang="en-US" altLang="en-US" sz="2400" i="1">
                <a:solidFill>
                  <a:srgbClr val="000000"/>
                </a:solidFill>
                <a:latin typeface="Arial" charset="0"/>
              </a:rPr>
              <a:t>p /</a:t>
            </a:r>
            <a:r>
              <a:rPr lang="en-US" altLang="en-US" sz="2400">
                <a:solidFill>
                  <a:srgbClr val="000000"/>
                </a:solidFill>
                <a:latin typeface="Arial" charset="0"/>
              </a:rPr>
              <a:t> </a:t>
            </a:r>
            <a:r>
              <a:rPr lang="en-US" sz="2400">
                <a:latin typeface="Arial" charset="0"/>
                <a:sym typeface="Symbol" pitchFamily="18" charset="2"/>
              </a:rPr>
              <a:t></a:t>
            </a:r>
            <a:r>
              <a:rPr lang="en-US" altLang="en-US" sz="2400" i="1">
                <a:solidFill>
                  <a:srgbClr val="000000"/>
                </a:solidFill>
                <a:latin typeface="Arial" charset="0"/>
              </a:rPr>
              <a:t>t</a:t>
            </a:r>
            <a:r>
              <a:rPr lang="en-US" altLang="en-US" sz="2400">
                <a:solidFill>
                  <a:srgbClr val="000000"/>
                </a:solidFill>
                <a:latin typeface="Arial" charset="0"/>
              </a:rPr>
              <a:t> we see that </a:t>
            </a:r>
            <a:r>
              <a:rPr lang="en-US" altLang="en-US" sz="2400" i="1">
                <a:latin typeface="Arial" charset="0"/>
                <a:cs typeface="Courier New" pitchFamily="49" charset="0"/>
                <a:sym typeface="Symbol" pitchFamily="18" charset="2"/>
              </a:rPr>
              <a:t>F</a:t>
            </a:r>
            <a:r>
              <a:rPr lang="en-US" altLang="en-US" sz="2400" i="1" baseline="-25000">
                <a:latin typeface="Arial" charset="0"/>
                <a:cs typeface="Courier New" pitchFamily="49" charset="0"/>
                <a:sym typeface="Symbol" pitchFamily="18" charset="2"/>
              </a:rPr>
              <a:t> </a:t>
            </a:r>
            <a:r>
              <a:rPr lang="en-US" altLang="en-US" sz="2400">
                <a:solidFill>
                  <a:srgbClr val="000000"/>
                </a:solidFill>
                <a:latin typeface="Arial" charset="0"/>
              </a:rPr>
              <a:t>∆</a:t>
            </a:r>
            <a:r>
              <a:rPr lang="en-US" altLang="en-US" sz="2400" i="1">
                <a:solidFill>
                  <a:srgbClr val="000000"/>
                </a:solidFill>
                <a:latin typeface="Arial" charset="0"/>
              </a:rPr>
              <a:t>t</a:t>
            </a:r>
            <a:r>
              <a:rPr lang="en-US" altLang="en-US" sz="2400">
                <a:solidFill>
                  <a:srgbClr val="000000"/>
                </a:solidFill>
                <a:latin typeface="Arial" charset="0"/>
              </a:rPr>
              <a:t> = </a:t>
            </a:r>
            <a:r>
              <a:rPr lang="en-US" sz="2400">
                <a:latin typeface="Arial" charset="0"/>
                <a:sym typeface="Symbol" pitchFamily="18" charset="2"/>
              </a:rPr>
              <a:t></a:t>
            </a:r>
            <a:r>
              <a:rPr lang="en-US" altLang="en-US" sz="2400" i="1">
                <a:solidFill>
                  <a:srgbClr val="000000"/>
                </a:solidFill>
                <a:latin typeface="Arial" charset="0"/>
              </a:rPr>
              <a:t>p</a:t>
            </a:r>
            <a:r>
              <a:rPr lang="en-US" altLang="en-US" sz="2400">
                <a:solidFill>
                  <a:srgbClr val="000000"/>
                </a:solidFill>
                <a:latin typeface="Arial" charset="0"/>
              </a:rPr>
              <a:t> and so we can interpret the impulse as the change in momentum of the object during the collision. </a:t>
            </a:r>
            <a:r>
              <a:rPr lang="en-US" altLang="en-US" sz="2400" i="1">
                <a:solidFill>
                  <a:srgbClr val="000000"/>
                </a:solidFill>
                <a:latin typeface="Arial" charset="0"/>
              </a:rPr>
              <a:t> </a:t>
            </a:r>
            <a:endParaRPr lang="en-US" altLang="en-US" sz="2400">
              <a:latin typeface="Arial" charset="0"/>
            </a:endParaRPr>
          </a:p>
        </p:txBody>
      </p:sp>
      <p:sp>
        <p:nvSpPr>
          <p:cNvPr id="128037" name="Line 37"/>
          <p:cNvSpPr>
            <a:spLocks noChangeShapeType="1"/>
          </p:cNvSpPr>
          <p:nvPr/>
        </p:nvSpPr>
        <p:spPr bwMode="auto">
          <a:xfrm>
            <a:off x="3570288" y="636588"/>
            <a:ext cx="100012" cy="0"/>
          </a:xfrm>
          <a:prstGeom prst="line">
            <a:avLst/>
          </a:prstGeom>
          <a:noFill/>
          <a:ln w="19050">
            <a:solidFill>
              <a:schemeClr val="bg1"/>
            </a:solidFill>
            <a:round/>
            <a:headEnd/>
            <a:tailEnd/>
          </a:ln>
        </p:spPr>
        <p:txBody>
          <a:bodyPr/>
          <a:lstStyle/>
          <a:p>
            <a:endParaRPr lang="en-US"/>
          </a:p>
        </p:txBody>
      </p:sp>
      <p:grpSp>
        <p:nvGrpSpPr>
          <p:cNvPr id="2" name="Group 47"/>
          <p:cNvGrpSpPr>
            <a:grpSpLocks/>
          </p:cNvGrpSpPr>
          <p:nvPr/>
        </p:nvGrpSpPr>
        <p:grpSpPr bwMode="auto">
          <a:xfrm>
            <a:off x="5048250" y="1279525"/>
            <a:ext cx="4783138" cy="1603375"/>
            <a:chOff x="4923230" y="1398314"/>
            <a:chExt cx="4829671" cy="2330234"/>
          </a:xfrm>
        </p:grpSpPr>
        <p:grpSp>
          <p:nvGrpSpPr>
            <p:cNvPr id="19478" name="Group 5"/>
            <p:cNvGrpSpPr>
              <a:grpSpLocks/>
            </p:cNvGrpSpPr>
            <p:nvPr/>
          </p:nvGrpSpPr>
          <p:grpSpPr bwMode="auto">
            <a:xfrm>
              <a:off x="5150232" y="3060005"/>
              <a:ext cx="3681126" cy="665165"/>
              <a:chOff x="614" y="3671"/>
              <a:chExt cx="1980" cy="419"/>
            </a:xfrm>
          </p:grpSpPr>
          <p:sp>
            <p:nvSpPr>
              <p:cNvPr id="16419" name="Line 6"/>
              <p:cNvSpPr>
                <a:spLocks noChangeShapeType="1"/>
              </p:cNvSpPr>
              <p:nvPr/>
            </p:nvSpPr>
            <p:spPr bwMode="auto">
              <a:xfrm>
                <a:off x="614" y="3675"/>
                <a:ext cx="1978" cy="0"/>
              </a:xfrm>
              <a:prstGeom prst="line">
                <a:avLst/>
              </a:prstGeom>
              <a:noFill/>
              <a:ln w="9525">
                <a:solidFill>
                  <a:schemeClr val="tx1"/>
                </a:solidFill>
                <a:round/>
                <a:headEnd/>
                <a:tailEnd type="triangle" w="med" len="med"/>
              </a:ln>
            </p:spPr>
            <p:txBody>
              <a:bodyPr/>
              <a:lstStyle/>
              <a:p>
                <a:pPr>
                  <a:defRPr/>
                </a:pPr>
                <a:endParaRPr lang="en-US" sz="2400">
                  <a:latin typeface="+mn-lt"/>
                </a:endParaRPr>
              </a:p>
            </p:txBody>
          </p:sp>
          <p:sp>
            <p:nvSpPr>
              <p:cNvPr id="16420" name="Text Box 7"/>
              <p:cNvSpPr txBox="1">
                <a:spLocks noChangeArrowheads="1"/>
              </p:cNvSpPr>
              <p:nvPr/>
            </p:nvSpPr>
            <p:spPr bwMode="auto">
              <a:xfrm>
                <a:off x="2448" y="3671"/>
                <a:ext cx="146" cy="421"/>
              </a:xfrm>
              <a:prstGeom prst="rect">
                <a:avLst/>
              </a:prstGeom>
              <a:noFill/>
              <a:ln w="9525">
                <a:noFill/>
                <a:miter lim="800000"/>
                <a:headEnd/>
                <a:tailEnd/>
              </a:ln>
            </p:spPr>
            <p:txBody>
              <a:bodyPr wrap="none">
                <a:spAutoFit/>
              </a:bodyPr>
              <a:lstStyle/>
              <a:p>
                <a:pPr>
                  <a:defRPr/>
                </a:pPr>
                <a:r>
                  <a:rPr lang="en-US" altLang="en-US" sz="2400" i="1" dirty="0">
                    <a:latin typeface="+mn-lt"/>
                  </a:rPr>
                  <a:t>t</a:t>
                </a:r>
              </a:p>
            </p:txBody>
          </p:sp>
        </p:grpSp>
        <p:sp>
          <p:nvSpPr>
            <p:cNvPr id="128011" name="Rectangle 11"/>
            <p:cNvSpPr>
              <a:spLocks noChangeArrowheads="1"/>
            </p:cNvSpPr>
            <p:nvPr/>
          </p:nvSpPr>
          <p:spPr bwMode="auto">
            <a:xfrm>
              <a:off x="5410525" y="2563432"/>
              <a:ext cx="3064829" cy="505268"/>
            </a:xfrm>
            <a:prstGeom prst="rect">
              <a:avLst/>
            </a:prstGeom>
            <a:solidFill>
              <a:srgbClr val="FF9933"/>
            </a:solidFill>
            <a:ln w="9525">
              <a:noFill/>
              <a:miter lim="800000"/>
              <a:headEnd/>
              <a:tailEnd/>
            </a:ln>
          </p:spPr>
          <p:txBody>
            <a:bodyPr wrap="none" anchor="ctr"/>
            <a:lstStyle/>
            <a:p>
              <a:pPr>
                <a:defRPr/>
              </a:pPr>
              <a:endParaRPr lang="en-US" altLang="en-US" sz="2400">
                <a:latin typeface="+mn-lt"/>
              </a:endParaRPr>
            </a:p>
          </p:txBody>
        </p:sp>
        <p:grpSp>
          <p:nvGrpSpPr>
            <p:cNvPr id="19480" name="Group 12"/>
            <p:cNvGrpSpPr>
              <a:grpSpLocks/>
            </p:cNvGrpSpPr>
            <p:nvPr/>
          </p:nvGrpSpPr>
          <p:grpSpPr bwMode="auto">
            <a:xfrm>
              <a:off x="4923230" y="1398314"/>
              <a:ext cx="501649" cy="1907589"/>
              <a:chOff x="1604" y="2763"/>
              <a:chExt cx="316" cy="1183"/>
            </a:xfrm>
          </p:grpSpPr>
          <p:sp>
            <p:nvSpPr>
              <p:cNvPr id="16417" name="Line 13"/>
              <p:cNvSpPr>
                <a:spLocks noChangeShapeType="1"/>
              </p:cNvSpPr>
              <p:nvPr/>
            </p:nvSpPr>
            <p:spPr bwMode="auto">
              <a:xfrm flipV="1">
                <a:off x="1920" y="3187"/>
                <a:ext cx="0" cy="761"/>
              </a:xfrm>
              <a:prstGeom prst="line">
                <a:avLst/>
              </a:prstGeom>
              <a:noFill/>
              <a:ln w="9525">
                <a:solidFill>
                  <a:schemeClr val="tx1"/>
                </a:solidFill>
                <a:round/>
                <a:headEnd/>
                <a:tailEnd type="triangle" w="med" len="med"/>
              </a:ln>
            </p:spPr>
            <p:txBody>
              <a:bodyPr/>
              <a:lstStyle/>
              <a:p>
                <a:pPr>
                  <a:defRPr/>
                </a:pPr>
                <a:endParaRPr lang="en-US" sz="2400">
                  <a:latin typeface="+mn-lt"/>
                </a:endParaRPr>
              </a:p>
            </p:txBody>
          </p:sp>
          <p:sp>
            <p:nvSpPr>
              <p:cNvPr id="16418" name="Text Box 14"/>
              <p:cNvSpPr txBox="1">
                <a:spLocks noChangeArrowheads="1"/>
              </p:cNvSpPr>
              <p:nvPr/>
            </p:nvSpPr>
            <p:spPr bwMode="auto">
              <a:xfrm rot="16200000">
                <a:off x="1209" y="3158"/>
                <a:ext cx="1082" cy="291"/>
              </a:xfrm>
              <a:prstGeom prst="rect">
                <a:avLst/>
              </a:prstGeom>
              <a:noFill/>
              <a:ln w="9525">
                <a:noFill/>
                <a:miter lim="800000"/>
                <a:headEnd/>
                <a:tailEnd/>
              </a:ln>
            </p:spPr>
            <p:txBody>
              <a:bodyPr>
                <a:spAutoFit/>
              </a:bodyPr>
              <a:lstStyle/>
              <a:p>
                <a:pPr>
                  <a:defRPr/>
                </a:pPr>
                <a:r>
                  <a:rPr lang="en-US" altLang="en-US" sz="2400" i="1" dirty="0">
                    <a:solidFill>
                      <a:srgbClr val="FF0000"/>
                    </a:solidFill>
                    <a:latin typeface="+mn-lt"/>
                  </a:rPr>
                  <a:t>Force</a:t>
                </a:r>
              </a:p>
            </p:txBody>
          </p:sp>
        </p:grpSp>
        <p:grpSp>
          <p:nvGrpSpPr>
            <p:cNvPr id="19481" name="Group 20"/>
            <p:cNvGrpSpPr>
              <a:grpSpLocks/>
            </p:cNvGrpSpPr>
            <p:nvPr/>
          </p:nvGrpSpPr>
          <p:grpSpPr bwMode="auto">
            <a:xfrm>
              <a:off x="8592201" y="2526918"/>
              <a:ext cx="1160700" cy="568862"/>
              <a:chOff x="2938" y="1762"/>
              <a:chExt cx="625" cy="216"/>
            </a:xfrm>
          </p:grpSpPr>
          <p:sp>
            <p:nvSpPr>
              <p:cNvPr id="16412" name="Rectangle 21"/>
              <p:cNvSpPr>
                <a:spLocks noChangeArrowheads="1"/>
              </p:cNvSpPr>
              <p:nvPr/>
            </p:nvSpPr>
            <p:spPr bwMode="auto">
              <a:xfrm>
                <a:off x="3045" y="1762"/>
                <a:ext cx="518" cy="216"/>
              </a:xfrm>
              <a:prstGeom prst="rect">
                <a:avLst/>
              </a:prstGeom>
              <a:noFill/>
              <a:ln w="9525">
                <a:noFill/>
                <a:miter lim="800000"/>
                <a:headEnd/>
                <a:tailEnd/>
              </a:ln>
            </p:spPr>
            <p:txBody>
              <a:bodyPr/>
              <a:lstStyle/>
              <a:p>
                <a:pPr>
                  <a:lnSpc>
                    <a:spcPct val="90000"/>
                  </a:lnSpc>
                  <a:spcBef>
                    <a:spcPct val="20000"/>
                  </a:spcBef>
                  <a:defRPr/>
                </a:pPr>
                <a:r>
                  <a:rPr lang="en-US" altLang="en-US" sz="2400" i="1" dirty="0">
                    <a:solidFill>
                      <a:srgbClr val="FF0000"/>
                    </a:solidFill>
                    <a:latin typeface="+mn-lt"/>
                  </a:rPr>
                  <a:t>F</a:t>
                </a:r>
                <a:endParaRPr lang="en-US" altLang="en-US" sz="2400" dirty="0">
                  <a:solidFill>
                    <a:srgbClr val="FF0000"/>
                  </a:solidFill>
                  <a:latin typeface="+mn-lt"/>
                </a:endParaRPr>
              </a:p>
            </p:txBody>
          </p:sp>
          <p:sp>
            <p:nvSpPr>
              <p:cNvPr id="16413" name="AutoShape 22"/>
              <p:cNvSpPr>
                <a:spLocks/>
              </p:cNvSpPr>
              <p:nvPr/>
            </p:nvSpPr>
            <p:spPr bwMode="auto">
              <a:xfrm>
                <a:off x="2938" y="1775"/>
                <a:ext cx="115" cy="183"/>
              </a:xfrm>
              <a:prstGeom prst="rightBrace">
                <a:avLst>
                  <a:gd name="adj1" fmla="val 9368"/>
                  <a:gd name="adj2" fmla="val 50000"/>
                </a:avLst>
              </a:prstGeom>
              <a:noFill/>
              <a:ln w="9525">
                <a:solidFill>
                  <a:srgbClr val="FF0000"/>
                </a:solidFill>
                <a:round/>
                <a:headEnd/>
                <a:tailEnd/>
              </a:ln>
            </p:spPr>
            <p:txBody>
              <a:bodyPr wrap="none" anchor="ctr"/>
              <a:lstStyle/>
              <a:p>
                <a:pPr>
                  <a:defRPr/>
                </a:pPr>
                <a:endParaRPr lang="en-US" altLang="en-US" sz="2400">
                  <a:latin typeface="+mn-lt"/>
                </a:endParaRPr>
              </a:p>
            </p:txBody>
          </p:sp>
        </p:grpSp>
        <p:grpSp>
          <p:nvGrpSpPr>
            <p:cNvPr id="19482" name="Group 23"/>
            <p:cNvGrpSpPr>
              <a:grpSpLocks/>
            </p:cNvGrpSpPr>
            <p:nvPr/>
          </p:nvGrpSpPr>
          <p:grpSpPr bwMode="auto">
            <a:xfrm>
              <a:off x="5432807" y="3106248"/>
              <a:ext cx="3021878" cy="622300"/>
              <a:chOff x="1579" y="2001"/>
              <a:chExt cx="1278" cy="392"/>
            </a:xfrm>
          </p:grpSpPr>
          <p:sp>
            <p:nvSpPr>
              <p:cNvPr id="16410" name="Rectangle 24"/>
              <p:cNvSpPr>
                <a:spLocks noChangeArrowheads="1"/>
              </p:cNvSpPr>
              <p:nvPr/>
            </p:nvSpPr>
            <p:spPr bwMode="auto">
              <a:xfrm>
                <a:off x="2129" y="2176"/>
                <a:ext cx="288" cy="217"/>
              </a:xfrm>
              <a:prstGeom prst="rect">
                <a:avLst/>
              </a:prstGeom>
              <a:noFill/>
              <a:ln w="9525">
                <a:noFill/>
                <a:miter lim="800000"/>
                <a:headEnd/>
                <a:tailEnd/>
              </a:ln>
            </p:spPr>
            <p:txBody>
              <a:bodyPr/>
              <a:lstStyle/>
              <a:p>
                <a:pPr>
                  <a:lnSpc>
                    <a:spcPct val="90000"/>
                  </a:lnSpc>
                  <a:spcBef>
                    <a:spcPct val="20000"/>
                  </a:spcBef>
                  <a:defRPr/>
                </a:pPr>
                <a:r>
                  <a:rPr lang="en-US" altLang="en-US" sz="2400" dirty="0">
                    <a:latin typeface="+mn-lt"/>
                  </a:rPr>
                  <a:t>∆</a:t>
                </a:r>
                <a:r>
                  <a:rPr lang="en-US" altLang="en-US" sz="2400" i="1" dirty="0">
                    <a:latin typeface="+mn-lt"/>
                  </a:rPr>
                  <a:t>t</a:t>
                </a:r>
                <a:endParaRPr lang="en-US" altLang="en-US" sz="2400" dirty="0">
                  <a:latin typeface="+mn-lt"/>
                </a:endParaRPr>
              </a:p>
            </p:txBody>
          </p:sp>
          <p:sp>
            <p:nvSpPr>
              <p:cNvPr id="16411" name="AutoShape 25"/>
              <p:cNvSpPr>
                <a:spLocks/>
              </p:cNvSpPr>
              <p:nvPr/>
            </p:nvSpPr>
            <p:spPr bwMode="auto">
              <a:xfrm rot="5400000">
                <a:off x="2118" y="1461"/>
                <a:ext cx="202" cy="1278"/>
              </a:xfrm>
              <a:prstGeom prst="rightBrace">
                <a:avLst>
                  <a:gd name="adj1" fmla="val 52985"/>
                  <a:gd name="adj2" fmla="val 50000"/>
                </a:avLst>
              </a:prstGeom>
              <a:noFill/>
              <a:ln w="9525">
                <a:solidFill>
                  <a:schemeClr val="tx1"/>
                </a:solidFill>
                <a:round/>
                <a:headEnd/>
                <a:tailEnd/>
              </a:ln>
            </p:spPr>
            <p:txBody>
              <a:bodyPr rot="10800000" vert="eaVert" wrap="none" anchor="ctr"/>
              <a:lstStyle/>
              <a:p>
                <a:pPr>
                  <a:defRPr/>
                </a:pPr>
                <a:endParaRPr lang="en-US" altLang="en-US" sz="2400">
                  <a:latin typeface="+mn-lt"/>
                </a:endParaRPr>
              </a:p>
            </p:txBody>
          </p:sp>
        </p:grpSp>
        <p:cxnSp>
          <p:nvCxnSpPr>
            <p:cNvPr id="40" name="Straight Connector 39"/>
            <p:cNvCxnSpPr/>
            <p:nvPr/>
          </p:nvCxnSpPr>
          <p:spPr>
            <a:xfrm>
              <a:off x="5444187" y="2561124"/>
              <a:ext cx="303918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 name="Group 46"/>
          <p:cNvGrpSpPr>
            <a:grpSpLocks/>
          </p:cNvGrpSpPr>
          <p:nvPr/>
        </p:nvGrpSpPr>
        <p:grpSpPr bwMode="auto">
          <a:xfrm>
            <a:off x="828675" y="3933825"/>
            <a:ext cx="7464425" cy="539750"/>
            <a:chOff x="828675" y="3933508"/>
            <a:chExt cx="7464424" cy="540017"/>
          </a:xfrm>
        </p:grpSpPr>
        <p:sp>
          <p:nvSpPr>
            <p:cNvPr id="19475" name="Rectangle 5"/>
            <p:cNvSpPr>
              <a:spLocks noChangeArrowheads="1"/>
            </p:cNvSpPr>
            <p:nvPr/>
          </p:nvSpPr>
          <p:spPr bwMode="auto">
            <a:xfrm>
              <a:off x="965200" y="3943038"/>
              <a:ext cx="6196012" cy="530487"/>
            </a:xfrm>
            <a:prstGeom prst="rect">
              <a:avLst/>
            </a:prstGeom>
            <a:noFill/>
            <a:ln w="9525">
              <a:noFill/>
              <a:miter lim="800000"/>
              <a:headEnd/>
              <a:tailEnd/>
            </a:ln>
          </p:spPr>
          <p:txBody>
            <a:bodyPr/>
            <a:lstStyle/>
            <a:p>
              <a:pPr>
                <a:lnSpc>
                  <a:spcPct val="90000"/>
                </a:lnSpc>
                <a:spcBef>
                  <a:spcPct val="20000"/>
                </a:spcBef>
              </a:pPr>
              <a:r>
                <a:rPr lang="en-US" altLang="en-US" sz="2400" i="1">
                  <a:latin typeface="Arial" charset="0"/>
                  <a:cs typeface="Courier New" pitchFamily="49" charset="0"/>
                  <a:sym typeface="Symbol" pitchFamily="18" charset="2"/>
                </a:rPr>
                <a:t>J</a:t>
              </a:r>
              <a:r>
                <a:rPr lang="en-US" altLang="en-US" sz="2400" b="1">
                  <a:latin typeface="Arial" charset="0"/>
                  <a:cs typeface="Courier New" pitchFamily="49" charset="0"/>
                  <a:sym typeface="Symbol" pitchFamily="18" charset="2"/>
                </a:rPr>
                <a:t> </a:t>
              </a:r>
              <a:r>
                <a:rPr lang="en-US" altLang="en-US" sz="2400">
                  <a:latin typeface="Arial" charset="0"/>
                  <a:cs typeface="Courier New" pitchFamily="49" charset="0"/>
                  <a:sym typeface="Symbol" pitchFamily="18" charset="2"/>
                </a:rPr>
                <a:t>=</a:t>
              </a:r>
              <a:r>
                <a:rPr lang="en-US" altLang="en-US" sz="2400" b="1">
                  <a:latin typeface="Arial" charset="0"/>
                  <a:cs typeface="Courier New" pitchFamily="49" charset="0"/>
                  <a:sym typeface="Symbol" pitchFamily="18" charset="2"/>
                </a:rPr>
                <a:t> </a:t>
              </a:r>
              <a:r>
                <a:rPr lang="en-US" altLang="en-US" sz="2400" i="1">
                  <a:latin typeface="Arial" charset="0"/>
                  <a:cs typeface="Courier New" pitchFamily="49" charset="0"/>
                  <a:sym typeface="Symbol" pitchFamily="18" charset="2"/>
                </a:rPr>
                <a:t>F</a:t>
              </a:r>
              <a:r>
                <a:rPr lang="en-US" altLang="en-US" sz="2400" i="1" baseline="-25000">
                  <a:latin typeface="Arial" charset="0"/>
                  <a:cs typeface="Courier New" pitchFamily="49" charset="0"/>
                  <a:sym typeface="Symbol" pitchFamily="18" charset="2"/>
                </a:rPr>
                <a:t> </a:t>
              </a:r>
              <a:r>
                <a:rPr lang="en-US" altLang="en-US" sz="2400">
                  <a:solidFill>
                    <a:srgbClr val="000000"/>
                  </a:solidFill>
                  <a:latin typeface="Arial" charset="0"/>
                </a:rPr>
                <a:t>∆</a:t>
              </a:r>
              <a:r>
                <a:rPr lang="en-US" altLang="en-US" sz="2400" i="1">
                  <a:solidFill>
                    <a:srgbClr val="000000"/>
                  </a:solidFill>
                  <a:latin typeface="Arial" charset="0"/>
                </a:rPr>
                <a:t>t              </a:t>
              </a:r>
              <a:r>
                <a:rPr lang="en-US" altLang="en-US" sz="2400">
                  <a:solidFill>
                    <a:srgbClr val="2D2D8A"/>
                  </a:solidFill>
                  <a:latin typeface="Arial" charset="0"/>
                </a:rPr>
                <a:t>area under </a:t>
              </a:r>
              <a:r>
                <a:rPr lang="en-US" altLang="en-US" sz="2400" i="1">
                  <a:solidFill>
                    <a:srgbClr val="2D2D8A"/>
                  </a:solidFill>
                  <a:latin typeface="Arial" charset="0"/>
                </a:rPr>
                <a:t>F</a:t>
              </a:r>
              <a:r>
                <a:rPr lang="en-US" altLang="en-US" sz="2400">
                  <a:solidFill>
                    <a:srgbClr val="2D2D8A"/>
                  </a:solidFill>
                  <a:latin typeface="Arial" charset="0"/>
                </a:rPr>
                <a:t> vs. </a:t>
              </a:r>
              <a:r>
                <a:rPr lang="en-US" altLang="en-US" sz="2400" i="1">
                  <a:solidFill>
                    <a:srgbClr val="2D2D8A"/>
                  </a:solidFill>
                  <a:latin typeface="Arial" charset="0"/>
                </a:rPr>
                <a:t>t</a:t>
              </a:r>
              <a:r>
                <a:rPr lang="en-US" altLang="en-US" sz="2400">
                  <a:solidFill>
                    <a:srgbClr val="2D2D8A"/>
                  </a:solidFill>
                  <a:latin typeface="Arial" charset="0"/>
                </a:rPr>
                <a:t> graph</a:t>
              </a:r>
              <a:endParaRPr lang="en-US" altLang="en-US" sz="2400" b="1">
                <a:latin typeface="Arial" charset="0"/>
                <a:sym typeface="Symbol" pitchFamily="18" charset="2"/>
              </a:endParaRPr>
            </a:p>
          </p:txBody>
        </p:sp>
        <p:sp>
          <p:nvSpPr>
            <p:cNvPr id="26" name="Text Box 6"/>
            <p:cNvSpPr txBox="1">
              <a:spLocks noChangeArrowheads="1"/>
            </p:cNvSpPr>
            <p:nvPr/>
          </p:nvSpPr>
          <p:spPr bwMode="auto">
            <a:xfrm>
              <a:off x="6907212" y="3933508"/>
              <a:ext cx="1385887" cy="462192"/>
            </a:xfrm>
            <a:prstGeom prst="rect">
              <a:avLst/>
            </a:prstGeom>
            <a:solidFill>
              <a:srgbClr val="FF0000"/>
            </a:solidFill>
            <a:ln w="9525">
              <a:noFill/>
              <a:miter lim="800000"/>
              <a:headEnd/>
              <a:tailEnd/>
            </a:ln>
            <a:effectLst/>
          </p:spPr>
          <p:txBody>
            <a:bodyPr>
              <a:spAutoFit/>
            </a:bodyPr>
            <a:lstStyle/>
            <a:p>
              <a:pPr algn="ctr">
                <a:spcBef>
                  <a:spcPct val="50000"/>
                </a:spcBef>
                <a:defRPr/>
              </a:pPr>
              <a:r>
                <a:rPr lang="en-US" altLang="en-US" sz="2400" dirty="0">
                  <a:solidFill>
                    <a:schemeClr val="bg1"/>
                  </a:solidFill>
                  <a:latin typeface="+mn-lt"/>
                </a:rPr>
                <a:t>impulse</a:t>
              </a:r>
            </a:p>
          </p:txBody>
        </p:sp>
        <p:sp>
          <p:nvSpPr>
            <p:cNvPr id="27" name="Rectangle 7"/>
            <p:cNvSpPr>
              <a:spLocks noChangeArrowheads="1"/>
            </p:cNvSpPr>
            <p:nvPr/>
          </p:nvSpPr>
          <p:spPr bwMode="auto">
            <a:xfrm>
              <a:off x="828675" y="3936685"/>
              <a:ext cx="7462837" cy="438367"/>
            </a:xfrm>
            <a:prstGeom prst="rect">
              <a:avLst/>
            </a:prstGeom>
            <a:noFill/>
            <a:ln w="12700">
              <a:solidFill>
                <a:schemeClr val="tx1"/>
              </a:solidFill>
              <a:miter lim="800000"/>
              <a:headEnd/>
              <a:tailEnd/>
            </a:ln>
            <a:effectLst/>
          </p:spPr>
          <p:txBody>
            <a:bodyPr wrap="none" anchor="ctr"/>
            <a:lstStyle/>
            <a:p>
              <a:pPr>
                <a:defRPr/>
              </a:pPr>
              <a:endParaRPr lang="en-US" altLang="en-US" sz="2400">
                <a:latin typeface="+mn-lt"/>
              </a:endParaRPr>
            </a:p>
          </p:txBody>
        </p:sp>
      </p:grpSp>
      <p:grpSp>
        <p:nvGrpSpPr>
          <p:cNvPr id="8" name="Group 48"/>
          <p:cNvGrpSpPr>
            <a:grpSpLocks/>
          </p:cNvGrpSpPr>
          <p:nvPr/>
        </p:nvGrpSpPr>
        <p:grpSpPr bwMode="auto">
          <a:xfrm>
            <a:off x="5045075" y="2728913"/>
            <a:ext cx="3914775" cy="1139825"/>
            <a:chOff x="4609806" y="4304323"/>
            <a:chExt cx="3954338" cy="1730872"/>
          </a:xfrm>
        </p:grpSpPr>
        <p:grpSp>
          <p:nvGrpSpPr>
            <p:cNvPr id="19468" name="Group 5"/>
            <p:cNvGrpSpPr>
              <a:grpSpLocks/>
            </p:cNvGrpSpPr>
            <p:nvPr/>
          </p:nvGrpSpPr>
          <p:grpSpPr bwMode="auto">
            <a:xfrm>
              <a:off x="4838398" y="5068532"/>
              <a:ext cx="3725746" cy="693740"/>
              <a:chOff x="614" y="3254"/>
              <a:chExt cx="2004" cy="437"/>
            </a:xfrm>
          </p:grpSpPr>
          <p:sp>
            <p:nvSpPr>
              <p:cNvPr id="30" name="Line 6"/>
              <p:cNvSpPr>
                <a:spLocks noChangeShapeType="1"/>
              </p:cNvSpPr>
              <p:nvPr/>
            </p:nvSpPr>
            <p:spPr bwMode="auto">
              <a:xfrm>
                <a:off x="614" y="3676"/>
                <a:ext cx="1978" cy="0"/>
              </a:xfrm>
              <a:prstGeom prst="line">
                <a:avLst/>
              </a:prstGeom>
              <a:noFill/>
              <a:ln w="9525">
                <a:solidFill>
                  <a:schemeClr val="tx1"/>
                </a:solidFill>
                <a:round/>
                <a:headEnd/>
                <a:tailEnd type="triangle" w="med" len="med"/>
              </a:ln>
            </p:spPr>
            <p:txBody>
              <a:bodyPr/>
              <a:lstStyle/>
              <a:p>
                <a:pPr>
                  <a:defRPr/>
                </a:pPr>
                <a:endParaRPr lang="en-US" sz="2400">
                  <a:latin typeface="+mn-lt"/>
                </a:endParaRPr>
              </a:p>
            </p:txBody>
          </p:sp>
          <p:sp>
            <p:nvSpPr>
              <p:cNvPr id="31" name="Text Box 7"/>
              <p:cNvSpPr txBox="1">
                <a:spLocks noChangeArrowheads="1"/>
              </p:cNvSpPr>
              <p:nvPr/>
            </p:nvSpPr>
            <p:spPr bwMode="auto">
              <a:xfrm>
                <a:off x="2448" y="3254"/>
                <a:ext cx="170" cy="437"/>
              </a:xfrm>
              <a:prstGeom prst="rect">
                <a:avLst/>
              </a:prstGeom>
              <a:noFill/>
              <a:ln w="9525">
                <a:noFill/>
                <a:miter lim="800000"/>
                <a:headEnd/>
                <a:tailEnd/>
              </a:ln>
            </p:spPr>
            <p:txBody>
              <a:bodyPr>
                <a:spAutoFit/>
              </a:bodyPr>
              <a:lstStyle/>
              <a:p>
                <a:pPr>
                  <a:defRPr/>
                </a:pPr>
                <a:r>
                  <a:rPr lang="en-US" altLang="en-US" sz="2400" i="1" dirty="0">
                    <a:latin typeface="+mn-lt"/>
                  </a:rPr>
                  <a:t>t</a:t>
                </a:r>
              </a:p>
            </p:txBody>
          </p:sp>
        </p:grpSp>
        <p:sp>
          <p:nvSpPr>
            <p:cNvPr id="32" name="Freeform 8"/>
            <p:cNvSpPr>
              <a:spLocks/>
            </p:cNvSpPr>
            <p:nvPr/>
          </p:nvSpPr>
          <p:spPr bwMode="auto">
            <a:xfrm>
              <a:off x="5113319" y="4805746"/>
              <a:ext cx="3019473" cy="932934"/>
            </a:xfrm>
            <a:custGeom>
              <a:avLst/>
              <a:gdLst>
                <a:gd name="T0" fmla="*/ 0 w 1277"/>
                <a:gd name="T1" fmla="*/ 2147483647 h 576"/>
                <a:gd name="T2" fmla="*/ 2147483647 w 1277"/>
                <a:gd name="T3" fmla="*/ 2147483647 h 576"/>
                <a:gd name="T4" fmla="*/ 2147483647 w 1277"/>
                <a:gd name="T5" fmla="*/ 0 h 576"/>
                <a:gd name="T6" fmla="*/ 2147483647 w 1277"/>
                <a:gd name="T7" fmla="*/ 2147483647 h 576"/>
                <a:gd name="T8" fmla="*/ 2147483647 w 1277"/>
                <a:gd name="T9" fmla="*/ 2147483647 h 576"/>
                <a:gd name="T10" fmla="*/ 0 60000 65536"/>
                <a:gd name="T11" fmla="*/ 0 60000 65536"/>
                <a:gd name="T12" fmla="*/ 0 60000 65536"/>
                <a:gd name="T13" fmla="*/ 0 60000 65536"/>
                <a:gd name="T14" fmla="*/ 0 60000 65536"/>
                <a:gd name="T15" fmla="*/ 0 w 1277"/>
                <a:gd name="T16" fmla="*/ 0 h 576"/>
                <a:gd name="T17" fmla="*/ 1277 w 1277"/>
                <a:gd name="T18" fmla="*/ 576 h 576"/>
              </a:gdLst>
              <a:ahLst/>
              <a:cxnLst>
                <a:cxn ang="T10">
                  <a:pos x="T0" y="T1"/>
                </a:cxn>
                <a:cxn ang="T11">
                  <a:pos x="T2" y="T3"/>
                </a:cxn>
                <a:cxn ang="T12">
                  <a:pos x="T4" y="T5"/>
                </a:cxn>
                <a:cxn ang="T13">
                  <a:pos x="T6" y="T7"/>
                </a:cxn>
                <a:cxn ang="T14">
                  <a:pos x="T8" y="T9"/>
                </a:cxn>
              </a:cxnLst>
              <a:rect l="T15" t="T16" r="T17" b="T18"/>
              <a:pathLst>
                <a:path w="1277" h="576">
                  <a:moveTo>
                    <a:pt x="0" y="576"/>
                  </a:moveTo>
                  <a:cubicBezTo>
                    <a:pt x="105" y="532"/>
                    <a:pt x="211" y="489"/>
                    <a:pt x="317" y="393"/>
                  </a:cubicBezTo>
                  <a:cubicBezTo>
                    <a:pt x="423" y="297"/>
                    <a:pt x="527" y="0"/>
                    <a:pt x="634" y="0"/>
                  </a:cubicBezTo>
                  <a:cubicBezTo>
                    <a:pt x="741" y="0"/>
                    <a:pt x="853" y="297"/>
                    <a:pt x="960" y="393"/>
                  </a:cubicBezTo>
                  <a:cubicBezTo>
                    <a:pt x="1067" y="489"/>
                    <a:pt x="1172" y="532"/>
                    <a:pt x="1277" y="576"/>
                  </a:cubicBezTo>
                </a:path>
              </a:pathLst>
            </a:custGeom>
            <a:solidFill>
              <a:srgbClr val="FF9933"/>
            </a:solidFill>
            <a:ln w="28575" cmpd="sng">
              <a:solidFill>
                <a:srgbClr val="FF3300"/>
              </a:solidFill>
              <a:round/>
              <a:headEnd/>
              <a:tailEnd/>
            </a:ln>
          </p:spPr>
          <p:txBody>
            <a:bodyPr/>
            <a:lstStyle/>
            <a:p>
              <a:pPr>
                <a:defRPr/>
              </a:pPr>
              <a:endParaRPr lang="en-US" sz="2400">
                <a:latin typeface="+mn-lt"/>
              </a:endParaRPr>
            </a:p>
          </p:txBody>
        </p:sp>
        <p:grpSp>
          <p:nvGrpSpPr>
            <p:cNvPr id="19470" name="Group 12"/>
            <p:cNvGrpSpPr>
              <a:grpSpLocks/>
            </p:cNvGrpSpPr>
            <p:nvPr/>
          </p:nvGrpSpPr>
          <p:grpSpPr bwMode="auto">
            <a:xfrm>
              <a:off x="4609806" y="4304323"/>
              <a:ext cx="503236" cy="1730872"/>
              <a:chOff x="1603" y="3137"/>
              <a:chExt cx="317" cy="690"/>
            </a:xfrm>
          </p:grpSpPr>
          <p:sp>
            <p:nvSpPr>
              <p:cNvPr id="35" name="Line 13"/>
              <p:cNvSpPr>
                <a:spLocks noChangeShapeType="1"/>
              </p:cNvSpPr>
              <p:nvPr/>
            </p:nvSpPr>
            <p:spPr bwMode="auto">
              <a:xfrm flipV="1">
                <a:off x="1919" y="3187"/>
                <a:ext cx="1" cy="640"/>
              </a:xfrm>
              <a:prstGeom prst="line">
                <a:avLst/>
              </a:prstGeom>
              <a:noFill/>
              <a:ln w="9525">
                <a:solidFill>
                  <a:schemeClr val="tx1"/>
                </a:solidFill>
                <a:round/>
                <a:headEnd/>
                <a:tailEnd type="triangle" w="med" len="med"/>
              </a:ln>
            </p:spPr>
            <p:txBody>
              <a:bodyPr/>
              <a:lstStyle/>
              <a:p>
                <a:pPr>
                  <a:defRPr/>
                </a:pPr>
                <a:endParaRPr lang="en-US" sz="2400">
                  <a:latin typeface="+mn-lt"/>
                </a:endParaRPr>
              </a:p>
            </p:txBody>
          </p:sp>
          <p:sp>
            <p:nvSpPr>
              <p:cNvPr id="36" name="Text Box 14"/>
              <p:cNvSpPr txBox="1">
                <a:spLocks noChangeArrowheads="1"/>
              </p:cNvSpPr>
              <p:nvPr/>
            </p:nvSpPr>
            <p:spPr bwMode="auto">
              <a:xfrm rot="16200000">
                <a:off x="1448" y="3292"/>
                <a:ext cx="602" cy="291"/>
              </a:xfrm>
              <a:prstGeom prst="rect">
                <a:avLst/>
              </a:prstGeom>
              <a:noFill/>
              <a:ln w="9525">
                <a:noFill/>
                <a:miter lim="800000"/>
                <a:headEnd/>
                <a:tailEnd/>
              </a:ln>
            </p:spPr>
            <p:txBody>
              <a:bodyPr>
                <a:spAutoFit/>
              </a:bodyPr>
              <a:lstStyle/>
              <a:p>
                <a:pPr>
                  <a:defRPr/>
                </a:pPr>
                <a:r>
                  <a:rPr lang="en-US" altLang="en-US" sz="2400" i="1" dirty="0">
                    <a:solidFill>
                      <a:srgbClr val="FF0000"/>
                    </a:solidFill>
                    <a:latin typeface="+mn-lt"/>
                  </a:rPr>
                  <a:t>Force</a:t>
                </a:r>
              </a:p>
            </p:txBody>
          </p:sp>
        </p:grpSp>
      </p:grpSp>
      <p:grpSp>
        <p:nvGrpSpPr>
          <p:cNvPr id="11" name="Group 54"/>
          <p:cNvGrpSpPr>
            <a:grpSpLocks/>
          </p:cNvGrpSpPr>
          <p:nvPr/>
        </p:nvGrpSpPr>
        <p:grpSpPr bwMode="auto">
          <a:xfrm>
            <a:off x="854075" y="5411788"/>
            <a:ext cx="7464425" cy="536575"/>
            <a:chOff x="854463" y="5453679"/>
            <a:chExt cx="7464424" cy="536842"/>
          </a:xfrm>
        </p:grpSpPr>
        <p:sp>
          <p:nvSpPr>
            <p:cNvPr id="19465" name="Rectangle 5"/>
            <p:cNvSpPr>
              <a:spLocks noChangeArrowheads="1"/>
            </p:cNvSpPr>
            <p:nvPr/>
          </p:nvSpPr>
          <p:spPr bwMode="auto">
            <a:xfrm>
              <a:off x="990988" y="5460032"/>
              <a:ext cx="6196012" cy="530489"/>
            </a:xfrm>
            <a:prstGeom prst="rect">
              <a:avLst/>
            </a:prstGeom>
            <a:noFill/>
            <a:ln w="9525">
              <a:noFill/>
              <a:miter lim="800000"/>
              <a:headEnd/>
              <a:tailEnd/>
            </a:ln>
          </p:spPr>
          <p:txBody>
            <a:bodyPr/>
            <a:lstStyle/>
            <a:p>
              <a:pPr>
                <a:lnSpc>
                  <a:spcPct val="90000"/>
                </a:lnSpc>
                <a:spcBef>
                  <a:spcPct val="20000"/>
                </a:spcBef>
              </a:pPr>
              <a:r>
                <a:rPr lang="en-US" altLang="en-US" sz="2400" i="1">
                  <a:latin typeface="Arial" charset="0"/>
                  <a:cs typeface="Courier New" pitchFamily="49" charset="0"/>
                  <a:sym typeface="Symbol" pitchFamily="18" charset="2"/>
                </a:rPr>
                <a:t>J</a:t>
              </a:r>
              <a:r>
                <a:rPr lang="en-US" altLang="en-US" sz="2400" b="1">
                  <a:latin typeface="Arial" charset="0"/>
                  <a:cs typeface="Courier New" pitchFamily="49" charset="0"/>
                  <a:sym typeface="Symbol" pitchFamily="18" charset="2"/>
                </a:rPr>
                <a:t> </a:t>
              </a:r>
              <a:r>
                <a:rPr lang="en-US" altLang="en-US" sz="2400">
                  <a:latin typeface="Arial" charset="0"/>
                  <a:cs typeface="Courier New" pitchFamily="49" charset="0"/>
                  <a:sym typeface="Symbol" pitchFamily="18" charset="2"/>
                </a:rPr>
                <a:t>=</a:t>
              </a:r>
              <a:r>
                <a:rPr lang="en-US" altLang="en-US" sz="2400" b="1">
                  <a:latin typeface="Arial" charset="0"/>
                  <a:cs typeface="Courier New" pitchFamily="49" charset="0"/>
                  <a:sym typeface="Symbol" pitchFamily="18" charset="2"/>
                </a:rPr>
                <a:t> </a:t>
              </a:r>
              <a:r>
                <a:rPr lang="en-US" altLang="en-US" sz="2400" i="1">
                  <a:latin typeface="Arial" charset="0"/>
                  <a:cs typeface="Courier New" pitchFamily="49" charset="0"/>
                  <a:sym typeface="Symbol" pitchFamily="18" charset="2"/>
                </a:rPr>
                <a:t>F</a:t>
              </a:r>
              <a:r>
                <a:rPr lang="en-US" altLang="en-US" sz="2400" i="1" baseline="-25000">
                  <a:latin typeface="Arial" charset="0"/>
                  <a:cs typeface="Courier New" pitchFamily="49" charset="0"/>
                  <a:sym typeface="Symbol" pitchFamily="18" charset="2"/>
                </a:rPr>
                <a:t> </a:t>
              </a:r>
              <a:r>
                <a:rPr lang="en-US" altLang="en-US" sz="2400">
                  <a:solidFill>
                    <a:srgbClr val="000000"/>
                  </a:solidFill>
                  <a:latin typeface="Arial" charset="0"/>
                </a:rPr>
                <a:t>∆</a:t>
              </a:r>
              <a:r>
                <a:rPr lang="en-US" altLang="en-US" sz="2400" i="1">
                  <a:solidFill>
                    <a:srgbClr val="000000"/>
                  </a:solidFill>
                  <a:latin typeface="Arial" charset="0"/>
                </a:rPr>
                <a:t>t </a:t>
              </a:r>
              <a:r>
                <a:rPr lang="en-US" altLang="en-US" sz="2400">
                  <a:solidFill>
                    <a:srgbClr val="000000"/>
                  </a:solidFill>
                  <a:latin typeface="Arial" charset="0"/>
                </a:rPr>
                <a:t>= </a:t>
              </a:r>
              <a:r>
                <a:rPr lang="en-US" sz="2400">
                  <a:latin typeface="Arial" charset="0"/>
                  <a:sym typeface="Symbol" pitchFamily="18" charset="2"/>
                </a:rPr>
                <a:t></a:t>
              </a:r>
              <a:r>
                <a:rPr lang="en-US" altLang="en-US" sz="2400" i="1">
                  <a:solidFill>
                    <a:srgbClr val="000000"/>
                  </a:solidFill>
                  <a:latin typeface="Arial" charset="0"/>
                </a:rPr>
                <a:t>p  </a:t>
              </a:r>
              <a:r>
                <a:rPr lang="en-US" altLang="en-US" sz="2400" i="1">
                  <a:solidFill>
                    <a:srgbClr val="2D2D8A"/>
                  </a:solidFill>
                  <a:latin typeface="Arial" charset="0"/>
                </a:rPr>
                <a:t>=</a:t>
              </a:r>
              <a:r>
                <a:rPr lang="en-US" altLang="en-US" sz="2400" i="1">
                  <a:solidFill>
                    <a:srgbClr val="000000"/>
                  </a:solidFill>
                  <a:latin typeface="Arial" charset="0"/>
                </a:rPr>
                <a:t> </a:t>
              </a:r>
              <a:r>
                <a:rPr lang="en-US" altLang="en-US" sz="2400">
                  <a:solidFill>
                    <a:srgbClr val="2D2D8A"/>
                  </a:solidFill>
                  <a:latin typeface="Arial" charset="0"/>
                </a:rPr>
                <a:t>area under </a:t>
              </a:r>
              <a:r>
                <a:rPr lang="en-US" altLang="en-US" sz="2400" i="1">
                  <a:solidFill>
                    <a:srgbClr val="2D2D8A"/>
                  </a:solidFill>
                  <a:latin typeface="Arial" charset="0"/>
                </a:rPr>
                <a:t>F</a:t>
              </a:r>
              <a:r>
                <a:rPr lang="en-US" altLang="en-US" sz="2400">
                  <a:solidFill>
                    <a:srgbClr val="2D2D8A"/>
                  </a:solidFill>
                  <a:latin typeface="Arial" charset="0"/>
                </a:rPr>
                <a:t> vs. </a:t>
              </a:r>
              <a:r>
                <a:rPr lang="en-US" altLang="en-US" sz="2400" i="1">
                  <a:solidFill>
                    <a:srgbClr val="2D2D8A"/>
                  </a:solidFill>
                  <a:latin typeface="Arial" charset="0"/>
                </a:rPr>
                <a:t>t </a:t>
              </a:r>
              <a:r>
                <a:rPr lang="en-US" altLang="en-US" sz="2400">
                  <a:solidFill>
                    <a:srgbClr val="2D2D8A"/>
                  </a:solidFill>
                  <a:latin typeface="Arial" charset="0"/>
                </a:rPr>
                <a:t>graph</a:t>
              </a:r>
            </a:p>
          </p:txBody>
        </p:sp>
        <p:sp>
          <p:nvSpPr>
            <p:cNvPr id="52" name="Text Box 6"/>
            <p:cNvSpPr txBox="1">
              <a:spLocks noChangeArrowheads="1"/>
            </p:cNvSpPr>
            <p:nvPr/>
          </p:nvSpPr>
          <p:spPr bwMode="auto">
            <a:xfrm>
              <a:off x="6933000" y="5464797"/>
              <a:ext cx="1385887" cy="462193"/>
            </a:xfrm>
            <a:prstGeom prst="rect">
              <a:avLst/>
            </a:prstGeom>
            <a:solidFill>
              <a:srgbClr val="FF0000"/>
            </a:solidFill>
            <a:ln w="9525">
              <a:noFill/>
              <a:miter lim="800000"/>
              <a:headEnd/>
              <a:tailEnd/>
            </a:ln>
            <a:effectLst/>
          </p:spPr>
          <p:txBody>
            <a:bodyPr>
              <a:spAutoFit/>
            </a:bodyPr>
            <a:lstStyle/>
            <a:p>
              <a:pPr algn="ctr">
                <a:spcBef>
                  <a:spcPct val="50000"/>
                </a:spcBef>
                <a:defRPr/>
              </a:pPr>
              <a:r>
                <a:rPr lang="en-US" altLang="en-US" sz="2400" dirty="0">
                  <a:solidFill>
                    <a:schemeClr val="bg1"/>
                  </a:solidFill>
                  <a:latin typeface="+mn-lt"/>
                </a:rPr>
                <a:t>impulse</a:t>
              </a:r>
            </a:p>
          </p:txBody>
        </p:sp>
        <p:sp>
          <p:nvSpPr>
            <p:cNvPr id="53" name="Rectangle 7"/>
            <p:cNvSpPr>
              <a:spLocks noChangeArrowheads="1"/>
            </p:cNvSpPr>
            <p:nvPr/>
          </p:nvSpPr>
          <p:spPr bwMode="auto">
            <a:xfrm>
              <a:off x="854463" y="5453679"/>
              <a:ext cx="7462837" cy="468545"/>
            </a:xfrm>
            <a:prstGeom prst="rect">
              <a:avLst/>
            </a:prstGeom>
            <a:noFill/>
            <a:ln w="12700">
              <a:solidFill>
                <a:schemeClr val="tx1"/>
              </a:solidFill>
              <a:miter lim="800000"/>
              <a:headEnd/>
              <a:tailEnd/>
            </a:ln>
            <a:effectLst/>
          </p:spPr>
          <p:txBody>
            <a:bodyPr wrap="none" anchor="ctr"/>
            <a:lstStyle/>
            <a:p>
              <a:pPr>
                <a:defRPr/>
              </a:pPr>
              <a:endParaRPr lang="en-US" altLang="en-US" sz="2400">
                <a:latin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
                                            <p:txEl>
                                              <p:pRg st="1" end="1"/>
                                            </p:txEl>
                                          </p:spTgt>
                                        </p:tgtEl>
                                        <p:attrNameLst>
                                          <p:attrName>style.visibility</p:attrName>
                                        </p:attrNameLst>
                                      </p:cBhvr>
                                      <p:to>
                                        <p:strVal val="visible"/>
                                      </p:to>
                                    </p:set>
                                    <p:anim calcmode="lin" valueType="num">
                                      <p:cBhvr additive="base">
                                        <p:cTn id="7" dur="500" fill="hold"/>
                                        <p:tgtEl>
                                          <p:spTgt spid="3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
                                            <p:txEl>
                                              <p:pRg st="1" end="1"/>
                                            </p:txEl>
                                          </p:spTgt>
                                        </p:tgtEl>
                                        <p:attrNameLst>
                                          <p:attrName>ppt_y</p:attrName>
                                        </p:attrNameLst>
                                      </p:cBhvr>
                                      <p:tavLst>
                                        <p:tav tm="0">
                                          <p:val>
                                            <p:strVal val="1+#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2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37">
                                            <p:txEl>
                                              <p:pRg st="2" end="2"/>
                                            </p:txEl>
                                          </p:spTgt>
                                        </p:tgtEl>
                                        <p:attrNameLst>
                                          <p:attrName>style.visibility</p:attrName>
                                        </p:attrNameLst>
                                      </p:cBhvr>
                                      <p:to>
                                        <p:strVal val="visible"/>
                                      </p:to>
                                    </p:set>
                                    <p:anim calcmode="lin" valueType="num">
                                      <p:cBhvr additive="base">
                                        <p:cTn id="16" dur="500" fill="hold"/>
                                        <p:tgtEl>
                                          <p:spTgt spid="37">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7">
                                            <p:txEl>
                                              <p:pRg st="2" end="2"/>
                                            </p:txEl>
                                          </p:spTgt>
                                        </p:tgtEl>
                                        <p:attrNameLst>
                                          <p:attrName>ppt_y</p:attrName>
                                        </p:attrNameLst>
                                      </p:cBhvr>
                                      <p:tavLst>
                                        <p:tav tm="0">
                                          <p:val>
                                            <p:strVal val="1+#ppt_h/2"/>
                                          </p:val>
                                        </p:tav>
                                        <p:tav tm="100000">
                                          <p:val>
                                            <p:strVal val="#ppt_y"/>
                                          </p:val>
                                        </p:tav>
                                      </p:tavLst>
                                    </p:anim>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20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7">
                                            <p:txEl>
                                              <p:pRg st="4" end="4"/>
                                            </p:txEl>
                                          </p:spTgt>
                                        </p:tgtEl>
                                        <p:attrNameLst>
                                          <p:attrName>style.visibility</p:attrName>
                                        </p:attrNameLst>
                                      </p:cBhvr>
                                      <p:to>
                                        <p:strVal val="visible"/>
                                      </p:to>
                                    </p:set>
                                    <p:anim calcmode="lin" valueType="num">
                                      <p:cBhvr additive="base">
                                        <p:cTn id="32" dur="500" fill="hold"/>
                                        <p:tgtEl>
                                          <p:spTgt spid="37">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7">
                                            <p:txEl>
                                              <p:pRg st="4" end="4"/>
                                            </p:txEl>
                                          </p:spTgt>
                                        </p:tgtEl>
                                        <p:attrNameLst>
                                          <p:attrName>ppt_y</p:attrName>
                                        </p:attrNameLst>
                                      </p:cBhvr>
                                      <p:tavLst>
                                        <p:tav tm="0">
                                          <p:val>
                                            <p:strVal val="1+#ppt_h/2"/>
                                          </p:val>
                                        </p:tav>
                                        <p:tav tm="100000">
                                          <p:val>
                                            <p:strVal val="#ppt_y"/>
                                          </p:val>
                                        </p:tav>
                                      </p:tavLst>
                                    </p:anim>
                                  </p:childTnLst>
                                </p:cTn>
                              </p:par>
                              <p:par>
                                <p:cTn id="34" presetID="22" presetClass="entr" presetSubtype="8" fill="hold" grpId="0" nodeType="withEffect">
                                  <p:stCondLst>
                                    <p:cond delay="0"/>
                                  </p:stCondLst>
                                  <p:childTnLst>
                                    <p:set>
                                      <p:cBhvr>
                                        <p:cTn id="35" dur="1" fill="hold">
                                          <p:stCondLst>
                                            <p:cond delay="0"/>
                                          </p:stCondLst>
                                        </p:cTn>
                                        <p:tgtEl>
                                          <p:spTgt spid="128037"/>
                                        </p:tgtEl>
                                        <p:attrNameLst>
                                          <p:attrName>style.visibility</p:attrName>
                                        </p:attrNameLst>
                                      </p:cBhvr>
                                      <p:to>
                                        <p:strVal val="visible"/>
                                      </p:to>
                                    </p:set>
                                    <p:animEffect transition="in" filter="wipe(left)">
                                      <p:cBhvr>
                                        <p:cTn id="36" dur="500"/>
                                        <p:tgtEl>
                                          <p:spTgt spid="128037"/>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500" fill="hold"/>
                                        <p:tgtEl>
                                          <p:spTgt spid="11"/>
                                        </p:tgtEl>
                                        <p:attrNameLst>
                                          <p:attrName>ppt_w</p:attrName>
                                        </p:attrNameLst>
                                      </p:cBhvr>
                                      <p:tavLst>
                                        <p:tav tm="0">
                                          <p:val>
                                            <p:fltVal val="0"/>
                                          </p:val>
                                        </p:tav>
                                        <p:tav tm="100000">
                                          <p:val>
                                            <p:strVal val="#ppt_w"/>
                                          </p:val>
                                        </p:tav>
                                      </p:tavLst>
                                    </p:anim>
                                    <p:anim calcmode="lin" valueType="num">
                                      <p:cBhvr>
                                        <p:cTn id="42" dur="500" fill="hold"/>
                                        <p:tgtEl>
                                          <p:spTgt spid="11"/>
                                        </p:tgtEl>
                                        <p:attrNameLst>
                                          <p:attrName>ppt_h</p:attrName>
                                        </p:attrNameLst>
                                      </p:cBhvr>
                                      <p:tavLst>
                                        <p:tav tm="0">
                                          <p:val>
                                            <p:fltVal val="0"/>
                                          </p:val>
                                        </p:tav>
                                        <p:tav tm="100000">
                                          <p:val>
                                            <p:strVal val="#ppt_h"/>
                                          </p:val>
                                        </p:tav>
                                      </p:tavLst>
                                    </p:anim>
                                    <p:animEffect transition="in" filter="fade">
                                      <p:cBhvr>
                                        <p:cTn id="4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3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26"/>
          <p:cNvSpPr>
            <a:spLocks noChangeArrowheads="1"/>
          </p:cNvSpPr>
          <p:nvPr/>
        </p:nvSpPr>
        <p:spPr bwMode="auto">
          <a:xfrm>
            <a:off x="703263" y="5978525"/>
            <a:ext cx="7747000" cy="879475"/>
          </a:xfrm>
          <a:prstGeom prst="rect">
            <a:avLst/>
          </a:prstGeom>
          <a:solidFill>
            <a:srgbClr val="FFCCCC"/>
          </a:solidFill>
          <a:ln>
            <a:noFill/>
          </a:ln>
          <a:effectLst/>
        </p:spPr>
        <p:txBody>
          <a:bodyPr/>
          <a:lstStyle>
            <a:lvl1pPr eaLnBrk="0" hangingPunct="0">
              <a:defRPr sz="2000">
                <a:solidFill>
                  <a:schemeClr val="tx1"/>
                </a:solidFill>
                <a:latin typeface="Courier New" pitchFamily="49" charset="0"/>
              </a:defRPr>
            </a:lvl1pPr>
            <a:lvl2pPr marL="742950" indent="-285750" eaLnBrk="0" hangingPunct="0">
              <a:defRPr sz="2000">
                <a:solidFill>
                  <a:schemeClr val="tx1"/>
                </a:solidFill>
                <a:latin typeface="Courier New" pitchFamily="49" charset="0"/>
              </a:defRPr>
            </a:lvl2pPr>
            <a:lvl3pPr marL="1143000" indent="-228600" eaLnBrk="0" hangingPunct="0">
              <a:defRPr sz="2000">
                <a:solidFill>
                  <a:schemeClr val="tx1"/>
                </a:solidFill>
                <a:latin typeface="Courier New" pitchFamily="49" charset="0"/>
              </a:defRPr>
            </a:lvl3pPr>
            <a:lvl4pPr marL="1600200" indent="-228600" eaLnBrk="0" hangingPunct="0">
              <a:defRPr sz="2000">
                <a:solidFill>
                  <a:schemeClr val="tx1"/>
                </a:solidFill>
                <a:latin typeface="Courier New" pitchFamily="49" charset="0"/>
              </a:defRPr>
            </a:lvl4pPr>
            <a:lvl5pPr marL="2057400" indent="-228600" eaLnBrk="0" hangingPunct="0">
              <a:defRPr sz="2000">
                <a:solidFill>
                  <a:schemeClr val="tx1"/>
                </a:solidFill>
                <a:latin typeface="Courier New" pitchFamily="49" charset="0"/>
              </a:defRPr>
            </a:lvl5pPr>
            <a:lvl6pPr marL="2514600" indent="-228600" eaLnBrk="0" fontAlgn="base" hangingPunct="0">
              <a:spcBef>
                <a:spcPct val="0"/>
              </a:spcBef>
              <a:spcAft>
                <a:spcPct val="0"/>
              </a:spcAft>
              <a:defRPr sz="2000">
                <a:solidFill>
                  <a:schemeClr val="tx1"/>
                </a:solidFill>
                <a:latin typeface="Courier New" pitchFamily="49" charset="0"/>
              </a:defRPr>
            </a:lvl6pPr>
            <a:lvl7pPr marL="2971800" indent="-228600" eaLnBrk="0" fontAlgn="base" hangingPunct="0">
              <a:spcBef>
                <a:spcPct val="0"/>
              </a:spcBef>
              <a:spcAft>
                <a:spcPct val="0"/>
              </a:spcAft>
              <a:defRPr sz="2000">
                <a:solidFill>
                  <a:schemeClr val="tx1"/>
                </a:solidFill>
                <a:latin typeface="Courier New" pitchFamily="49" charset="0"/>
              </a:defRPr>
            </a:lvl7pPr>
            <a:lvl8pPr marL="3429000" indent="-228600" eaLnBrk="0" fontAlgn="base" hangingPunct="0">
              <a:spcBef>
                <a:spcPct val="0"/>
              </a:spcBef>
              <a:spcAft>
                <a:spcPct val="0"/>
              </a:spcAft>
              <a:defRPr sz="2000">
                <a:solidFill>
                  <a:schemeClr val="tx1"/>
                </a:solidFill>
                <a:latin typeface="Courier New" pitchFamily="49" charset="0"/>
              </a:defRPr>
            </a:lvl8pPr>
            <a:lvl9pPr marL="3886200" indent="-228600" eaLnBrk="0" fontAlgn="base" hangingPunct="0">
              <a:spcBef>
                <a:spcPct val="0"/>
              </a:spcBef>
              <a:spcAft>
                <a:spcPct val="0"/>
              </a:spcAft>
              <a:defRPr sz="2000">
                <a:solidFill>
                  <a:schemeClr val="tx1"/>
                </a:solidFill>
                <a:latin typeface="Courier New" pitchFamily="49" charset="0"/>
              </a:defRPr>
            </a:lvl9pPr>
          </a:lstStyle>
          <a:p>
            <a:pPr eaLnBrk="1" hangingPunct="1">
              <a:spcBef>
                <a:spcPct val="20000"/>
              </a:spcBef>
              <a:defRPr/>
            </a:pPr>
            <a:r>
              <a:rPr lang="en-US" altLang="en-US" sz="2400" b="1" i="1" dirty="0">
                <a:latin typeface="+mn-lt"/>
              </a:rPr>
              <a:t>FYI    </a:t>
            </a:r>
          </a:p>
          <a:p>
            <a:pPr eaLnBrk="1" hangingPunct="1">
              <a:spcBef>
                <a:spcPct val="20000"/>
              </a:spcBef>
              <a:defRPr/>
            </a:pPr>
            <a:r>
              <a:rPr lang="en-US" altLang="en-US" sz="2400" b="1" dirty="0">
                <a:latin typeface="+mn-lt"/>
                <a:sym typeface="Symbol" pitchFamily="18" charset="2"/>
              </a:rPr>
              <a:t></a:t>
            </a:r>
            <a:r>
              <a:rPr lang="en-US" altLang="en-US" sz="2400" dirty="0">
                <a:latin typeface="+mn-lt"/>
                <a:sym typeface="Symbol" pitchFamily="18" charset="2"/>
              </a:rPr>
              <a:t>Thus impulse can be </a:t>
            </a:r>
            <a:r>
              <a:rPr lang="en-US" altLang="en-US" sz="2400" dirty="0">
                <a:solidFill>
                  <a:srgbClr val="FF0000"/>
                </a:solidFill>
                <a:latin typeface="+mn-lt"/>
                <a:sym typeface="Symbol" pitchFamily="18" charset="2"/>
              </a:rPr>
              <a:t>positive</a:t>
            </a:r>
            <a:r>
              <a:rPr lang="en-US" altLang="en-US" sz="2400" dirty="0">
                <a:latin typeface="+mn-lt"/>
                <a:sym typeface="Symbol" pitchFamily="18" charset="2"/>
              </a:rPr>
              <a:t> or </a:t>
            </a:r>
            <a:r>
              <a:rPr lang="en-US" altLang="en-US" sz="2400" dirty="0">
                <a:solidFill>
                  <a:srgbClr val="002060"/>
                </a:solidFill>
                <a:latin typeface="+mn-lt"/>
                <a:sym typeface="Symbol" pitchFamily="18" charset="2"/>
              </a:rPr>
              <a:t>negative</a:t>
            </a:r>
            <a:r>
              <a:rPr lang="en-US" altLang="en-US" sz="2400" dirty="0">
                <a:latin typeface="+mn-lt"/>
                <a:sym typeface="Symbol" pitchFamily="18" charset="2"/>
              </a:rPr>
              <a:t>.</a:t>
            </a:r>
            <a:endParaRPr lang="en-US" altLang="en-US" sz="2400" dirty="0">
              <a:latin typeface="+mn-lt"/>
            </a:endParaRPr>
          </a:p>
        </p:txBody>
      </p:sp>
      <p:sp>
        <p:nvSpPr>
          <p:cNvPr id="37" name="Rectangle 2"/>
          <p:cNvSpPr>
            <a:spLocks noChangeArrowheads="1"/>
          </p:cNvSpPr>
          <p:nvPr/>
        </p:nvSpPr>
        <p:spPr bwMode="auto">
          <a:xfrm>
            <a:off x="685800" y="1549400"/>
            <a:ext cx="7772400" cy="4471988"/>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rPr>
              <a:t>Impulse and force – time graphs </a:t>
            </a:r>
            <a:r>
              <a:rPr lang="en-US" altLang="en-US" sz="2400">
                <a:latin typeface="Arial" charset="0"/>
              </a:rPr>
              <a:t>	</a:t>
            </a:r>
          </a:p>
          <a:p>
            <a:pPr>
              <a:spcBef>
                <a:spcPts val="400"/>
              </a:spcBef>
            </a:pPr>
            <a:endParaRPr lang="en-US" altLang="en-US" sz="2400">
              <a:latin typeface="Arial" charset="0"/>
              <a:sym typeface="Symbol" pitchFamily="18" charset="2"/>
            </a:endParaRPr>
          </a:p>
          <a:p>
            <a:pPr>
              <a:spcBef>
                <a:spcPts val="800"/>
              </a:spcBef>
            </a:pPr>
            <a:r>
              <a:rPr lang="en-US" altLang="en-US" sz="2400">
                <a:latin typeface="Arial" charset="0"/>
                <a:sym typeface="Symbol" pitchFamily="18" charset="2"/>
              </a:rPr>
              <a:t></a:t>
            </a:r>
            <a:r>
              <a:rPr lang="en-US" altLang="en-US" sz="2400">
                <a:latin typeface="Arial" charset="0"/>
              </a:rPr>
              <a:t>It is well to point out here                                                   that during a collision there                                                     are </a:t>
            </a:r>
            <a:r>
              <a:rPr lang="en-US" altLang="en-US" sz="2400" i="1">
                <a:latin typeface="Arial" charset="0"/>
              </a:rPr>
              <a:t>two</a:t>
            </a:r>
            <a:r>
              <a:rPr lang="en-US" altLang="en-US" sz="2400">
                <a:latin typeface="Arial" charset="0"/>
              </a:rPr>
              <a:t> objects interacting                                                       with one another.</a:t>
            </a:r>
          </a:p>
          <a:p>
            <a:pPr>
              <a:spcBef>
                <a:spcPts val="400"/>
              </a:spcBef>
            </a:pPr>
            <a:r>
              <a:rPr lang="en-US" altLang="en-US" sz="2400">
                <a:sym typeface="Symbol" pitchFamily="18" charset="2"/>
              </a:rPr>
              <a:t></a:t>
            </a:r>
            <a:r>
              <a:rPr lang="en-US" altLang="en-US" sz="2400">
                <a:latin typeface="Arial" charset="0"/>
              </a:rPr>
              <a:t>Because of Newton’s third                                         law, the forces are equal but opposite so that </a:t>
            </a:r>
            <a:r>
              <a:rPr lang="en-US" altLang="en-US" sz="2400" b="1">
                <a:solidFill>
                  <a:srgbClr val="002060"/>
                </a:solidFill>
                <a:latin typeface="Arial" charset="0"/>
              </a:rPr>
              <a:t>F</a:t>
            </a:r>
            <a:r>
              <a:rPr lang="en-US" altLang="en-US" sz="2400">
                <a:latin typeface="Arial" charset="0"/>
              </a:rPr>
              <a:t> = - </a:t>
            </a:r>
            <a:r>
              <a:rPr lang="en-US" altLang="en-US" sz="2400" b="1">
                <a:solidFill>
                  <a:srgbClr val="FF0000"/>
                </a:solidFill>
                <a:latin typeface="Arial" charset="0"/>
              </a:rPr>
              <a:t>F</a:t>
            </a:r>
            <a:r>
              <a:rPr lang="en-US" altLang="en-US" sz="2400">
                <a:latin typeface="Arial" charset="0"/>
              </a:rPr>
              <a:t>.</a:t>
            </a:r>
            <a:endParaRPr lang="en-US" altLang="en-US" sz="2400" b="1">
              <a:latin typeface="Arial" charset="0"/>
            </a:endParaRPr>
          </a:p>
          <a:p>
            <a:pPr>
              <a:lnSpc>
                <a:spcPct val="90000"/>
              </a:lnSpc>
              <a:spcBef>
                <a:spcPts val="800"/>
              </a:spcBef>
            </a:pPr>
            <a:r>
              <a:rPr lang="en-US" altLang="en-US" sz="2400">
                <a:sym typeface="Symbol" pitchFamily="18" charset="2"/>
              </a:rPr>
              <a:t></a:t>
            </a:r>
            <a:r>
              <a:rPr lang="en-US" altLang="en-US" sz="2400">
                <a:latin typeface="Arial" charset="0"/>
              </a:rPr>
              <a:t>Thus for one object, the area (impulse or momentum change) is </a:t>
            </a:r>
            <a:r>
              <a:rPr lang="en-US" altLang="en-US" sz="2400" i="1">
                <a:solidFill>
                  <a:srgbClr val="FF0000"/>
                </a:solidFill>
                <a:latin typeface="Arial" charset="0"/>
              </a:rPr>
              <a:t>positive</a:t>
            </a:r>
            <a:r>
              <a:rPr lang="en-US" altLang="en-US" sz="2400">
                <a:latin typeface="Arial" charset="0"/>
              </a:rPr>
              <a:t>, while for the other object the area (impulse or momentum change) is </a:t>
            </a:r>
            <a:r>
              <a:rPr lang="en-US" altLang="en-US" sz="2400" i="1">
                <a:solidFill>
                  <a:srgbClr val="002060"/>
                </a:solidFill>
                <a:latin typeface="Arial" charset="0"/>
              </a:rPr>
              <a:t>negative</a:t>
            </a:r>
            <a:r>
              <a:rPr lang="en-US" altLang="en-US" sz="2400">
                <a:latin typeface="Arial" charset="0"/>
              </a:rPr>
              <a:t>.</a:t>
            </a:r>
            <a:endParaRPr lang="en-US" altLang="en-US" sz="2400" i="1">
              <a:solidFill>
                <a:srgbClr val="000000"/>
              </a:solidFill>
              <a:latin typeface="Arial" charset="0"/>
            </a:endParaRPr>
          </a:p>
          <a:p>
            <a:pPr>
              <a:spcBef>
                <a:spcPts val="400"/>
              </a:spcBef>
            </a:pPr>
            <a:endParaRPr lang="en-US" altLang="en-US" sz="2400">
              <a:latin typeface="Arial" charset="0"/>
            </a:endParaRPr>
          </a:p>
        </p:txBody>
      </p:sp>
      <p:sp>
        <p:nvSpPr>
          <p:cNvPr id="128037" name="Line 37"/>
          <p:cNvSpPr>
            <a:spLocks noChangeShapeType="1"/>
          </p:cNvSpPr>
          <p:nvPr/>
        </p:nvSpPr>
        <p:spPr bwMode="auto">
          <a:xfrm>
            <a:off x="3570288" y="636588"/>
            <a:ext cx="100012" cy="0"/>
          </a:xfrm>
          <a:prstGeom prst="line">
            <a:avLst/>
          </a:prstGeom>
          <a:noFill/>
          <a:ln w="19050">
            <a:solidFill>
              <a:schemeClr val="bg1"/>
            </a:solidFill>
            <a:round/>
            <a:headEnd/>
            <a:tailEnd/>
          </a:ln>
        </p:spPr>
        <p:txBody>
          <a:bodyPr/>
          <a:lstStyle/>
          <a:p>
            <a:endParaRPr lang="en-US"/>
          </a:p>
        </p:txBody>
      </p:sp>
      <p:sp>
        <p:nvSpPr>
          <p:cNvPr id="32" name="Freeform 8"/>
          <p:cNvSpPr>
            <a:spLocks/>
          </p:cNvSpPr>
          <p:nvPr/>
        </p:nvSpPr>
        <p:spPr bwMode="auto">
          <a:xfrm>
            <a:off x="5024438" y="2876550"/>
            <a:ext cx="2989262" cy="614363"/>
          </a:xfrm>
          <a:custGeom>
            <a:avLst/>
            <a:gdLst>
              <a:gd name="T0" fmla="*/ 0 w 1277"/>
              <a:gd name="T1" fmla="*/ 2147483647 h 576"/>
              <a:gd name="T2" fmla="*/ 2147483647 w 1277"/>
              <a:gd name="T3" fmla="*/ 2147483647 h 576"/>
              <a:gd name="T4" fmla="*/ 2147483647 w 1277"/>
              <a:gd name="T5" fmla="*/ 0 h 576"/>
              <a:gd name="T6" fmla="*/ 2147483647 w 1277"/>
              <a:gd name="T7" fmla="*/ 2147483647 h 576"/>
              <a:gd name="T8" fmla="*/ 2147483647 w 1277"/>
              <a:gd name="T9" fmla="*/ 2147483647 h 576"/>
              <a:gd name="T10" fmla="*/ 0 60000 65536"/>
              <a:gd name="T11" fmla="*/ 0 60000 65536"/>
              <a:gd name="T12" fmla="*/ 0 60000 65536"/>
              <a:gd name="T13" fmla="*/ 0 60000 65536"/>
              <a:gd name="T14" fmla="*/ 0 60000 65536"/>
              <a:gd name="T15" fmla="*/ 0 w 1277"/>
              <a:gd name="T16" fmla="*/ 0 h 576"/>
              <a:gd name="T17" fmla="*/ 1277 w 1277"/>
              <a:gd name="T18" fmla="*/ 576 h 576"/>
            </a:gdLst>
            <a:ahLst/>
            <a:cxnLst>
              <a:cxn ang="T10">
                <a:pos x="T0" y="T1"/>
              </a:cxn>
              <a:cxn ang="T11">
                <a:pos x="T2" y="T3"/>
              </a:cxn>
              <a:cxn ang="T12">
                <a:pos x="T4" y="T5"/>
              </a:cxn>
              <a:cxn ang="T13">
                <a:pos x="T6" y="T7"/>
              </a:cxn>
              <a:cxn ang="T14">
                <a:pos x="T8" y="T9"/>
              </a:cxn>
            </a:cxnLst>
            <a:rect l="T15" t="T16" r="T17" b="T18"/>
            <a:pathLst>
              <a:path w="1277" h="576">
                <a:moveTo>
                  <a:pt x="0" y="576"/>
                </a:moveTo>
                <a:cubicBezTo>
                  <a:pt x="105" y="532"/>
                  <a:pt x="211" y="489"/>
                  <a:pt x="317" y="393"/>
                </a:cubicBezTo>
                <a:cubicBezTo>
                  <a:pt x="423" y="297"/>
                  <a:pt x="527" y="0"/>
                  <a:pt x="634" y="0"/>
                </a:cubicBezTo>
                <a:cubicBezTo>
                  <a:pt x="741" y="0"/>
                  <a:pt x="853" y="297"/>
                  <a:pt x="960" y="393"/>
                </a:cubicBezTo>
                <a:cubicBezTo>
                  <a:pt x="1067" y="489"/>
                  <a:pt x="1172" y="532"/>
                  <a:pt x="1277" y="576"/>
                </a:cubicBezTo>
              </a:path>
            </a:pathLst>
          </a:custGeom>
          <a:solidFill>
            <a:srgbClr val="FF0000">
              <a:alpha val="51000"/>
            </a:srgbClr>
          </a:solidFill>
          <a:ln w="44450" cmpd="sng">
            <a:solidFill>
              <a:srgbClr val="FF3300"/>
            </a:solidFill>
            <a:round/>
            <a:headEnd/>
            <a:tailEnd/>
          </a:ln>
        </p:spPr>
        <p:txBody>
          <a:bodyPr/>
          <a:lstStyle/>
          <a:p>
            <a:pPr>
              <a:defRPr/>
            </a:pPr>
            <a:endParaRPr lang="en-US" sz="2400">
              <a:latin typeface="+mn-lt"/>
            </a:endParaRPr>
          </a:p>
        </p:txBody>
      </p:sp>
      <p:grpSp>
        <p:nvGrpSpPr>
          <p:cNvPr id="2" name="Group 54"/>
          <p:cNvGrpSpPr>
            <a:grpSpLocks/>
          </p:cNvGrpSpPr>
          <p:nvPr/>
        </p:nvGrpSpPr>
        <p:grpSpPr bwMode="auto">
          <a:xfrm>
            <a:off x="854075" y="1979613"/>
            <a:ext cx="7464425" cy="536575"/>
            <a:chOff x="854463" y="5453679"/>
            <a:chExt cx="7464424" cy="536842"/>
          </a:xfrm>
        </p:grpSpPr>
        <p:sp>
          <p:nvSpPr>
            <p:cNvPr id="20496" name="Rectangle 5"/>
            <p:cNvSpPr>
              <a:spLocks noChangeArrowheads="1"/>
            </p:cNvSpPr>
            <p:nvPr/>
          </p:nvSpPr>
          <p:spPr bwMode="auto">
            <a:xfrm>
              <a:off x="990988" y="5460032"/>
              <a:ext cx="6196012" cy="530489"/>
            </a:xfrm>
            <a:prstGeom prst="rect">
              <a:avLst/>
            </a:prstGeom>
            <a:noFill/>
            <a:ln w="9525">
              <a:noFill/>
              <a:miter lim="800000"/>
              <a:headEnd/>
              <a:tailEnd/>
            </a:ln>
          </p:spPr>
          <p:txBody>
            <a:bodyPr/>
            <a:lstStyle/>
            <a:p>
              <a:pPr>
                <a:lnSpc>
                  <a:spcPct val="90000"/>
                </a:lnSpc>
                <a:spcBef>
                  <a:spcPct val="20000"/>
                </a:spcBef>
              </a:pPr>
              <a:r>
                <a:rPr lang="en-US" altLang="en-US" sz="2400" i="1">
                  <a:latin typeface="Arial" charset="0"/>
                  <a:cs typeface="Courier New" pitchFamily="49" charset="0"/>
                  <a:sym typeface="Symbol" pitchFamily="18" charset="2"/>
                </a:rPr>
                <a:t>J</a:t>
              </a:r>
              <a:r>
                <a:rPr lang="en-US" altLang="en-US" sz="2400" b="1">
                  <a:latin typeface="Arial" charset="0"/>
                  <a:cs typeface="Courier New" pitchFamily="49" charset="0"/>
                  <a:sym typeface="Symbol" pitchFamily="18" charset="2"/>
                </a:rPr>
                <a:t> </a:t>
              </a:r>
              <a:r>
                <a:rPr lang="en-US" altLang="en-US" sz="2400">
                  <a:latin typeface="Arial" charset="0"/>
                  <a:cs typeface="Courier New" pitchFamily="49" charset="0"/>
                  <a:sym typeface="Symbol" pitchFamily="18" charset="2"/>
                </a:rPr>
                <a:t>=</a:t>
              </a:r>
              <a:r>
                <a:rPr lang="en-US" altLang="en-US" sz="2400" b="1">
                  <a:latin typeface="Arial" charset="0"/>
                  <a:cs typeface="Courier New" pitchFamily="49" charset="0"/>
                  <a:sym typeface="Symbol" pitchFamily="18" charset="2"/>
                </a:rPr>
                <a:t> </a:t>
              </a:r>
              <a:r>
                <a:rPr lang="en-US" altLang="en-US" sz="2400" i="1">
                  <a:latin typeface="Arial" charset="0"/>
                  <a:cs typeface="Courier New" pitchFamily="49" charset="0"/>
                  <a:sym typeface="Symbol" pitchFamily="18" charset="2"/>
                </a:rPr>
                <a:t>F</a:t>
              </a:r>
              <a:r>
                <a:rPr lang="en-US" altLang="en-US" sz="2400" i="1" baseline="-25000">
                  <a:latin typeface="Arial" charset="0"/>
                  <a:cs typeface="Courier New" pitchFamily="49" charset="0"/>
                  <a:sym typeface="Symbol" pitchFamily="18" charset="2"/>
                </a:rPr>
                <a:t> </a:t>
              </a:r>
              <a:r>
                <a:rPr lang="en-US" altLang="en-US" sz="2400">
                  <a:solidFill>
                    <a:srgbClr val="000000"/>
                  </a:solidFill>
                  <a:latin typeface="Arial" charset="0"/>
                </a:rPr>
                <a:t>∆</a:t>
              </a:r>
              <a:r>
                <a:rPr lang="en-US" altLang="en-US" sz="2400" i="1">
                  <a:solidFill>
                    <a:srgbClr val="000000"/>
                  </a:solidFill>
                  <a:latin typeface="Arial" charset="0"/>
                </a:rPr>
                <a:t>t </a:t>
              </a:r>
              <a:r>
                <a:rPr lang="en-US" altLang="en-US" sz="2400">
                  <a:solidFill>
                    <a:srgbClr val="000000"/>
                  </a:solidFill>
                  <a:latin typeface="Arial" charset="0"/>
                </a:rPr>
                <a:t>= </a:t>
              </a:r>
              <a:r>
                <a:rPr lang="en-US" sz="2400">
                  <a:latin typeface="Arial" charset="0"/>
                  <a:sym typeface="Symbol" pitchFamily="18" charset="2"/>
                </a:rPr>
                <a:t></a:t>
              </a:r>
              <a:r>
                <a:rPr lang="en-US" altLang="en-US" sz="2400" i="1">
                  <a:solidFill>
                    <a:srgbClr val="000000"/>
                  </a:solidFill>
                  <a:latin typeface="Arial" charset="0"/>
                </a:rPr>
                <a:t>p  </a:t>
              </a:r>
              <a:r>
                <a:rPr lang="en-US" altLang="en-US" sz="2400" i="1">
                  <a:solidFill>
                    <a:srgbClr val="2D2D8A"/>
                  </a:solidFill>
                  <a:latin typeface="Arial" charset="0"/>
                </a:rPr>
                <a:t>=</a:t>
              </a:r>
              <a:r>
                <a:rPr lang="en-US" altLang="en-US" sz="2400" i="1">
                  <a:solidFill>
                    <a:srgbClr val="000000"/>
                  </a:solidFill>
                  <a:latin typeface="Arial" charset="0"/>
                </a:rPr>
                <a:t> </a:t>
              </a:r>
              <a:r>
                <a:rPr lang="en-US" altLang="en-US" sz="2400">
                  <a:solidFill>
                    <a:srgbClr val="2D2D8A"/>
                  </a:solidFill>
                  <a:latin typeface="Arial" charset="0"/>
                </a:rPr>
                <a:t>area under </a:t>
              </a:r>
              <a:r>
                <a:rPr lang="en-US" altLang="en-US" sz="2400" i="1">
                  <a:solidFill>
                    <a:srgbClr val="2D2D8A"/>
                  </a:solidFill>
                  <a:latin typeface="Arial" charset="0"/>
                </a:rPr>
                <a:t>F</a:t>
              </a:r>
              <a:r>
                <a:rPr lang="en-US" altLang="en-US" sz="2400">
                  <a:solidFill>
                    <a:srgbClr val="2D2D8A"/>
                  </a:solidFill>
                  <a:latin typeface="Arial" charset="0"/>
                </a:rPr>
                <a:t> vs. </a:t>
              </a:r>
              <a:r>
                <a:rPr lang="en-US" altLang="en-US" sz="2400" i="1">
                  <a:solidFill>
                    <a:srgbClr val="2D2D8A"/>
                  </a:solidFill>
                  <a:latin typeface="Arial" charset="0"/>
                </a:rPr>
                <a:t>t </a:t>
              </a:r>
              <a:r>
                <a:rPr lang="en-US" altLang="en-US" sz="2400">
                  <a:solidFill>
                    <a:srgbClr val="2D2D8A"/>
                  </a:solidFill>
                  <a:latin typeface="Arial" charset="0"/>
                </a:rPr>
                <a:t>graph</a:t>
              </a:r>
              <a:endParaRPr lang="en-US" altLang="en-US" sz="2400" b="1">
                <a:latin typeface="Arial" charset="0"/>
                <a:sym typeface="Symbol" pitchFamily="18" charset="2"/>
              </a:endParaRPr>
            </a:p>
          </p:txBody>
        </p:sp>
        <p:sp>
          <p:nvSpPr>
            <p:cNvPr id="52" name="Text Box 6"/>
            <p:cNvSpPr txBox="1">
              <a:spLocks noChangeArrowheads="1"/>
            </p:cNvSpPr>
            <p:nvPr/>
          </p:nvSpPr>
          <p:spPr bwMode="auto">
            <a:xfrm>
              <a:off x="6933000" y="5464797"/>
              <a:ext cx="1385887" cy="462193"/>
            </a:xfrm>
            <a:prstGeom prst="rect">
              <a:avLst/>
            </a:prstGeom>
            <a:solidFill>
              <a:srgbClr val="FF0000"/>
            </a:solidFill>
            <a:ln w="9525">
              <a:noFill/>
              <a:miter lim="800000"/>
              <a:headEnd/>
              <a:tailEnd/>
            </a:ln>
            <a:effectLst/>
          </p:spPr>
          <p:txBody>
            <a:bodyPr>
              <a:spAutoFit/>
            </a:bodyPr>
            <a:lstStyle/>
            <a:p>
              <a:pPr algn="ctr">
                <a:spcBef>
                  <a:spcPct val="50000"/>
                </a:spcBef>
                <a:defRPr/>
              </a:pPr>
              <a:r>
                <a:rPr lang="en-US" altLang="en-US" sz="2400" dirty="0">
                  <a:solidFill>
                    <a:schemeClr val="bg1"/>
                  </a:solidFill>
                  <a:latin typeface="+mn-lt"/>
                </a:rPr>
                <a:t>impulse</a:t>
              </a:r>
            </a:p>
          </p:txBody>
        </p:sp>
        <p:sp>
          <p:nvSpPr>
            <p:cNvPr id="53" name="Rectangle 7"/>
            <p:cNvSpPr>
              <a:spLocks noChangeArrowheads="1"/>
            </p:cNvSpPr>
            <p:nvPr/>
          </p:nvSpPr>
          <p:spPr bwMode="auto">
            <a:xfrm>
              <a:off x="854463" y="5453679"/>
              <a:ext cx="7462837" cy="468545"/>
            </a:xfrm>
            <a:prstGeom prst="rect">
              <a:avLst/>
            </a:prstGeom>
            <a:noFill/>
            <a:ln w="12700">
              <a:solidFill>
                <a:schemeClr val="tx1"/>
              </a:solidFill>
              <a:miter lim="800000"/>
              <a:headEnd/>
              <a:tailEnd/>
            </a:ln>
            <a:effectLst/>
          </p:spPr>
          <p:txBody>
            <a:bodyPr wrap="none" anchor="ctr"/>
            <a:lstStyle/>
            <a:p>
              <a:pPr>
                <a:defRPr/>
              </a:pPr>
              <a:endParaRPr lang="en-US" altLang="en-US" sz="2400">
                <a:latin typeface="+mn-lt"/>
              </a:endParaRPr>
            </a:p>
          </p:txBody>
        </p:sp>
      </p:grpSp>
      <p:sp>
        <p:nvSpPr>
          <p:cNvPr id="39" name="Freeform 8"/>
          <p:cNvSpPr>
            <a:spLocks/>
          </p:cNvSpPr>
          <p:nvPr/>
        </p:nvSpPr>
        <p:spPr bwMode="auto">
          <a:xfrm flipV="1">
            <a:off x="5035550" y="3494088"/>
            <a:ext cx="2989263" cy="612775"/>
          </a:xfrm>
          <a:custGeom>
            <a:avLst/>
            <a:gdLst>
              <a:gd name="T0" fmla="*/ 0 w 1277"/>
              <a:gd name="T1" fmla="*/ 2147483647 h 576"/>
              <a:gd name="T2" fmla="*/ 2147483647 w 1277"/>
              <a:gd name="T3" fmla="*/ 2147483647 h 576"/>
              <a:gd name="T4" fmla="*/ 2147483647 w 1277"/>
              <a:gd name="T5" fmla="*/ 0 h 576"/>
              <a:gd name="T6" fmla="*/ 2147483647 w 1277"/>
              <a:gd name="T7" fmla="*/ 2147483647 h 576"/>
              <a:gd name="T8" fmla="*/ 2147483647 w 1277"/>
              <a:gd name="T9" fmla="*/ 2147483647 h 576"/>
              <a:gd name="T10" fmla="*/ 0 60000 65536"/>
              <a:gd name="T11" fmla="*/ 0 60000 65536"/>
              <a:gd name="T12" fmla="*/ 0 60000 65536"/>
              <a:gd name="T13" fmla="*/ 0 60000 65536"/>
              <a:gd name="T14" fmla="*/ 0 60000 65536"/>
              <a:gd name="T15" fmla="*/ 0 w 1277"/>
              <a:gd name="T16" fmla="*/ 0 h 576"/>
              <a:gd name="T17" fmla="*/ 1277 w 1277"/>
              <a:gd name="T18" fmla="*/ 576 h 576"/>
            </a:gdLst>
            <a:ahLst/>
            <a:cxnLst>
              <a:cxn ang="T10">
                <a:pos x="T0" y="T1"/>
              </a:cxn>
              <a:cxn ang="T11">
                <a:pos x="T2" y="T3"/>
              </a:cxn>
              <a:cxn ang="T12">
                <a:pos x="T4" y="T5"/>
              </a:cxn>
              <a:cxn ang="T13">
                <a:pos x="T6" y="T7"/>
              </a:cxn>
              <a:cxn ang="T14">
                <a:pos x="T8" y="T9"/>
              </a:cxn>
            </a:cxnLst>
            <a:rect l="T15" t="T16" r="T17" b="T18"/>
            <a:pathLst>
              <a:path w="1277" h="576">
                <a:moveTo>
                  <a:pt x="0" y="576"/>
                </a:moveTo>
                <a:cubicBezTo>
                  <a:pt x="105" y="532"/>
                  <a:pt x="211" y="489"/>
                  <a:pt x="317" y="393"/>
                </a:cubicBezTo>
                <a:cubicBezTo>
                  <a:pt x="423" y="297"/>
                  <a:pt x="527" y="0"/>
                  <a:pt x="634" y="0"/>
                </a:cubicBezTo>
                <a:cubicBezTo>
                  <a:pt x="741" y="0"/>
                  <a:pt x="853" y="297"/>
                  <a:pt x="960" y="393"/>
                </a:cubicBezTo>
                <a:cubicBezTo>
                  <a:pt x="1067" y="489"/>
                  <a:pt x="1172" y="532"/>
                  <a:pt x="1277" y="576"/>
                </a:cubicBezTo>
              </a:path>
            </a:pathLst>
          </a:custGeom>
          <a:solidFill>
            <a:schemeClr val="accent2">
              <a:alpha val="49000"/>
            </a:schemeClr>
          </a:solidFill>
          <a:ln w="44450" cmpd="sng">
            <a:solidFill>
              <a:schemeClr val="accent6"/>
            </a:solidFill>
            <a:round/>
            <a:headEnd/>
            <a:tailEnd/>
          </a:ln>
        </p:spPr>
        <p:txBody>
          <a:bodyPr/>
          <a:lstStyle/>
          <a:p>
            <a:pPr>
              <a:defRPr/>
            </a:pPr>
            <a:endParaRPr lang="en-US" sz="2400">
              <a:latin typeface="+mn-lt"/>
            </a:endParaRPr>
          </a:p>
        </p:txBody>
      </p:sp>
      <p:grpSp>
        <p:nvGrpSpPr>
          <p:cNvPr id="3" name="Group 41"/>
          <p:cNvGrpSpPr>
            <a:grpSpLocks/>
          </p:cNvGrpSpPr>
          <p:nvPr/>
        </p:nvGrpSpPr>
        <p:grpSpPr bwMode="auto">
          <a:xfrm>
            <a:off x="4668838" y="2678113"/>
            <a:ext cx="3771900" cy="1587500"/>
            <a:chOff x="4780740" y="2791314"/>
            <a:chExt cx="3772418" cy="1587294"/>
          </a:xfrm>
        </p:grpSpPr>
        <p:sp>
          <p:nvSpPr>
            <p:cNvPr id="35" name="Line 13"/>
            <p:cNvSpPr>
              <a:spLocks noChangeShapeType="1"/>
            </p:cNvSpPr>
            <p:nvPr/>
          </p:nvSpPr>
          <p:spPr bwMode="auto">
            <a:xfrm flipV="1">
              <a:off x="5134801" y="2791314"/>
              <a:ext cx="1588" cy="1526977"/>
            </a:xfrm>
            <a:prstGeom prst="line">
              <a:avLst/>
            </a:prstGeom>
            <a:noFill/>
            <a:ln w="9525">
              <a:solidFill>
                <a:schemeClr val="tx1"/>
              </a:solidFill>
              <a:round/>
              <a:headEnd/>
              <a:tailEnd type="triangle" w="med" len="med"/>
            </a:ln>
          </p:spPr>
          <p:txBody>
            <a:bodyPr/>
            <a:lstStyle/>
            <a:p>
              <a:pPr>
                <a:defRPr/>
              </a:pPr>
              <a:endParaRPr lang="en-US" sz="2400">
                <a:latin typeface="+mn-lt"/>
              </a:endParaRPr>
            </a:p>
          </p:txBody>
        </p:sp>
        <p:sp>
          <p:nvSpPr>
            <p:cNvPr id="36" name="Text Box 14"/>
            <p:cNvSpPr txBox="1">
              <a:spLocks noChangeArrowheads="1"/>
            </p:cNvSpPr>
            <p:nvPr/>
          </p:nvSpPr>
          <p:spPr bwMode="auto">
            <a:xfrm>
              <a:off x="4780740" y="2896075"/>
              <a:ext cx="1017727" cy="457141"/>
            </a:xfrm>
            <a:prstGeom prst="rect">
              <a:avLst/>
            </a:prstGeom>
            <a:noFill/>
            <a:ln w="9525">
              <a:noFill/>
              <a:miter lim="800000"/>
              <a:headEnd/>
              <a:tailEnd/>
            </a:ln>
          </p:spPr>
          <p:txBody>
            <a:bodyPr>
              <a:spAutoFit/>
            </a:bodyPr>
            <a:lstStyle/>
            <a:p>
              <a:pPr>
                <a:defRPr/>
              </a:pPr>
              <a:r>
                <a:rPr lang="en-US" altLang="en-US" sz="2400" i="1" dirty="0">
                  <a:solidFill>
                    <a:srgbClr val="FF0000"/>
                  </a:solidFill>
                  <a:latin typeface="+mn-lt"/>
                </a:rPr>
                <a:t>F</a:t>
              </a:r>
            </a:p>
          </p:txBody>
        </p:sp>
        <p:grpSp>
          <p:nvGrpSpPr>
            <p:cNvPr id="20492" name="Group 5"/>
            <p:cNvGrpSpPr>
              <a:grpSpLocks/>
            </p:cNvGrpSpPr>
            <p:nvPr/>
          </p:nvGrpSpPr>
          <p:grpSpPr bwMode="auto">
            <a:xfrm>
              <a:off x="4864272" y="3161957"/>
              <a:ext cx="3688886" cy="461993"/>
              <a:chOff x="614" y="3254"/>
              <a:chExt cx="2004" cy="442"/>
            </a:xfrm>
          </p:grpSpPr>
          <p:sp>
            <p:nvSpPr>
              <p:cNvPr id="30" name="Line 6"/>
              <p:cNvSpPr>
                <a:spLocks noChangeShapeType="1"/>
              </p:cNvSpPr>
              <p:nvPr/>
            </p:nvSpPr>
            <p:spPr bwMode="auto">
              <a:xfrm>
                <a:off x="614" y="3677"/>
                <a:ext cx="1978" cy="0"/>
              </a:xfrm>
              <a:prstGeom prst="line">
                <a:avLst/>
              </a:prstGeom>
              <a:noFill/>
              <a:ln w="9525">
                <a:solidFill>
                  <a:schemeClr val="tx1"/>
                </a:solidFill>
                <a:round/>
                <a:headEnd/>
                <a:tailEnd type="triangle" w="med" len="med"/>
              </a:ln>
            </p:spPr>
            <p:txBody>
              <a:bodyPr/>
              <a:lstStyle/>
              <a:p>
                <a:pPr>
                  <a:defRPr/>
                </a:pPr>
                <a:endParaRPr lang="en-US" sz="2400">
                  <a:latin typeface="+mn-lt"/>
                </a:endParaRPr>
              </a:p>
            </p:txBody>
          </p:sp>
          <p:sp>
            <p:nvSpPr>
              <p:cNvPr id="31" name="Text Box 7"/>
              <p:cNvSpPr txBox="1">
                <a:spLocks noChangeArrowheads="1"/>
              </p:cNvSpPr>
              <p:nvPr/>
            </p:nvSpPr>
            <p:spPr bwMode="auto">
              <a:xfrm>
                <a:off x="2448" y="3256"/>
                <a:ext cx="170" cy="442"/>
              </a:xfrm>
              <a:prstGeom prst="rect">
                <a:avLst/>
              </a:prstGeom>
              <a:noFill/>
              <a:ln w="9525">
                <a:noFill/>
                <a:miter lim="800000"/>
                <a:headEnd/>
                <a:tailEnd/>
              </a:ln>
            </p:spPr>
            <p:txBody>
              <a:bodyPr>
                <a:spAutoFit/>
              </a:bodyPr>
              <a:lstStyle/>
              <a:p>
                <a:pPr>
                  <a:defRPr/>
                </a:pPr>
                <a:r>
                  <a:rPr lang="en-US" altLang="en-US" sz="2400" i="1" dirty="0">
                    <a:latin typeface="+mn-lt"/>
                  </a:rPr>
                  <a:t>t</a:t>
                </a:r>
              </a:p>
            </p:txBody>
          </p:sp>
        </p:grpSp>
        <p:sp>
          <p:nvSpPr>
            <p:cNvPr id="41" name="Text Box 14"/>
            <p:cNvSpPr txBox="1">
              <a:spLocks noChangeArrowheads="1"/>
            </p:cNvSpPr>
            <p:nvPr/>
          </p:nvSpPr>
          <p:spPr bwMode="auto">
            <a:xfrm>
              <a:off x="4806143" y="3921467"/>
              <a:ext cx="1017727" cy="457141"/>
            </a:xfrm>
            <a:prstGeom prst="rect">
              <a:avLst/>
            </a:prstGeom>
            <a:noFill/>
            <a:ln w="9525">
              <a:noFill/>
              <a:miter lim="800000"/>
              <a:headEnd/>
              <a:tailEnd/>
            </a:ln>
          </p:spPr>
          <p:txBody>
            <a:bodyPr>
              <a:spAutoFit/>
            </a:bodyPr>
            <a:lstStyle/>
            <a:p>
              <a:pPr>
                <a:defRPr/>
              </a:pPr>
              <a:r>
                <a:rPr lang="en-US" altLang="en-US" sz="2400" i="1" dirty="0">
                  <a:solidFill>
                    <a:schemeClr val="accent6"/>
                  </a:solidFill>
                  <a:latin typeface="+mn-lt"/>
                </a:rPr>
                <a:t>F</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7">
                                            <p:txEl>
                                              <p:pRg st="2" end="2"/>
                                            </p:txEl>
                                          </p:spTgt>
                                        </p:tgtEl>
                                        <p:attrNameLst>
                                          <p:attrName>style.visibility</p:attrName>
                                        </p:attrNameLst>
                                      </p:cBhvr>
                                      <p:to>
                                        <p:strVal val="visible"/>
                                      </p:to>
                                    </p:set>
                                    <p:anim calcmode="lin" valueType="num">
                                      <p:cBhvr additive="base">
                                        <p:cTn id="14" dur="500" fill="hold"/>
                                        <p:tgtEl>
                                          <p:spTgt spid="37">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1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wipe(left)">
                                      <p:cBhvr>
                                        <p:cTn id="25" dur="2000"/>
                                        <p:tgtEl>
                                          <p:spTgt spid="32"/>
                                        </p:tgtEl>
                                      </p:cBhvr>
                                    </p:animEffect>
                                  </p:childTnLst>
                                </p:cTn>
                              </p:par>
                              <p:par>
                                <p:cTn id="26" presetID="22" presetClass="entr" presetSubtype="8" fill="hold" nodeType="with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wipe(left)">
                                      <p:cBhvr>
                                        <p:cTn id="28" dur="2000"/>
                                        <p:tgtEl>
                                          <p:spTgt spid="39"/>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7">
                                            <p:txEl>
                                              <p:pRg st="3" end="3"/>
                                            </p:txEl>
                                          </p:spTgt>
                                        </p:tgtEl>
                                        <p:attrNameLst>
                                          <p:attrName>style.visibility</p:attrName>
                                        </p:attrNameLst>
                                      </p:cBhvr>
                                      <p:to>
                                        <p:strVal val="visible"/>
                                      </p:to>
                                    </p:set>
                                    <p:anim calcmode="lin" valueType="num">
                                      <p:cBhvr additive="base">
                                        <p:cTn id="33" dur="500" fill="hold"/>
                                        <p:tgtEl>
                                          <p:spTgt spid="37">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7">
                                            <p:txEl>
                                              <p:pRg st="4" end="4"/>
                                            </p:txEl>
                                          </p:spTgt>
                                        </p:tgtEl>
                                        <p:attrNameLst>
                                          <p:attrName>style.visibility</p:attrName>
                                        </p:attrNameLst>
                                      </p:cBhvr>
                                      <p:to>
                                        <p:strVal val="visible"/>
                                      </p:to>
                                    </p:set>
                                    <p:anim calcmode="lin" valueType="num">
                                      <p:cBhvr additive="base">
                                        <p:cTn id="39" dur="500" fill="hold"/>
                                        <p:tgtEl>
                                          <p:spTgt spid="37">
                                            <p:txEl>
                                              <p:pRg st="4" end="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7">
                                            <p:txEl>
                                              <p:pRg st="4" end="4"/>
                                            </p:txEl>
                                          </p:spTgt>
                                        </p:tgtEl>
                                        <p:attrNameLst>
                                          <p:attrName>ppt_y</p:attrName>
                                        </p:attrNameLst>
                                      </p:cBhvr>
                                      <p:tavLst>
                                        <p:tav tm="0">
                                          <p:val>
                                            <p:strVal val="1+#ppt_h/2"/>
                                          </p:val>
                                        </p:tav>
                                        <p:tav tm="100000">
                                          <p:val>
                                            <p:strVal val="#ppt_y"/>
                                          </p:val>
                                        </p:tav>
                                      </p:tavLst>
                                    </p:anim>
                                  </p:childTnLst>
                                </p:cTn>
                              </p:par>
                              <p:par>
                                <p:cTn id="41" presetID="22" presetClass="entr" presetSubtype="8" fill="hold" grpId="0" nodeType="withEffect">
                                  <p:stCondLst>
                                    <p:cond delay="0"/>
                                  </p:stCondLst>
                                  <p:childTnLst>
                                    <p:set>
                                      <p:cBhvr>
                                        <p:cTn id="42" dur="1" fill="hold">
                                          <p:stCondLst>
                                            <p:cond delay="0"/>
                                          </p:stCondLst>
                                        </p:cTn>
                                        <p:tgtEl>
                                          <p:spTgt spid="128037"/>
                                        </p:tgtEl>
                                        <p:attrNameLst>
                                          <p:attrName>style.visibility</p:attrName>
                                        </p:attrNameLst>
                                      </p:cBhvr>
                                      <p:to>
                                        <p:strVal val="visible"/>
                                      </p:to>
                                    </p:set>
                                    <p:animEffect transition="in" filter="wipe(left)">
                                      <p:cBhvr>
                                        <p:cTn id="43" dur="500"/>
                                        <p:tgtEl>
                                          <p:spTgt spid="128037"/>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56">
                                            <p:txEl>
                                              <p:pRg st="0" end="0"/>
                                            </p:txEl>
                                          </p:spTgt>
                                        </p:tgtEl>
                                        <p:attrNameLst>
                                          <p:attrName>style.visibility</p:attrName>
                                        </p:attrNameLst>
                                      </p:cBhvr>
                                      <p:to>
                                        <p:strVal val="visible"/>
                                      </p:to>
                                    </p:set>
                                    <p:anim calcmode="lin" valueType="num">
                                      <p:cBhvr additive="base">
                                        <p:cTn id="48" dur="500" fill="hold"/>
                                        <p:tgtEl>
                                          <p:spTgt spid="56">
                                            <p:txEl>
                                              <p:pRg st="0" end="0"/>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56">
                                            <p:txEl>
                                              <p:pRg st="1" end="1"/>
                                            </p:txEl>
                                          </p:spTgt>
                                        </p:tgtEl>
                                        <p:attrNameLst>
                                          <p:attrName>style.visibility</p:attrName>
                                        </p:attrNameLst>
                                      </p:cBhvr>
                                      <p:to>
                                        <p:strVal val="visible"/>
                                      </p:to>
                                    </p:set>
                                    <p:anim calcmode="lin" valueType="num">
                                      <p:cBhvr additive="base">
                                        <p:cTn id="54" dur="500" fill="hold"/>
                                        <p:tgtEl>
                                          <p:spTgt spid="56">
                                            <p:txEl>
                                              <p:pRg st="1" end="1"/>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5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3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26"/>
          <p:cNvSpPr>
            <a:spLocks noChangeArrowheads="1"/>
          </p:cNvSpPr>
          <p:nvPr/>
        </p:nvSpPr>
        <p:spPr bwMode="auto">
          <a:xfrm>
            <a:off x="703263" y="6302375"/>
            <a:ext cx="7747000" cy="555625"/>
          </a:xfrm>
          <a:prstGeom prst="rect">
            <a:avLst/>
          </a:prstGeom>
          <a:solidFill>
            <a:srgbClr val="FFCCCC"/>
          </a:solidFill>
          <a:ln>
            <a:noFill/>
          </a:ln>
          <a:effectLst/>
        </p:spPr>
        <p:txBody>
          <a:bodyPr/>
          <a:lstStyle>
            <a:lvl1pPr eaLnBrk="0" hangingPunct="0">
              <a:defRPr sz="2000">
                <a:solidFill>
                  <a:schemeClr val="tx1"/>
                </a:solidFill>
                <a:latin typeface="Courier New" pitchFamily="49" charset="0"/>
              </a:defRPr>
            </a:lvl1pPr>
            <a:lvl2pPr marL="742950" indent="-285750" eaLnBrk="0" hangingPunct="0">
              <a:defRPr sz="2000">
                <a:solidFill>
                  <a:schemeClr val="tx1"/>
                </a:solidFill>
                <a:latin typeface="Courier New" pitchFamily="49" charset="0"/>
              </a:defRPr>
            </a:lvl2pPr>
            <a:lvl3pPr marL="1143000" indent="-228600" eaLnBrk="0" hangingPunct="0">
              <a:defRPr sz="2000">
                <a:solidFill>
                  <a:schemeClr val="tx1"/>
                </a:solidFill>
                <a:latin typeface="Courier New" pitchFamily="49" charset="0"/>
              </a:defRPr>
            </a:lvl3pPr>
            <a:lvl4pPr marL="1600200" indent="-228600" eaLnBrk="0" hangingPunct="0">
              <a:defRPr sz="2000">
                <a:solidFill>
                  <a:schemeClr val="tx1"/>
                </a:solidFill>
                <a:latin typeface="Courier New" pitchFamily="49" charset="0"/>
              </a:defRPr>
            </a:lvl4pPr>
            <a:lvl5pPr marL="2057400" indent="-228600" eaLnBrk="0" hangingPunct="0">
              <a:defRPr sz="2000">
                <a:solidFill>
                  <a:schemeClr val="tx1"/>
                </a:solidFill>
                <a:latin typeface="Courier New" pitchFamily="49" charset="0"/>
              </a:defRPr>
            </a:lvl5pPr>
            <a:lvl6pPr marL="2514600" indent="-228600" eaLnBrk="0" fontAlgn="base" hangingPunct="0">
              <a:spcBef>
                <a:spcPct val="0"/>
              </a:spcBef>
              <a:spcAft>
                <a:spcPct val="0"/>
              </a:spcAft>
              <a:defRPr sz="2000">
                <a:solidFill>
                  <a:schemeClr val="tx1"/>
                </a:solidFill>
                <a:latin typeface="Courier New" pitchFamily="49" charset="0"/>
              </a:defRPr>
            </a:lvl6pPr>
            <a:lvl7pPr marL="2971800" indent="-228600" eaLnBrk="0" fontAlgn="base" hangingPunct="0">
              <a:spcBef>
                <a:spcPct val="0"/>
              </a:spcBef>
              <a:spcAft>
                <a:spcPct val="0"/>
              </a:spcAft>
              <a:defRPr sz="2000">
                <a:solidFill>
                  <a:schemeClr val="tx1"/>
                </a:solidFill>
                <a:latin typeface="Courier New" pitchFamily="49" charset="0"/>
              </a:defRPr>
            </a:lvl7pPr>
            <a:lvl8pPr marL="3429000" indent="-228600" eaLnBrk="0" fontAlgn="base" hangingPunct="0">
              <a:spcBef>
                <a:spcPct val="0"/>
              </a:spcBef>
              <a:spcAft>
                <a:spcPct val="0"/>
              </a:spcAft>
              <a:defRPr sz="2000">
                <a:solidFill>
                  <a:schemeClr val="tx1"/>
                </a:solidFill>
                <a:latin typeface="Courier New" pitchFamily="49" charset="0"/>
              </a:defRPr>
            </a:lvl8pPr>
            <a:lvl9pPr marL="3886200" indent="-228600" eaLnBrk="0" fontAlgn="base" hangingPunct="0">
              <a:spcBef>
                <a:spcPct val="0"/>
              </a:spcBef>
              <a:spcAft>
                <a:spcPct val="0"/>
              </a:spcAft>
              <a:defRPr sz="2000">
                <a:solidFill>
                  <a:schemeClr val="tx1"/>
                </a:solidFill>
                <a:latin typeface="Courier New" pitchFamily="49" charset="0"/>
              </a:defRPr>
            </a:lvl9pPr>
          </a:lstStyle>
          <a:p>
            <a:pPr eaLnBrk="1" hangingPunct="1">
              <a:spcBef>
                <a:spcPct val="20000"/>
              </a:spcBef>
              <a:defRPr/>
            </a:pPr>
            <a:r>
              <a:rPr lang="en-US" altLang="en-US" sz="2400" b="1" i="1" dirty="0">
                <a:latin typeface="+mn-lt"/>
              </a:rPr>
              <a:t>FYI    </a:t>
            </a:r>
            <a:r>
              <a:rPr lang="en-US" altLang="en-US" sz="2400" b="1" dirty="0">
                <a:latin typeface="+mn-lt"/>
                <a:sym typeface="Symbol" pitchFamily="18" charset="2"/>
              </a:rPr>
              <a:t></a:t>
            </a:r>
            <a:r>
              <a:rPr lang="en-US" altLang="en-US" sz="2400" dirty="0">
                <a:latin typeface="+mn-lt"/>
                <a:sym typeface="Symbol" pitchFamily="18" charset="2"/>
              </a:rPr>
              <a:t>The units for impulse can also be kg</a:t>
            </a:r>
            <a:r>
              <a:rPr lang="en-US" altLang="en-US" sz="2400" baseline="-25000" dirty="0">
                <a:latin typeface="+mn-lt"/>
                <a:sym typeface="Symbol" pitchFamily="18" charset="2"/>
              </a:rPr>
              <a:t> </a:t>
            </a:r>
            <a:r>
              <a:rPr lang="en-US" altLang="en-US" sz="2400" dirty="0">
                <a:latin typeface="+mn-lt"/>
                <a:sym typeface="Symbol" pitchFamily="18" charset="2"/>
              </a:rPr>
              <a:t>m</a:t>
            </a:r>
            <a:r>
              <a:rPr lang="en-US" altLang="en-US" sz="2400" baseline="-25000" dirty="0">
                <a:latin typeface="+mn-lt"/>
                <a:sym typeface="Symbol" pitchFamily="18" charset="2"/>
              </a:rPr>
              <a:t> </a:t>
            </a:r>
            <a:r>
              <a:rPr lang="en-US" altLang="en-US" sz="2400" dirty="0">
                <a:latin typeface="+mn-lt"/>
                <a:sym typeface="Symbol" pitchFamily="18" charset="2"/>
              </a:rPr>
              <a:t>s</a:t>
            </a:r>
            <a:r>
              <a:rPr lang="en-US" altLang="en-US" sz="2400" baseline="30000" dirty="0">
                <a:latin typeface="+mn-lt"/>
                <a:sym typeface="Symbol" pitchFamily="18" charset="2"/>
              </a:rPr>
              <a:t>-1</a:t>
            </a:r>
            <a:r>
              <a:rPr lang="en-US" altLang="en-US" sz="2400" dirty="0">
                <a:latin typeface="+mn-lt"/>
                <a:sym typeface="Symbol" pitchFamily="18" charset="2"/>
              </a:rPr>
              <a:t>.</a:t>
            </a:r>
            <a:endParaRPr lang="en-US" altLang="en-US" sz="2400" dirty="0">
              <a:latin typeface="+mn-lt"/>
            </a:endParaRPr>
          </a:p>
        </p:txBody>
      </p:sp>
      <p:sp>
        <p:nvSpPr>
          <p:cNvPr id="21506" name="Rectangle 2"/>
          <p:cNvSpPr>
            <a:spLocks noChangeArrowheads="1"/>
          </p:cNvSpPr>
          <p:nvPr/>
        </p:nvSpPr>
        <p:spPr bwMode="auto">
          <a:xfrm>
            <a:off x="685800" y="1549400"/>
            <a:ext cx="7772400" cy="461963"/>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rPr>
              <a:t>Impulse and force – time graphs </a:t>
            </a:r>
            <a:r>
              <a:rPr lang="en-US" altLang="en-US" sz="2400">
                <a:latin typeface="Arial" charset="0"/>
              </a:rPr>
              <a:t>	</a:t>
            </a:r>
          </a:p>
        </p:txBody>
      </p:sp>
      <p:sp>
        <p:nvSpPr>
          <p:cNvPr id="17411" name="Rectangle 5"/>
          <p:cNvSpPr>
            <a:spLocks noChangeArrowheads="1"/>
          </p:cNvSpPr>
          <p:nvPr/>
        </p:nvSpPr>
        <p:spPr bwMode="auto">
          <a:xfrm>
            <a:off x="679450" y="2011363"/>
            <a:ext cx="7761288" cy="4333166"/>
          </a:xfrm>
          <a:prstGeom prst="rect">
            <a:avLst/>
          </a:prstGeom>
          <a:solidFill>
            <a:srgbClr val="FFFFCC"/>
          </a:solidFill>
          <a:ln w="9525">
            <a:noFill/>
            <a:miter lim="800000"/>
            <a:headEnd/>
            <a:tailEnd/>
          </a:ln>
        </p:spPr>
        <p:txBody>
          <a:bodyPr/>
          <a:lstStyle/>
          <a:p>
            <a:pPr>
              <a:lnSpc>
                <a:spcPct val="90000"/>
              </a:lnSpc>
              <a:spcBef>
                <a:spcPct val="20000"/>
              </a:spcBef>
            </a:pPr>
            <a:r>
              <a:rPr lang="en-US" altLang="en-US" sz="2400">
                <a:latin typeface="Arial" charset="0"/>
              </a:rPr>
              <a:t>EXAMPLE:  A 0.140-kg baseball comes in at 40.0 m/s, strikes the bat, and goes back out at 50.0 m/s.  If the collision lasts 1.20 ms (a typical value), find the impulse imparted to the ball from the bat during the collision.</a:t>
            </a:r>
          </a:p>
          <a:p>
            <a:pPr>
              <a:lnSpc>
                <a:spcPct val="90000"/>
              </a:lnSpc>
              <a:spcBef>
                <a:spcPct val="20000"/>
              </a:spcBef>
            </a:pPr>
            <a:r>
              <a:rPr lang="en-US" altLang="en-US" sz="2400">
                <a:latin typeface="Arial" charset="0"/>
              </a:rPr>
              <a:t>SOLUTION:</a:t>
            </a:r>
          </a:p>
          <a:p>
            <a:pPr>
              <a:lnSpc>
                <a:spcPct val="90000"/>
              </a:lnSpc>
              <a:spcBef>
                <a:spcPct val="20000"/>
              </a:spcBef>
            </a:pPr>
            <a:endParaRPr lang="en-US" altLang="en-US" sz="2400">
              <a:latin typeface="Arial" charset="0"/>
            </a:endParaRPr>
          </a:p>
          <a:p>
            <a:pPr>
              <a:lnSpc>
                <a:spcPct val="90000"/>
              </a:lnSpc>
              <a:spcBef>
                <a:spcPct val="20000"/>
              </a:spcBef>
            </a:pPr>
            <a:endParaRPr lang="en-US" altLang="en-US" sz="2400">
              <a:latin typeface="Arial" charset="0"/>
            </a:endParaRPr>
          </a:p>
          <a:p>
            <a:pPr>
              <a:lnSpc>
                <a:spcPct val="90000"/>
              </a:lnSpc>
              <a:spcBef>
                <a:spcPct val="20000"/>
              </a:spcBef>
            </a:pPr>
            <a:r>
              <a:rPr lang="en-US" altLang="en-US" sz="2400">
                <a:solidFill>
                  <a:srgbClr val="000000"/>
                </a:solidFill>
                <a:latin typeface="Arial" charset="0"/>
                <a:sym typeface="Symbol" pitchFamily="18" charset="2"/>
              </a:rPr>
              <a:t>We can use </a:t>
            </a:r>
            <a:r>
              <a:rPr lang="en-US" altLang="en-US" sz="2400" i="1">
                <a:latin typeface="Arial" charset="0"/>
                <a:cs typeface="Courier New" pitchFamily="49" charset="0"/>
                <a:sym typeface="Symbol" pitchFamily="18" charset="2"/>
              </a:rPr>
              <a:t>J</a:t>
            </a:r>
            <a:r>
              <a:rPr lang="en-US" altLang="en-US" sz="2400" b="1">
                <a:latin typeface="Arial" charset="0"/>
                <a:cs typeface="Courier New" pitchFamily="49" charset="0"/>
                <a:sym typeface="Symbol" pitchFamily="18" charset="2"/>
              </a:rPr>
              <a:t> </a:t>
            </a:r>
            <a:r>
              <a:rPr lang="en-US" altLang="en-US" sz="2400">
                <a:latin typeface="Arial" charset="0"/>
                <a:cs typeface="Courier New" pitchFamily="49" charset="0"/>
                <a:sym typeface="Symbol" pitchFamily="18" charset="2"/>
              </a:rPr>
              <a:t>=</a:t>
            </a:r>
            <a:r>
              <a:rPr lang="en-US" altLang="en-US" sz="2400" b="1">
                <a:latin typeface="Arial" charset="0"/>
                <a:cs typeface="Courier New" pitchFamily="49" charset="0"/>
                <a:sym typeface="Symbol" pitchFamily="18" charset="2"/>
              </a:rPr>
              <a:t> </a:t>
            </a:r>
            <a:r>
              <a:rPr lang="en-US" sz="2400">
                <a:latin typeface="Arial" charset="0"/>
                <a:sym typeface="Symbol" pitchFamily="18" charset="2"/>
              </a:rPr>
              <a:t></a:t>
            </a:r>
            <a:r>
              <a:rPr lang="en-US" altLang="en-US" sz="2400" i="1">
                <a:solidFill>
                  <a:srgbClr val="000000"/>
                </a:solidFill>
                <a:latin typeface="Arial" charset="0"/>
              </a:rPr>
              <a:t>p</a:t>
            </a:r>
            <a:r>
              <a:rPr lang="en-US" altLang="en-US" sz="2400">
                <a:solidFill>
                  <a:srgbClr val="000000"/>
                </a:solidFill>
                <a:latin typeface="Arial" charset="0"/>
              </a:rPr>
              <a:t>:</a:t>
            </a:r>
          </a:p>
          <a:p>
            <a:pPr>
              <a:lnSpc>
                <a:spcPct val="90000"/>
              </a:lnSpc>
              <a:spcBef>
                <a:spcPct val="20000"/>
              </a:spcBef>
            </a:pPr>
            <a:r>
              <a:rPr lang="en-US" altLang="en-US" sz="2400">
                <a:solidFill>
                  <a:srgbClr val="000000"/>
                </a:solidFill>
                <a:latin typeface="Arial" charset="0"/>
              </a:rPr>
              <a:t>          </a:t>
            </a:r>
            <a:r>
              <a:rPr lang="en-US" altLang="en-US" sz="2400" i="1">
                <a:solidFill>
                  <a:srgbClr val="000000"/>
                </a:solidFill>
                <a:latin typeface="Arial" charset="0"/>
              </a:rPr>
              <a:t>J = p</a:t>
            </a:r>
            <a:r>
              <a:rPr lang="en-US" altLang="en-US" sz="2400" baseline="-25000">
                <a:solidFill>
                  <a:srgbClr val="000000"/>
                </a:solidFill>
                <a:latin typeface="Arial" charset="0"/>
              </a:rPr>
              <a:t>f</a:t>
            </a:r>
            <a:r>
              <a:rPr lang="en-US" altLang="en-US" sz="2400">
                <a:solidFill>
                  <a:srgbClr val="000000"/>
                </a:solidFill>
                <a:latin typeface="Arial" charset="0"/>
              </a:rPr>
              <a:t> – </a:t>
            </a:r>
            <a:r>
              <a:rPr lang="en-US" altLang="en-US" sz="2400" i="1">
                <a:solidFill>
                  <a:srgbClr val="000000"/>
                </a:solidFill>
                <a:latin typeface="Arial" charset="0"/>
              </a:rPr>
              <a:t>p</a:t>
            </a:r>
            <a:r>
              <a:rPr lang="en-US" altLang="en-US" sz="2400" baseline="-25000">
                <a:solidFill>
                  <a:srgbClr val="000000"/>
                </a:solidFill>
                <a:latin typeface="Arial" charset="0"/>
              </a:rPr>
              <a:t>0</a:t>
            </a:r>
            <a:r>
              <a:rPr lang="en-US" altLang="en-US" sz="2400" i="1">
                <a:solidFill>
                  <a:srgbClr val="000000"/>
                </a:solidFill>
                <a:latin typeface="Arial" charset="0"/>
              </a:rPr>
              <a:t> </a:t>
            </a:r>
          </a:p>
          <a:p>
            <a:pPr>
              <a:lnSpc>
                <a:spcPct val="90000"/>
              </a:lnSpc>
              <a:spcBef>
                <a:spcPct val="20000"/>
              </a:spcBef>
            </a:pPr>
            <a:r>
              <a:rPr lang="en-US" altLang="en-US" sz="2400" i="1">
                <a:solidFill>
                  <a:srgbClr val="000000"/>
                </a:solidFill>
                <a:latin typeface="Arial" charset="0"/>
              </a:rPr>
              <a:t>             = </a:t>
            </a:r>
            <a:r>
              <a:rPr lang="en-US" altLang="en-US" sz="2400">
                <a:solidFill>
                  <a:srgbClr val="000000"/>
                </a:solidFill>
                <a:latin typeface="Arial" charset="0"/>
              </a:rPr>
              <a:t>7 – </a:t>
            </a:r>
            <a:r>
              <a:rPr lang="en-US" altLang="en-US" sz="2400" baseline="30000">
                <a:solidFill>
                  <a:srgbClr val="000000"/>
                </a:solidFill>
                <a:latin typeface="Arial" charset="0"/>
              </a:rPr>
              <a:t>- </a:t>
            </a:r>
            <a:r>
              <a:rPr lang="en-US" altLang="en-US" sz="2400">
                <a:solidFill>
                  <a:srgbClr val="000000"/>
                </a:solidFill>
                <a:latin typeface="Arial" charset="0"/>
              </a:rPr>
              <a:t>5.6</a:t>
            </a:r>
          </a:p>
          <a:p>
            <a:pPr>
              <a:lnSpc>
                <a:spcPct val="90000"/>
              </a:lnSpc>
              <a:spcBef>
                <a:spcPct val="20000"/>
              </a:spcBef>
            </a:pPr>
            <a:r>
              <a:rPr lang="en-US" altLang="en-US" sz="2400">
                <a:solidFill>
                  <a:srgbClr val="000000"/>
                </a:solidFill>
                <a:latin typeface="Arial" charset="0"/>
              </a:rPr>
              <a:t>             = 12.6 Ns.</a:t>
            </a:r>
          </a:p>
        </p:txBody>
      </p:sp>
      <p:pic>
        <p:nvPicPr>
          <p:cNvPr id="130054" name="Picture 6" descr="Baseball"/>
          <p:cNvPicPr>
            <a:picLocks noChangeAspect="1" noChangeArrowheads="1"/>
          </p:cNvPicPr>
          <p:nvPr/>
        </p:nvPicPr>
        <p:blipFill>
          <a:blip r:embed="rId3" cstate="print">
            <a:clrChange>
              <a:clrFrom>
                <a:srgbClr val="FFFEFD"/>
              </a:clrFrom>
              <a:clrTo>
                <a:srgbClr val="FFFEFD">
                  <a:alpha val="0"/>
                </a:srgbClr>
              </a:clrTo>
            </a:clrChange>
          </a:blip>
          <a:srcRect/>
          <a:stretch>
            <a:fillRect/>
          </a:stretch>
        </p:blipFill>
        <p:spPr bwMode="auto">
          <a:xfrm>
            <a:off x="2152650" y="3741738"/>
            <a:ext cx="647700" cy="641350"/>
          </a:xfrm>
          <a:prstGeom prst="rect">
            <a:avLst/>
          </a:prstGeom>
          <a:noFill/>
          <a:ln w="9525">
            <a:noFill/>
            <a:miter lim="800000"/>
            <a:headEnd/>
            <a:tailEnd/>
          </a:ln>
        </p:spPr>
      </p:pic>
      <p:sp>
        <p:nvSpPr>
          <p:cNvPr id="130055" name="Oval 7" descr="Oak"/>
          <p:cNvSpPr>
            <a:spLocks noChangeArrowheads="1"/>
          </p:cNvSpPr>
          <p:nvPr/>
        </p:nvSpPr>
        <p:spPr bwMode="auto">
          <a:xfrm rot="5400000">
            <a:off x="1616075" y="3733800"/>
            <a:ext cx="669925" cy="669925"/>
          </a:xfrm>
          <a:prstGeom prst="ellipse">
            <a:avLst/>
          </a:prstGeom>
          <a:blipFill dpi="0" rotWithShape="1">
            <a:blip r:embed="rId4" cstate="print"/>
            <a:srcRect/>
            <a:tile tx="0" ty="0" sx="100000" sy="100000" flip="none" algn="tl"/>
          </a:blipFill>
          <a:ln w="9525">
            <a:noFill/>
            <a:round/>
            <a:headEnd/>
            <a:tailEnd/>
          </a:ln>
        </p:spPr>
        <p:txBody>
          <a:bodyPr wrap="none" anchor="ctr"/>
          <a:lstStyle/>
          <a:p>
            <a:endParaRPr lang="en-US" altLang="en-US"/>
          </a:p>
        </p:txBody>
      </p:sp>
      <p:pic>
        <p:nvPicPr>
          <p:cNvPr id="130056" name="Picture 8" descr="Baseball"/>
          <p:cNvPicPr>
            <a:picLocks noChangeAspect="1" noChangeArrowheads="1"/>
          </p:cNvPicPr>
          <p:nvPr/>
        </p:nvPicPr>
        <p:blipFill>
          <a:blip r:embed="rId3" cstate="print">
            <a:clrChange>
              <a:clrFrom>
                <a:srgbClr val="FFFDF8"/>
              </a:clrFrom>
              <a:clrTo>
                <a:srgbClr val="FFFDF8">
                  <a:alpha val="0"/>
                </a:srgbClr>
              </a:clrTo>
            </a:clrChange>
          </a:blip>
          <a:srcRect/>
          <a:stretch>
            <a:fillRect/>
          </a:stretch>
        </p:blipFill>
        <p:spPr bwMode="auto">
          <a:xfrm>
            <a:off x="5432425" y="3744913"/>
            <a:ext cx="647700" cy="641350"/>
          </a:xfrm>
          <a:prstGeom prst="rect">
            <a:avLst/>
          </a:prstGeom>
          <a:noFill/>
          <a:ln w="9525">
            <a:noFill/>
            <a:miter lim="800000"/>
            <a:headEnd/>
            <a:tailEnd/>
          </a:ln>
        </p:spPr>
      </p:pic>
      <p:sp>
        <p:nvSpPr>
          <p:cNvPr id="130057" name="Oval 9" descr="Oak"/>
          <p:cNvSpPr>
            <a:spLocks noChangeArrowheads="1"/>
          </p:cNvSpPr>
          <p:nvPr/>
        </p:nvSpPr>
        <p:spPr bwMode="auto">
          <a:xfrm rot="5400000">
            <a:off x="3798888" y="3724275"/>
            <a:ext cx="669925" cy="669925"/>
          </a:xfrm>
          <a:prstGeom prst="ellipse">
            <a:avLst/>
          </a:prstGeom>
          <a:blipFill dpi="0" rotWithShape="1">
            <a:blip r:embed="rId4" cstate="print"/>
            <a:srcRect/>
            <a:tile tx="0" ty="0" sx="100000" sy="100000" flip="none" algn="tl"/>
          </a:blipFill>
          <a:ln w="9525">
            <a:noFill/>
            <a:round/>
            <a:headEnd/>
            <a:tailEnd/>
          </a:ln>
        </p:spPr>
        <p:txBody>
          <a:bodyPr wrap="none" anchor="ctr"/>
          <a:lstStyle/>
          <a:p>
            <a:endParaRPr lang="en-US" altLang="en-US"/>
          </a:p>
        </p:txBody>
      </p:sp>
      <p:pic>
        <p:nvPicPr>
          <p:cNvPr id="130058" name="Picture 10" descr="Baseball"/>
          <p:cNvPicPr>
            <a:picLocks noChangeAspect="1" noChangeArrowheads="1"/>
          </p:cNvPicPr>
          <p:nvPr/>
        </p:nvPicPr>
        <p:blipFill>
          <a:blip r:embed="rId3" cstate="print">
            <a:clrChange>
              <a:clrFrom>
                <a:srgbClr val="FFFEFA"/>
              </a:clrFrom>
              <a:clrTo>
                <a:srgbClr val="FFFEFA">
                  <a:alpha val="0"/>
                </a:srgbClr>
              </a:clrTo>
            </a:clrChange>
          </a:blip>
          <a:srcRect/>
          <a:stretch>
            <a:fillRect/>
          </a:stretch>
        </p:blipFill>
        <p:spPr bwMode="auto">
          <a:xfrm>
            <a:off x="4408488" y="4881563"/>
            <a:ext cx="647700" cy="641350"/>
          </a:xfrm>
          <a:prstGeom prst="rect">
            <a:avLst/>
          </a:prstGeom>
          <a:noFill/>
          <a:ln w="9525">
            <a:noFill/>
            <a:miter lim="800000"/>
            <a:headEnd/>
            <a:tailEnd/>
          </a:ln>
        </p:spPr>
      </p:pic>
      <p:sp>
        <p:nvSpPr>
          <p:cNvPr id="130059" name="Oval 11" descr="Oak"/>
          <p:cNvSpPr>
            <a:spLocks noChangeArrowheads="1"/>
          </p:cNvSpPr>
          <p:nvPr/>
        </p:nvSpPr>
        <p:spPr bwMode="auto">
          <a:xfrm rot="5400000">
            <a:off x="3800475" y="4873625"/>
            <a:ext cx="669925" cy="669925"/>
          </a:xfrm>
          <a:prstGeom prst="ellipse">
            <a:avLst/>
          </a:prstGeom>
          <a:blipFill dpi="0" rotWithShape="1">
            <a:blip r:embed="rId4" cstate="print"/>
            <a:srcRect/>
            <a:tile tx="0" ty="0" sx="100000" sy="100000" flip="none" algn="tl"/>
          </a:blipFill>
          <a:ln w="9525">
            <a:noFill/>
            <a:round/>
            <a:headEnd/>
            <a:tailEnd/>
          </a:ln>
        </p:spPr>
        <p:txBody>
          <a:bodyPr wrap="none" anchor="ctr"/>
          <a:lstStyle/>
          <a:p>
            <a:endParaRPr lang="en-US" altLang="en-US"/>
          </a:p>
        </p:txBody>
      </p:sp>
      <p:sp>
        <p:nvSpPr>
          <p:cNvPr id="130061" name="Line 13"/>
          <p:cNvSpPr>
            <a:spLocks noChangeShapeType="1"/>
          </p:cNvSpPr>
          <p:nvPr/>
        </p:nvSpPr>
        <p:spPr bwMode="auto">
          <a:xfrm>
            <a:off x="4738688" y="5194300"/>
            <a:ext cx="1219200" cy="0"/>
          </a:xfrm>
          <a:prstGeom prst="line">
            <a:avLst/>
          </a:prstGeom>
          <a:noFill/>
          <a:ln w="57150">
            <a:solidFill>
              <a:schemeClr val="accent2"/>
            </a:solidFill>
            <a:round/>
            <a:headEnd/>
            <a:tailEnd type="triangle" w="med" len="med"/>
          </a:ln>
        </p:spPr>
        <p:txBody>
          <a:bodyPr/>
          <a:lstStyle/>
          <a:p>
            <a:pPr>
              <a:defRPr/>
            </a:pPr>
            <a:endParaRPr lang="en-US" sz="2400">
              <a:latin typeface="+mn-lt"/>
            </a:endParaRPr>
          </a:p>
        </p:txBody>
      </p:sp>
      <p:sp>
        <p:nvSpPr>
          <p:cNvPr id="130062" name="Text Box 14"/>
          <p:cNvSpPr txBox="1">
            <a:spLocks noChangeArrowheads="1"/>
          </p:cNvSpPr>
          <p:nvPr/>
        </p:nvSpPr>
        <p:spPr bwMode="auto">
          <a:xfrm>
            <a:off x="6076950" y="3559175"/>
            <a:ext cx="2132013" cy="461963"/>
          </a:xfrm>
          <a:prstGeom prst="rect">
            <a:avLst/>
          </a:prstGeom>
          <a:noFill/>
          <a:ln w="9525">
            <a:noFill/>
            <a:miter lim="800000"/>
            <a:headEnd/>
            <a:tailEnd/>
          </a:ln>
        </p:spPr>
        <p:txBody>
          <a:bodyPr>
            <a:spAutoFit/>
          </a:bodyPr>
          <a:lstStyle/>
          <a:p>
            <a:pPr>
              <a:defRPr/>
            </a:pPr>
            <a:r>
              <a:rPr lang="en-US" altLang="en-US" sz="2400" b="1" dirty="0">
                <a:latin typeface="+mn-lt"/>
              </a:rPr>
              <a:t>v</a:t>
            </a:r>
            <a:r>
              <a:rPr lang="en-US" altLang="en-US" sz="2400" baseline="-25000" dirty="0">
                <a:latin typeface="+mn-lt"/>
              </a:rPr>
              <a:t>0</a:t>
            </a:r>
            <a:r>
              <a:rPr lang="en-US" altLang="en-US" sz="2400" dirty="0">
                <a:latin typeface="+mn-lt"/>
              </a:rPr>
              <a:t> = </a:t>
            </a:r>
            <a:r>
              <a:rPr lang="en-US" altLang="en-US" sz="2400" baseline="30000" dirty="0">
                <a:latin typeface="+mn-lt"/>
              </a:rPr>
              <a:t>-</a:t>
            </a:r>
            <a:r>
              <a:rPr lang="en-US" altLang="en-US" sz="2400" dirty="0">
                <a:latin typeface="+mn-lt"/>
              </a:rPr>
              <a:t>40 m</a:t>
            </a:r>
            <a:r>
              <a:rPr lang="en-US" altLang="en-US" sz="2400" baseline="-25000" dirty="0">
                <a:latin typeface="+mn-lt"/>
              </a:rPr>
              <a:t> </a:t>
            </a:r>
            <a:r>
              <a:rPr lang="en-US" altLang="en-US" sz="2400" dirty="0">
                <a:latin typeface="+mn-lt"/>
              </a:rPr>
              <a:t>s</a:t>
            </a:r>
            <a:r>
              <a:rPr lang="en-US" altLang="en-US" sz="2400" baseline="30000" dirty="0">
                <a:latin typeface="+mn-lt"/>
              </a:rPr>
              <a:t>-1</a:t>
            </a:r>
            <a:endParaRPr lang="en-US" altLang="en-US" sz="2400" i="1" baseline="-25000" dirty="0">
              <a:latin typeface="+mn-lt"/>
            </a:endParaRPr>
          </a:p>
        </p:txBody>
      </p:sp>
      <p:sp>
        <p:nvSpPr>
          <p:cNvPr id="130063" name="Text Box 15"/>
          <p:cNvSpPr txBox="1">
            <a:spLocks noChangeArrowheads="1"/>
          </p:cNvSpPr>
          <p:nvPr/>
        </p:nvSpPr>
        <p:spPr bwMode="auto">
          <a:xfrm>
            <a:off x="6143625" y="4806950"/>
            <a:ext cx="2132013" cy="461963"/>
          </a:xfrm>
          <a:prstGeom prst="rect">
            <a:avLst/>
          </a:prstGeom>
          <a:noFill/>
          <a:ln w="9525">
            <a:noFill/>
            <a:miter lim="800000"/>
            <a:headEnd/>
            <a:tailEnd/>
          </a:ln>
        </p:spPr>
        <p:txBody>
          <a:bodyPr>
            <a:spAutoFit/>
          </a:bodyPr>
          <a:lstStyle/>
          <a:p>
            <a:pPr>
              <a:defRPr/>
            </a:pPr>
            <a:r>
              <a:rPr lang="en-US" altLang="en-US" sz="2400" b="1" dirty="0" err="1">
                <a:latin typeface="+mn-lt"/>
              </a:rPr>
              <a:t>v</a:t>
            </a:r>
            <a:r>
              <a:rPr lang="en-US" altLang="en-US" sz="2400" i="1" baseline="-25000" dirty="0" err="1">
                <a:latin typeface="+mn-lt"/>
              </a:rPr>
              <a:t>f</a:t>
            </a:r>
            <a:r>
              <a:rPr lang="en-US" altLang="en-US" sz="2400" dirty="0">
                <a:latin typeface="+mn-lt"/>
              </a:rPr>
              <a:t> = </a:t>
            </a:r>
            <a:r>
              <a:rPr lang="en-US" altLang="en-US" sz="2400" baseline="30000" dirty="0">
                <a:latin typeface="+mn-lt"/>
              </a:rPr>
              <a:t>+</a:t>
            </a:r>
            <a:r>
              <a:rPr lang="en-US" altLang="en-US" sz="2400" dirty="0">
                <a:latin typeface="+mn-lt"/>
              </a:rPr>
              <a:t>50 m/s</a:t>
            </a:r>
            <a:endParaRPr lang="en-US" altLang="en-US" sz="2400" i="1" baseline="-25000" dirty="0">
              <a:latin typeface="+mn-lt"/>
            </a:endParaRPr>
          </a:p>
        </p:txBody>
      </p:sp>
      <p:sp>
        <p:nvSpPr>
          <p:cNvPr id="130064" name="Text Box 16"/>
          <p:cNvSpPr txBox="1">
            <a:spLocks noChangeArrowheads="1"/>
          </p:cNvSpPr>
          <p:nvPr/>
        </p:nvSpPr>
        <p:spPr bwMode="auto">
          <a:xfrm>
            <a:off x="4384675" y="4300538"/>
            <a:ext cx="1160463" cy="461962"/>
          </a:xfrm>
          <a:prstGeom prst="rect">
            <a:avLst/>
          </a:prstGeom>
          <a:noFill/>
          <a:ln w="9525">
            <a:noFill/>
            <a:miter lim="800000"/>
            <a:headEnd/>
            <a:tailEnd/>
          </a:ln>
        </p:spPr>
        <p:txBody>
          <a:bodyPr wrap="none">
            <a:spAutoFit/>
          </a:bodyPr>
          <a:lstStyle/>
          <a:p>
            <a:pPr>
              <a:defRPr/>
            </a:pPr>
            <a:r>
              <a:rPr lang="en-US" altLang="en-US" sz="2400" b="1" i="1" dirty="0">
                <a:solidFill>
                  <a:srgbClr val="009999"/>
                </a:solidFill>
                <a:latin typeface="+mn-lt"/>
              </a:rPr>
              <a:t>Before</a:t>
            </a:r>
          </a:p>
        </p:txBody>
      </p:sp>
      <p:sp>
        <p:nvSpPr>
          <p:cNvPr id="130065" name="Text Box 17"/>
          <p:cNvSpPr txBox="1">
            <a:spLocks noChangeArrowheads="1"/>
          </p:cNvSpPr>
          <p:nvPr/>
        </p:nvSpPr>
        <p:spPr bwMode="auto">
          <a:xfrm>
            <a:off x="4573588" y="5514975"/>
            <a:ext cx="1152525" cy="461963"/>
          </a:xfrm>
          <a:prstGeom prst="rect">
            <a:avLst/>
          </a:prstGeom>
          <a:noFill/>
          <a:ln w="9525">
            <a:noFill/>
            <a:miter lim="800000"/>
            <a:headEnd/>
            <a:tailEnd/>
          </a:ln>
        </p:spPr>
        <p:txBody>
          <a:bodyPr>
            <a:spAutoFit/>
          </a:bodyPr>
          <a:lstStyle/>
          <a:p>
            <a:pPr>
              <a:defRPr/>
            </a:pPr>
            <a:r>
              <a:rPr lang="en-US" altLang="en-US" sz="2400" b="1" i="1" dirty="0">
                <a:solidFill>
                  <a:srgbClr val="009999"/>
                </a:solidFill>
                <a:latin typeface="+mn-lt"/>
              </a:rPr>
              <a:t>After</a:t>
            </a:r>
          </a:p>
        </p:txBody>
      </p:sp>
      <p:sp>
        <p:nvSpPr>
          <p:cNvPr id="130066" name="Line 18"/>
          <p:cNvSpPr>
            <a:spLocks noChangeShapeType="1"/>
          </p:cNvSpPr>
          <p:nvPr/>
        </p:nvSpPr>
        <p:spPr bwMode="auto">
          <a:xfrm>
            <a:off x="3671888" y="4797425"/>
            <a:ext cx="4638675" cy="6350"/>
          </a:xfrm>
          <a:prstGeom prst="line">
            <a:avLst/>
          </a:prstGeom>
          <a:noFill/>
          <a:ln w="9525">
            <a:solidFill>
              <a:schemeClr val="tx1"/>
            </a:solidFill>
            <a:prstDash val="dash"/>
            <a:round/>
            <a:headEnd/>
            <a:tailEnd/>
          </a:ln>
        </p:spPr>
        <p:txBody>
          <a:bodyPr/>
          <a:lstStyle/>
          <a:p>
            <a:endParaRPr lang="en-US"/>
          </a:p>
        </p:txBody>
      </p:sp>
      <p:sp>
        <p:nvSpPr>
          <p:cNvPr id="130067" name="Text Box 19"/>
          <p:cNvSpPr txBox="1">
            <a:spLocks noChangeArrowheads="1"/>
          </p:cNvSpPr>
          <p:nvPr/>
        </p:nvSpPr>
        <p:spPr bwMode="auto">
          <a:xfrm>
            <a:off x="6065838" y="3952875"/>
            <a:ext cx="2416175" cy="461963"/>
          </a:xfrm>
          <a:prstGeom prst="rect">
            <a:avLst/>
          </a:prstGeom>
          <a:noFill/>
          <a:ln w="9525">
            <a:noFill/>
            <a:miter lim="800000"/>
            <a:headEnd/>
            <a:tailEnd/>
          </a:ln>
        </p:spPr>
        <p:txBody>
          <a:bodyPr>
            <a:spAutoFit/>
          </a:bodyPr>
          <a:lstStyle/>
          <a:p>
            <a:pPr>
              <a:defRPr/>
            </a:pPr>
            <a:r>
              <a:rPr lang="en-US" altLang="en-US" sz="2400" b="1" dirty="0">
                <a:latin typeface="+mn-lt"/>
              </a:rPr>
              <a:t>p</a:t>
            </a:r>
            <a:r>
              <a:rPr lang="en-US" altLang="en-US" sz="2400" baseline="-25000" dirty="0">
                <a:latin typeface="+mn-lt"/>
              </a:rPr>
              <a:t>0</a:t>
            </a:r>
            <a:r>
              <a:rPr lang="en-US" altLang="en-US" sz="2400" dirty="0">
                <a:latin typeface="+mn-lt"/>
              </a:rPr>
              <a:t> = </a:t>
            </a:r>
            <a:r>
              <a:rPr lang="en-US" altLang="en-US" sz="2400" baseline="30000" dirty="0">
                <a:latin typeface="+mn-lt"/>
              </a:rPr>
              <a:t>-</a:t>
            </a:r>
            <a:r>
              <a:rPr lang="en-US" altLang="en-US" sz="2400" dirty="0">
                <a:latin typeface="+mn-lt"/>
              </a:rPr>
              <a:t>40( 0.14 ) </a:t>
            </a:r>
            <a:endParaRPr lang="en-US" altLang="en-US" sz="2400" i="1" baseline="-25000" dirty="0">
              <a:latin typeface="+mn-lt"/>
            </a:endParaRPr>
          </a:p>
        </p:txBody>
      </p:sp>
      <p:sp>
        <p:nvSpPr>
          <p:cNvPr id="130068" name="Text Box 20"/>
          <p:cNvSpPr txBox="1">
            <a:spLocks noChangeArrowheads="1"/>
          </p:cNvSpPr>
          <p:nvPr/>
        </p:nvSpPr>
        <p:spPr bwMode="auto">
          <a:xfrm>
            <a:off x="6076950" y="4341813"/>
            <a:ext cx="2589213" cy="461962"/>
          </a:xfrm>
          <a:prstGeom prst="rect">
            <a:avLst/>
          </a:prstGeom>
          <a:noFill/>
          <a:ln w="9525">
            <a:noFill/>
            <a:prstDash val="dash"/>
            <a:miter lim="800000"/>
            <a:headEnd/>
            <a:tailEnd/>
          </a:ln>
        </p:spPr>
        <p:txBody>
          <a:bodyPr>
            <a:spAutoFit/>
          </a:bodyPr>
          <a:lstStyle/>
          <a:p>
            <a:pPr>
              <a:defRPr/>
            </a:pPr>
            <a:r>
              <a:rPr lang="en-US" altLang="en-US" sz="2400" b="1" dirty="0">
                <a:latin typeface="+mn-lt"/>
              </a:rPr>
              <a:t>p</a:t>
            </a:r>
            <a:r>
              <a:rPr lang="en-US" altLang="en-US" sz="2400" baseline="-25000" dirty="0">
                <a:latin typeface="+mn-lt"/>
              </a:rPr>
              <a:t>0</a:t>
            </a:r>
            <a:r>
              <a:rPr lang="en-US" altLang="en-US" sz="2400" dirty="0">
                <a:latin typeface="+mn-lt"/>
              </a:rPr>
              <a:t> = </a:t>
            </a:r>
            <a:r>
              <a:rPr lang="en-US" altLang="en-US" sz="2400" baseline="30000" dirty="0">
                <a:latin typeface="+mn-lt"/>
              </a:rPr>
              <a:t>-</a:t>
            </a:r>
            <a:r>
              <a:rPr lang="en-US" altLang="en-US" sz="2400" dirty="0">
                <a:latin typeface="+mn-lt"/>
              </a:rPr>
              <a:t>5.6 </a:t>
            </a:r>
            <a:r>
              <a:rPr lang="en-US" altLang="en-US" sz="2400" b="1" dirty="0">
                <a:latin typeface="+mn-lt"/>
              </a:rPr>
              <a:t> </a:t>
            </a:r>
            <a:r>
              <a:rPr lang="en-US" altLang="en-US" sz="2400" dirty="0">
                <a:latin typeface="+mn-lt"/>
              </a:rPr>
              <a:t>kg</a:t>
            </a:r>
            <a:r>
              <a:rPr lang="en-US" altLang="en-US" sz="2400" baseline="-25000" dirty="0">
                <a:latin typeface="+mn-lt"/>
                <a:sym typeface="Symbol" pitchFamily="18" charset="2"/>
              </a:rPr>
              <a:t> </a:t>
            </a:r>
            <a:r>
              <a:rPr lang="en-US" altLang="en-US" sz="2400" dirty="0">
                <a:latin typeface="+mn-lt"/>
              </a:rPr>
              <a:t>m</a:t>
            </a:r>
            <a:r>
              <a:rPr lang="en-US" altLang="en-US" sz="2400" baseline="-25000" dirty="0">
                <a:latin typeface="+mn-lt"/>
              </a:rPr>
              <a:t> </a:t>
            </a:r>
            <a:r>
              <a:rPr lang="en-US" altLang="en-US" sz="2400" dirty="0">
                <a:latin typeface="+mn-lt"/>
              </a:rPr>
              <a:t>s</a:t>
            </a:r>
            <a:r>
              <a:rPr lang="en-US" altLang="en-US" sz="2400" baseline="30000" dirty="0">
                <a:latin typeface="+mn-lt"/>
              </a:rPr>
              <a:t>-1</a:t>
            </a:r>
            <a:endParaRPr lang="en-US" altLang="en-US" sz="2400" i="1" baseline="-25000" dirty="0">
              <a:latin typeface="+mn-lt"/>
            </a:endParaRPr>
          </a:p>
        </p:txBody>
      </p:sp>
      <p:sp>
        <p:nvSpPr>
          <p:cNvPr id="130069" name="Text Box 21"/>
          <p:cNvSpPr txBox="1">
            <a:spLocks noChangeArrowheads="1"/>
          </p:cNvSpPr>
          <p:nvPr/>
        </p:nvSpPr>
        <p:spPr bwMode="auto">
          <a:xfrm>
            <a:off x="6132293" y="5210175"/>
            <a:ext cx="2363788" cy="461963"/>
          </a:xfrm>
          <a:prstGeom prst="rect">
            <a:avLst/>
          </a:prstGeom>
          <a:noFill/>
          <a:ln w="9525">
            <a:noFill/>
            <a:miter lim="800000"/>
            <a:headEnd/>
            <a:tailEnd/>
          </a:ln>
        </p:spPr>
        <p:txBody>
          <a:bodyPr>
            <a:spAutoFit/>
          </a:bodyPr>
          <a:lstStyle/>
          <a:p>
            <a:pPr>
              <a:defRPr/>
            </a:pPr>
            <a:r>
              <a:rPr lang="en-US" altLang="en-US" sz="2400" b="1" dirty="0" err="1">
                <a:latin typeface="+mn-lt"/>
              </a:rPr>
              <a:t>p</a:t>
            </a:r>
            <a:r>
              <a:rPr lang="en-US" altLang="en-US" sz="2400" i="1" baseline="-25000" dirty="0" err="1">
                <a:latin typeface="+mn-lt"/>
              </a:rPr>
              <a:t>f</a:t>
            </a:r>
            <a:r>
              <a:rPr lang="en-US" altLang="en-US" sz="2400" dirty="0">
                <a:latin typeface="+mn-lt"/>
              </a:rPr>
              <a:t> = </a:t>
            </a:r>
            <a:r>
              <a:rPr lang="en-US" altLang="en-US" sz="2400" baseline="30000" dirty="0">
                <a:latin typeface="+mn-lt"/>
              </a:rPr>
              <a:t>+</a:t>
            </a:r>
            <a:r>
              <a:rPr lang="en-US" altLang="en-US" sz="2400" dirty="0">
                <a:latin typeface="+mn-lt"/>
              </a:rPr>
              <a:t>50( 0.14 ) </a:t>
            </a:r>
            <a:endParaRPr lang="en-US" altLang="en-US" sz="2400" i="1" baseline="-25000" dirty="0">
              <a:latin typeface="+mn-lt"/>
            </a:endParaRPr>
          </a:p>
        </p:txBody>
      </p:sp>
      <p:sp>
        <p:nvSpPr>
          <p:cNvPr id="130070" name="Text Box 22"/>
          <p:cNvSpPr txBox="1">
            <a:spLocks noChangeArrowheads="1"/>
          </p:cNvSpPr>
          <p:nvPr/>
        </p:nvSpPr>
        <p:spPr bwMode="auto">
          <a:xfrm>
            <a:off x="6145213" y="5622925"/>
            <a:ext cx="2619375" cy="461963"/>
          </a:xfrm>
          <a:prstGeom prst="rect">
            <a:avLst/>
          </a:prstGeom>
          <a:noFill/>
          <a:ln w="9525">
            <a:noFill/>
            <a:prstDash val="dash"/>
            <a:miter lim="800000"/>
            <a:headEnd/>
            <a:tailEnd/>
          </a:ln>
        </p:spPr>
        <p:txBody>
          <a:bodyPr>
            <a:spAutoFit/>
          </a:bodyPr>
          <a:lstStyle/>
          <a:p>
            <a:pPr>
              <a:defRPr/>
            </a:pPr>
            <a:r>
              <a:rPr lang="en-US" altLang="en-US" sz="2400" b="1" dirty="0" err="1">
                <a:latin typeface="+mn-lt"/>
              </a:rPr>
              <a:t>p</a:t>
            </a:r>
            <a:r>
              <a:rPr lang="en-US" altLang="en-US" sz="2400" i="1" baseline="-25000" dirty="0" err="1">
                <a:latin typeface="+mn-lt"/>
              </a:rPr>
              <a:t>f</a:t>
            </a:r>
            <a:r>
              <a:rPr lang="en-US" altLang="en-US" sz="2400" dirty="0">
                <a:latin typeface="+mn-lt"/>
              </a:rPr>
              <a:t> = </a:t>
            </a:r>
            <a:r>
              <a:rPr lang="en-US" altLang="en-US" sz="2400" baseline="30000" dirty="0">
                <a:latin typeface="+mn-lt"/>
              </a:rPr>
              <a:t>+</a:t>
            </a:r>
            <a:r>
              <a:rPr lang="en-US" altLang="en-US" sz="2400" dirty="0">
                <a:latin typeface="+mn-lt"/>
              </a:rPr>
              <a:t>7 kg</a:t>
            </a:r>
            <a:r>
              <a:rPr lang="en-US" altLang="en-US" sz="2400" baseline="-25000" dirty="0">
                <a:latin typeface="+mn-lt"/>
              </a:rPr>
              <a:t> </a:t>
            </a:r>
            <a:r>
              <a:rPr lang="en-US" altLang="en-US" sz="2400" dirty="0">
                <a:latin typeface="+mn-lt"/>
              </a:rPr>
              <a:t>m</a:t>
            </a:r>
            <a:r>
              <a:rPr lang="en-US" altLang="en-US" sz="2400" baseline="-25000" dirty="0">
                <a:latin typeface="+mn-lt"/>
              </a:rPr>
              <a:t> </a:t>
            </a:r>
            <a:r>
              <a:rPr lang="en-US" altLang="en-US" sz="2400" dirty="0">
                <a:latin typeface="+mn-lt"/>
              </a:rPr>
              <a:t>s</a:t>
            </a:r>
            <a:r>
              <a:rPr lang="en-US" altLang="en-US" sz="2400" baseline="30000" dirty="0">
                <a:latin typeface="+mn-lt"/>
              </a:rPr>
              <a:t>-1</a:t>
            </a:r>
            <a:endParaRPr lang="en-US" altLang="en-US" sz="2400" i="1" baseline="-25000" dirty="0">
              <a:latin typeface="+mn-lt"/>
            </a:endParaRPr>
          </a:p>
        </p:txBody>
      </p:sp>
      <p:sp>
        <p:nvSpPr>
          <p:cNvPr id="45" name="Line 13"/>
          <p:cNvSpPr>
            <a:spLocks noChangeShapeType="1"/>
          </p:cNvSpPr>
          <p:nvPr/>
        </p:nvSpPr>
        <p:spPr bwMode="auto">
          <a:xfrm>
            <a:off x="4824413" y="4065588"/>
            <a:ext cx="947737" cy="0"/>
          </a:xfrm>
          <a:prstGeom prst="line">
            <a:avLst/>
          </a:prstGeom>
          <a:noFill/>
          <a:ln w="57150">
            <a:solidFill>
              <a:schemeClr val="accent2"/>
            </a:solidFill>
            <a:round/>
            <a:headEnd type="triangle"/>
            <a:tailEnd type="none" w="med" len="med"/>
          </a:ln>
        </p:spPr>
        <p:txBody>
          <a:bodyPr/>
          <a:lstStyle/>
          <a:p>
            <a:pPr>
              <a:defRPr/>
            </a:pPr>
            <a:endParaRPr lang="en-US" sz="2400">
              <a:latin typeface="+mn-lt"/>
            </a:endParaRPr>
          </a:p>
        </p:txBody>
      </p:sp>
      <p:pic>
        <p:nvPicPr>
          <p:cNvPr id="46" name="Picture 45" descr="ballbat.jpg"/>
          <p:cNvPicPr>
            <a:picLocks noChangeAspect="1"/>
          </p:cNvPicPr>
          <p:nvPr/>
        </p:nvPicPr>
        <p:blipFill>
          <a:blip r:embed="rId5" cstate="print"/>
          <a:srcRect t="13333" r="27895" b="19298"/>
          <a:stretch>
            <a:fillRect/>
          </a:stretch>
        </p:blipFill>
        <p:spPr>
          <a:xfrm>
            <a:off x="6330950" y="168275"/>
            <a:ext cx="2349500" cy="1646238"/>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1+#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fade">
                                      <p:cBhvr>
                                        <p:cTn id="11" dur="2000"/>
                                        <p:tgtEl>
                                          <p:spTgt spid="46"/>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130055"/>
                                        </p:tgtEl>
                                        <p:attrNameLst>
                                          <p:attrName>style.visibility</p:attrName>
                                        </p:attrNameLst>
                                      </p:cBhvr>
                                      <p:to>
                                        <p:strVal val="visible"/>
                                      </p:to>
                                    </p:set>
                                    <p:anim calcmode="lin" valueType="num">
                                      <p:cBhvr additive="base">
                                        <p:cTn id="16" dur="500" fill="hold"/>
                                        <p:tgtEl>
                                          <p:spTgt spid="130055"/>
                                        </p:tgtEl>
                                        <p:attrNameLst>
                                          <p:attrName>ppt_x</p:attrName>
                                        </p:attrNameLst>
                                      </p:cBhvr>
                                      <p:tavLst>
                                        <p:tav tm="0">
                                          <p:val>
                                            <p:strVal val="0-#ppt_w/2"/>
                                          </p:val>
                                        </p:tav>
                                        <p:tav tm="100000">
                                          <p:val>
                                            <p:strVal val="#ppt_x"/>
                                          </p:val>
                                        </p:tav>
                                      </p:tavLst>
                                    </p:anim>
                                    <p:anim calcmode="lin" valueType="num">
                                      <p:cBhvr additive="base">
                                        <p:cTn id="17" dur="500" fill="hold"/>
                                        <p:tgtEl>
                                          <p:spTgt spid="130055"/>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0"/>
                                  </p:stCondLst>
                                  <p:childTnLst>
                                    <p:set>
                                      <p:cBhvr>
                                        <p:cTn id="19" dur="1" fill="hold">
                                          <p:stCondLst>
                                            <p:cond delay="0"/>
                                          </p:stCondLst>
                                        </p:cTn>
                                        <p:tgtEl>
                                          <p:spTgt spid="130054"/>
                                        </p:tgtEl>
                                        <p:attrNameLst>
                                          <p:attrName>style.visibility</p:attrName>
                                        </p:attrNameLst>
                                      </p:cBhvr>
                                      <p:to>
                                        <p:strVal val="visible"/>
                                      </p:to>
                                    </p:set>
                                    <p:anim calcmode="lin" valueType="num">
                                      <p:cBhvr additive="base">
                                        <p:cTn id="20" dur="500" fill="hold"/>
                                        <p:tgtEl>
                                          <p:spTgt spid="130054"/>
                                        </p:tgtEl>
                                        <p:attrNameLst>
                                          <p:attrName>ppt_x</p:attrName>
                                        </p:attrNameLst>
                                      </p:cBhvr>
                                      <p:tavLst>
                                        <p:tav tm="0">
                                          <p:val>
                                            <p:strVal val="1+#ppt_w/2"/>
                                          </p:val>
                                        </p:tav>
                                        <p:tav tm="100000">
                                          <p:val>
                                            <p:strVal val="#ppt_x"/>
                                          </p:val>
                                        </p:tav>
                                      </p:tavLst>
                                    </p:anim>
                                    <p:anim calcmode="lin" valueType="num">
                                      <p:cBhvr additive="base">
                                        <p:cTn id="21" dur="500" fill="hold"/>
                                        <p:tgtEl>
                                          <p:spTgt spid="130054"/>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500"/>
                            </p:stCondLst>
                            <p:childTnLst>
                              <p:par>
                                <p:cTn id="23" presetID="2" presetClass="exit" presetSubtype="2" fill="hold" nodeType="afterEffect">
                                  <p:stCondLst>
                                    <p:cond delay="0"/>
                                  </p:stCondLst>
                                  <p:childTnLst>
                                    <p:anim calcmode="lin" valueType="num">
                                      <p:cBhvr additive="base">
                                        <p:cTn id="24" dur="500"/>
                                        <p:tgtEl>
                                          <p:spTgt spid="130054"/>
                                        </p:tgtEl>
                                        <p:attrNameLst>
                                          <p:attrName>ppt_x</p:attrName>
                                        </p:attrNameLst>
                                      </p:cBhvr>
                                      <p:tavLst>
                                        <p:tav tm="0">
                                          <p:val>
                                            <p:strVal val="ppt_x"/>
                                          </p:val>
                                        </p:tav>
                                        <p:tav tm="100000">
                                          <p:val>
                                            <p:strVal val="1+ppt_w/2"/>
                                          </p:val>
                                        </p:tav>
                                      </p:tavLst>
                                    </p:anim>
                                    <p:anim calcmode="lin" valueType="num">
                                      <p:cBhvr additive="base">
                                        <p:cTn id="25" dur="500"/>
                                        <p:tgtEl>
                                          <p:spTgt spid="130054"/>
                                        </p:tgtEl>
                                        <p:attrNameLst>
                                          <p:attrName>ppt_y</p:attrName>
                                        </p:attrNameLst>
                                      </p:cBhvr>
                                      <p:tavLst>
                                        <p:tav tm="0">
                                          <p:val>
                                            <p:strVal val="ppt_y"/>
                                          </p:val>
                                        </p:tav>
                                        <p:tav tm="100000">
                                          <p:val>
                                            <p:strVal val="ppt_y"/>
                                          </p:val>
                                        </p:tav>
                                      </p:tavLst>
                                    </p:anim>
                                    <p:set>
                                      <p:cBhvr>
                                        <p:cTn id="26" dur="1" fill="hold">
                                          <p:stCondLst>
                                            <p:cond delay="499"/>
                                          </p:stCondLst>
                                        </p:cTn>
                                        <p:tgtEl>
                                          <p:spTgt spid="130054"/>
                                        </p:tgtEl>
                                        <p:attrNameLst>
                                          <p:attrName>style.visibility</p:attrName>
                                        </p:attrNameLst>
                                      </p:cBhvr>
                                      <p:to>
                                        <p:strVal val="hidden"/>
                                      </p:to>
                                    </p:set>
                                  </p:childTnLst>
                                </p:cTn>
                              </p:par>
                              <p:par>
                                <p:cTn id="27" presetID="63" presetClass="path" presetSubtype="0" accel="50000" decel="50000" fill="hold" grpId="1" nodeType="withEffect">
                                  <p:stCondLst>
                                    <p:cond delay="0"/>
                                  </p:stCondLst>
                                  <p:childTnLst>
                                    <p:animMotion origin="layout" path="M 1.94444E-6 -4.44444E-6 L 0.13489 -4.44444E-6 " pathEditMode="relative" rAng="0" ptsTypes="AA">
                                      <p:cBhvr>
                                        <p:cTn id="28" dur="3000" fill="hold"/>
                                        <p:tgtEl>
                                          <p:spTgt spid="130055"/>
                                        </p:tgtEl>
                                        <p:attrNameLst>
                                          <p:attrName>ppt_x</p:attrName>
                                          <p:attrName>ppt_y</p:attrName>
                                        </p:attrNameLst>
                                      </p:cBhvr>
                                      <p:rCtr x="67" y="0"/>
                                    </p:animMotion>
                                  </p:childTnLst>
                                </p:cTn>
                              </p:par>
                            </p:childTnLst>
                          </p:cTn>
                        </p:par>
                        <p:par>
                          <p:cTn id="29" fill="hold">
                            <p:stCondLst>
                              <p:cond delay="3500"/>
                            </p:stCondLst>
                            <p:childTnLst>
                              <p:par>
                                <p:cTn id="30" presetID="10" presetClass="exit" presetSubtype="0" fill="hold" grpId="2" nodeType="afterEffect">
                                  <p:stCondLst>
                                    <p:cond delay="0"/>
                                  </p:stCondLst>
                                  <p:childTnLst>
                                    <p:animEffect transition="out" filter="fade">
                                      <p:cBhvr>
                                        <p:cTn id="31" dur="2000"/>
                                        <p:tgtEl>
                                          <p:spTgt spid="130055"/>
                                        </p:tgtEl>
                                      </p:cBhvr>
                                    </p:animEffect>
                                    <p:set>
                                      <p:cBhvr>
                                        <p:cTn id="32" dur="1" fill="hold">
                                          <p:stCondLst>
                                            <p:cond delay="1999"/>
                                          </p:stCondLst>
                                        </p:cTn>
                                        <p:tgtEl>
                                          <p:spTgt spid="130055"/>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7411">
                                            <p:txEl>
                                              <p:pRg st="1" end="1"/>
                                            </p:txEl>
                                          </p:spTgt>
                                        </p:tgtEl>
                                        <p:attrNameLst>
                                          <p:attrName>style.visibility</p:attrName>
                                        </p:attrNameLst>
                                      </p:cBhvr>
                                      <p:to>
                                        <p:strVal val="visible"/>
                                      </p:to>
                                    </p:set>
                                    <p:anim calcmode="lin" valueType="num">
                                      <p:cBhvr additive="base">
                                        <p:cTn id="37"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30057"/>
                                        </p:tgtEl>
                                        <p:attrNameLst>
                                          <p:attrName>style.visibility</p:attrName>
                                        </p:attrNameLst>
                                      </p:cBhvr>
                                      <p:to>
                                        <p:strVal val="visible"/>
                                      </p:to>
                                    </p:set>
                                    <p:animEffect transition="in" filter="fade">
                                      <p:cBhvr>
                                        <p:cTn id="43" dur="500"/>
                                        <p:tgtEl>
                                          <p:spTgt spid="13005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nodeType="clickEffect">
                                  <p:stCondLst>
                                    <p:cond delay="0"/>
                                  </p:stCondLst>
                                  <p:childTnLst>
                                    <p:set>
                                      <p:cBhvr>
                                        <p:cTn id="47" dur="1" fill="hold">
                                          <p:stCondLst>
                                            <p:cond delay="0"/>
                                          </p:stCondLst>
                                        </p:cTn>
                                        <p:tgtEl>
                                          <p:spTgt spid="130056"/>
                                        </p:tgtEl>
                                        <p:attrNameLst>
                                          <p:attrName>style.visibility</p:attrName>
                                        </p:attrNameLst>
                                      </p:cBhvr>
                                      <p:to>
                                        <p:strVal val="visible"/>
                                      </p:to>
                                    </p:set>
                                    <p:animEffect transition="in" filter="fade">
                                      <p:cBhvr>
                                        <p:cTn id="48" dur="500"/>
                                        <p:tgtEl>
                                          <p:spTgt spid="13005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500"/>
                                        <p:tgtEl>
                                          <p:spTgt spid="45"/>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30062"/>
                                        </p:tgtEl>
                                        <p:attrNameLst>
                                          <p:attrName>style.visibility</p:attrName>
                                        </p:attrNameLst>
                                      </p:cBhvr>
                                      <p:to>
                                        <p:strVal val="visible"/>
                                      </p:to>
                                    </p:set>
                                    <p:animEffect transition="in" filter="fade">
                                      <p:cBhvr>
                                        <p:cTn id="58" dur="500"/>
                                        <p:tgtEl>
                                          <p:spTgt spid="13006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30064"/>
                                        </p:tgtEl>
                                        <p:attrNameLst>
                                          <p:attrName>style.visibility</p:attrName>
                                        </p:attrNameLst>
                                      </p:cBhvr>
                                      <p:to>
                                        <p:strVal val="visible"/>
                                      </p:to>
                                    </p:set>
                                    <p:animEffect transition="in" filter="wipe(left)">
                                      <p:cBhvr>
                                        <p:cTn id="63" dur="500"/>
                                        <p:tgtEl>
                                          <p:spTgt spid="13006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30066"/>
                                        </p:tgtEl>
                                        <p:attrNameLst>
                                          <p:attrName>style.visibility</p:attrName>
                                        </p:attrNameLst>
                                      </p:cBhvr>
                                      <p:to>
                                        <p:strVal val="visible"/>
                                      </p:to>
                                    </p:set>
                                    <p:animEffect transition="in" filter="wipe(left)">
                                      <p:cBhvr>
                                        <p:cTn id="68" dur="500"/>
                                        <p:tgtEl>
                                          <p:spTgt spid="130066"/>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30059"/>
                                        </p:tgtEl>
                                        <p:attrNameLst>
                                          <p:attrName>style.visibility</p:attrName>
                                        </p:attrNameLst>
                                      </p:cBhvr>
                                      <p:to>
                                        <p:strVal val="visible"/>
                                      </p:to>
                                    </p:set>
                                    <p:animEffect transition="in" filter="fade">
                                      <p:cBhvr>
                                        <p:cTn id="73" dur="500"/>
                                        <p:tgtEl>
                                          <p:spTgt spid="130059"/>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0" presetClass="entr" presetSubtype="0" fill="hold" nodeType="clickEffect">
                                  <p:stCondLst>
                                    <p:cond delay="0"/>
                                  </p:stCondLst>
                                  <p:childTnLst>
                                    <p:set>
                                      <p:cBhvr>
                                        <p:cTn id="77" dur="1" fill="hold">
                                          <p:stCondLst>
                                            <p:cond delay="0"/>
                                          </p:stCondLst>
                                        </p:cTn>
                                        <p:tgtEl>
                                          <p:spTgt spid="130058"/>
                                        </p:tgtEl>
                                        <p:attrNameLst>
                                          <p:attrName>style.visibility</p:attrName>
                                        </p:attrNameLst>
                                      </p:cBhvr>
                                      <p:to>
                                        <p:strVal val="visible"/>
                                      </p:to>
                                    </p:set>
                                    <p:animEffect transition="in" filter="fade">
                                      <p:cBhvr>
                                        <p:cTn id="78" dur="500"/>
                                        <p:tgtEl>
                                          <p:spTgt spid="130058"/>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0" presetClass="entr" presetSubtype="0" fill="hold" nodeType="clickEffect">
                                  <p:stCondLst>
                                    <p:cond delay="0"/>
                                  </p:stCondLst>
                                  <p:childTnLst>
                                    <p:set>
                                      <p:cBhvr>
                                        <p:cTn id="82" dur="1" fill="hold">
                                          <p:stCondLst>
                                            <p:cond delay="0"/>
                                          </p:stCondLst>
                                        </p:cTn>
                                        <p:tgtEl>
                                          <p:spTgt spid="130061"/>
                                        </p:tgtEl>
                                        <p:attrNameLst>
                                          <p:attrName>style.visibility</p:attrName>
                                        </p:attrNameLst>
                                      </p:cBhvr>
                                      <p:to>
                                        <p:strVal val="visible"/>
                                      </p:to>
                                    </p:set>
                                    <p:animEffect transition="in" filter="fade">
                                      <p:cBhvr>
                                        <p:cTn id="83" dur="500"/>
                                        <p:tgtEl>
                                          <p:spTgt spid="130061"/>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130063"/>
                                        </p:tgtEl>
                                        <p:attrNameLst>
                                          <p:attrName>style.visibility</p:attrName>
                                        </p:attrNameLst>
                                      </p:cBhvr>
                                      <p:to>
                                        <p:strVal val="visible"/>
                                      </p:to>
                                    </p:set>
                                    <p:animEffect transition="in" filter="fade">
                                      <p:cBhvr>
                                        <p:cTn id="88" dur="500"/>
                                        <p:tgtEl>
                                          <p:spTgt spid="130063"/>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30065"/>
                                        </p:tgtEl>
                                        <p:attrNameLst>
                                          <p:attrName>style.visibility</p:attrName>
                                        </p:attrNameLst>
                                      </p:cBhvr>
                                      <p:to>
                                        <p:strVal val="visible"/>
                                      </p:to>
                                    </p:set>
                                    <p:animEffect transition="in" filter="wipe(left)">
                                      <p:cBhvr>
                                        <p:cTn id="93" dur="500"/>
                                        <p:tgtEl>
                                          <p:spTgt spid="130065"/>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130067"/>
                                        </p:tgtEl>
                                        <p:attrNameLst>
                                          <p:attrName>style.visibility</p:attrName>
                                        </p:attrNameLst>
                                      </p:cBhvr>
                                      <p:to>
                                        <p:strVal val="visible"/>
                                      </p:to>
                                    </p:set>
                                    <p:animEffect transition="in" filter="fade">
                                      <p:cBhvr>
                                        <p:cTn id="98" dur="500"/>
                                        <p:tgtEl>
                                          <p:spTgt spid="130067"/>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130068"/>
                                        </p:tgtEl>
                                        <p:attrNameLst>
                                          <p:attrName>style.visibility</p:attrName>
                                        </p:attrNameLst>
                                      </p:cBhvr>
                                      <p:to>
                                        <p:strVal val="visible"/>
                                      </p:to>
                                    </p:set>
                                    <p:animEffect transition="in" filter="fade">
                                      <p:cBhvr>
                                        <p:cTn id="103" dur="500"/>
                                        <p:tgtEl>
                                          <p:spTgt spid="130068"/>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130069"/>
                                        </p:tgtEl>
                                        <p:attrNameLst>
                                          <p:attrName>style.visibility</p:attrName>
                                        </p:attrNameLst>
                                      </p:cBhvr>
                                      <p:to>
                                        <p:strVal val="visible"/>
                                      </p:to>
                                    </p:set>
                                    <p:animEffect transition="in" filter="fade">
                                      <p:cBhvr>
                                        <p:cTn id="108" dur="500"/>
                                        <p:tgtEl>
                                          <p:spTgt spid="130069"/>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130070"/>
                                        </p:tgtEl>
                                        <p:attrNameLst>
                                          <p:attrName>style.visibility</p:attrName>
                                        </p:attrNameLst>
                                      </p:cBhvr>
                                      <p:to>
                                        <p:strVal val="visible"/>
                                      </p:to>
                                    </p:set>
                                    <p:animEffect transition="in" filter="fade">
                                      <p:cBhvr>
                                        <p:cTn id="113" dur="500"/>
                                        <p:tgtEl>
                                          <p:spTgt spid="130070"/>
                                        </p:tgtEl>
                                      </p:cBhvr>
                                    </p:animEffect>
                                  </p:childTnLst>
                                </p:cTn>
                              </p:par>
                            </p:childTnLst>
                          </p:cTn>
                        </p:par>
                      </p:childTnLst>
                    </p:cTn>
                  </p:par>
                  <p:par>
                    <p:cTn id="114" fill="hold">
                      <p:stCondLst>
                        <p:cond delay="indefinite"/>
                      </p:stCondLst>
                      <p:childTnLst>
                        <p:par>
                          <p:cTn id="115" fill="hold">
                            <p:stCondLst>
                              <p:cond delay="0"/>
                            </p:stCondLst>
                            <p:childTnLst>
                              <p:par>
                                <p:cTn id="116" presetID="2" presetClass="entr" presetSubtype="4" fill="hold" nodeType="clickEffect">
                                  <p:stCondLst>
                                    <p:cond delay="0"/>
                                  </p:stCondLst>
                                  <p:childTnLst>
                                    <p:set>
                                      <p:cBhvr>
                                        <p:cTn id="117" dur="1" fill="hold">
                                          <p:stCondLst>
                                            <p:cond delay="0"/>
                                          </p:stCondLst>
                                        </p:cTn>
                                        <p:tgtEl>
                                          <p:spTgt spid="17411">
                                            <p:txEl>
                                              <p:pRg st="4" end="4"/>
                                            </p:txEl>
                                          </p:spTgt>
                                        </p:tgtEl>
                                        <p:attrNameLst>
                                          <p:attrName>style.visibility</p:attrName>
                                        </p:attrNameLst>
                                      </p:cBhvr>
                                      <p:to>
                                        <p:strVal val="visible"/>
                                      </p:to>
                                    </p:set>
                                    <p:anim calcmode="lin" valueType="num">
                                      <p:cBhvr additive="base">
                                        <p:cTn id="118" dur="5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additive="base">
                                        <p:cTn id="119" dur="500" fill="hold"/>
                                        <p:tgtEl>
                                          <p:spTgt spid="174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nodeType="clickEffect">
                                  <p:stCondLst>
                                    <p:cond delay="0"/>
                                  </p:stCondLst>
                                  <p:childTnLst>
                                    <p:set>
                                      <p:cBhvr>
                                        <p:cTn id="123" dur="1" fill="hold">
                                          <p:stCondLst>
                                            <p:cond delay="0"/>
                                          </p:stCondLst>
                                        </p:cTn>
                                        <p:tgtEl>
                                          <p:spTgt spid="17411">
                                            <p:txEl>
                                              <p:pRg st="5" end="5"/>
                                            </p:txEl>
                                          </p:spTgt>
                                        </p:tgtEl>
                                        <p:attrNameLst>
                                          <p:attrName>style.visibility</p:attrName>
                                        </p:attrNameLst>
                                      </p:cBhvr>
                                      <p:to>
                                        <p:strVal val="visible"/>
                                      </p:to>
                                    </p:set>
                                    <p:anim calcmode="lin" valueType="num">
                                      <p:cBhvr additive="base">
                                        <p:cTn id="124" dur="500" fill="hold"/>
                                        <p:tgtEl>
                                          <p:spTgt spid="17411">
                                            <p:txEl>
                                              <p:pRg st="5" end="5"/>
                                            </p:txEl>
                                          </p:spTgt>
                                        </p:tgtEl>
                                        <p:attrNameLst>
                                          <p:attrName>ppt_x</p:attrName>
                                        </p:attrNameLst>
                                      </p:cBhvr>
                                      <p:tavLst>
                                        <p:tav tm="0">
                                          <p:val>
                                            <p:strVal val="#ppt_x"/>
                                          </p:val>
                                        </p:tav>
                                        <p:tav tm="100000">
                                          <p:val>
                                            <p:strVal val="#ppt_x"/>
                                          </p:val>
                                        </p:tav>
                                      </p:tavLst>
                                    </p:anim>
                                    <p:anim calcmode="lin" valueType="num">
                                      <p:cBhvr additive="base">
                                        <p:cTn id="125" dur="500" fill="hold"/>
                                        <p:tgtEl>
                                          <p:spTgt spid="1741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 presetClass="entr" presetSubtype="4" fill="hold" nodeType="clickEffect">
                                  <p:stCondLst>
                                    <p:cond delay="0"/>
                                  </p:stCondLst>
                                  <p:childTnLst>
                                    <p:set>
                                      <p:cBhvr>
                                        <p:cTn id="129" dur="1" fill="hold">
                                          <p:stCondLst>
                                            <p:cond delay="0"/>
                                          </p:stCondLst>
                                        </p:cTn>
                                        <p:tgtEl>
                                          <p:spTgt spid="17411">
                                            <p:txEl>
                                              <p:pRg st="6" end="6"/>
                                            </p:txEl>
                                          </p:spTgt>
                                        </p:tgtEl>
                                        <p:attrNameLst>
                                          <p:attrName>style.visibility</p:attrName>
                                        </p:attrNameLst>
                                      </p:cBhvr>
                                      <p:to>
                                        <p:strVal val="visible"/>
                                      </p:to>
                                    </p:set>
                                    <p:anim calcmode="lin" valueType="num">
                                      <p:cBhvr additive="base">
                                        <p:cTn id="130" dur="500" fill="hold"/>
                                        <p:tgtEl>
                                          <p:spTgt spid="17411">
                                            <p:txEl>
                                              <p:pRg st="6" end="6"/>
                                            </p:txEl>
                                          </p:spTgt>
                                        </p:tgtEl>
                                        <p:attrNameLst>
                                          <p:attrName>ppt_x</p:attrName>
                                        </p:attrNameLst>
                                      </p:cBhvr>
                                      <p:tavLst>
                                        <p:tav tm="0">
                                          <p:val>
                                            <p:strVal val="#ppt_x"/>
                                          </p:val>
                                        </p:tav>
                                        <p:tav tm="100000">
                                          <p:val>
                                            <p:strVal val="#ppt_x"/>
                                          </p:val>
                                        </p:tav>
                                      </p:tavLst>
                                    </p:anim>
                                    <p:anim calcmode="lin" valueType="num">
                                      <p:cBhvr additive="base">
                                        <p:cTn id="131" dur="500" fill="hold"/>
                                        <p:tgtEl>
                                          <p:spTgt spid="1741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2" presetClass="entr" presetSubtype="4" fill="hold" nodeType="clickEffect">
                                  <p:stCondLst>
                                    <p:cond delay="0"/>
                                  </p:stCondLst>
                                  <p:childTnLst>
                                    <p:set>
                                      <p:cBhvr>
                                        <p:cTn id="135" dur="1" fill="hold">
                                          <p:stCondLst>
                                            <p:cond delay="0"/>
                                          </p:stCondLst>
                                        </p:cTn>
                                        <p:tgtEl>
                                          <p:spTgt spid="17411">
                                            <p:txEl>
                                              <p:pRg st="7" end="7"/>
                                            </p:txEl>
                                          </p:spTgt>
                                        </p:tgtEl>
                                        <p:attrNameLst>
                                          <p:attrName>style.visibility</p:attrName>
                                        </p:attrNameLst>
                                      </p:cBhvr>
                                      <p:to>
                                        <p:strVal val="visible"/>
                                      </p:to>
                                    </p:set>
                                    <p:anim calcmode="lin" valueType="num">
                                      <p:cBhvr additive="base">
                                        <p:cTn id="136" dur="500" fill="hold"/>
                                        <p:tgtEl>
                                          <p:spTgt spid="17411">
                                            <p:txEl>
                                              <p:pRg st="7" end="7"/>
                                            </p:txEl>
                                          </p:spTgt>
                                        </p:tgtEl>
                                        <p:attrNameLst>
                                          <p:attrName>ppt_x</p:attrName>
                                        </p:attrNameLst>
                                      </p:cBhvr>
                                      <p:tavLst>
                                        <p:tav tm="0">
                                          <p:val>
                                            <p:strVal val="#ppt_x"/>
                                          </p:val>
                                        </p:tav>
                                        <p:tav tm="100000">
                                          <p:val>
                                            <p:strVal val="#ppt_x"/>
                                          </p:val>
                                        </p:tav>
                                      </p:tavLst>
                                    </p:anim>
                                    <p:anim calcmode="lin" valueType="num">
                                      <p:cBhvr additive="base">
                                        <p:cTn id="137" dur="500" fill="hold"/>
                                        <p:tgtEl>
                                          <p:spTgt spid="1741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2" presetClass="entr" presetSubtype="4" fill="hold" nodeType="clickEffect">
                                  <p:stCondLst>
                                    <p:cond delay="0"/>
                                  </p:stCondLst>
                                  <p:childTnLst>
                                    <p:set>
                                      <p:cBhvr>
                                        <p:cTn id="141" dur="1" fill="hold">
                                          <p:stCondLst>
                                            <p:cond delay="0"/>
                                          </p:stCondLst>
                                        </p:cTn>
                                        <p:tgtEl>
                                          <p:spTgt spid="47">
                                            <p:txEl>
                                              <p:pRg st="0" end="0"/>
                                            </p:txEl>
                                          </p:spTgt>
                                        </p:tgtEl>
                                        <p:attrNameLst>
                                          <p:attrName>style.visibility</p:attrName>
                                        </p:attrNameLst>
                                      </p:cBhvr>
                                      <p:to>
                                        <p:strVal val="visible"/>
                                      </p:to>
                                    </p:set>
                                    <p:anim calcmode="lin" valueType="num">
                                      <p:cBhvr additive="base">
                                        <p:cTn id="142" dur="500" fill="hold"/>
                                        <p:tgtEl>
                                          <p:spTgt spid="47">
                                            <p:txEl>
                                              <p:pRg st="0" end="0"/>
                                            </p:txEl>
                                          </p:spTgt>
                                        </p:tgtEl>
                                        <p:attrNameLst>
                                          <p:attrName>ppt_x</p:attrName>
                                        </p:attrNameLst>
                                      </p:cBhvr>
                                      <p:tavLst>
                                        <p:tav tm="0">
                                          <p:val>
                                            <p:strVal val="#ppt_x"/>
                                          </p:val>
                                        </p:tav>
                                        <p:tav tm="100000">
                                          <p:val>
                                            <p:strVal val="#ppt_x"/>
                                          </p:val>
                                        </p:tav>
                                      </p:tavLst>
                                    </p:anim>
                                    <p:anim calcmode="lin" valueType="num">
                                      <p:cBhvr additive="base">
                                        <p:cTn id="143" dur="500" fill="hold"/>
                                        <p:tgtEl>
                                          <p:spTgt spid="4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5" grpId="0" animBg="1"/>
      <p:bldP spid="130055" grpId="1" animBg="1"/>
      <p:bldP spid="130055" grpId="2" animBg="1"/>
      <p:bldP spid="130057" grpId="0" animBg="1"/>
      <p:bldP spid="130059" grpId="0" animBg="1"/>
      <p:bldP spid="130062" grpId="0"/>
      <p:bldP spid="130063" grpId="0"/>
      <p:bldP spid="130064" grpId="0"/>
      <p:bldP spid="130065" grpId="0"/>
      <p:bldP spid="130066" grpId="0" animBg="1"/>
      <p:bldP spid="130067" grpId="0"/>
      <p:bldP spid="130068" grpId="0"/>
      <p:bldP spid="130069" grpId="0"/>
      <p:bldP spid="13007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26"/>
          <p:cNvSpPr>
            <a:spLocks noChangeArrowheads="1"/>
          </p:cNvSpPr>
          <p:nvPr/>
        </p:nvSpPr>
        <p:spPr bwMode="auto">
          <a:xfrm>
            <a:off x="703263" y="5078413"/>
            <a:ext cx="7747000" cy="1779587"/>
          </a:xfrm>
          <a:prstGeom prst="rect">
            <a:avLst/>
          </a:prstGeom>
          <a:solidFill>
            <a:srgbClr val="FFCCCC"/>
          </a:solidFill>
          <a:ln>
            <a:noFill/>
          </a:ln>
          <a:effectLst/>
        </p:spPr>
        <p:txBody>
          <a:bodyPr/>
          <a:lstStyle>
            <a:lvl1pPr eaLnBrk="0" hangingPunct="0">
              <a:defRPr sz="2000">
                <a:solidFill>
                  <a:schemeClr val="tx1"/>
                </a:solidFill>
                <a:latin typeface="Courier New" pitchFamily="49" charset="0"/>
              </a:defRPr>
            </a:lvl1pPr>
            <a:lvl2pPr marL="742950" indent="-285750" eaLnBrk="0" hangingPunct="0">
              <a:defRPr sz="2000">
                <a:solidFill>
                  <a:schemeClr val="tx1"/>
                </a:solidFill>
                <a:latin typeface="Courier New" pitchFamily="49" charset="0"/>
              </a:defRPr>
            </a:lvl2pPr>
            <a:lvl3pPr marL="1143000" indent="-228600" eaLnBrk="0" hangingPunct="0">
              <a:defRPr sz="2000">
                <a:solidFill>
                  <a:schemeClr val="tx1"/>
                </a:solidFill>
                <a:latin typeface="Courier New" pitchFamily="49" charset="0"/>
              </a:defRPr>
            </a:lvl3pPr>
            <a:lvl4pPr marL="1600200" indent="-228600" eaLnBrk="0" hangingPunct="0">
              <a:defRPr sz="2000">
                <a:solidFill>
                  <a:schemeClr val="tx1"/>
                </a:solidFill>
                <a:latin typeface="Courier New" pitchFamily="49" charset="0"/>
              </a:defRPr>
            </a:lvl4pPr>
            <a:lvl5pPr marL="2057400" indent="-228600" eaLnBrk="0" hangingPunct="0">
              <a:defRPr sz="2000">
                <a:solidFill>
                  <a:schemeClr val="tx1"/>
                </a:solidFill>
                <a:latin typeface="Courier New" pitchFamily="49" charset="0"/>
              </a:defRPr>
            </a:lvl5pPr>
            <a:lvl6pPr marL="2514600" indent="-228600" eaLnBrk="0" fontAlgn="base" hangingPunct="0">
              <a:spcBef>
                <a:spcPct val="0"/>
              </a:spcBef>
              <a:spcAft>
                <a:spcPct val="0"/>
              </a:spcAft>
              <a:defRPr sz="2000">
                <a:solidFill>
                  <a:schemeClr val="tx1"/>
                </a:solidFill>
                <a:latin typeface="Courier New" pitchFamily="49" charset="0"/>
              </a:defRPr>
            </a:lvl6pPr>
            <a:lvl7pPr marL="2971800" indent="-228600" eaLnBrk="0" fontAlgn="base" hangingPunct="0">
              <a:spcBef>
                <a:spcPct val="0"/>
              </a:spcBef>
              <a:spcAft>
                <a:spcPct val="0"/>
              </a:spcAft>
              <a:defRPr sz="2000">
                <a:solidFill>
                  <a:schemeClr val="tx1"/>
                </a:solidFill>
                <a:latin typeface="Courier New" pitchFamily="49" charset="0"/>
              </a:defRPr>
            </a:lvl7pPr>
            <a:lvl8pPr marL="3429000" indent="-228600" eaLnBrk="0" fontAlgn="base" hangingPunct="0">
              <a:spcBef>
                <a:spcPct val="0"/>
              </a:spcBef>
              <a:spcAft>
                <a:spcPct val="0"/>
              </a:spcAft>
              <a:defRPr sz="2000">
                <a:solidFill>
                  <a:schemeClr val="tx1"/>
                </a:solidFill>
                <a:latin typeface="Courier New" pitchFamily="49" charset="0"/>
              </a:defRPr>
            </a:lvl8pPr>
            <a:lvl9pPr marL="3886200" indent="-228600" eaLnBrk="0" fontAlgn="base" hangingPunct="0">
              <a:spcBef>
                <a:spcPct val="0"/>
              </a:spcBef>
              <a:spcAft>
                <a:spcPct val="0"/>
              </a:spcAft>
              <a:defRPr sz="2000">
                <a:solidFill>
                  <a:schemeClr val="tx1"/>
                </a:solidFill>
                <a:latin typeface="Courier New" pitchFamily="49" charset="0"/>
              </a:defRPr>
            </a:lvl9pPr>
          </a:lstStyle>
          <a:p>
            <a:pPr eaLnBrk="1" hangingPunct="1">
              <a:spcBef>
                <a:spcPct val="20000"/>
              </a:spcBef>
              <a:defRPr/>
            </a:pPr>
            <a:r>
              <a:rPr lang="en-US" altLang="en-US" sz="2400" b="1" i="1" dirty="0">
                <a:latin typeface="+mn-lt"/>
              </a:rPr>
              <a:t>FYI    </a:t>
            </a:r>
          </a:p>
          <a:p>
            <a:pPr eaLnBrk="1" hangingPunct="1">
              <a:spcBef>
                <a:spcPct val="20000"/>
              </a:spcBef>
              <a:defRPr/>
            </a:pPr>
            <a:r>
              <a:rPr lang="en-US" altLang="en-US" sz="2400" b="1" dirty="0">
                <a:latin typeface="+mn-lt"/>
                <a:sym typeface="Symbol" pitchFamily="18" charset="2"/>
              </a:rPr>
              <a:t></a:t>
            </a:r>
            <a:r>
              <a:rPr lang="en-US" altLang="en-US" sz="2400" dirty="0">
                <a:latin typeface="+mn-lt"/>
                <a:sym typeface="Symbol" pitchFamily="18" charset="2"/>
              </a:rPr>
              <a:t>Since a Newton is about a quarter-pound, </a:t>
            </a:r>
            <a:r>
              <a:rPr lang="en-US" altLang="en-US" sz="2400" i="1" dirty="0">
                <a:solidFill>
                  <a:srgbClr val="FF0000"/>
                </a:solidFill>
                <a:latin typeface="+mn-lt"/>
                <a:sym typeface="Symbol" pitchFamily="18" charset="2"/>
              </a:rPr>
              <a:t>F</a:t>
            </a:r>
            <a:r>
              <a:rPr lang="en-US" altLang="en-US" sz="2400" dirty="0">
                <a:latin typeface="+mn-lt"/>
                <a:sym typeface="Symbol" pitchFamily="18" charset="2"/>
              </a:rPr>
              <a:t> is about 10500 / 4 = 2626 pounds – more than a ton of force!</a:t>
            </a:r>
          </a:p>
          <a:p>
            <a:pPr eaLnBrk="1" hangingPunct="1">
              <a:spcBef>
                <a:spcPct val="20000"/>
              </a:spcBef>
              <a:defRPr/>
            </a:pPr>
            <a:r>
              <a:rPr lang="en-US" altLang="en-US" sz="2400" b="1" dirty="0">
                <a:latin typeface="+mn-lt"/>
                <a:sym typeface="Symbol" pitchFamily="18" charset="2"/>
              </a:rPr>
              <a:t></a:t>
            </a:r>
            <a:r>
              <a:rPr lang="en-US" altLang="en-US" sz="2400" dirty="0">
                <a:latin typeface="+mn-lt"/>
                <a:sym typeface="Symbol" pitchFamily="18" charset="2"/>
              </a:rPr>
              <a:t>Furthermore, </a:t>
            </a:r>
            <a:r>
              <a:rPr lang="en-US" altLang="en-US" sz="2400" i="1" dirty="0" err="1">
                <a:latin typeface="+mn-lt"/>
                <a:sym typeface="Symbol" pitchFamily="18" charset="2"/>
              </a:rPr>
              <a:t>F</a:t>
            </a:r>
            <a:r>
              <a:rPr lang="en-US" altLang="en-US" sz="2400" baseline="-25000" dirty="0" err="1">
                <a:latin typeface="+mn-lt"/>
                <a:sym typeface="Symbol" pitchFamily="18" charset="2"/>
              </a:rPr>
              <a:t>max</a:t>
            </a:r>
            <a:r>
              <a:rPr lang="en-US" altLang="en-US" sz="2400" dirty="0">
                <a:latin typeface="+mn-lt"/>
                <a:sym typeface="Symbol" pitchFamily="18" charset="2"/>
              </a:rPr>
              <a:t> is even greater than </a:t>
            </a:r>
            <a:r>
              <a:rPr lang="en-US" altLang="en-US" sz="2400" i="1" dirty="0">
                <a:solidFill>
                  <a:srgbClr val="FF0000"/>
                </a:solidFill>
                <a:latin typeface="+mn-lt"/>
                <a:sym typeface="Symbol" pitchFamily="18" charset="2"/>
              </a:rPr>
              <a:t>F</a:t>
            </a:r>
            <a:r>
              <a:rPr lang="en-US" altLang="en-US" sz="2400" dirty="0">
                <a:latin typeface="+mn-lt"/>
                <a:sym typeface="Symbol" pitchFamily="18" charset="2"/>
              </a:rPr>
              <a:t>!</a:t>
            </a:r>
            <a:endParaRPr lang="en-US" altLang="en-US" sz="2400" dirty="0">
              <a:latin typeface="+mn-lt"/>
            </a:endParaRPr>
          </a:p>
        </p:txBody>
      </p:sp>
      <p:sp>
        <p:nvSpPr>
          <p:cNvPr id="22530" name="Rectangle 2"/>
          <p:cNvSpPr>
            <a:spLocks noChangeArrowheads="1"/>
          </p:cNvSpPr>
          <p:nvPr/>
        </p:nvSpPr>
        <p:spPr bwMode="auto">
          <a:xfrm>
            <a:off x="685800" y="1549400"/>
            <a:ext cx="7772400" cy="461963"/>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rPr>
              <a:t>Impulse and force – time graphs </a:t>
            </a:r>
            <a:r>
              <a:rPr lang="en-US" altLang="en-US" sz="2400">
                <a:latin typeface="Arial" charset="0"/>
              </a:rPr>
              <a:t>	</a:t>
            </a:r>
          </a:p>
        </p:txBody>
      </p:sp>
      <p:sp>
        <p:nvSpPr>
          <p:cNvPr id="17411" name="Rectangle 5"/>
          <p:cNvSpPr>
            <a:spLocks noChangeArrowheads="1"/>
          </p:cNvSpPr>
          <p:nvPr/>
        </p:nvSpPr>
        <p:spPr bwMode="auto">
          <a:xfrm>
            <a:off x="679450" y="2011363"/>
            <a:ext cx="7761288" cy="3052762"/>
          </a:xfrm>
          <a:prstGeom prst="rect">
            <a:avLst/>
          </a:prstGeom>
          <a:solidFill>
            <a:srgbClr val="FFFFCC"/>
          </a:solidFill>
          <a:ln w="9525">
            <a:noFill/>
            <a:miter lim="800000"/>
            <a:headEnd/>
            <a:tailEnd/>
          </a:ln>
        </p:spPr>
        <p:txBody>
          <a:bodyPr/>
          <a:lstStyle/>
          <a:p>
            <a:pPr>
              <a:lnSpc>
                <a:spcPct val="90000"/>
              </a:lnSpc>
              <a:spcBef>
                <a:spcPct val="20000"/>
              </a:spcBef>
            </a:pPr>
            <a:r>
              <a:rPr lang="en-US" altLang="en-US" sz="2400">
                <a:latin typeface="Arial" charset="0"/>
              </a:rPr>
              <a:t>EXAMPLE:  A 0.140-kg baseball comes in at 40.0 m/s, strikes the bat, and goes back out at 50.0 m/s.  If the collision lasts 1.20 ms (a typical value), find the average force exerted on the ball during the collision.</a:t>
            </a:r>
          </a:p>
          <a:p>
            <a:pPr>
              <a:lnSpc>
                <a:spcPct val="90000"/>
              </a:lnSpc>
              <a:spcBef>
                <a:spcPct val="20000"/>
              </a:spcBef>
            </a:pPr>
            <a:r>
              <a:rPr lang="en-US" altLang="en-US" sz="2400">
                <a:latin typeface="Arial" charset="0"/>
              </a:rPr>
              <a:t>SOLUTION:  </a:t>
            </a:r>
            <a:r>
              <a:rPr lang="en-US" altLang="en-US" sz="2400">
                <a:solidFill>
                  <a:srgbClr val="000000"/>
                </a:solidFill>
                <a:latin typeface="Arial" charset="0"/>
                <a:sym typeface="Symbol" pitchFamily="18" charset="2"/>
              </a:rPr>
              <a:t>We can use </a:t>
            </a:r>
            <a:r>
              <a:rPr lang="en-US" altLang="en-US" sz="2400" i="1">
                <a:latin typeface="Arial" charset="0"/>
                <a:cs typeface="Courier New" pitchFamily="49" charset="0"/>
                <a:sym typeface="Symbol" pitchFamily="18" charset="2"/>
              </a:rPr>
              <a:t>J</a:t>
            </a:r>
            <a:r>
              <a:rPr lang="en-US" altLang="en-US" sz="2400" b="1">
                <a:latin typeface="Arial" charset="0"/>
                <a:cs typeface="Courier New" pitchFamily="49" charset="0"/>
                <a:sym typeface="Symbol" pitchFamily="18" charset="2"/>
              </a:rPr>
              <a:t> </a:t>
            </a:r>
            <a:r>
              <a:rPr lang="en-US" altLang="en-US" sz="2400">
                <a:latin typeface="Arial" charset="0"/>
                <a:cs typeface="Courier New" pitchFamily="49" charset="0"/>
                <a:sym typeface="Symbol" pitchFamily="18" charset="2"/>
              </a:rPr>
              <a:t>=</a:t>
            </a:r>
            <a:r>
              <a:rPr lang="en-US" altLang="en-US" sz="2400" b="1">
                <a:latin typeface="Arial" charset="0"/>
                <a:cs typeface="Courier New" pitchFamily="49" charset="0"/>
                <a:sym typeface="Symbol" pitchFamily="18" charset="2"/>
              </a:rPr>
              <a:t> </a:t>
            </a:r>
            <a:r>
              <a:rPr lang="en-US" altLang="en-US" sz="2400" i="1">
                <a:latin typeface="Arial" charset="0"/>
                <a:cs typeface="Courier New" pitchFamily="49" charset="0"/>
                <a:sym typeface="Symbol" pitchFamily="18" charset="2"/>
              </a:rPr>
              <a:t>F</a:t>
            </a:r>
            <a:r>
              <a:rPr lang="en-US" altLang="en-US" sz="2400" i="1" baseline="-25000">
                <a:latin typeface="Arial" charset="0"/>
                <a:cs typeface="Courier New" pitchFamily="49" charset="0"/>
                <a:sym typeface="Symbol" pitchFamily="18" charset="2"/>
              </a:rPr>
              <a:t> </a:t>
            </a:r>
            <a:r>
              <a:rPr lang="en-US" sz="2400">
                <a:latin typeface="Arial" charset="0"/>
                <a:sym typeface="Symbol" pitchFamily="18" charset="2"/>
              </a:rPr>
              <a:t></a:t>
            </a:r>
            <a:r>
              <a:rPr lang="en-US" altLang="en-US" sz="2400" i="1">
                <a:solidFill>
                  <a:srgbClr val="000000"/>
                </a:solidFill>
                <a:latin typeface="Arial" charset="0"/>
              </a:rPr>
              <a:t>t</a:t>
            </a:r>
            <a:r>
              <a:rPr lang="en-US" altLang="en-US" sz="2400">
                <a:solidFill>
                  <a:srgbClr val="000000"/>
                </a:solidFill>
                <a:latin typeface="Arial" charset="0"/>
              </a:rPr>
              <a:t>. Thus</a:t>
            </a:r>
          </a:p>
          <a:p>
            <a:pPr>
              <a:lnSpc>
                <a:spcPct val="90000"/>
              </a:lnSpc>
              <a:spcBef>
                <a:spcPct val="20000"/>
              </a:spcBef>
            </a:pPr>
            <a:r>
              <a:rPr lang="en-US" altLang="en-US" sz="2400" i="1">
                <a:solidFill>
                  <a:srgbClr val="000000"/>
                </a:solidFill>
                <a:latin typeface="Arial" charset="0"/>
              </a:rPr>
              <a:t>      F = </a:t>
            </a:r>
            <a:r>
              <a:rPr lang="en-US" altLang="en-US" sz="2400" i="1">
                <a:solidFill>
                  <a:srgbClr val="000000"/>
                </a:solidFill>
                <a:latin typeface="Arial" charset="0"/>
                <a:cs typeface="Courier New" pitchFamily="49" charset="0"/>
                <a:sym typeface="Symbol" pitchFamily="18" charset="2"/>
              </a:rPr>
              <a:t>J /</a:t>
            </a:r>
            <a:r>
              <a:rPr lang="en-US" altLang="en-US" sz="2400" i="1" baseline="-25000">
                <a:solidFill>
                  <a:srgbClr val="000000"/>
                </a:solidFill>
                <a:latin typeface="Arial" charset="0"/>
                <a:cs typeface="Courier New" pitchFamily="49" charset="0"/>
                <a:sym typeface="Symbol" pitchFamily="18" charset="2"/>
              </a:rPr>
              <a:t> </a:t>
            </a:r>
            <a:r>
              <a:rPr lang="en-US" sz="2400">
                <a:latin typeface="Arial" charset="0"/>
                <a:sym typeface="Symbol" pitchFamily="18" charset="2"/>
              </a:rPr>
              <a:t></a:t>
            </a:r>
            <a:r>
              <a:rPr lang="en-US" altLang="en-US" sz="2400" i="1">
                <a:solidFill>
                  <a:srgbClr val="000000"/>
                </a:solidFill>
                <a:latin typeface="Arial" charset="0"/>
              </a:rPr>
              <a:t>t</a:t>
            </a:r>
          </a:p>
          <a:p>
            <a:pPr>
              <a:lnSpc>
                <a:spcPct val="90000"/>
              </a:lnSpc>
              <a:spcBef>
                <a:spcPct val="20000"/>
              </a:spcBef>
            </a:pPr>
            <a:r>
              <a:rPr lang="en-US" altLang="en-US" sz="2400" i="1">
                <a:solidFill>
                  <a:srgbClr val="000000"/>
                </a:solidFill>
                <a:latin typeface="Arial" charset="0"/>
              </a:rPr>
              <a:t>         = </a:t>
            </a:r>
            <a:r>
              <a:rPr lang="en-US" altLang="en-US" sz="2400">
                <a:solidFill>
                  <a:srgbClr val="000000"/>
                </a:solidFill>
                <a:latin typeface="Arial" charset="0"/>
              </a:rPr>
              <a:t>12.6 </a:t>
            </a:r>
            <a:r>
              <a:rPr lang="en-US" altLang="en-US" sz="2400" i="1">
                <a:solidFill>
                  <a:srgbClr val="000000"/>
                </a:solidFill>
                <a:latin typeface="Arial" charset="0"/>
              </a:rPr>
              <a:t>/</a:t>
            </a:r>
            <a:r>
              <a:rPr lang="en-US" altLang="en-US" sz="2400">
                <a:solidFill>
                  <a:srgbClr val="000000"/>
                </a:solidFill>
                <a:latin typeface="Arial" charset="0"/>
              </a:rPr>
              <a:t> 1.20×10</a:t>
            </a:r>
            <a:r>
              <a:rPr lang="en-US" altLang="en-US" sz="2400" baseline="30000">
                <a:solidFill>
                  <a:srgbClr val="000000"/>
                </a:solidFill>
                <a:latin typeface="Arial" charset="0"/>
              </a:rPr>
              <a:t>-3</a:t>
            </a:r>
            <a:endParaRPr lang="en-US" altLang="en-US" sz="2400" i="1">
              <a:solidFill>
                <a:srgbClr val="000000"/>
              </a:solidFill>
              <a:latin typeface="Arial" charset="0"/>
            </a:endParaRPr>
          </a:p>
          <a:p>
            <a:pPr>
              <a:lnSpc>
                <a:spcPct val="90000"/>
              </a:lnSpc>
              <a:spcBef>
                <a:spcPct val="20000"/>
              </a:spcBef>
            </a:pPr>
            <a:r>
              <a:rPr lang="en-US" altLang="en-US" sz="2400">
                <a:solidFill>
                  <a:srgbClr val="000000"/>
                </a:solidFill>
                <a:latin typeface="Arial" charset="0"/>
              </a:rPr>
              <a:t>         = 10500 N.</a:t>
            </a:r>
            <a:endParaRPr lang="en-US" altLang="en-US" sz="2400">
              <a:latin typeface="Arial" charset="0"/>
            </a:endParaRPr>
          </a:p>
        </p:txBody>
      </p:sp>
      <p:sp>
        <p:nvSpPr>
          <p:cNvPr id="130081" name="Freeform 33"/>
          <p:cNvSpPr>
            <a:spLocks/>
          </p:cNvSpPr>
          <p:nvPr/>
        </p:nvSpPr>
        <p:spPr bwMode="auto">
          <a:xfrm>
            <a:off x="5326063" y="4024313"/>
            <a:ext cx="2722562" cy="979487"/>
          </a:xfrm>
          <a:custGeom>
            <a:avLst/>
            <a:gdLst>
              <a:gd name="T0" fmla="*/ 0 w 1277"/>
              <a:gd name="T1" fmla="*/ 2147483647 h 576"/>
              <a:gd name="T2" fmla="*/ 2147483647 w 1277"/>
              <a:gd name="T3" fmla="*/ 2147483647 h 576"/>
              <a:gd name="T4" fmla="*/ 2147483647 w 1277"/>
              <a:gd name="T5" fmla="*/ 0 h 576"/>
              <a:gd name="T6" fmla="*/ 2147483647 w 1277"/>
              <a:gd name="T7" fmla="*/ 2147483647 h 576"/>
              <a:gd name="T8" fmla="*/ 2147483647 w 1277"/>
              <a:gd name="T9" fmla="*/ 2147483647 h 576"/>
              <a:gd name="T10" fmla="*/ 0 60000 65536"/>
              <a:gd name="T11" fmla="*/ 0 60000 65536"/>
              <a:gd name="T12" fmla="*/ 0 60000 65536"/>
              <a:gd name="T13" fmla="*/ 0 60000 65536"/>
              <a:gd name="T14" fmla="*/ 0 60000 65536"/>
              <a:gd name="T15" fmla="*/ 0 w 1277"/>
              <a:gd name="T16" fmla="*/ 0 h 576"/>
              <a:gd name="T17" fmla="*/ 1277 w 1277"/>
              <a:gd name="T18" fmla="*/ 576 h 576"/>
            </a:gdLst>
            <a:ahLst/>
            <a:cxnLst>
              <a:cxn ang="T10">
                <a:pos x="T0" y="T1"/>
              </a:cxn>
              <a:cxn ang="T11">
                <a:pos x="T2" y="T3"/>
              </a:cxn>
              <a:cxn ang="T12">
                <a:pos x="T4" y="T5"/>
              </a:cxn>
              <a:cxn ang="T13">
                <a:pos x="T6" y="T7"/>
              </a:cxn>
              <a:cxn ang="T14">
                <a:pos x="T8" y="T9"/>
              </a:cxn>
            </a:cxnLst>
            <a:rect l="T15" t="T16" r="T17" b="T18"/>
            <a:pathLst>
              <a:path w="1277" h="576">
                <a:moveTo>
                  <a:pt x="0" y="576"/>
                </a:moveTo>
                <a:cubicBezTo>
                  <a:pt x="105" y="532"/>
                  <a:pt x="211" y="489"/>
                  <a:pt x="317" y="393"/>
                </a:cubicBezTo>
                <a:cubicBezTo>
                  <a:pt x="423" y="297"/>
                  <a:pt x="527" y="0"/>
                  <a:pt x="634" y="0"/>
                </a:cubicBezTo>
                <a:cubicBezTo>
                  <a:pt x="741" y="0"/>
                  <a:pt x="853" y="297"/>
                  <a:pt x="960" y="393"/>
                </a:cubicBezTo>
                <a:cubicBezTo>
                  <a:pt x="1067" y="489"/>
                  <a:pt x="1172" y="532"/>
                  <a:pt x="1277" y="576"/>
                </a:cubicBezTo>
              </a:path>
            </a:pathLst>
          </a:custGeom>
          <a:solidFill>
            <a:srgbClr val="FF3300"/>
          </a:solidFill>
          <a:ln w="28575" cmpd="sng">
            <a:solidFill>
              <a:srgbClr val="FF3300"/>
            </a:solidFill>
            <a:round/>
            <a:headEnd/>
            <a:tailEnd/>
          </a:ln>
        </p:spPr>
        <p:txBody>
          <a:bodyPr/>
          <a:lstStyle/>
          <a:p>
            <a:pPr>
              <a:defRPr/>
            </a:pPr>
            <a:endParaRPr lang="en-US" sz="2400">
              <a:latin typeface="+mn-lt"/>
            </a:endParaRPr>
          </a:p>
        </p:txBody>
      </p:sp>
      <p:sp>
        <p:nvSpPr>
          <p:cNvPr id="130082" name="Rectangle 34"/>
          <p:cNvSpPr>
            <a:spLocks noChangeArrowheads="1"/>
          </p:cNvSpPr>
          <p:nvPr/>
        </p:nvSpPr>
        <p:spPr bwMode="auto">
          <a:xfrm>
            <a:off x="5311775" y="4473575"/>
            <a:ext cx="2762250" cy="530225"/>
          </a:xfrm>
          <a:prstGeom prst="rect">
            <a:avLst/>
          </a:prstGeom>
          <a:solidFill>
            <a:srgbClr val="FF3300"/>
          </a:solidFill>
          <a:ln w="9525">
            <a:noFill/>
            <a:miter lim="800000"/>
            <a:headEnd/>
            <a:tailEnd/>
          </a:ln>
        </p:spPr>
        <p:txBody>
          <a:bodyPr wrap="none" anchor="ctr"/>
          <a:lstStyle/>
          <a:p>
            <a:pPr>
              <a:defRPr/>
            </a:pPr>
            <a:endParaRPr lang="en-US" altLang="en-US" sz="2400">
              <a:latin typeface="+mn-lt"/>
            </a:endParaRPr>
          </a:p>
        </p:txBody>
      </p:sp>
      <p:grpSp>
        <p:nvGrpSpPr>
          <p:cNvPr id="2" name="Group 35"/>
          <p:cNvGrpSpPr>
            <a:grpSpLocks/>
          </p:cNvGrpSpPr>
          <p:nvPr/>
        </p:nvGrpSpPr>
        <p:grpSpPr bwMode="auto">
          <a:xfrm>
            <a:off x="5310188" y="3790950"/>
            <a:ext cx="2784475" cy="1228725"/>
            <a:chOff x="3705" y="1555"/>
            <a:chExt cx="1306" cy="422"/>
          </a:xfrm>
        </p:grpSpPr>
        <p:sp>
          <p:nvSpPr>
            <p:cNvPr id="17449" name="Rectangle 36"/>
            <p:cNvSpPr>
              <a:spLocks noChangeArrowheads="1"/>
            </p:cNvSpPr>
            <p:nvPr/>
          </p:nvSpPr>
          <p:spPr bwMode="auto">
            <a:xfrm>
              <a:off x="3715" y="1555"/>
              <a:ext cx="1287" cy="413"/>
            </a:xfrm>
            <a:prstGeom prst="rect">
              <a:avLst/>
            </a:prstGeom>
            <a:solidFill>
              <a:srgbClr val="BBE0E3">
                <a:alpha val="50195"/>
              </a:srgbClr>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7450" name="Line 37"/>
            <p:cNvSpPr>
              <a:spLocks noChangeShapeType="1"/>
            </p:cNvSpPr>
            <p:nvPr/>
          </p:nvSpPr>
          <p:spPr bwMode="auto">
            <a:xfrm>
              <a:off x="5011" y="1555"/>
              <a:ext cx="0" cy="422"/>
            </a:xfrm>
            <a:prstGeom prst="line">
              <a:avLst/>
            </a:prstGeom>
            <a:noFill/>
            <a:ln w="38100">
              <a:solidFill>
                <a:schemeClr val="tx1"/>
              </a:solidFill>
              <a:round/>
              <a:headEnd/>
              <a:tailEnd/>
            </a:ln>
          </p:spPr>
          <p:txBody>
            <a:bodyPr/>
            <a:lstStyle/>
            <a:p>
              <a:pPr>
                <a:defRPr/>
              </a:pPr>
              <a:endParaRPr lang="en-US" sz="2400">
                <a:latin typeface="+mn-lt"/>
              </a:endParaRPr>
            </a:p>
          </p:txBody>
        </p:sp>
        <p:sp>
          <p:nvSpPr>
            <p:cNvPr id="17451" name="Line 38"/>
            <p:cNvSpPr>
              <a:spLocks noChangeShapeType="1"/>
            </p:cNvSpPr>
            <p:nvPr/>
          </p:nvSpPr>
          <p:spPr bwMode="auto">
            <a:xfrm>
              <a:off x="3705" y="1555"/>
              <a:ext cx="0" cy="422"/>
            </a:xfrm>
            <a:prstGeom prst="line">
              <a:avLst/>
            </a:prstGeom>
            <a:noFill/>
            <a:ln w="38100">
              <a:solidFill>
                <a:schemeClr val="tx1"/>
              </a:solidFill>
              <a:round/>
              <a:headEnd/>
              <a:tailEnd/>
            </a:ln>
          </p:spPr>
          <p:txBody>
            <a:bodyPr/>
            <a:lstStyle/>
            <a:p>
              <a:pPr>
                <a:defRPr/>
              </a:pPr>
              <a:endParaRPr lang="en-US" sz="2400">
                <a:latin typeface="+mn-lt"/>
              </a:endParaRPr>
            </a:p>
          </p:txBody>
        </p:sp>
      </p:grpSp>
      <p:grpSp>
        <p:nvGrpSpPr>
          <p:cNvPr id="3" name="Group 39"/>
          <p:cNvGrpSpPr>
            <a:grpSpLocks/>
          </p:cNvGrpSpPr>
          <p:nvPr/>
        </p:nvGrpSpPr>
        <p:grpSpPr bwMode="auto">
          <a:xfrm>
            <a:off x="6667500" y="3714750"/>
            <a:ext cx="2798763" cy="460375"/>
            <a:chOff x="3267" y="1877"/>
            <a:chExt cx="972" cy="158"/>
          </a:xfrm>
        </p:grpSpPr>
        <p:sp>
          <p:nvSpPr>
            <p:cNvPr id="17447" name="Text Box 40"/>
            <p:cNvSpPr txBox="1">
              <a:spLocks noChangeArrowheads="1"/>
            </p:cNvSpPr>
            <p:nvPr/>
          </p:nvSpPr>
          <p:spPr bwMode="auto">
            <a:xfrm>
              <a:off x="3848" y="1877"/>
              <a:ext cx="391" cy="158"/>
            </a:xfrm>
            <a:prstGeom prst="rect">
              <a:avLst/>
            </a:prstGeom>
            <a:noFill/>
            <a:ln w="9525">
              <a:noFill/>
              <a:miter lim="800000"/>
              <a:headEnd/>
              <a:tailEnd/>
            </a:ln>
          </p:spPr>
          <p:txBody>
            <a:bodyPr>
              <a:spAutoFit/>
            </a:bodyPr>
            <a:lstStyle/>
            <a:p>
              <a:pPr>
                <a:defRPr/>
              </a:pPr>
              <a:r>
                <a:rPr lang="en-US" altLang="en-US" sz="2400" i="1" dirty="0" err="1">
                  <a:latin typeface="+mn-lt"/>
                </a:rPr>
                <a:t>F</a:t>
              </a:r>
              <a:r>
                <a:rPr lang="en-US" altLang="en-US" sz="2400" i="1" baseline="-25000" dirty="0" err="1">
                  <a:latin typeface="+mn-lt"/>
                </a:rPr>
                <a:t>max</a:t>
              </a:r>
              <a:endParaRPr lang="en-US" altLang="en-US" sz="2400" i="1" dirty="0">
                <a:latin typeface="+mn-lt"/>
              </a:endParaRPr>
            </a:p>
          </p:txBody>
        </p:sp>
        <p:sp>
          <p:nvSpPr>
            <p:cNvPr id="17448" name="Line 41"/>
            <p:cNvSpPr>
              <a:spLocks noChangeShapeType="1"/>
            </p:cNvSpPr>
            <p:nvPr/>
          </p:nvSpPr>
          <p:spPr bwMode="auto">
            <a:xfrm flipV="1">
              <a:off x="3267" y="1978"/>
              <a:ext cx="586" cy="0"/>
            </a:xfrm>
            <a:prstGeom prst="line">
              <a:avLst/>
            </a:prstGeom>
            <a:noFill/>
            <a:ln w="9525">
              <a:solidFill>
                <a:schemeClr val="tx1"/>
              </a:solidFill>
              <a:prstDash val="dash"/>
              <a:round/>
              <a:headEnd/>
              <a:tailEnd/>
            </a:ln>
          </p:spPr>
          <p:txBody>
            <a:bodyPr/>
            <a:lstStyle/>
            <a:p>
              <a:pPr>
                <a:defRPr/>
              </a:pPr>
              <a:endParaRPr lang="en-US" sz="2400">
                <a:latin typeface="+mn-lt"/>
              </a:endParaRPr>
            </a:p>
          </p:txBody>
        </p:sp>
      </p:grpSp>
      <p:grpSp>
        <p:nvGrpSpPr>
          <p:cNvPr id="4" name="Group 42"/>
          <p:cNvGrpSpPr>
            <a:grpSpLocks/>
          </p:cNvGrpSpPr>
          <p:nvPr/>
        </p:nvGrpSpPr>
        <p:grpSpPr bwMode="auto">
          <a:xfrm>
            <a:off x="5303838" y="4273550"/>
            <a:ext cx="3408362" cy="460375"/>
            <a:chOff x="2331" y="2069"/>
            <a:chExt cx="1598" cy="158"/>
          </a:xfrm>
        </p:grpSpPr>
        <p:sp>
          <p:nvSpPr>
            <p:cNvPr id="17445" name="Text Box 43"/>
            <p:cNvSpPr txBox="1">
              <a:spLocks noChangeArrowheads="1"/>
            </p:cNvSpPr>
            <p:nvPr/>
          </p:nvSpPr>
          <p:spPr bwMode="auto">
            <a:xfrm>
              <a:off x="3754" y="2069"/>
              <a:ext cx="175" cy="158"/>
            </a:xfrm>
            <a:prstGeom prst="rect">
              <a:avLst/>
            </a:prstGeom>
            <a:noFill/>
            <a:ln w="9525">
              <a:noFill/>
              <a:miter lim="800000"/>
              <a:headEnd/>
              <a:tailEnd/>
            </a:ln>
          </p:spPr>
          <p:txBody>
            <a:bodyPr wrap="none">
              <a:spAutoFit/>
            </a:bodyPr>
            <a:lstStyle/>
            <a:p>
              <a:pPr>
                <a:defRPr/>
              </a:pPr>
              <a:r>
                <a:rPr lang="en-US" altLang="en-US" sz="2400" i="1" dirty="0">
                  <a:solidFill>
                    <a:srgbClr val="FF0000"/>
                  </a:solidFill>
                  <a:latin typeface="+mn-lt"/>
                </a:rPr>
                <a:t>F</a:t>
              </a:r>
              <a:endParaRPr lang="en-US" altLang="en-US" sz="2400" dirty="0">
                <a:solidFill>
                  <a:srgbClr val="FF0000"/>
                </a:solidFill>
                <a:latin typeface="+mn-lt"/>
              </a:endParaRPr>
            </a:p>
          </p:txBody>
        </p:sp>
        <p:sp>
          <p:nvSpPr>
            <p:cNvPr id="17446" name="Line 44"/>
            <p:cNvSpPr>
              <a:spLocks noChangeShapeType="1"/>
            </p:cNvSpPr>
            <p:nvPr/>
          </p:nvSpPr>
          <p:spPr bwMode="auto">
            <a:xfrm>
              <a:off x="2331" y="2138"/>
              <a:ext cx="1438" cy="0"/>
            </a:xfrm>
            <a:prstGeom prst="line">
              <a:avLst/>
            </a:prstGeom>
            <a:noFill/>
            <a:ln w="9525">
              <a:solidFill>
                <a:schemeClr val="tx1"/>
              </a:solidFill>
              <a:prstDash val="dash"/>
              <a:round/>
              <a:headEnd/>
              <a:tailEnd/>
            </a:ln>
          </p:spPr>
          <p:txBody>
            <a:bodyPr/>
            <a:lstStyle/>
            <a:p>
              <a:pPr>
                <a:defRPr/>
              </a:pPr>
              <a:endParaRPr lang="en-US" sz="2400">
                <a:latin typeface="+mn-lt"/>
              </a:endParaRPr>
            </a:p>
          </p:txBody>
        </p:sp>
      </p:grpSp>
      <p:pic>
        <p:nvPicPr>
          <p:cNvPr id="36" name="Picture 35" descr="ballbat.jpg"/>
          <p:cNvPicPr>
            <a:picLocks noChangeAspect="1"/>
          </p:cNvPicPr>
          <p:nvPr/>
        </p:nvPicPr>
        <p:blipFill>
          <a:blip r:embed="rId3" cstate="print"/>
          <a:srcRect t="13333" r="27895" b="19298"/>
          <a:stretch>
            <a:fillRect/>
          </a:stretch>
        </p:blipFill>
        <p:spPr>
          <a:xfrm>
            <a:off x="6330950" y="168275"/>
            <a:ext cx="2349500" cy="1646238"/>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11">
                                            <p:txEl>
                                              <p:pRg st="1" end="1"/>
                                            </p:txEl>
                                          </p:spTgt>
                                        </p:tgtEl>
                                        <p:attrNameLst>
                                          <p:attrName>style.visibility</p:attrName>
                                        </p:attrNameLst>
                                      </p:cBhvr>
                                      <p:to>
                                        <p:strVal val="visible"/>
                                      </p:to>
                                    </p:set>
                                    <p:anim calcmode="lin" valueType="num">
                                      <p:cBhvr additive="base">
                                        <p:cTn id="13"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411">
                                            <p:txEl>
                                              <p:pRg st="2" end="2"/>
                                            </p:txEl>
                                          </p:spTgt>
                                        </p:tgtEl>
                                        <p:attrNameLst>
                                          <p:attrName>style.visibility</p:attrName>
                                        </p:attrNameLst>
                                      </p:cBhvr>
                                      <p:to>
                                        <p:strVal val="visible"/>
                                      </p:to>
                                    </p:set>
                                    <p:anim calcmode="lin" valueType="num">
                                      <p:cBhvr additive="base">
                                        <p:cTn id="19" dur="500" fill="hold"/>
                                        <p:tgtEl>
                                          <p:spTgt spid="174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411">
                                            <p:txEl>
                                              <p:pRg st="3" end="3"/>
                                            </p:txEl>
                                          </p:spTgt>
                                        </p:tgtEl>
                                        <p:attrNameLst>
                                          <p:attrName>style.visibility</p:attrName>
                                        </p:attrNameLst>
                                      </p:cBhvr>
                                      <p:to>
                                        <p:strVal val="visible"/>
                                      </p:to>
                                    </p:set>
                                    <p:anim calcmode="lin" valueType="num">
                                      <p:cBhvr additive="base">
                                        <p:cTn id="25" dur="500" fill="hold"/>
                                        <p:tgtEl>
                                          <p:spTgt spid="1741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4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7411">
                                            <p:txEl>
                                              <p:pRg st="4" end="4"/>
                                            </p:txEl>
                                          </p:spTgt>
                                        </p:tgtEl>
                                        <p:attrNameLst>
                                          <p:attrName>style.visibility</p:attrName>
                                        </p:attrNameLst>
                                      </p:cBhvr>
                                      <p:to>
                                        <p:strVal val="visible"/>
                                      </p:to>
                                    </p:set>
                                    <p:anim calcmode="lin" valueType="num">
                                      <p:cBhvr additive="base">
                                        <p:cTn id="31" dur="5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4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7">
                                            <p:txEl>
                                              <p:pRg st="0" end="0"/>
                                            </p:txEl>
                                          </p:spTgt>
                                        </p:tgtEl>
                                        <p:attrNameLst>
                                          <p:attrName>style.visibility</p:attrName>
                                        </p:attrNameLst>
                                      </p:cBhvr>
                                      <p:to>
                                        <p:strVal val="visible"/>
                                      </p:to>
                                    </p:set>
                                    <p:anim calcmode="lin" valueType="num">
                                      <p:cBhvr additive="base">
                                        <p:cTn id="37" dur="500" fill="hold"/>
                                        <p:tgtEl>
                                          <p:spTgt spid="37">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7">
                                            <p:txEl>
                                              <p:pRg st="1" end="1"/>
                                            </p:txEl>
                                          </p:spTgt>
                                        </p:tgtEl>
                                        <p:attrNameLst>
                                          <p:attrName>style.visibility</p:attrName>
                                        </p:attrNameLst>
                                      </p:cBhvr>
                                      <p:to>
                                        <p:strVal val="visible"/>
                                      </p:to>
                                    </p:set>
                                    <p:anim calcmode="lin" valueType="num">
                                      <p:cBhvr additive="base">
                                        <p:cTn id="43" dur="500" fill="hold"/>
                                        <p:tgtEl>
                                          <p:spTgt spid="37">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7">
                                            <p:txEl>
                                              <p:pRg st="2" end="2"/>
                                            </p:txEl>
                                          </p:spTgt>
                                        </p:tgtEl>
                                        <p:attrNameLst>
                                          <p:attrName>style.visibility</p:attrName>
                                        </p:attrNameLst>
                                      </p:cBhvr>
                                      <p:to>
                                        <p:strVal val="visible"/>
                                      </p:to>
                                    </p:set>
                                    <p:anim calcmode="lin" valueType="num">
                                      <p:cBhvr additive="base">
                                        <p:cTn id="49" dur="500" fill="hold"/>
                                        <p:tgtEl>
                                          <p:spTgt spid="37">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130081"/>
                                        </p:tgtEl>
                                        <p:attrNameLst>
                                          <p:attrName>style.visibility</p:attrName>
                                        </p:attrNameLst>
                                      </p:cBhvr>
                                      <p:to>
                                        <p:strVal val="visible"/>
                                      </p:to>
                                    </p:set>
                                    <p:animEffect transition="in" filter="wipe(left)">
                                      <p:cBhvr>
                                        <p:cTn id="55" dur="1000"/>
                                        <p:tgtEl>
                                          <p:spTgt spid="13008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0" presetClass="entr" presetSubtype="0" fill="hold" nodeType="click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fade">
                                      <p:cBhvr>
                                        <p:cTn id="60" dur="2000"/>
                                        <p:tgtEl>
                                          <p:spTgt spid="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3"/>
                                        </p:tgtEl>
                                        <p:attrNameLst>
                                          <p:attrName>style.visibility</p:attrName>
                                        </p:attrNameLst>
                                      </p:cBhvr>
                                      <p:to>
                                        <p:strVal val="visible"/>
                                      </p:to>
                                    </p:set>
                                    <p:animEffect transition="in" filter="wipe(left)">
                                      <p:cBhvr>
                                        <p:cTn id="65" dur="500"/>
                                        <p:tgtEl>
                                          <p:spTgt spid="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xit" presetSubtype="1" fill="hold" nodeType="clickEffect">
                                  <p:stCondLst>
                                    <p:cond delay="0"/>
                                  </p:stCondLst>
                                  <p:childTnLst>
                                    <p:animEffect transition="out" filter="wipe(up)">
                                      <p:cBhvr>
                                        <p:cTn id="69" dur="5000"/>
                                        <p:tgtEl>
                                          <p:spTgt spid="130081"/>
                                        </p:tgtEl>
                                      </p:cBhvr>
                                    </p:animEffect>
                                    <p:set>
                                      <p:cBhvr>
                                        <p:cTn id="70" dur="1" fill="hold">
                                          <p:stCondLst>
                                            <p:cond delay="4999"/>
                                          </p:stCondLst>
                                        </p:cTn>
                                        <p:tgtEl>
                                          <p:spTgt spid="130081"/>
                                        </p:tgtEl>
                                        <p:attrNameLst>
                                          <p:attrName>style.visibility</p:attrName>
                                        </p:attrNameLst>
                                      </p:cBhvr>
                                      <p:to>
                                        <p:strVal val="hidden"/>
                                      </p:to>
                                    </p:set>
                                  </p:childTnLst>
                                </p:cTn>
                              </p:par>
                              <p:par>
                                <p:cTn id="71" presetID="22" presetClass="entr" presetSubtype="4" fill="hold" grpId="0" nodeType="withEffect">
                                  <p:stCondLst>
                                    <p:cond delay="0"/>
                                  </p:stCondLst>
                                  <p:childTnLst>
                                    <p:set>
                                      <p:cBhvr>
                                        <p:cTn id="72" dur="1" fill="hold">
                                          <p:stCondLst>
                                            <p:cond delay="0"/>
                                          </p:stCondLst>
                                        </p:cTn>
                                        <p:tgtEl>
                                          <p:spTgt spid="130082"/>
                                        </p:tgtEl>
                                        <p:attrNameLst>
                                          <p:attrName>style.visibility</p:attrName>
                                        </p:attrNameLst>
                                      </p:cBhvr>
                                      <p:to>
                                        <p:strVal val="visible"/>
                                      </p:to>
                                    </p:set>
                                    <p:animEffect transition="in" filter="wipe(down)">
                                      <p:cBhvr>
                                        <p:cTn id="73" dur="2000"/>
                                        <p:tgtEl>
                                          <p:spTgt spid="130082"/>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4"/>
                                        </p:tgtEl>
                                        <p:attrNameLst>
                                          <p:attrName>style.visibility</p:attrName>
                                        </p:attrNameLst>
                                      </p:cBhvr>
                                      <p:to>
                                        <p:strVal val="visible"/>
                                      </p:to>
                                    </p:set>
                                    <p:animEffect transition="in" filter="wipe(left)">
                                      <p:cBhvr>
                                        <p:cTn id="7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8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2"/>
          <p:cNvSpPr>
            <a:spLocks noChangeArrowheads="1"/>
          </p:cNvSpPr>
          <p:nvPr/>
        </p:nvSpPr>
        <p:spPr bwMode="auto">
          <a:xfrm>
            <a:off x="685800" y="1549400"/>
            <a:ext cx="7772400" cy="1066800"/>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rPr>
              <a:t>Sketching and interpreting force – time graphs </a:t>
            </a:r>
            <a:r>
              <a:rPr lang="en-US" altLang="en-US" sz="2400">
                <a:latin typeface="Arial" charset="0"/>
              </a:rPr>
              <a:t>	</a:t>
            </a:r>
          </a:p>
        </p:txBody>
      </p:sp>
      <p:sp>
        <p:nvSpPr>
          <p:cNvPr id="19" name="Rectangle 26"/>
          <p:cNvSpPr>
            <a:spLocks noChangeArrowheads="1"/>
          </p:cNvSpPr>
          <p:nvPr/>
        </p:nvSpPr>
        <p:spPr bwMode="auto">
          <a:xfrm>
            <a:off x="674688" y="2574925"/>
            <a:ext cx="7781925" cy="4283075"/>
          </a:xfrm>
          <a:prstGeom prst="rect">
            <a:avLst/>
          </a:prstGeom>
          <a:solidFill>
            <a:srgbClr val="CCFFCC"/>
          </a:solidFill>
          <a:ln>
            <a:noFill/>
          </a:ln>
          <a:effectLst/>
        </p:spPr>
        <p:txBody>
          <a:bodyPr/>
          <a:lstStyle>
            <a:lvl1pPr eaLnBrk="0" hangingPunct="0">
              <a:defRPr sz="2000">
                <a:solidFill>
                  <a:schemeClr val="tx1"/>
                </a:solidFill>
                <a:latin typeface="Courier New" pitchFamily="49" charset="0"/>
              </a:defRPr>
            </a:lvl1pPr>
            <a:lvl2pPr marL="742950" indent="-285750" eaLnBrk="0" hangingPunct="0">
              <a:defRPr sz="2000">
                <a:solidFill>
                  <a:schemeClr val="tx1"/>
                </a:solidFill>
                <a:latin typeface="Courier New" pitchFamily="49" charset="0"/>
              </a:defRPr>
            </a:lvl2pPr>
            <a:lvl3pPr marL="1143000" indent="-228600" eaLnBrk="0" hangingPunct="0">
              <a:defRPr sz="2000">
                <a:solidFill>
                  <a:schemeClr val="tx1"/>
                </a:solidFill>
                <a:latin typeface="Courier New" pitchFamily="49" charset="0"/>
              </a:defRPr>
            </a:lvl3pPr>
            <a:lvl4pPr marL="1600200" indent="-228600" eaLnBrk="0" hangingPunct="0">
              <a:defRPr sz="2000">
                <a:solidFill>
                  <a:schemeClr val="tx1"/>
                </a:solidFill>
                <a:latin typeface="Courier New" pitchFamily="49" charset="0"/>
              </a:defRPr>
            </a:lvl4pPr>
            <a:lvl5pPr marL="2057400" indent="-228600" eaLnBrk="0" hangingPunct="0">
              <a:defRPr sz="2000">
                <a:solidFill>
                  <a:schemeClr val="tx1"/>
                </a:solidFill>
                <a:latin typeface="Courier New" pitchFamily="49" charset="0"/>
              </a:defRPr>
            </a:lvl5pPr>
            <a:lvl6pPr marL="2514600" indent="-228600" eaLnBrk="0" fontAlgn="base" hangingPunct="0">
              <a:spcBef>
                <a:spcPct val="0"/>
              </a:spcBef>
              <a:spcAft>
                <a:spcPct val="0"/>
              </a:spcAft>
              <a:defRPr sz="2000">
                <a:solidFill>
                  <a:schemeClr val="tx1"/>
                </a:solidFill>
                <a:latin typeface="Courier New" pitchFamily="49" charset="0"/>
              </a:defRPr>
            </a:lvl6pPr>
            <a:lvl7pPr marL="2971800" indent="-228600" eaLnBrk="0" fontAlgn="base" hangingPunct="0">
              <a:spcBef>
                <a:spcPct val="0"/>
              </a:spcBef>
              <a:spcAft>
                <a:spcPct val="0"/>
              </a:spcAft>
              <a:defRPr sz="2000">
                <a:solidFill>
                  <a:schemeClr val="tx1"/>
                </a:solidFill>
                <a:latin typeface="Courier New" pitchFamily="49" charset="0"/>
              </a:defRPr>
            </a:lvl7pPr>
            <a:lvl8pPr marL="3429000" indent="-228600" eaLnBrk="0" fontAlgn="base" hangingPunct="0">
              <a:spcBef>
                <a:spcPct val="0"/>
              </a:spcBef>
              <a:spcAft>
                <a:spcPct val="0"/>
              </a:spcAft>
              <a:defRPr sz="2000">
                <a:solidFill>
                  <a:schemeClr val="tx1"/>
                </a:solidFill>
                <a:latin typeface="Courier New" pitchFamily="49" charset="0"/>
              </a:defRPr>
            </a:lvl8pPr>
            <a:lvl9pPr marL="3886200" indent="-228600" eaLnBrk="0" fontAlgn="base" hangingPunct="0">
              <a:spcBef>
                <a:spcPct val="0"/>
              </a:spcBef>
              <a:spcAft>
                <a:spcPct val="0"/>
              </a:spcAft>
              <a:defRPr sz="2000">
                <a:solidFill>
                  <a:schemeClr val="tx1"/>
                </a:solidFill>
                <a:latin typeface="Courier New" pitchFamily="49" charset="0"/>
              </a:defRPr>
            </a:lvl9pPr>
          </a:lstStyle>
          <a:p>
            <a:pPr eaLnBrk="1" hangingPunct="1">
              <a:spcBef>
                <a:spcPct val="20000"/>
              </a:spcBef>
              <a:defRPr/>
            </a:pPr>
            <a:r>
              <a:rPr lang="en-US" altLang="en-US" sz="2400" dirty="0">
                <a:latin typeface="+mn-lt"/>
                <a:sym typeface="Symbol" pitchFamily="18" charset="2"/>
              </a:rPr>
              <a:t>PRACTICE: A bat striking a ball imparts a force to it as shown in the graph. Find the impulse.</a:t>
            </a:r>
          </a:p>
          <a:p>
            <a:pPr eaLnBrk="1" hangingPunct="1">
              <a:spcBef>
                <a:spcPts val="300"/>
              </a:spcBef>
              <a:defRPr/>
            </a:pPr>
            <a:r>
              <a:rPr lang="en-US" altLang="en-US" sz="2400" dirty="0">
                <a:latin typeface="+mn-lt"/>
              </a:rPr>
              <a:t>SOLUTION:			</a:t>
            </a:r>
          </a:p>
          <a:p>
            <a:pPr>
              <a:spcBef>
                <a:spcPct val="20000"/>
              </a:spcBef>
              <a:buFont typeface="Symbol" pitchFamily="18" charset="2"/>
              <a:buChar char="·"/>
              <a:defRPr/>
            </a:pPr>
            <a:r>
              <a:rPr lang="en-US" altLang="en-US" sz="2400" dirty="0">
                <a:latin typeface="+mn-lt"/>
              </a:rPr>
              <a:t>Break the graph into simple areas of rectangles and triangles.</a:t>
            </a:r>
          </a:p>
          <a:p>
            <a:pPr>
              <a:spcBef>
                <a:spcPct val="20000"/>
              </a:spcBef>
              <a:buFont typeface="Symbol" pitchFamily="18" charset="2"/>
              <a:buChar char="·"/>
              <a:defRPr/>
            </a:pPr>
            <a:r>
              <a:rPr lang="en-US" altLang="en-US" sz="2400" i="1" dirty="0">
                <a:latin typeface="+mn-lt"/>
              </a:rPr>
              <a:t> A</a:t>
            </a:r>
            <a:r>
              <a:rPr lang="en-US" altLang="en-US" sz="2400" baseline="-25000" dirty="0">
                <a:latin typeface="+mn-lt"/>
              </a:rPr>
              <a:t>1</a:t>
            </a:r>
            <a:r>
              <a:rPr lang="en-US" altLang="en-US" sz="2400" dirty="0">
                <a:latin typeface="+mn-lt"/>
              </a:rPr>
              <a:t> = (1/2)(3)(9) = 13.5 N</a:t>
            </a:r>
            <a:r>
              <a:rPr lang="en-US" altLang="en-US" sz="2400" baseline="-25000" dirty="0">
                <a:latin typeface="+mn-lt"/>
              </a:rPr>
              <a:t> </a:t>
            </a:r>
            <a:r>
              <a:rPr lang="en-US" altLang="en-US" sz="2400" dirty="0">
                <a:latin typeface="+mn-lt"/>
              </a:rPr>
              <a:t>s</a:t>
            </a:r>
          </a:p>
          <a:p>
            <a:pPr>
              <a:spcBef>
                <a:spcPct val="20000"/>
              </a:spcBef>
              <a:buFont typeface="Symbol" pitchFamily="18" charset="2"/>
              <a:buChar char="·"/>
              <a:defRPr/>
            </a:pPr>
            <a:r>
              <a:rPr lang="en-US" altLang="en-US" sz="2400" i="1" dirty="0">
                <a:latin typeface="+mn-lt"/>
              </a:rPr>
              <a:t> A</a:t>
            </a:r>
            <a:r>
              <a:rPr lang="en-US" altLang="en-US" sz="2400" baseline="-25000" dirty="0">
                <a:latin typeface="+mn-lt"/>
              </a:rPr>
              <a:t>2</a:t>
            </a:r>
            <a:r>
              <a:rPr lang="en-US" altLang="en-US" sz="2400" dirty="0">
                <a:latin typeface="+mn-lt"/>
              </a:rPr>
              <a:t> = (4)(9) = 36 N</a:t>
            </a:r>
            <a:r>
              <a:rPr lang="en-US" altLang="en-US" sz="2400" baseline="-25000" dirty="0">
                <a:latin typeface="+mn-lt"/>
              </a:rPr>
              <a:t> </a:t>
            </a:r>
            <a:r>
              <a:rPr lang="en-US" altLang="en-US" sz="2400" dirty="0">
                <a:latin typeface="+mn-lt"/>
              </a:rPr>
              <a:t>s</a:t>
            </a:r>
          </a:p>
          <a:p>
            <a:pPr>
              <a:spcBef>
                <a:spcPct val="20000"/>
              </a:spcBef>
              <a:buFont typeface="Symbol" pitchFamily="18" charset="2"/>
              <a:buChar char="·"/>
              <a:defRPr/>
            </a:pPr>
            <a:r>
              <a:rPr lang="en-US" altLang="en-US" sz="2400" i="1" baseline="-25000" dirty="0">
                <a:latin typeface="+mn-lt"/>
              </a:rPr>
              <a:t>  </a:t>
            </a:r>
            <a:r>
              <a:rPr lang="en-US" altLang="en-US" sz="2400" i="1" dirty="0">
                <a:latin typeface="+mn-lt"/>
              </a:rPr>
              <a:t>A</a:t>
            </a:r>
            <a:r>
              <a:rPr lang="en-US" altLang="en-US" sz="2400" baseline="-25000" dirty="0">
                <a:latin typeface="+mn-lt"/>
              </a:rPr>
              <a:t>3</a:t>
            </a:r>
            <a:r>
              <a:rPr lang="en-US" altLang="en-US" sz="2400" dirty="0">
                <a:latin typeface="+mn-lt"/>
              </a:rPr>
              <a:t> = (1/2)(3)(9) = 13.5 N</a:t>
            </a:r>
            <a:r>
              <a:rPr lang="en-US" altLang="en-US" sz="2400" baseline="-25000" dirty="0">
                <a:latin typeface="+mn-lt"/>
              </a:rPr>
              <a:t> </a:t>
            </a:r>
            <a:r>
              <a:rPr lang="en-US" altLang="en-US" sz="2400" dirty="0">
                <a:latin typeface="+mn-lt"/>
              </a:rPr>
              <a:t>s</a:t>
            </a:r>
          </a:p>
          <a:p>
            <a:pPr>
              <a:spcBef>
                <a:spcPct val="20000"/>
              </a:spcBef>
              <a:buFont typeface="Symbol" pitchFamily="18" charset="2"/>
              <a:buChar char="·"/>
              <a:defRPr/>
            </a:pPr>
            <a:r>
              <a:rPr lang="en-US" altLang="en-US" sz="2400" i="1" dirty="0" err="1">
                <a:latin typeface="+mn-lt"/>
              </a:rPr>
              <a:t>A</a:t>
            </a:r>
            <a:r>
              <a:rPr lang="en-US" altLang="en-US" sz="2400" baseline="-25000" dirty="0" err="1">
                <a:latin typeface="+mn-lt"/>
              </a:rPr>
              <a:t>tot</a:t>
            </a:r>
            <a:r>
              <a:rPr lang="en-US" altLang="en-US" sz="2400" dirty="0">
                <a:latin typeface="+mn-lt"/>
              </a:rPr>
              <a:t> = </a:t>
            </a:r>
            <a:r>
              <a:rPr lang="en-US" altLang="en-US" sz="2400" i="1" dirty="0">
                <a:latin typeface="+mn-lt"/>
              </a:rPr>
              <a:t>A</a:t>
            </a:r>
            <a:r>
              <a:rPr lang="en-US" altLang="en-US" sz="2400" baseline="-25000" dirty="0">
                <a:latin typeface="+mn-lt"/>
              </a:rPr>
              <a:t>1</a:t>
            </a:r>
            <a:r>
              <a:rPr lang="en-US" altLang="en-US" sz="2400" dirty="0">
                <a:latin typeface="+mn-lt"/>
              </a:rPr>
              <a:t> + </a:t>
            </a:r>
            <a:r>
              <a:rPr lang="en-US" altLang="en-US" sz="2400" i="1" dirty="0">
                <a:latin typeface="+mn-lt"/>
              </a:rPr>
              <a:t>A</a:t>
            </a:r>
            <a:r>
              <a:rPr lang="en-US" altLang="en-US" sz="2400" baseline="-25000" dirty="0">
                <a:latin typeface="+mn-lt"/>
              </a:rPr>
              <a:t>2</a:t>
            </a:r>
            <a:r>
              <a:rPr lang="en-US" altLang="en-US" sz="2400" dirty="0">
                <a:latin typeface="+mn-lt"/>
              </a:rPr>
              <a:t> + </a:t>
            </a:r>
            <a:r>
              <a:rPr lang="en-US" altLang="en-US" sz="2400" i="1" dirty="0">
                <a:latin typeface="+mn-lt"/>
              </a:rPr>
              <a:t>A</a:t>
            </a:r>
            <a:r>
              <a:rPr lang="en-US" altLang="en-US" sz="2400" baseline="-25000" dirty="0">
                <a:latin typeface="+mn-lt"/>
              </a:rPr>
              <a:t>3</a:t>
            </a:r>
          </a:p>
          <a:p>
            <a:pPr>
              <a:spcBef>
                <a:spcPct val="20000"/>
              </a:spcBef>
              <a:buFont typeface="Symbol" pitchFamily="18" charset="2"/>
              <a:buChar char="·"/>
              <a:defRPr/>
            </a:pPr>
            <a:r>
              <a:rPr lang="en-US" altLang="en-US" sz="2400" i="1" dirty="0" err="1">
                <a:latin typeface="+mn-lt"/>
              </a:rPr>
              <a:t>A</a:t>
            </a:r>
            <a:r>
              <a:rPr lang="en-US" altLang="en-US" sz="2400" baseline="-25000" dirty="0" err="1">
                <a:latin typeface="+mn-lt"/>
              </a:rPr>
              <a:t>tot</a:t>
            </a:r>
            <a:r>
              <a:rPr lang="en-US" altLang="en-US" sz="2400" dirty="0">
                <a:latin typeface="+mn-lt"/>
              </a:rPr>
              <a:t> = 13.5 + 36 + 13.5 = 63 N</a:t>
            </a:r>
            <a:r>
              <a:rPr lang="en-US" altLang="en-US" sz="2400" baseline="-25000" dirty="0">
                <a:latin typeface="+mn-lt"/>
              </a:rPr>
              <a:t> </a:t>
            </a:r>
            <a:r>
              <a:rPr lang="en-US" altLang="en-US" sz="2400" dirty="0">
                <a:latin typeface="+mn-lt"/>
              </a:rPr>
              <a:t>s.</a:t>
            </a:r>
            <a:endParaRPr lang="en-US" altLang="en-US" sz="2400" baseline="-25000" dirty="0">
              <a:latin typeface="+mn-lt"/>
            </a:endParaRPr>
          </a:p>
        </p:txBody>
      </p:sp>
      <p:grpSp>
        <p:nvGrpSpPr>
          <p:cNvPr id="2" name="Group 54"/>
          <p:cNvGrpSpPr>
            <a:grpSpLocks/>
          </p:cNvGrpSpPr>
          <p:nvPr/>
        </p:nvGrpSpPr>
        <p:grpSpPr bwMode="auto">
          <a:xfrm>
            <a:off x="827088" y="1979613"/>
            <a:ext cx="7464425" cy="536575"/>
            <a:chOff x="854463" y="5453679"/>
            <a:chExt cx="7464424" cy="536842"/>
          </a:xfrm>
        </p:grpSpPr>
        <p:sp>
          <p:nvSpPr>
            <p:cNvPr id="23663" name="Rectangle 5"/>
            <p:cNvSpPr>
              <a:spLocks noChangeArrowheads="1"/>
            </p:cNvSpPr>
            <p:nvPr/>
          </p:nvSpPr>
          <p:spPr bwMode="auto">
            <a:xfrm>
              <a:off x="990988" y="5460032"/>
              <a:ext cx="6196011" cy="530489"/>
            </a:xfrm>
            <a:prstGeom prst="rect">
              <a:avLst/>
            </a:prstGeom>
            <a:noFill/>
            <a:ln w="9525">
              <a:noFill/>
              <a:miter lim="800000"/>
              <a:headEnd/>
              <a:tailEnd/>
            </a:ln>
          </p:spPr>
          <p:txBody>
            <a:bodyPr/>
            <a:lstStyle/>
            <a:p>
              <a:pPr>
                <a:lnSpc>
                  <a:spcPct val="90000"/>
                </a:lnSpc>
                <a:spcBef>
                  <a:spcPct val="20000"/>
                </a:spcBef>
              </a:pPr>
              <a:r>
                <a:rPr lang="en-US" altLang="en-US" sz="2400" i="1">
                  <a:latin typeface="Arial" charset="0"/>
                  <a:cs typeface="Courier New" pitchFamily="49" charset="0"/>
                  <a:sym typeface="Symbol" pitchFamily="18" charset="2"/>
                </a:rPr>
                <a:t>J</a:t>
              </a:r>
              <a:r>
                <a:rPr lang="en-US" altLang="en-US" sz="2400" b="1">
                  <a:latin typeface="Arial" charset="0"/>
                  <a:cs typeface="Courier New" pitchFamily="49" charset="0"/>
                  <a:sym typeface="Symbol" pitchFamily="18" charset="2"/>
                </a:rPr>
                <a:t> </a:t>
              </a:r>
              <a:r>
                <a:rPr lang="en-US" altLang="en-US" sz="2400">
                  <a:latin typeface="Arial" charset="0"/>
                  <a:cs typeface="Courier New" pitchFamily="49" charset="0"/>
                  <a:sym typeface="Symbol" pitchFamily="18" charset="2"/>
                </a:rPr>
                <a:t>=</a:t>
              </a:r>
              <a:r>
                <a:rPr lang="en-US" altLang="en-US" sz="2400" b="1">
                  <a:latin typeface="Arial" charset="0"/>
                  <a:cs typeface="Courier New" pitchFamily="49" charset="0"/>
                  <a:sym typeface="Symbol" pitchFamily="18" charset="2"/>
                </a:rPr>
                <a:t> </a:t>
              </a:r>
              <a:r>
                <a:rPr lang="en-US" altLang="en-US" sz="2400" i="1">
                  <a:latin typeface="Arial" charset="0"/>
                  <a:cs typeface="Courier New" pitchFamily="49" charset="0"/>
                  <a:sym typeface="Symbol" pitchFamily="18" charset="2"/>
                </a:rPr>
                <a:t>F</a:t>
              </a:r>
              <a:r>
                <a:rPr lang="en-US" altLang="en-US" sz="2400" i="1" baseline="-25000">
                  <a:latin typeface="Arial" charset="0"/>
                  <a:cs typeface="Courier New" pitchFamily="49" charset="0"/>
                  <a:sym typeface="Symbol" pitchFamily="18" charset="2"/>
                </a:rPr>
                <a:t> </a:t>
              </a:r>
              <a:r>
                <a:rPr lang="en-US" altLang="en-US" sz="2400">
                  <a:solidFill>
                    <a:srgbClr val="000000"/>
                  </a:solidFill>
                  <a:latin typeface="Arial" charset="0"/>
                </a:rPr>
                <a:t>∆</a:t>
              </a:r>
              <a:r>
                <a:rPr lang="en-US" altLang="en-US" sz="2400" i="1">
                  <a:solidFill>
                    <a:srgbClr val="000000"/>
                  </a:solidFill>
                  <a:latin typeface="Arial" charset="0"/>
                </a:rPr>
                <a:t>t </a:t>
              </a:r>
              <a:r>
                <a:rPr lang="en-US" altLang="en-US" sz="2400">
                  <a:solidFill>
                    <a:srgbClr val="000000"/>
                  </a:solidFill>
                  <a:latin typeface="Arial" charset="0"/>
                </a:rPr>
                <a:t>= </a:t>
              </a:r>
              <a:r>
                <a:rPr lang="en-US" sz="2400">
                  <a:latin typeface="Arial" charset="0"/>
                  <a:sym typeface="Symbol" pitchFamily="18" charset="2"/>
                </a:rPr>
                <a:t></a:t>
              </a:r>
              <a:r>
                <a:rPr lang="en-US" altLang="en-US" sz="2400" i="1">
                  <a:solidFill>
                    <a:srgbClr val="000000"/>
                  </a:solidFill>
                  <a:latin typeface="Arial" charset="0"/>
                </a:rPr>
                <a:t>p  </a:t>
              </a:r>
              <a:r>
                <a:rPr lang="en-US" altLang="en-US" sz="2400" i="1">
                  <a:solidFill>
                    <a:srgbClr val="2D2D8A"/>
                  </a:solidFill>
                  <a:latin typeface="Arial" charset="0"/>
                </a:rPr>
                <a:t>=</a:t>
              </a:r>
              <a:r>
                <a:rPr lang="en-US" altLang="en-US" sz="2400" i="1">
                  <a:solidFill>
                    <a:srgbClr val="000000"/>
                  </a:solidFill>
                  <a:latin typeface="Arial" charset="0"/>
                </a:rPr>
                <a:t> </a:t>
              </a:r>
              <a:r>
                <a:rPr lang="en-US" altLang="en-US" sz="2400">
                  <a:solidFill>
                    <a:srgbClr val="2D2D8A"/>
                  </a:solidFill>
                  <a:latin typeface="Arial" charset="0"/>
                </a:rPr>
                <a:t>area under </a:t>
              </a:r>
              <a:r>
                <a:rPr lang="en-US" altLang="en-US" sz="2400" i="1">
                  <a:solidFill>
                    <a:srgbClr val="2D2D8A"/>
                  </a:solidFill>
                  <a:latin typeface="Arial" charset="0"/>
                </a:rPr>
                <a:t>F</a:t>
              </a:r>
              <a:r>
                <a:rPr lang="en-US" altLang="en-US" sz="2400">
                  <a:solidFill>
                    <a:srgbClr val="2D2D8A"/>
                  </a:solidFill>
                  <a:latin typeface="Arial" charset="0"/>
                </a:rPr>
                <a:t> vs. </a:t>
              </a:r>
              <a:r>
                <a:rPr lang="en-US" altLang="en-US" sz="2400" i="1">
                  <a:solidFill>
                    <a:srgbClr val="2D2D8A"/>
                  </a:solidFill>
                  <a:latin typeface="Arial" charset="0"/>
                </a:rPr>
                <a:t>t </a:t>
              </a:r>
              <a:r>
                <a:rPr lang="en-US" altLang="en-US" sz="2400">
                  <a:solidFill>
                    <a:srgbClr val="2D2D8A"/>
                  </a:solidFill>
                  <a:latin typeface="Arial" charset="0"/>
                </a:rPr>
                <a:t>graph</a:t>
              </a:r>
              <a:endParaRPr lang="en-US" altLang="en-US" sz="2400" b="1">
                <a:latin typeface="Arial" charset="0"/>
                <a:sym typeface="Symbol" pitchFamily="18" charset="2"/>
              </a:endParaRPr>
            </a:p>
          </p:txBody>
        </p:sp>
        <p:sp>
          <p:nvSpPr>
            <p:cNvPr id="22" name="Text Box 6"/>
            <p:cNvSpPr txBox="1">
              <a:spLocks noChangeArrowheads="1"/>
            </p:cNvSpPr>
            <p:nvPr/>
          </p:nvSpPr>
          <p:spPr bwMode="auto">
            <a:xfrm>
              <a:off x="6932999" y="5464797"/>
              <a:ext cx="1385888" cy="462193"/>
            </a:xfrm>
            <a:prstGeom prst="rect">
              <a:avLst/>
            </a:prstGeom>
            <a:solidFill>
              <a:srgbClr val="FF0000"/>
            </a:solidFill>
            <a:ln w="9525">
              <a:noFill/>
              <a:miter lim="800000"/>
              <a:headEnd/>
              <a:tailEnd/>
            </a:ln>
            <a:effectLst/>
          </p:spPr>
          <p:txBody>
            <a:bodyPr>
              <a:spAutoFit/>
            </a:bodyPr>
            <a:lstStyle/>
            <a:p>
              <a:pPr algn="ctr">
                <a:spcBef>
                  <a:spcPct val="50000"/>
                </a:spcBef>
                <a:defRPr/>
              </a:pPr>
              <a:r>
                <a:rPr lang="en-US" altLang="en-US" sz="2400" dirty="0">
                  <a:solidFill>
                    <a:schemeClr val="bg1"/>
                  </a:solidFill>
                  <a:latin typeface="+mn-lt"/>
                </a:rPr>
                <a:t>impulse</a:t>
              </a:r>
            </a:p>
          </p:txBody>
        </p:sp>
        <p:sp>
          <p:nvSpPr>
            <p:cNvPr id="23" name="Rectangle 7"/>
            <p:cNvSpPr>
              <a:spLocks noChangeArrowheads="1"/>
            </p:cNvSpPr>
            <p:nvPr/>
          </p:nvSpPr>
          <p:spPr bwMode="auto">
            <a:xfrm>
              <a:off x="854463" y="5453679"/>
              <a:ext cx="7462836" cy="468545"/>
            </a:xfrm>
            <a:prstGeom prst="rect">
              <a:avLst/>
            </a:prstGeom>
            <a:noFill/>
            <a:ln w="12700">
              <a:solidFill>
                <a:schemeClr val="tx1"/>
              </a:solidFill>
              <a:miter lim="800000"/>
              <a:headEnd/>
              <a:tailEnd/>
            </a:ln>
            <a:effectLst/>
          </p:spPr>
          <p:txBody>
            <a:bodyPr wrap="none" anchor="ctr"/>
            <a:lstStyle/>
            <a:p>
              <a:pPr>
                <a:defRPr/>
              </a:pPr>
              <a:endParaRPr lang="en-US" altLang="en-US" sz="2400">
                <a:latin typeface="+mn-lt"/>
              </a:endParaRPr>
            </a:p>
          </p:txBody>
        </p:sp>
      </p:grpSp>
      <p:grpSp>
        <p:nvGrpSpPr>
          <p:cNvPr id="3" name="Group 142"/>
          <p:cNvGrpSpPr>
            <a:grpSpLocks/>
          </p:cNvGrpSpPr>
          <p:nvPr/>
        </p:nvGrpSpPr>
        <p:grpSpPr bwMode="auto">
          <a:xfrm>
            <a:off x="4783138" y="4251325"/>
            <a:ext cx="3751262" cy="2543175"/>
            <a:chOff x="2302" y="2188"/>
            <a:chExt cx="2363" cy="1602"/>
          </a:xfrm>
        </p:grpSpPr>
        <p:grpSp>
          <p:nvGrpSpPr>
            <p:cNvPr id="23563" name="Group 139"/>
            <p:cNvGrpSpPr>
              <a:grpSpLocks/>
            </p:cNvGrpSpPr>
            <p:nvPr/>
          </p:nvGrpSpPr>
          <p:grpSpPr bwMode="auto">
            <a:xfrm>
              <a:off x="2736" y="2313"/>
              <a:ext cx="1729" cy="1037"/>
              <a:chOff x="2736" y="2313"/>
              <a:chExt cx="1729" cy="1037"/>
            </a:xfrm>
          </p:grpSpPr>
          <p:sp>
            <p:nvSpPr>
              <p:cNvPr id="35" name="Rectangle 14"/>
              <p:cNvSpPr>
                <a:spLocks noChangeArrowheads="1"/>
              </p:cNvSpPr>
              <p:nvPr/>
            </p:nvSpPr>
            <p:spPr bwMode="auto">
              <a:xfrm>
                <a:off x="2736" y="231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38" name="Rectangle 15"/>
              <p:cNvSpPr>
                <a:spLocks noChangeArrowheads="1"/>
              </p:cNvSpPr>
              <p:nvPr/>
            </p:nvSpPr>
            <p:spPr bwMode="auto">
              <a:xfrm>
                <a:off x="2909" y="231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39" name="Rectangle 16"/>
              <p:cNvSpPr>
                <a:spLocks noChangeArrowheads="1"/>
              </p:cNvSpPr>
              <p:nvPr/>
            </p:nvSpPr>
            <p:spPr bwMode="auto">
              <a:xfrm>
                <a:off x="3082" y="231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40" name="Rectangle 17"/>
              <p:cNvSpPr>
                <a:spLocks noChangeArrowheads="1"/>
              </p:cNvSpPr>
              <p:nvPr/>
            </p:nvSpPr>
            <p:spPr bwMode="auto">
              <a:xfrm>
                <a:off x="3255" y="231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41" name="Rectangle 18"/>
              <p:cNvSpPr>
                <a:spLocks noChangeArrowheads="1"/>
              </p:cNvSpPr>
              <p:nvPr/>
            </p:nvSpPr>
            <p:spPr bwMode="auto">
              <a:xfrm>
                <a:off x="3428" y="231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42" name="Rectangle 19"/>
              <p:cNvSpPr>
                <a:spLocks noChangeArrowheads="1"/>
              </p:cNvSpPr>
              <p:nvPr/>
            </p:nvSpPr>
            <p:spPr bwMode="auto">
              <a:xfrm>
                <a:off x="3601" y="231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43" name="Rectangle 20"/>
              <p:cNvSpPr>
                <a:spLocks noChangeArrowheads="1"/>
              </p:cNvSpPr>
              <p:nvPr/>
            </p:nvSpPr>
            <p:spPr bwMode="auto">
              <a:xfrm>
                <a:off x="3774" y="231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45" name="Rectangle 21"/>
              <p:cNvSpPr>
                <a:spLocks noChangeArrowheads="1"/>
              </p:cNvSpPr>
              <p:nvPr/>
            </p:nvSpPr>
            <p:spPr bwMode="auto">
              <a:xfrm>
                <a:off x="3946" y="2313"/>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46" name="Rectangle 22"/>
              <p:cNvSpPr>
                <a:spLocks noChangeArrowheads="1"/>
              </p:cNvSpPr>
              <p:nvPr/>
            </p:nvSpPr>
            <p:spPr bwMode="auto">
              <a:xfrm>
                <a:off x="4119" y="231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47" name="Rectangle 23"/>
              <p:cNvSpPr>
                <a:spLocks noChangeArrowheads="1"/>
              </p:cNvSpPr>
              <p:nvPr/>
            </p:nvSpPr>
            <p:spPr bwMode="auto">
              <a:xfrm>
                <a:off x="4292" y="231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48" name="Rectangle 27"/>
              <p:cNvSpPr>
                <a:spLocks noChangeArrowheads="1"/>
              </p:cNvSpPr>
              <p:nvPr/>
            </p:nvSpPr>
            <p:spPr bwMode="auto">
              <a:xfrm>
                <a:off x="2736" y="242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49" name="Rectangle 28"/>
              <p:cNvSpPr>
                <a:spLocks noChangeArrowheads="1"/>
              </p:cNvSpPr>
              <p:nvPr/>
            </p:nvSpPr>
            <p:spPr bwMode="auto">
              <a:xfrm>
                <a:off x="2909" y="242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50" name="Rectangle 29"/>
              <p:cNvSpPr>
                <a:spLocks noChangeArrowheads="1"/>
              </p:cNvSpPr>
              <p:nvPr/>
            </p:nvSpPr>
            <p:spPr bwMode="auto">
              <a:xfrm>
                <a:off x="3082" y="242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51" name="Rectangle 30"/>
              <p:cNvSpPr>
                <a:spLocks noChangeArrowheads="1"/>
              </p:cNvSpPr>
              <p:nvPr/>
            </p:nvSpPr>
            <p:spPr bwMode="auto">
              <a:xfrm>
                <a:off x="3255" y="242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52" name="Rectangle 31"/>
              <p:cNvSpPr>
                <a:spLocks noChangeArrowheads="1"/>
              </p:cNvSpPr>
              <p:nvPr/>
            </p:nvSpPr>
            <p:spPr bwMode="auto">
              <a:xfrm>
                <a:off x="3428" y="242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53" name="Rectangle 32"/>
              <p:cNvSpPr>
                <a:spLocks noChangeArrowheads="1"/>
              </p:cNvSpPr>
              <p:nvPr/>
            </p:nvSpPr>
            <p:spPr bwMode="auto">
              <a:xfrm>
                <a:off x="3601" y="242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54" name="Rectangle 33"/>
              <p:cNvSpPr>
                <a:spLocks noChangeArrowheads="1"/>
              </p:cNvSpPr>
              <p:nvPr/>
            </p:nvSpPr>
            <p:spPr bwMode="auto">
              <a:xfrm>
                <a:off x="3774" y="242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55" name="Rectangle 34"/>
              <p:cNvSpPr>
                <a:spLocks noChangeArrowheads="1"/>
              </p:cNvSpPr>
              <p:nvPr/>
            </p:nvSpPr>
            <p:spPr bwMode="auto">
              <a:xfrm>
                <a:off x="3946" y="2428"/>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56" name="Rectangle 35"/>
              <p:cNvSpPr>
                <a:spLocks noChangeArrowheads="1"/>
              </p:cNvSpPr>
              <p:nvPr/>
            </p:nvSpPr>
            <p:spPr bwMode="auto">
              <a:xfrm>
                <a:off x="4119" y="242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57" name="Rectangle 36"/>
              <p:cNvSpPr>
                <a:spLocks noChangeArrowheads="1"/>
              </p:cNvSpPr>
              <p:nvPr/>
            </p:nvSpPr>
            <p:spPr bwMode="auto">
              <a:xfrm>
                <a:off x="4292" y="242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58" name="Rectangle 40"/>
              <p:cNvSpPr>
                <a:spLocks noChangeArrowheads="1"/>
              </p:cNvSpPr>
              <p:nvPr/>
            </p:nvSpPr>
            <p:spPr bwMode="auto">
              <a:xfrm>
                <a:off x="2736" y="254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59" name="Rectangle 41"/>
              <p:cNvSpPr>
                <a:spLocks noChangeArrowheads="1"/>
              </p:cNvSpPr>
              <p:nvPr/>
            </p:nvSpPr>
            <p:spPr bwMode="auto">
              <a:xfrm>
                <a:off x="2909" y="254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60" name="Rectangle 42"/>
              <p:cNvSpPr>
                <a:spLocks noChangeArrowheads="1"/>
              </p:cNvSpPr>
              <p:nvPr/>
            </p:nvSpPr>
            <p:spPr bwMode="auto">
              <a:xfrm>
                <a:off x="3082" y="254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61" name="Rectangle 43"/>
              <p:cNvSpPr>
                <a:spLocks noChangeArrowheads="1"/>
              </p:cNvSpPr>
              <p:nvPr/>
            </p:nvSpPr>
            <p:spPr bwMode="auto">
              <a:xfrm>
                <a:off x="3255" y="254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62" name="Rectangle 44"/>
              <p:cNvSpPr>
                <a:spLocks noChangeArrowheads="1"/>
              </p:cNvSpPr>
              <p:nvPr/>
            </p:nvSpPr>
            <p:spPr bwMode="auto">
              <a:xfrm>
                <a:off x="3428" y="254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63" name="Rectangle 45"/>
              <p:cNvSpPr>
                <a:spLocks noChangeArrowheads="1"/>
              </p:cNvSpPr>
              <p:nvPr/>
            </p:nvSpPr>
            <p:spPr bwMode="auto">
              <a:xfrm>
                <a:off x="3601" y="254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64" name="Rectangle 46"/>
              <p:cNvSpPr>
                <a:spLocks noChangeArrowheads="1"/>
              </p:cNvSpPr>
              <p:nvPr/>
            </p:nvSpPr>
            <p:spPr bwMode="auto">
              <a:xfrm>
                <a:off x="3774" y="254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65" name="Rectangle 47"/>
              <p:cNvSpPr>
                <a:spLocks noChangeArrowheads="1"/>
              </p:cNvSpPr>
              <p:nvPr/>
            </p:nvSpPr>
            <p:spPr bwMode="auto">
              <a:xfrm>
                <a:off x="3946" y="2543"/>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66" name="Rectangle 48"/>
              <p:cNvSpPr>
                <a:spLocks noChangeArrowheads="1"/>
              </p:cNvSpPr>
              <p:nvPr/>
            </p:nvSpPr>
            <p:spPr bwMode="auto">
              <a:xfrm>
                <a:off x="4119" y="254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67" name="Rectangle 49"/>
              <p:cNvSpPr>
                <a:spLocks noChangeArrowheads="1"/>
              </p:cNvSpPr>
              <p:nvPr/>
            </p:nvSpPr>
            <p:spPr bwMode="auto">
              <a:xfrm>
                <a:off x="4292" y="254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68" name="Rectangle 53"/>
              <p:cNvSpPr>
                <a:spLocks noChangeArrowheads="1"/>
              </p:cNvSpPr>
              <p:nvPr/>
            </p:nvSpPr>
            <p:spPr bwMode="auto">
              <a:xfrm>
                <a:off x="2736" y="265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69" name="Rectangle 54"/>
              <p:cNvSpPr>
                <a:spLocks noChangeArrowheads="1"/>
              </p:cNvSpPr>
              <p:nvPr/>
            </p:nvSpPr>
            <p:spPr bwMode="auto">
              <a:xfrm>
                <a:off x="2909" y="265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70" name="Rectangle 55"/>
              <p:cNvSpPr>
                <a:spLocks noChangeArrowheads="1"/>
              </p:cNvSpPr>
              <p:nvPr/>
            </p:nvSpPr>
            <p:spPr bwMode="auto">
              <a:xfrm>
                <a:off x="3082" y="265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71" name="Rectangle 56"/>
              <p:cNvSpPr>
                <a:spLocks noChangeArrowheads="1"/>
              </p:cNvSpPr>
              <p:nvPr/>
            </p:nvSpPr>
            <p:spPr bwMode="auto">
              <a:xfrm>
                <a:off x="3255" y="265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72" name="Rectangle 57"/>
              <p:cNvSpPr>
                <a:spLocks noChangeArrowheads="1"/>
              </p:cNvSpPr>
              <p:nvPr/>
            </p:nvSpPr>
            <p:spPr bwMode="auto">
              <a:xfrm>
                <a:off x="3428" y="265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73" name="Rectangle 58"/>
              <p:cNvSpPr>
                <a:spLocks noChangeArrowheads="1"/>
              </p:cNvSpPr>
              <p:nvPr/>
            </p:nvSpPr>
            <p:spPr bwMode="auto">
              <a:xfrm>
                <a:off x="3601" y="265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74" name="Rectangle 59"/>
              <p:cNvSpPr>
                <a:spLocks noChangeArrowheads="1"/>
              </p:cNvSpPr>
              <p:nvPr/>
            </p:nvSpPr>
            <p:spPr bwMode="auto">
              <a:xfrm>
                <a:off x="3774" y="265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75" name="Rectangle 60"/>
              <p:cNvSpPr>
                <a:spLocks noChangeArrowheads="1"/>
              </p:cNvSpPr>
              <p:nvPr/>
            </p:nvSpPr>
            <p:spPr bwMode="auto">
              <a:xfrm>
                <a:off x="3946" y="2658"/>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76" name="Rectangle 61"/>
              <p:cNvSpPr>
                <a:spLocks noChangeArrowheads="1"/>
              </p:cNvSpPr>
              <p:nvPr/>
            </p:nvSpPr>
            <p:spPr bwMode="auto">
              <a:xfrm>
                <a:off x="4119" y="265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77" name="Rectangle 62"/>
              <p:cNvSpPr>
                <a:spLocks noChangeArrowheads="1"/>
              </p:cNvSpPr>
              <p:nvPr/>
            </p:nvSpPr>
            <p:spPr bwMode="auto">
              <a:xfrm>
                <a:off x="4292" y="265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78" name="Rectangle 66"/>
              <p:cNvSpPr>
                <a:spLocks noChangeArrowheads="1"/>
              </p:cNvSpPr>
              <p:nvPr/>
            </p:nvSpPr>
            <p:spPr bwMode="auto">
              <a:xfrm>
                <a:off x="2736" y="277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79" name="Rectangle 67"/>
              <p:cNvSpPr>
                <a:spLocks noChangeArrowheads="1"/>
              </p:cNvSpPr>
              <p:nvPr/>
            </p:nvSpPr>
            <p:spPr bwMode="auto">
              <a:xfrm>
                <a:off x="2909" y="277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80" name="Rectangle 68"/>
              <p:cNvSpPr>
                <a:spLocks noChangeArrowheads="1"/>
              </p:cNvSpPr>
              <p:nvPr/>
            </p:nvSpPr>
            <p:spPr bwMode="auto">
              <a:xfrm>
                <a:off x="3082" y="277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81" name="Rectangle 69"/>
              <p:cNvSpPr>
                <a:spLocks noChangeArrowheads="1"/>
              </p:cNvSpPr>
              <p:nvPr/>
            </p:nvSpPr>
            <p:spPr bwMode="auto">
              <a:xfrm>
                <a:off x="3255" y="277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82" name="Rectangle 70"/>
              <p:cNvSpPr>
                <a:spLocks noChangeArrowheads="1"/>
              </p:cNvSpPr>
              <p:nvPr/>
            </p:nvSpPr>
            <p:spPr bwMode="auto">
              <a:xfrm>
                <a:off x="3428" y="277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83" name="Rectangle 71"/>
              <p:cNvSpPr>
                <a:spLocks noChangeArrowheads="1"/>
              </p:cNvSpPr>
              <p:nvPr/>
            </p:nvSpPr>
            <p:spPr bwMode="auto">
              <a:xfrm>
                <a:off x="3601" y="277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84" name="Rectangle 72"/>
              <p:cNvSpPr>
                <a:spLocks noChangeArrowheads="1"/>
              </p:cNvSpPr>
              <p:nvPr/>
            </p:nvSpPr>
            <p:spPr bwMode="auto">
              <a:xfrm>
                <a:off x="3774" y="277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85" name="Rectangle 73"/>
              <p:cNvSpPr>
                <a:spLocks noChangeArrowheads="1"/>
              </p:cNvSpPr>
              <p:nvPr/>
            </p:nvSpPr>
            <p:spPr bwMode="auto">
              <a:xfrm>
                <a:off x="3946" y="2773"/>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86" name="Rectangle 74"/>
              <p:cNvSpPr>
                <a:spLocks noChangeArrowheads="1"/>
              </p:cNvSpPr>
              <p:nvPr/>
            </p:nvSpPr>
            <p:spPr bwMode="auto">
              <a:xfrm>
                <a:off x="4119" y="277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87" name="Rectangle 75"/>
              <p:cNvSpPr>
                <a:spLocks noChangeArrowheads="1"/>
              </p:cNvSpPr>
              <p:nvPr/>
            </p:nvSpPr>
            <p:spPr bwMode="auto">
              <a:xfrm>
                <a:off x="4292" y="277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88" name="Rectangle 79"/>
              <p:cNvSpPr>
                <a:spLocks noChangeArrowheads="1"/>
              </p:cNvSpPr>
              <p:nvPr/>
            </p:nvSpPr>
            <p:spPr bwMode="auto">
              <a:xfrm>
                <a:off x="2736" y="288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89" name="Rectangle 80"/>
              <p:cNvSpPr>
                <a:spLocks noChangeArrowheads="1"/>
              </p:cNvSpPr>
              <p:nvPr/>
            </p:nvSpPr>
            <p:spPr bwMode="auto">
              <a:xfrm>
                <a:off x="2909" y="288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90" name="Rectangle 81"/>
              <p:cNvSpPr>
                <a:spLocks noChangeArrowheads="1"/>
              </p:cNvSpPr>
              <p:nvPr/>
            </p:nvSpPr>
            <p:spPr bwMode="auto">
              <a:xfrm>
                <a:off x="3082" y="288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91" name="Rectangle 82"/>
              <p:cNvSpPr>
                <a:spLocks noChangeArrowheads="1"/>
              </p:cNvSpPr>
              <p:nvPr/>
            </p:nvSpPr>
            <p:spPr bwMode="auto">
              <a:xfrm>
                <a:off x="3255" y="288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92" name="Rectangle 83"/>
              <p:cNvSpPr>
                <a:spLocks noChangeArrowheads="1"/>
              </p:cNvSpPr>
              <p:nvPr/>
            </p:nvSpPr>
            <p:spPr bwMode="auto">
              <a:xfrm>
                <a:off x="3428" y="288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93" name="Rectangle 84"/>
              <p:cNvSpPr>
                <a:spLocks noChangeArrowheads="1"/>
              </p:cNvSpPr>
              <p:nvPr/>
            </p:nvSpPr>
            <p:spPr bwMode="auto">
              <a:xfrm>
                <a:off x="3601" y="288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94" name="Rectangle 85"/>
              <p:cNvSpPr>
                <a:spLocks noChangeArrowheads="1"/>
              </p:cNvSpPr>
              <p:nvPr/>
            </p:nvSpPr>
            <p:spPr bwMode="auto">
              <a:xfrm>
                <a:off x="3774" y="288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95" name="Rectangle 86"/>
              <p:cNvSpPr>
                <a:spLocks noChangeArrowheads="1"/>
              </p:cNvSpPr>
              <p:nvPr/>
            </p:nvSpPr>
            <p:spPr bwMode="auto">
              <a:xfrm>
                <a:off x="3946" y="2888"/>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96" name="Rectangle 87"/>
              <p:cNvSpPr>
                <a:spLocks noChangeArrowheads="1"/>
              </p:cNvSpPr>
              <p:nvPr/>
            </p:nvSpPr>
            <p:spPr bwMode="auto">
              <a:xfrm>
                <a:off x="4119" y="288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97" name="Rectangle 88"/>
              <p:cNvSpPr>
                <a:spLocks noChangeArrowheads="1"/>
              </p:cNvSpPr>
              <p:nvPr/>
            </p:nvSpPr>
            <p:spPr bwMode="auto">
              <a:xfrm>
                <a:off x="4292" y="288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98" name="Rectangle 92"/>
              <p:cNvSpPr>
                <a:spLocks noChangeArrowheads="1"/>
              </p:cNvSpPr>
              <p:nvPr/>
            </p:nvSpPr>
            <p:spPr bwMode="auto">
              <a:xfrm>
                <a:off x="2736" y="300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99" name="Rectangle 93"/>
              <p:cNvSpPr>
                <a:spLocks noChangeArrowheads="1"/>
              </p:cNvSpPr>
              <p:nvPr/>
            </p:nvSpPr>
            <p:spPr bwMode="auto">
              <a:xfrm>
                <a:off x="2909" y="300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00" name="Rectangle 94"/>
              <p:cNvSpPr>
                <a:spLocks noChangeArrowheads="1"/>
              </p:cNvSpPr>
              <p:nvPr/>
            </p:nvSpPr>
            <p:spPr bwMode="auto">
              <a:xfrm>
                <a:off x="3082" y="300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01" name="Rectangle 95"/>
              <p:cNvSpPr>
                <a:spLocks noChangeArrowheads="1"/>
              </p:cNvSpPr>
              <p:nvPr/>
            </p:nvSpPr>
            <p:spPr bwMode="auto">
              <a:xfrm>
                <a:off x="3255" y="300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02" name="Rectangle 96"/>
              <p:cNvSpPr>
                <a:spLocks noChangeArrowheads="1"/>
              </p:cNvSpPr>
              <p:nvPr/>
            </p:nvSpPr>
            <p:spPr bwMode="auto">
              <a:xfrm>
                <a:off x="3428" y="300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03" name="Rectangle 97"/>
              <p:cNvSpPr>
                <a:spLocks noChangeArrowheads="1"/>
              </p:cNvSpPr>
              <p:nvPr/>
            </p:nvSpPr>
            <p:spPr bwMode="auto">
              <a:xfrm>
                <a:off x="3601" y="300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04" name="Rectangle 98"/>
              <p:cNvSpPr>
                <a:spLocks noChangeArrowheads="1"/>
              </p:cNvSpPr>
              <p:nvPr/>
            </p:nvSpPr>
            <p:spPr bwMode="auto">
              <a:xfrm>
                <a:off x="3774" y="300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05" name="Rectangle 99"/>
              <p:cNvSpPr>
                <a:spLocks noChangeArrowheads="1"/>
              </p:cNvSpPr>
              <p:nvPr/>
            </p:nvSpPr>
            <p:spPr bwMode="auto">
              <a:xfrm>
                <a:off x="3946" y="3003"/>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06" name="Rectangle 100"/>
              <p:cNvSpPr>
                <a:spLocks noChangeArrowheads="1"/>
              </p:cNvSpPr>
              <p:nvPr/>
            </p:nvSpPr>
            <p:spPr bwMode="auto">
              <a:xfrm>
                <a:off x="4119" y="300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07" name="Rectangle 101"/>
              <p:cNvSpPr>
                <a:spLocks noChangeArrowheads="1"/>
              </p:cNvSpPr>
              <p:nvPr/>
            </p:nvSpPr>
            <p:spPr bwMode="auto">
              <a:xfrm>
                <a:off x="4292" y="300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08" name="Rectangle 105"/>
              <p:cNvSpPr>
                <a:spLocks noChangeArrowheads="1"/>
              </p:cNvSpPr>
              <p:nvPr/>
            </p:nvSpPr>
            <p:spPr bwMode="auto">
              <a:xfrm>
                <a:off x="2736" y="311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09" name="Rectangle 106"/>
              <p:cNvSpPr>
                <a:spLocks noChangeArrowheads="1"/>
              </p:cNvSpPr>
              <p:nvPr/>
            </p:nvSpPr>
            <p:spPr bwMode="auto">
              <a:xfrm>
                <a:off x="2909" y="311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10" name="Rectangle 107"/>
              <p:cNvSpPr>
                <a:spLocks noChangeArrowheads="1"/>
              </p:cNvSpPr>
              <p:nvPr/>
            </p:nvSpPr>
            <p:spPr bwMode="auto">
              <a:xfrm>
                <a:off x="3082" y="311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11" name="Rectangle 108"/>
              <p:cNvSpPr>
                <a:spLocks noChangeArrowheads="1"/>
              </p:cNvSpPr>
              <p:nvPr/>
            </p:nvSpPr>
            <p:spPr bwMode="auto">
              <a:xfrm>
                <a:off x="3255" y="311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12" name="Rectangle 109"/>
              <p:cNvSpPr>
                <a:spLocks noChangeArrowheads="1"/>
              </p:cNvSpPr>
              <p:nvPr/>
            </p:nvSpPr>
            <p:spPr bwMode="auto">
              <a:xfrm>
                <a:off x="3428" y="311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13" name="Rectangle 110"/>
              <p:cNvSpPr>
                <a:spLocks noChangeArrowheads="1"/>
              </p:cNvSpPr>
              <p:nvPr/>
            </p:nvSpPr>
            <p:spPr bwMode="auto">
              <a:xfrm>
                <a:off x="3601" y="311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14" name="Rectangle 111"/>
              <p:cNvSpPr>
                <a:spLocks noChangeArrowheads="1"/>
              </p:cNvSpPr>
              <p:nvPr/>
            </p:nvSpPr>
            <p:spPr bwMode="auto">
              <a:xfrm>
                <a:off x="3774" y="311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15" name="Rectangle 112"/>
              <p:cNvSpPr>
                <a:spLocks noChangeArrowheads="1"/>
              </p:cNvSpPr>
              <p:nvPr/>
            </p:nvSpPr>
            <p:spPr bwMode="auto">
              <a:xfrm>
                <a:off x="3946" y="3118"/>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16" name="Rectangle 113"/>
              <p:cNvSpPr>
                <a:spLocks noChangeArrowheads="1"/>
              </p:cNvSpPr>
              <p:nvPr/>
            </p:nvSpPr>
            <p:spPr bwMode="auto">
              <a:xfrm>
                <a:off x="4119" y="311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17" name="Rectangle 114"/>
              <p:cNvSpPr>
                <a:spLocks noChangeArrowheads="1"/>
              </p:cNvSpPr>
              <p:nvPr/>
            </p:nvSpPr>
            <p:spPr bwMode="auto">
              <a:xfrm>
                <a:off x="4292" y="3119"/>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18" name="Rectangle 118"/>
              <p:cNvSpPr>
                <a:spLocks noChangeArrowheads="1"/>
              </p:cNvSpPr>
              <p:nvPr/>
            </p:nvSpPr>
            <p:spPr bwMode="auto">
              <a:xfrm>
                <a:off x="2736" y="323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19" name="Rectangle 119"/>
              <p:cNvSpPr>
                <a:spLocks noChangeArrowheads="1"/>
              </p:cNvSpPr>
              <p:nvPr/>
            </p:nvSpPr>
            <p:spPr bwMode="auto">
              <a:xfrm>
                <a:off x="2909" y="323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20" name="Rectangle 120"/>
              <p:cNvSpPr>
                <a:spLocks noChangeArrowheads="1"/>
              </p:cNvSpPr>
              <p:nvPr/>
            </p:nvSpPr>
            <p:spPr bwMode="auto">
              <a:xfrm>
                <a:off x="3082" y="323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21" name="Rectangle 121"/>
              <p:cNvSpPr>
                <a:spLocks noChangeArrowheads="1"/>
              </p:cNvSpPr>
              <p:nvPr/>
            </p:nvSpPr>
            <p:spPr bwMode="auto">
              <a:xfrm>
                <a:off x="3255" y="323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22" name="Rectangle 122"/>
              <p:cNvSpPr>
                <a:spLocks noChangeArrowheads="1"/>
              </p:cNvSpPr>
              <p:nvPr/>
            </p:nvSpPr>
            <p:spPr bwMode="auto">
              <a:xfrm>
                <a:off x="3428" y="323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23" name="Rectangle 123"/>
              <p:cNvSpPr>
                <a:spLocks noChangeArrowheads="1"/>
              </p:cNvSpPr>
              <p:nvPr/>
            </p:nvSpPr>
            <p:spPr bwMode="auto">
              <a:xfrm>
                <a:off x="3601" y="323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24" name="Rectangle 124"/>
              <p:cNvSpPr>
                <a:spLocks noChangeArrowheads="1"/>
              </p:cNvSpPr>
              <p:nvPr/>
            </p:nvSpPr>
            <p:spPr bwMode="auto">
              <a:xfrm>
                <a:off x="3774" y="323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25" name="Rectangle 125"/>
              <p:cNvSpPr>
                <a:spLocks noChangeArrowheads="1"/>
              </p:cNvSpPr>
              <p:nvPr/>
            </p:nvSpPr>
            <p:spPr bwMode="auto">
              <a:xfrm>
                <a:off x="3946" y="3233"/>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26" name="Rectangle 126"/>
              <p:cNvSpPr>
                <a:spLocks noChangeArrowheads="1"/>
              </p:cNvSpPr>
              <p:nvPr/>
            </p:nvSpPr>
            <p:spPr bwMode="auto">
              <a:xfrm>
                <a:off x="4119" y="323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sp>
            <p:nvSpPr>
              <p:cNvPr id="127" name="Rectangle 127"/>
              <p:cNvSpPr>
                <a:spLocks noChangeArrowheads="1"/>
              </p:cNvSpPr>
              <p:nvPr/>
            </p:nvSpPr>
            <p:spPr bwMode="auto">
              <a:xfrm>
                <a:off x="4292" y="3234"/>
                <a:ext cx="173" cy="116"/>
              </a:xfrm>
              <a:prstGeom prst="rect">
                <a:avLst/>
              </a:prstGeom>
              <a:solidFill>
                <a:schemeClr val="accent1"/>
              </a:solidFill>
              <a:ln w="9525">
                <a:solidFill>
                  <a:schemeClr val="tx1"/>
                </a:solidFill>
                <a:miter lim="800000"/>
                <a:headEnd/>
                <a:tailEnd/>
              </a:ln>
            </p:spPr>
            <p:txBody>
              <a:bodyPr wrap="none" anchor="ctr"/>
              <a:lstStyle/>
              <a:p>
                <a:pPr>
                  <a:defRPr/>
                </a:pPr>
                <a:endParaRPr lang="en-US" altLang="en-US" sz="2400">
                  <a:latin typeface="+mn-lt"/>
                </a:endParaRPr>
              </a:p>
            </p:txBody>
          </p:sp>
        </p:grpSp>
        <p:sp>
          <p:nvSpPr>
            <p:cNvPr id="26" name="Text Box 132"/>
            <p:cNvSpPr txBox="1">
              <a:spLocks noChangeArrowheads="1"/>
            </p:cNvSpPr>
            <p:nvPr/>
          </p:nvSpPr>
          <p:spPr bwMode="auto">
            <a:xfrm>
              <a:off x="2511" y="3225"/>
              <a:ext cx="224" cy="291"/>
            </a:xfrm>
            <a:prstGeom prst="rect">
              <a:avLst/>
            </a:prstGeom>
            <a:noFill/>
            <a:ln w="9525">
              <a:noFill/>
              <a:miter lim="800000"/>
              <a:headEnd/>
              <a:tailEnd/>
            </a:ln>
          </p:spPr>
          <p:txBody>
            <a:bodyPr wrap="none">
              <a:spAutoFit/>
            </a:bodyPr>
            <a:lstStyle/>
            <a:p>
              <a:pPr>
                <a:defRPr/>
              </a:pPr>
              <a:r>
                <a:rPr lang="en-US" altLang="en-US" sz="2400">
                  <a:latin typeface="+mn-lt"/>
                </a:rPr>
                <a:t>0</a:t>
              </a:r>
            </a:p>
          </p:txBody>
        </p:sp>
        <p:sp>
          <p:nvSpPr>
            <p:cNvPr id="27" name="Text Box 133"/>
            <p:cNvSpPr txBox="1">
              <a:spLocks noChangeArrowheads="1"/>
            </p:cNvSpPr>
            <p:nvPr/>
          </p:nvSpPr>
          <p:spPr bwMode="auto">
            <a:xfrm>
              <a:off x="2520" y="2188"/>
              <a:ext cx="224" cy="291"/>
            </a:xfrm>
            <a:prstGeom prst="rect">
              <a:avLst/>
            </a:prstGeom>
            <a:noFill/>
            <a:ln w="9525">
              <a:noFill/>
              <a:miter lim="800000"/>
              <a:headEnd/>
              <a:tailEnd/>
            </a:ln>
          </p:spPr>
          <p:txBody>
            <a:bodyPr wrap="none">
              <a:spAutoFit/>
            </a:bodyPr>
            <a:lstStyle/>
            <a:p>
              <a:pPr>
                <a:defRPr/>
              </a:pPr>
              <a:r>
                <a:rPr lang="en-US" altLang="en-US" sz="2400">
                  <a:latin typeface="+mn-lt"/>
                </a:rPr>
                <a:t>9</a:t>
              </a:r>
            </a:p>
          </p:txBody>
        </p:sp>
        <p:sp>
          <p:nvSpPr>
            <p:cNvPr id="28" name="Text Box 134"/>
            <p:cNvSpPr txBox="1">
              <a:spLocks noChangeArrowheads="1"/>
            </p:cNvSpPr>
            <p:nvPr/>
          </p:nvSpPr>
          <p:spPr bwMode="auto">
            <a:xfrm>
              <a:off x="2513" y="2879"/>
              <a:ext cx="224" cy="291"/>
            </a:xfrm>
            <a:prstGeom prst="rect">
              <a:avLst/>
            </a:prstGeom>
            <a:noFill/>
            <a:ln w="9525">
              <a:noFill/>
              <a:miter lim="800000"/>
              <a:headEnd/>
              <a:tailEnd/>
            </a:ln>
          </p:spPr>
          <p:txBody>
            <a:bodyPr wrap="none">
              <a:spAutoFit/>
            </a:bodyPr>
            <a:lstStyle/>
            <a:p>
              <a:pPr>
                <a:defRPr/>
              </a:pPr>
              <a:r>
                <a:rPr lang="en-US" altLang="en-US" sz="2400">
                  <a:latin typeface="+mn-lt"/>
                </a:rPr>
                <a:t>3</a:t>
              </a:r>
            </a:p>
          </p:txBody>
        </p:sp>
        <p:sp>
          <p:nvSpPr>
            <p:cNvPr id="29" name="Text Box 135"/>
            <p:cNvSpPr txBox="1">
              <a:spLocks noChangeArrowheads="1"/>
            </p:cNvSpPr>
            <p:nvPr/>
          </p:nvSpPr>
          <p:spPr bwMode="auto">
            <a:xfrm>
              <a:off x="2521" y="2517"/>
              <a:ext cx="224" cy="291"/>
            </a:xfrm>
            <a:prstGeom prst="rect">
              <a:avLst/>
            </a:prstGeom>
            <a:noFill/>
            <a:ln w="9525">
              <a:noFill/>
              <a:miter lim="800000"/>
              <a:headEnd/>
              <a:tailEnd/>
            </a:ln>
          </p:spPr>
          <p:txBody>
            <a:bodyPr wrap="none">
              <a:spAutoFit/>
            </a:bodyPr>
            <a:lstStyle/>
            <a:p>
              <a:pPr>
                <a:defRPr/>
              </a:pPr>
              <a:r>
                <a:rPr lang="en-US" altLang="en-US" sz="2400">
                  <a:latin typeface="+mn-lt"/>
                </a:rPr>
                <a:t>6</a:t>
              </a:r>
            </a:p>
          </p:txBody>
        </p:sp>
        <p:sp>
          <p:nvSpPr>
            <p:cNvPr id="30" name="Text Box 136"/>
            <p:cNvSpPr txBox="1">
              <a:spLocks noChangeArrowheads="1"/>
            </p:cNvSpPr>
            <p:nvPr/>
          </p:nvSpPr>
          <p:spPr bwMode="auto">
            <a:xfrm>
              <a:off x="2626" y="3340"/>
              <a:ext cx="224" cy="291"/>
            </a:xfrm>
            <a:prstGeom prst="rect">
              <a:avLst/>
            </a:prstGeom>
            <a:noFill/>
            <a:ln w="9525">
              <a:noFill/>
              <a:miter lim="800000"/>
              <a:headEnd/>
              <a:tailEnd/>
            </a:ln>
          </p:spPr>
          <p:txBody>
            <a:bodyPr wrap="none">
              <a:spAutoFit/>
            </a:bodyPr>
            <a:lstStyle/>
            <a:p>
              <a:pPr>
                <a:defRPr/>
              </a:pPr>
              <a:r>
                <a:rPr lang="en-US" altLang="en-US" sz="2400">
                  <a:latin typeface="+mn-lt"/>
                </a:rPr>
                <a:t>0</a:t>
              </a:r>
            </a:p>
          </p:txBody>
        </p:sp>
        <p:sp>
          <p:nvSpPr>
            <p:cNvPr id="31" name="Text Box 137"/>
            <p:cNvSpPr txBox="1">
              <a:spLocks noChangeArrowheads="1"/>
            </p:cNvSpPr>
            <p:nvPr/>
          </p:nvSpPr>
          <p:spPr bwMode="auto">
            <a:xfrm>
              <a:off x="3492" y="3350"/>
              <a:ext cx="224" cy="291"/>
            </a:xfrm>
            <a:prstGeom prst="rect">
              <a:avLst/>
            </a:prstGeom>
            <a:noFill/>
            <a:ln w="9525">
              <a:noFill/>
              <a:miter lim="800000"/>
              <a:headEnd/>
              <a:tailEnd/>
            </a:ln>
          </p:spPr>
          <p:txBody>
            <a:bodyPr wrap="none">
              <a:spAutoFit/>
            </a:bodyPr>
            <a:lstStyle/>
            <a:p>
              <a:pPr>
                <a:defRPr/>
              </a:pPr>
              <a:r>
                <a:rPr lang="en-US" altLang="en-US" sz="2400">
                  <a:latin typeface="+mn-lt"/>
                </a:rPr>
                <a:t>5</a:t>
              </a:r>
            </a:p>
          </p:txBody>
        </p:sp>
        <p:sp>
          <p:nvSpPr>
            <p:cNvPr id="32" name="Text Box 138"/>
            <p:cNvSpPr txBox="1">
              <a:spLocks noChangeArrowheads="1"/>
            </p:cNvSpPr>
            <p:nvPr/>
          </p:nvSpPr>
          <p:spPr bwMode="auto">
            <a:xfrm>
              <a:off x="4333" y="3350"/>
              <a:ext cx="332" cy="291"/>
            </a:xfrm>
            <a:prstGeom prst="rect">
              <a:avLst/>
            </a:prstGeom>
            <a:noFill/>
            <a:ln w="9525">
              <a:noFill/>
              <a:miter lim="800000"/>
              <a:headEnd/>
              <a:tailEnd/>
            </a:ln>
          </p:spPr>
          <p:txBody>
            <a:bodyPr wrap="none">
              <a:spAutoFit/>
            </a:bodyPr>
            <a:lstStyle/>
            <a:p>
              <a:pPr>
                <a:defRPr/>
              </a:pPr>
              <a:r>
                <a:rPr lang="en-US" altLang="en-US" sz="2400">
                  <a:latin typeface="+mn-lt"/>
                </a:rPr>
                <a:t>10</a:t>
              </a:r>
            </a:p>
          </p:txBody>
        </p:sp>
        <p:sp>
          <p:nvSpPr>
            <p:cNvPr id="33" name="Text Box 140"/>
            <p:cNvSpPr txBox="1">
              <a:spLocks noChangeArrowheads="1"/>
            </p:cNvSpPr>
            <p:nvPr/>
          </p:nvSpPr>
          <p:spPr bwMode="auto">
            <a:xfrm rot="16200000">
              <a:off x="1923" y="2682"/>
              <a:ext cx="1049" cy="291"/>
            </a:xfrm>
            <a:prstGeom prst="rect">
              <a:avLst/>
            </a:prstGeom>
            <a:noFill/>
            <a:ln w="9525">
              <a:noFill/>
              <a:miter lim="800000"/>
              <a:headEnd/>
              <a:tailEnd/>
            </a:ln>
          </p:spPr>
          <p:txBody>
            <a:bodyPr wrap="none">
              <a:spAutoFit/>
            </a:bodyPr>
            <a:lstStyle/>
            <a:p>
              <a:pPr>
                <a:defRPr/>
              </a:pPr>
              <a:r>
                <a:rPr lang="en-US" altLang="en-US" sz="2400" dirty="0">
                  <a:latin typeface="+mn-lt"/>
                </a:rPr>
                <a:t>Force </a:t>
              </a:r>
              <a:r>
                <a:rPr lang="en-US" altLang="en-US" sz="2400" i="1" dirty="0">
                  <a:solidFill>
                    <a:srgbClr val="FF0000"/>
                  </a:solidFill>
                  <a:latin typeface="+mn-lt"/>
                </a:rPr>
                <a:t>F</a:t>
              </a:r>
              <a:r>
                <a:rPr lang="en-US" altLang="en-US" sz="2400" i="1" dirty="0">
                  <a:latin typeface="+mn-lt"/>
                </a:rPr>
                <a:t> </a:t>
              </a:r>
              <a:r>
                <a:rPr lang="en-US" altLang="en-US" sz="2400" dirty="0">
                  <a:latin typeface="+mn-lt"/>
                </a:rPr>
                <a:t>/ n</a:t>
              </a:r>
            </a:p>
          </p:txBody>
        </p:sp>
        <p:sp>
          <p:nvSpPr>
            <p:cNvPr id="34" name="Text Box 141"/>
            <p:cNvSpPr txBox="1">
              <a:spLocks noChangeArrowheads="1"/>
            </p:cNvSpPr>
            <p:nvPr/>
          </p:nvSpPr>
          <p:spPr bwMode="auto">
            <a:xfrm>
              <a:off x="3149" y="3499"/>
              <a:ext cx="905" cy="291"/>
            </a:xfrm>
            <a:prstGeom prst="rect">
              <a:avLst/>
            </a:prstGeom>
            <a:noFill/>
            <a:ln w="9525">
              <a:noFill/>
              <a:miter lim="800000"/>
              <a:headEnd/>
              <a:tailEnd/>
            </a:ln>
          </p:spPr>
          <p:txBody>
            <a:bodyPr wrap="none">
              <a:spAutoFit/>
            </a:bodyPr>
            <a:lstStyle/>
            <a:p>
              <a:pPr>
                <a:defRPr/>
              </a:pPr>
              <a:r>
                <a:rPr lang="en-US" altLang="en-US" sz="2400" dirty="0">
                  <a:latin typeface="+mn-lt"/>
                </a:rPr>
                <a:t>Time </a:t>
              </a:r>
              <a:r>
                <a:rPr lang="en-US" altLang="en-US" sz="2400" i="1" dirty="0">
                  <a:latin typeface="+mn-lt"/>
                </a:rPr>
                <a:t>t </a:t>
              </a:r>
              <a:r>
                <a:rPr lang="en-US" altLang="en-US" sz="2400" dirty="0">
                  <a:latin typeface="+mn-lt"/>
                </a:rPr>
                <a:t>/ s</a:t>
              </a:r>
            </a:p>
          </p:txBody>
        </p:sp>
      </p:grpSp>
      <p:sp>
        <p:nvSpPr>
          <p:cNvPr id="128" name="Freeform 143"/>
          <p:cNvSpPr>
            <a:spLocks/>
          </p:cNvSpPr>
          <p:nvPr/>
        </p:nvSpPr>
        <p:spPr bwMode="auto">
          <a:xfrm>
            <a:off x="5464175" y="4448175"/>
            <a:ext cx="2743200" cy="1658938"/>
          </a:xfrm>
          <a:custGeom>
            <a:avLst/>
            <a:gdLst>
              <a:gd name="T0" fmla="*/ 0 w 1728"/>
              <a:gd name="T1" fmla="*/ 2147483647 h 1045"/>
              <a:gd name="T2" fmla="*/ 2147483647 w 1728"/>
              <a:gd name="T3" fmla="*/ 0 h 1045"/>
              <a:gd name="T4" fmla="*/ 2147483647 w 1728"/>
              <a:gd name="T5" fmla="*/ 0 h 1045"/>
              <a:gd name="T6" fmla="*/ 2147483647 w 1728"/>
              <a:gd name="T7" fmla="*/ 2147483647 h 1045"/>
              <a:gd name="T8" fmla="*/ 0 60000 65536"/>
              <a:gd name="T9" fmla="*/ 0 60000 65536"/>
              <a:gd name="T10" fmla="*/ 0 60000 65536"/>
              <a:gd name="T11" fmla="*/ 0 60000 65536"/>
              <a:gd name="T12" fmla="*/ 0 w 1728"/>
              <a:gd name="T13" fmla="*/ 0 h 1045"/>
              <a:gd name="T14" fmla="*/ 1728 w 1728"/>
              <a:gd name="T15" fmla="*/ 1045 h 1045"/>
            </a:gdLst>
            <a:ahLst/>
            <a:cxnLst>
              <a:cxn ang="T8">
                <a:pos x="T0" y="T1"/>
              </a:cxn>
              <a:cxn ang="T9">
                <a:pos x="T2" y="T3"/>
              </a:cxn>
              <a:cxn ang="T10">
                <a:pos x="T4" y="T5"/>
              </a:cxn>
              <a:cxn ang="T11">
                <a:pos x="T6" y="T7"/>
              </a:cxn>
            </a:cxnLst>
            <a:rect l="T12" t="T13" r="T14" b="T15"/>
            <a:pathLst>
              <a:path w="1728" h="1045">
                <a:moveTo>
                  <a:pt x="0" y="1045"/>
                </a:moveTo>
                <a:lnTo>
                  <a:pt x="523" y="0"/>
                </a:lnTo>
                <a:lnTo>
                  <a:pt x="1213" y="0"/>
                </a:lnTo>
                <a:lnTo>
                  <a:pt x="1728" y="1038"/>
                </a:lnTo>
              </a:path>
            </a:pathLst>
          </a:custGeom>
          <a:noFill/>
          <a:ln w="38100" cmpd="sng">
            <a:solidFill>
              <a:srgbClr val="FF0000"/>
            </a:solidFill>
            <a:round/>
            <a:headEnd/>
            <a:tailEnd/>
          </a:ln>
        </p:spPr>
        <p:txBody>
          <a:bodyPr/>
          <a:lstStyle/>
          <a:p>
            <a:pPr>
              <a:defRPr/>
            </a:pPr>
            <a:endParaRPr lang="en-US" sz="2400">
              <a:latin typeface="+mn-lt"/>
            </a:endParaRPr>
          </a:p>
        </p:txBody>
      </p:sp>
      <p:sp>
        <p:nvSpPr>
          <p:cNvPr id="129" name="AutoShape 144"/>
          <p:cNvSpPr>
            <a:spLocks noChangeArrowheads="1"/>
          </p:cNvSpPr>
          <p:nvPr/>
        </p:nvSpPr>
        <p:spPr bwMode="auto">
          <a:xfrm>
            <a:off x="7389813" y="4435475"/>
            <a:ext cx="793750" cy="1660525"/>
          </a:xfrm>
          <a:prstGeom prst="rtTriangle">
            <a:avLst/>
          </a:prstGeom>
          <a:solidFill>
            <a:srgbClr val="FF0000">
              <a:alpha val="45097"/>
            </a:srgbClr>
          </a:solidFill>
          <a:ln w="9525">
            <a:noFill/>
            <a:miter lim="800000"/>
            <a:headEnd/>
            <a:tailEnd/>
          </a:ln>
        </p:spPr>
        <p:txBody>
          <a:bodyPr wrap="none" anchor="ctr"/>
          <a:lstStyle/>
          <a:p>
            <a:pPr>
              <a:defRPr/>
            </a:pPr>
            <a:endParaRPr lang="en-US" altLang="en-US" sz="2400">
              <a:latin typeface="+mn-lt"/>
            </a:endParaRPr>
          </a:p>
        </p:txBody>
      </p:sp>
      <p:sp>
        <p:nvSpPr>
          <p:cNvPr id="130" name="AutoShape 145"/>
          <p:cNvSpPr>
            <a:spLocks noChangeArrowheads="1"/>
          </p:cNvSpPr>
          <p:nvPr/>
        </p:nvSpPr>
        <p:spPr bwMode="auto">
          <a:xfrm flipH="1">
            <a:off x="5502275" y="4437063"/>
            <a:ext cx="793750" cy="1660525"/>
          </a:xfrm>
          <a:prstGeom prst="rtTriangle">
            <a:avLst/>
          </a:prstGeom>
          <a:solidFill>
            <a:srgbClr val="FF9900">
              <a:alpha val="45097"/>
            </a:srgbClr>
          </a:solidFill>
          <a:ln w="9525">
            <a:noFill/>
            <a:miter lim="800000"/>
            <a:headEnd/>
            <a:tailEnd/>
          </a:ln>
        </p:spPr>
        <p:txBody>
          <a:bodyPr wrap="none" anchor="ctr"/>
          <a:lstStyle/>
          <a:p>
            <a:pPr>
              <a:defRPr/>
            </a:pPr>
            <a:endParaRPr lang="en-US" altLang="en-US" sz="2400">
              <a:latin typeface="+mn-lt"/>
            </a:endParaRPr>
          </a:p>
        </p:txBody>
      </p:sp>
      <p:sp>
        <p:nvSpPr>
          <p:cNvPr id="131" name="Rectangle 146"/>
          <p:cNvSpPr>
            <a:spLocks noChangeArrowheads="1"/>
          </p:cNvSpPr>
          <p:nvPr/>
        </p:nvSpPr>
        <p:spPr bwMode="auto">
          <a:xfrm>
            <a:off x="6294438" y="4435475"/>
            <a:ext cx="1095375" cy="1660525"/>
          </a:xfrm>
          <a:prstGeom prst="rect">
            <a:avLst/>
          </a:prstGeom>
          <a:solidFill>
            <a:srgbClr val="66FF33">
              <a:alpha val="38823"/>
            </a:srgbClr>
          </a:solidFill>
          <a:ln w="9525">
            <a:noFill/>
            <a:miter lim="800000"/>
            <a:headEnd/>
            <a:tailEnd/>
          </a:ln>
        </p:spPr>
        <p:txBody>
          <a:bodyPr wrap="none" anchor="ctr"/>
          <a:lstStyle/>
          <a:p>
            <a:pPr>
              <a:defRPr/>
            </a:pPr>
            <a:endParaRPr lang="en-US" altLang="en-US" sz="240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
                                            <p:txEl>
                                              <p:pRg st="0" end="0"/>
                                            </p:txEl>
                                          </p:spTgt>
                                        </p:tgtEl>
                                        <p:attrNameLst>
                                          <p:attrName>style.visibility</p:attrName>
                                        </p:attrNameLst>
                                      </p:cBhvr>
                                      <p:to>
                                        <p:strVal val="visible"/>
                                      </p:to>
                                    </p:set>
                                    <p:anim calcmode="lin" valueType="num">
                                      <p:cBhvr additive="base">
                                        <p:cTn id="7" dur="500" fill="hold"/>
                                        <p:tgtEl>
                                          <p:spTgt spid="4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3"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9">
                                            <p:txEl>
                                              <p:pRg st="0" end="0"/>
                                            </p:txEl>
                                          </p:spTgt>
                                        </p:tgtEl>
                                        <p:attrNameLst>
                                          <p:attrName>style.visibility</p:attrName>
                                        </p:attrNameLst>
                                      </p:cBhvr>
                                      <p:to>
                                        <p:strVal val="visible"/>
                                      </p:to>
                                    </p:set>
                                    <p:anim calcmode="lin" valueType="num">
                                      <p:cBhvr additive="base">
                                        <p:cTn id="20"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9">
                                            <p:txEl>
                                              <p:pRg st="0" end="0"/>
                                            </p:txEl>
                                          </p:spTgt>
                                        </p:tgtEl>
                                        <p:attrNameLst>
                                          <p:attrName>ppt_y</p:attrName>
                                        </p:attrNameLst>
                                      </p:cBhvr>
                                      <p:tavLst>
                                        <p:tav tm="0">
                                          <p:val>
                                            <p:strVal val="1+#ppt_h/2"/>
                                          </p:val>
                                        </p:tav>
                                        <p:tav tm="100000">
                                          <p:val>
                                            <p:strVal val="#ppt_y"/>
                                          </p:val>
                                        </p:tav>
                                      </p:tavLst>
                                    </p:anim>
                                  </p:childTnLst>
                                </p:cTn>
                              </p:par>
                              <p:par>
                                <p:cTn id="22" presetID="53" presetClass="entr" presetSubtype="0" fill="hold" nodeType="with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128"/>
                                        </p:tgtEl>
                                        <p:attrNameLst>
                                          <p:attrName>style.visibility</p:attrName>
                                        </p:attrNameLst>
                                      </p:cBhvr>
                                      <p:to>
                                        <p:strVal val="visible"/>
                                      </p:to>
                                    </p:set>
                                    <p:animEffect transition="in" filter="wipe(left)">
                                      <p:cBhvr>
                                        <p:cTn id="30" dur="2000"/>
                                        <p:tgtEl>
                                          <p:spTgt spid="128"/>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9">
                                            <p:txEl>
                                              <p:pRg st="1" end="1"/>
                                            </p:txEl>
                                          </p:spTgt>
                                        </p:tgtEl>
                                        <p:attrNameLst>
                                          <p:attrName>style.visibility</p:attrName>
                                        </p:attrNameLst>
                                      </p:cBhvr>
                                      <p:to>
                                        <p:strVal val="visible"/>
                                      </p:to>
                                    </p:set>
                                    <p:anim calcmode="lin" valueType="num">
                                      <p:cBhvr additive="base">
                                        <p:cTn id="35" dur="500" fill="hold"/>
                                        <p:tgtEl>
                                          <p:spTgt spid="19">
                                            <p:txEl>
                                              <p:pRg st="1" end="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9">
                                            <p:txEl>
                                              <p:pRg st="2" end="2"/>
                                            </p:txEl>
                                          </p:spTgt>
                                        </p:tgtEl>
                                        <p:attrNameLst>
                                          <p:attrName>style.visibility</p:attrName>
                                        </p:attrNameLst>
                                      </p:cBhvr>
                                      <p:to>
                                        <p:strVal val="visible"/>
                                      </p:to>
                                    </p:set>
                                    <p:anim calcmode="lin" valueType="num">
                                      <p:cBhvr additive="base">
                                        <p:cTn id="41" dur="500" fill="hold"/>
                                        <p:tgtEl>
                                          <p:spTgt spid="19">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9">
                                            <p:txEl>
                                              <p:pRg st="3" end="3"/>
                                            </p:txEl>
                                          </p:spTgt>
                                        </p:tgtEl>
                                        <p:attrNameLst>
                                          <p:attrName>style.visibility</p:attrName>
                                        </p:attrNameLst>
                                      </p:cBhvr>
                                      <p:to>
                                        <p:strVal val="visible"/>
                                      </p:to>
                                    </p:set>
                                    <p:anim calcmode="lin" valueType="num">
                                      <p:cBhvr additive="base">
                                        <p:cTn id="47" dur="500" fill="hold"/>
                                        <p:tgtEl>
                                          <p:spTgt spid="19">
                                            <p:txEl>
                                              <p:pRg st="3" end="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9">
                                            <p:txEl>
                                              <p:pRg st="3" end="3"/>
                                            </p:txEl>
                                          </p:spTgt>
                                        </p:tgtEl>
                                        <p:attrNameLst>
                                          <p:attrName>ppt_y</p:attrName>
                                        </p:attrNameLst>
                                      </p:cBhvr>
                                      <p:tavLst>
                                        <p:tav tm="0">
                                          <p:val>
                                            <p:strVal val="1+#ppt_h/2"/>
                                          </p:val>
                                        </p:tav>
                                        <p:tav tm="100000">
                                          <p:val>
                                            <p:strVal val="#ppt_y"/>
                                          </p:val>
                                        </p:tav>
                                      </p:tavLst>
                                    </p:anim>
                                  </p:childTnLst>
                                </p:cTn>
                              </p:par>
                              <p:par>
                                <p:cTn id="49" presetID="22" presetClass="entr" presetSubtype="8" fill="hold" grpId="0" nodeType="withEffect">
                                  <p:stCondLst>
                                    <p:cond delay="0"/>
                                  </p:stCondLst>
                                  <p:childTnLst>
                                    <p:set>
                                      <p:cBhvr>
                                        <p:cTn id="50" dur="1" fill="hold">
                                          <p:stCondLst>
                                            <p:cond delay="0"/>
                                          </p:stCondLst>
                                        </p:cTn>
                                        <p:tgtEl>
                                          <p:spTgt spid="130"/>
                                        </p:tgtEl>
                                        <p:attrNameLst>
                                          <p:attrName>style.visibility</p:attrName>
                                        </p:attrNameLst>
                                      </p:cBhvr>
                                      <p:to>
                                        <p:strVal val="visible"/>
                                      </p:to>
                                    </p:set>
                                    <p:animEffect transition="in" filter="wipe(left)">
                                      <p:cBhvr>
                                        <p:cTn id="51" dur="2000"/>
                                        <p:tgtEl>
                                          <p:spTgt spid="130"/>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19">
                                            <p:txEl>
                                              <p:pRg st="4" end="4"/>
                                            </p:txEl>
                                          </p:spTgt>
                                        </p:tgtEl>
                                        <p:attrNameLst>
                                          <p:attrName>style.visibility</p:attrName>
                                        </p:attrNameLst>
                                      </p:cBhvr>
                                      <p:to>
                                        <p:strVal val="visible"/>
                                      </p:to>
                                    </p:set>
                                    <p:anim calcmode="lin" valueType="num">
                                      <p:cBhvr additive="base">
                                        <p:cTn id="56" dur="500" fill="hold"/>
                                        <p:tgtEl>
                                          <p:spTgt spid="19">
                                            <p:txEl>
                                              <p:pRg st="4" end="4"/>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19">
                                            <p:txEl>
                                              <p:pRg st="4" end="4"/>
                                            </p:txEl>
                                          </p:spTgt>
                                        </p:tgtEl>
                                        <p:attrNameLst>
                                          <p:attrName>ppt_y</p:attrName>
                                        </p:attrNameLst>
                                      </p:cBhvr>
                                      <p:tavLst>
                                        <p:tav tm="0">
                                          <p:val>
                                            <p:strVal val="1+#ppt_h/2"/>
                                          </p:val>
                                        </p:tav>
                                        <p:tav tm="100000">
                                          <p:val>
                                            <p:strVal val="#ppt_y"/>
                                          </p:val>
                                        </p:tav>
                                      </p:tavLst>
                                    </p:anim>
                                  </p:childTnLst>
                                </p:cTn>
                              </p:par>
                              <p:par>
                                <p:cTn id="58" presetID="22" presetClass="entr" presetSubtype="8" fill="hold" grpId="0" nodeType="withEffect">
                                  <p:stCondLst>
                                    <p:cond delay="0"/>
                                  </p:stCondLst>
                                  <p:childTnLst>
                                    <p:set>
                                      <p:cBhvr>
                                        <p:cTn id="59" dur="1" fill="hold">
                                          <p:stCondLst>
                                            <p:cond delay="0"/>
                                          </p:stCondLst>
                                        </p:cTn>
                                        <p:tgtEl>
                                          <p:spTgt spid="131"/>
                                        </p:tgtEl>
                                        <p:attrNameLst>
                                          <p:attrName>style.visibility</p:attrName>
                                        </p:attrNameLst>
                                      </p:cBhvr>
                                      <p:to>
                                        <p:strVal val="visible"/>
                                      </p:to>
                                    </p:set>
                                    <p:animEffect transition="in" filter="wipe(left)">
                                      <p:cBhvr>
                                        <p:cTn id="60" dur="2000"/>
                                        <p:tgtEl>
                                          <p:spTgt spid="131"/>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9">
                                            <p:txEl>
                                              <p:pRg st="5" end="5"/>
                                            </p:txEl>
                                          </p:spTgt>
                                        </p:tgtEl>
                                        <p:attrNameLst>
                                          <p:attrName>style.visibility</p:attrName>
                                        </p:attrNameLst>
                                      </p:cBhvr>
                                      <p:to>
                                        <p:strVal val="visible"/>
                                      </p:to>
                                    </p:set>
                                    <p:anim calcmode="lin" valueType="num">
                                      <p:cBhvr additive="base">
                                        <p:cTn id="65" dur="500" fill="hold"/>
                                        <p:tgtEl>
                                          <p:spTgt spid="19">
                                            <p:txEl>
                                              <p:pRg st="5" end="5"/>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9">
                                            <p:txEl>
                                              <p:pRg st="5" end="5"/>
                                            </p:txEl>
                                          </p:spTgt>
                                        </p:tgtEl>
                                        <p:attrNameLst>
                                          <p:attrName>ppt_y</p:attrName>
                                        </p:attrNameLst>
                                      </p:cBhvr>
                                      <p:tavLst>
                                        <p:tav tm="0">
                                          <p:val>
                                            <p:strVal val="1+#ppt_h/2"/>
                                          </p:val>
                                        </p:tav>
                                        <p:tav tm="100000">
                                          <p:val>
                                            <p:strVal val="#ppt_y"/>
                                          </p:val>
                                        </p:tav>
                                      </p:tavLst>
                                    </p:anim>
                                  </p:childTnLst>
                                </p:cTn>
                              </p:par>
                              <p:par>
                                <p:cTn id="67" presetID="22" presetClass="entr" presetSubtype="8" fill="hold" grpId="0" nodeType="withEffect">
                                  <p:stCondLst>
                                    <p:cond delay="0"/>
                                  </p:stCondLst>
                                  <p:childTnLst>
                                    <p:set>
                                      <p:cBhvr>
                                        <p:cTn id="68" dur="1" fill="hold">
                                          <p:stCondLst>
                                            <p:cond delay="0"/>
                                          </p:stCondLst>
                                        </p:cTn>
                                        <p:tgtEl>
                                          <p:spTgt spid="129"/>
                                        </p:tgtEl>
                                        <p:attrNameLst>
                                          <p:attrName>style.visibility</p:attrName>
                                        </p:attrNameLst>
                                      </p:cBhvr>
                                      <p:to>
                                        <p:strVal val="visible"/>
                                      </p:to>
                                    </p:set>
                                    <p:animEffect transition="in" filter="wipe(left)">
                                      <p:cBhvr>
                                        <p:cTn id="69" dur="2000"/>
                                        <p:tgtEl>
                                          <p:spTgt spid="129"/>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nodeType="clickEffect">
                                  <p:stCondLst>
                                    <p:cond delay="0"/>
                                  </p:stCondLst>
                                  <p:childTnLst>
                                    <p:set>
                                      <p:cBhvr>
                                        <p:cTn id="73" dur="1" fill="hold">
                                          <p:stCondLst>
                                            <p:cond delay="0"/>
                                          </p:stCondLst>
                                        </p:cTn>
                                        <p:tgtEl>
                                          <p:spTgt spid="19">
                                            <p:txEl>
                                              <p:pRg st="6" end="6"/>
                                            </p:txEl>
                                          </p:spTgt>
                                        </p:tgtEl>
                                        <p:attrNameLst>
                                          <p:attrName>style.visibility</p:attrName>
                                        </p:attrNameLst>
                                      </p:cBhvr>
                                      <p:to>
                                        <p:strVal val="visible"/>
                                      </p:to>
                                    </p:set>
                                    <p:anim calcmode="lin" valueType="num">
                                      <p:cBhvr additive="base">
                                        <p:cTn id="74" dur="500" fill="hold"/>
                                        <p:tgtEl>
                                          <p:spTgt spid="19">
                                            <p:txEl>
                                              <p:pRg st="6" end="6"/>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1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19">
                                            <p:txEl>
                                              <p:pRg st="7" end="7"/>
                                            </p:txEl>
                                          </p:spTgt>
                                        </p:tgtEl>
                                        <p:attrNameLst>
                                          <p:attrName>style.visibility</p:attrName>
                                        </p:attrNameLst>
                                      </p:cBhvr>
                                      <p:to>
                                        <p:strVal val="visible"/>
                                      </p:to>
                                    </p:set>
                                    <p:anim calcmode="lin" valueType="num">
                                      <p:cBhvr additive="base">
                                        <p:cTn id="80" dur="500" fill="hold"/>
                                        <p:tgtEl>
                                          <p:spTgt spid="19">
                                            <p:txEl>
                                              <p:pRg st="7" end="7"/>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1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130" grpId="0" animBg="1"/>
      <p:bldP spid="13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1938992"/>
          </a:xfrm>
          <a:prstGeom prst="rect">
            <a:avLst/>
          </a:prstGeom>
        </p:spPr>
        <p:txBody>
          <a:bodyPr wrap="square">
            <a:spAutoFit/>
          </a:bodyPr>
          <a:lstStyle/>
          <a:p>
            <a:pPr algn="just"/>
            <a:r>
              <a:rPr lang="en-US" sz="4000" dirty="0"/>
              <a:t>The impulse of the force F acting on a particle equals the change in the momentum of the particle.</a:t>
            </a:r>
          </a:p>
        </p:txBody>
      </p:sp>
      <p:graphicFrame>
        <p:nvGraphicFramePr>
          <p:cNvPr id="5" name="Object 4"/>
          <p:cNvGraphicFramePr>
            <a:graphicFrameLocks noChangeAspect="1"/>
          </p:cNvGraphicFramePr>
          <p:nvPr/>
        </p:nvGraphicFramePr>
        <p:xfrm>
          <a:off x="44450" y="1926987"/>
          <a:ext cx="7575550" cy="2645013"/>
        </p:xfrm>
        <a:graphic>
          <a:graphicData uri="http://schemas.openxmlformats.org/presentationml/2006/ole">
            <mc:AlternateContent xmlns:mc="http://schemas.openxmlformats.org/markup-compatibility/2006">
              <mc:Choice xmlns:v="urn:schemas-microsoft-com:vml" Requires="v">
                <p:oleObj spid="_x0000_s8201" name="Equation" r:id="rId3" imgW="1600200" imgH="558720" progId="Equation.3">
                  <p:embed/>
                </p:oleObj>
              </mc:Choice>
              <mc:Fallback>
                <p:oleObj name="Equation" r:id="rId3" imgW="1600200" imgH="558720" progId="Equation.3">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50" y="1926987"/>
                        <a:ext cx="7575550" cy="2645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2251" name="Picture 27"/>
          <p:cNvPicPr>
            <a:picLocks noChangeAspect="1" noChangeArrowheads="1"/>
          </p:cNvPicPr>
          <p:nvPr/>
        </p:nvPicPr>
        <p:blipFill rotWithShape="1">
          <a:blip r:embed="rId5">
            <a:extLst>
              <a:ext uri="{28A0092B-C50C-407E-A947-70E740481C1C}">
                <a14:useLocalDpi xmlns:a14="http://schemas.microsoft.com/office/drawing/2010/main" val="0"/>
              </a:ext>
            </a:extLst>
          </a:blip>
          <a:srcRect b="50000"/>
          <a:stretch/>
        </p:blipFill>
        <p:spPr bwMode="auto">
          <a:xfrm>
            <a:off x="2590800" y="3487882"/>
            <a:ext cx="3165748" cy="29891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7"/>
          <p:cNvPicPr>
            <a:picLocks noChangeAspect="1" noChangeArrowheads="1"/>
          </p:cNvPicPr>
          <p:nvPr/>
        </p:nvPicPr>
        <p:blipFill rotWithShape="1">
          <a:blip r:embed="rId5">
            <a:extLst>
              <a:ext uri="{28A0092B-C50C-407E-A947-70E740481C1C}">
                <a14:useLocalDpi xmlns:a14="http://schemas.microsoft.com/office/drawing/2010/main" val="0"/>
              </a:ext>
            </a:extLst>
          </a:blip>
          <a:srcRect t="54693" b="-4693"/>
          <a:stretch/>
        </p:blipFill>
        <p:spPr bwMode="auto">
          <a:xfrm>
            <a:off x="5950552" y="3706090"/>
            <a:ext cx="3165748" cy="29891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251"/>
                                        </p:tgtEl>
                                        <p:attrNameLst>
                                          <p:attrName>style.visibility</p:attrName>
                                        </p:attrNameLst>
                                      </p:cBhvr>
                                      <p:to>
                                        <p:strVal val="visible"/>
                                      </p:to>
                                    </p:set>
                                    <p:animEffect transition="in" filter="fade">
                                      <p:cBhvr>
                                        <p:cTn id="7" dur="500"/>
                                        <p:tgtEl>
                                          <p:spTgt spid="522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01643"/>
          </a:xfrm>
          <a:prstGeom prst="rect">
            <a:avLst/>
          </a:prstGeom>
        </p:spPr>
        <p:txBody>
          <a:bodyPr wrap="square">
            <a:spAutoFit/>
          </a:bodyPr>
          <a:lstStyle/>
          <a:p>
            <a:pPr algn="just">
              <a:buFont typeface="Arial" charset="0"/>
              <a:buChar char="•"/>
            </a:pPr>
            <a:r>
              <a:rPr lang="en-US" sz="3200" dirty="0">
                <a:latin typeface="Times New Roman" pitchFamily="18" charset="0"/>
                <a:cs typeface="Times New Roman" pitchFamily="18" charset="0"/>
              </a:rPr>
              <a:t> A small force applied for a long time can produce the same momentum change as a large force applied briefly. </a:t>
            </a:r>
          </a:p>
          <a:p>
            <a:pPr algn="just"/>
            <a:endParaRPr lang="en-US" sz="3200" dirty="0">
              <a:latin typeface="Times New Roman" pitchFamily="18" charset="0"/>
              <a:cs typeface="Times New Roman" pitchFamily="18" charset="0"/>
            </a:endParaRPr>
          </a:p>
          <a:p>
            <a:pPr algn="just">
              <a:buFont typeface="Arial" charset="0"/>
              <a:buChar char="•"/>
            </a:pPr>
            <a:r>
              <a:rPr lang="en-US" sz="3200" dirty="0">
                <a:latin typeface="Times New Roman" pitchFamily="18" charset="0"/>
                <a:cs typeface="Times New Roman" pitchFamily="18" charset="0"/>
              </a:rPr>
              <a:t> Impulse is </a:t>
            </a:r>
            <a:r>
              <a:rPr lang="en-US" sz="3200" i="1" dirty="0">
                <a:latin typeface="Times New Roman" pitchFamily="18" charset="0"/>
                <a:cs typeface="Times New Roman" pitchFamily="18" charset="0"/>
              </a:rPr>
              <a:t>not a property </a:t>
            </a:r>
            <a:r>
              <a:rPr lang="en-US" sz="3200" dirty="0">
                <a:latin typeface="Times New Roman" pitchFamily="18" charset="0"/>
                <a:cs typeface="Times New Roman" pitchFamily="18" charset="0"/>
              </a:rPr>
              <a:t>of a particle; rather, it is a measure of the degree to which an external force changes the momentum of the particle.</a:t>
            </a:r>
          </a:p>
          <a:p>
            <a:pPr algn="just"/>
            <a:endParaRPr lang="en-US" sz="3200" dirty="0">
              <a:latin typeface="Times New Roman" pitchFamily="18" charset="0"/>
              <a:cs typeface="Times New Roman" pitchFamily="18" charset="0"/>
            </a:endParaRPr>
          </a:p>
          <a:p>
            <a:pPr algn="just">
              <a:buFont typeface="Arial" charset="0"/>
              <a:buChar char="•"/>
            </a:pPr>
            <a:r>
              <a:rPr lang="en-US" sz="3200" dirty="0">
                <a:latin typeface="Times New Roman" pitchFamily="18" charset="0"/>
                <a:cs typeface="Times New Roman" pitchFamily="18" charset="0"/>
              </a:rPr>
              <a:t> When we say that an impulse is given to a particle, we mean that momentum is transferred from an external agent to that particle.</a:t>
            </a:r>
          </a:p>
          <a:p>
            <a:pPr algn="just"/>
            <a:endParaRPr lang="en-US" sz="3200" dirty="0">
              <a:latin typeface="Times New Roman" pitchFamily="18" charset="0"/>
              <a:cs typeface="Times New Roman"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9144000" cy="3046988"/>
          </a:xfrm>
          <a:prstGeom prst="rect">
            <a:avLst/>
          </a:prstGeom>
        </p:spPr>
        <p:txBody>
          <a:bodyPr wrap="square">
            <a:spAutoFit/>
          </a:bodyPr>
          <a:lstStyle/>
          <a:p>
            <a:pPr algn="just"/>
            <a:r>
              <a:rPr lang="en-US" sz="3200" dirty="0"/>
              <a:t>In a particular crash test, a car of mass 1 500 kg collides with a wall. The initial and final velocities of the car are -15 m/s and 2.60 m/s, respectively. If the collision lasts for 0.150 s, find the impulse caused by the collision and the average force exerted on the car.</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2308324"/>
          </a:xfrm>
          <a:prstGeom prst="rect">
            <a:avLst/>
          </a:prstGeom>
        </p:spPr>
        <p:txBody>
          <a:bodyPr wrap="square">
            <a:spAutoFit/>
          </a:bodyPr>
          <a:lstStyle/>
          <a:p>
            <a:pPr algn="just"/>
            <a:r>
              <a:rPr lang="en-US" sz="3600" dirty="0"/>
              <a:t>An elastic collision between two objects is one in which the total kinetic energy (as well as total momentum) of the system is the same before and after the collision.</a:t>
            </a:r>
          </a:p>
        </p:txBody>
      </p:sp>
      <p:sp>
        <p:nvSpPr>
          <p:cNvPr id="5" name="Rectangle 4"/>
          <p:cNvSpPr/>
          <p:nvPr/>
        </p:nvSpPr>
        <p:spPr>
          <a:xfrm>
            <a:off x="0" y="3276600"/>
            <a:ext cx="9144000" cy="2862322"/>
          </a:xfrm>
          <a:prstGeom prst="rect">
            <a:avLst/>
          </a:prstGeom>
        </p:spPr>
        <p:txBody>
          <a:bodyPr wrap="square">
            <a:spAutoFit/>
          </a:bodyPr>
          <a:lstStyle/>
          <a:p>
            <a:pPr algn="just"/>
            <a:r>
              <a:rPr lang="en-US" sz="3600" dirty="0"/>
              <a:t>An inelastic collision is one in which the total kinetic energy of the system is not the same before and after the collision (even though the momentum of the system is conserved).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9144000" cy="3970318"/>
          </a:xfrm>
          <a:prstGeom prst="rect">
            <a:avLst/>
          </a:prstGeom>
        </p:spPr>
        <p:txBody>
          <a:bodyPr wrap="square">
            <a:spAutoFit/>
          </a:bodyPr>
          <a:lstStyle/>
          <a:p>
            <a:pPr algn="just"/>
            <a:r>
              <a:rPr lang="en-US" sz="3600" dirty="0"/>
              <a:t>When the colliding objects stick together after the collision, the collision is called perfectly inelastic. </a:t>
            </a:r>
          </a:p>
          <a:p>
            <a:pPr algn="just"/>
            <a:endParaRPr lang="en-US" sz="3600" dirty="0"/>
          </a:p>
          <a:p>
            <a:pPr algn="just"/>
            <a:r>
              <a:rPr lang="en-US" sz="3600" dirty="0"/>
              <a:t>When the colliding objects do not stick together, but some kinetic energy is lost, the collision is called inelastic.</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2554545"/>
          </a:xfrm>
          <a:prstGeom prst="rect">
            <a:avLst/>
          </a:prstGeom>
        </p:spPr>
        <p:txBody>
          <a:bodyPr wrap="square">
            <a:spAutoFit/>
          </a:bodyPr>
          <a:lstStyle/>
          <a:p>
            <a:pPr algn="just"/>
            <a:r>
              <a:rPr lang="en-US" sz="4000" dirty="0"/>
              <a:t>Momentum of the system is conserved in all collisions, but kinetic energy of the system is conserved only in elastic collisions.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76200"/>
            <a:ext cx="8686800" cy="830997"/>
          </a:xfrm>
          <a:prstGeom prst="rect">
            <a:avLst/>
          </a:prstGeom>
          <a:noFill/>
        </p:spPr>
        <p:txBody>
          <a:bodyPr wrap="square" rtlCol="0">
            <a:spAutoFit/>
          </a:bodyPr>
          <a:lstStyle/>
          <a:p>
            <a:pPr algn="ctr"/>
            <a:r>
              <a:rPr lang="en-US" sz="4800" b="1" dirty="0">
                <a:latin typeface="Century Gothic" pitchFamily="34" charset="0"/>
              </a:rPr>
              <a:t>Perfectly Inelastic</a:t>
            </a:r>
          </a:p>
        </p:txBody>
      </p:sp>
      <p:sp>
        <p:nvSpPr>
          <p:cNvPr id="5" name="TextBox 4"/>
          <p:cNvSpPr txBox="1"/>
          <p:nvPr/>
        </p:nvSpPr>
        <p:spPr>
          <a:xfrm>
            <a:off x="228600" y="2217003"/>
            <a:ext cx="8686800" cy="830997"/>
          </a:xfrm>
          <a:prstGeom prst="rect">
            <a:avLst/>
          </a:prstGeom>
          <a:noFill/>
        </p:spPr>
        <p:txBody>
          <a:bodyPr wrap="square" rtlCol="0">
            <a:spAutoFit/>
          </a:bodyPr>
          <a:lstStyle/>
          <a:p>
            <a:pPr algn="ctr"/>
            <a:r>
              <a:rPr lang="en-US" sz="4800" b="1" dirty="0">
                <a:latin typeface="Century Gothic" pitchFamily="34" charset="0"/>
              </a:rPr>
              <a:t>Elastic</a:t>
            </a:r>
          </a:p>
        </p:txBody>
      </p:sp>
      <mc:AlternateContent xmlns:mc="http://schemas.openxmlformats.org/markup-compatibility/2006" xmlns:a14="http://schemas.microsoft.com/office/drawing/2010/main">
        <mc:Choice Requires="a14">
          <p:sp>
            <p:nvSpPr>
              <p:cNvPr id="2" name="TextBox 1"/>
              <p:cNvSpPr txBox="1"/>
              <p:nvPr/>
            </p:nvSpPr>
            <p:spPr>
              <a:xfrm>
                <a:off x="1936182" y="1112335"/>
                <a:ext cx="5271636" cy="5640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latin typeface="Cambria Math" panose="02040503050406030204" pitchFamily="18" charset="0"/>
                            </a:rPr>
                          </m:ctrlPr>
                        </m:sSubPr>
                        <m:e>
                          <m:r>
                            <a:rPr lang="en-US" sz="2800" b="1" i="1" smtClean="0">
                              <a:latin typeface="Cambria Math"/>
                            </a:rPr>
                            <m:t>𝒎</m:t>
                          </m:r>
                        </m:e>
                        <m:sub>
                          <m:r>
                            <a:rPr lang="en-US" sz="2800" b="1" i="1" smtClean="0">
                              <a:latin typeface="Cambria Math"/>
                            </a:rPr>
                            <m:t>𝟏</m:t>
                          </m:r>
                        </m:sub>
                      </m:sSub>
                      <m:sSub>
                        <m:sSubPr>
                          <m:ctrlPr>
                            <a:rPr lang="en-US" sz="2800" b="1" i="1" smtClean="0">
                              <a:latin typeface="Cambria Math" panose="02040503050406030204" pitchFamily="18" charset="0"/>
                            </a:rPr>
                          </m:ctrlPr>
                        </m:sSubPr>
                        <m:e>
                          <m:r>
                            <a:rPr lang="en-US" sz="2800" b="1" i="1" smtClean="0">
                              <a:latin typeface="Cambria Math"/>
                            </a:rPr>
                            <m:t>𝒗</m:t>
                          </m:r>
                        </m:e>
                        <m:sub>
                          <m:r>
                            <a:rPr lang="en-US" sz="2800" b="1" i="1" smtClean="0">
                              <a:latin typeface="Cambria Math"/>
                            </a:rPr>
                            <m:t>𝟏</m:t>
                          </m:r>
                          <m:r>
                            <a:rPr lang="en-US" sz="2800" b="1" i="1" smtClean="0">
                              <a:latin typeface="Cambria Math"/>
                            </a:rPr>
                            <m:t>𝒊</m:t>
                          </m:r>
                        </m:sub>
                      </m:sSub>
                      <m:r>
                        <a:rPr lang="en-US" sz="2800" b="1" i="1" smtClean="0">
                          <a:latin typeface="Cambria Math"/>
                        </a:rPr>
                        <m:t>+</m:t>
                      </m:r>
                      <m:sSub>
                        <m:sSubPr>
                          <m:ctrlPr>
                            <a:rPr lang="en-US" sz="2800" b="1" i="1" smtClean="0">
                              <a:latin typeface="Cambria Math" panose="02040503050406030204" pitchFamily="18" charset="0"/>
                            </a:rPr>
                          </m:ctrlPr>
                        </m:sSubPr>
                        <m:e>
                          <m:r>
                            <a:rPr lang="en-US" sz="2800" b="1" i="1" smtClean="0">
                              <a:latin typeface="Cambria Math"/>
                            </a:rPr>
                            <m:t>𝒎</m:t>
                          </m:r>
                        </m:e>
                        <m:sub>
                          <m:r>
                            <a:rPr lang="en-US" sz="2800" b="1" i="1" smtClean="0">
                              <a:latin typeface="Cambria Math"/>
                            </a:rPr>
                            <m:t>𝟐</m:t>
                          </m:r>
                        </m:sub>
                      </m:sSub>
                      <m:sSub>
                        <m:sSubPr>
                          <m:ctrlPr>
                            <a:rPr lang="en-US" sz="2800" b="1" i="1" smtClean="0">
                              <a:latin typeface="Cambria Math" panose="02040503050406030204" pitchFamily="18" charset="0"/>
                            </a:rPr>
                          </m:ctrlPr>
                        </m:sSubPr>
                        <m:e>
                          <m:r>
                            <a:rPr lang="en-US" sz="2800" b="1" i="1" smtClean="0">
                              <a:latin typeface="Cambria Math"/>
                            </a:rPr>
                            <m:t>𝒗</m:t>
                          </m:r>
                        </m:e>
                        <m:sub>
                          <m:r>
                            <a:rPr lang="en-US" sz="2800" b="1" i="1" smtClean="0">
                              <a:latin typeface="Cambria Math"/>
                            </a:rPr>
                            <m:t>𝟐</m:t>
                          </m:r>
                          <m:r>
                            <a:rPr lang="en-US" sz="2800" b="1" i="1" smtClean="0">
                              <a:latin typeface="Cambria Math"/>
                            </a:rPr>
                            <m:t>𝒊</m:t>
                          </m:r>
                        </m:sub>
                      </m:sSub>
                      <m:r>
                        <a:rPr lang="en-US" sz="2800" b="1" i="1" smtClean="0">
                          <a:latin typeface="Cambria Math"/>
                        </a:rPr>
                        <m:t>=</m:t>
                      </m:r>
                      <m:d>
                        <m:dPr>
                          <m:ctrlPr>
                            <a:rPr lang="en-US" sz="2800" b="1" i="1" smtClean="0">
                              <a:latin typeface="Cambria Math" panose="02040503050406030204" pitchFamily="18" charset="0"/>
                            </a:rPr>
                          </m:ctrlPr>
                        </m:dPr>
                        <m:e>
                          <m:sSub>
                            <m:sSubPr>
                              <m:ctrlPr>
                                <a:rPr lang="en-US" sz="2800" b="1" i="1">
                                  <a:latin typeface="Cambria Math" panose="02040503050406030204" pitchFamily="18" charset="0"/>
                                </a:rPr>
                              </m:ctrlPr>
                            </m:sSubPr>
                            <m:e>
                              <m:r>
                                <a:rPr lang="en-US" sz="2800" b="1" i="1" smtClean="0">
                                  <a:latin typeface="Cambria Math"/>
                                </a:rPr>
                                <m:t>𝒎</m:t>
                              </m:r>
                            </m:e>
                            <m:sub>
                              <m:r>
                                <a:rPr lang="en-US" sz="2800" b="1" i="1" smtClean="0">
                                  <a:latin typeface="Cambria Math"/>
                                </a:rPr>
                                <m:t>𝟏</m:t>
                              </m:r>
                            </m:sub>
                          </m:sSub>
                          <m:r>
                            <a:rPr lang="en-US" sz="2800" b="1" i="1" smtClean="0">
                              <a:latin typeface="Cambria Math"/>
                            </a:rPr>
                            <m:t>+</m:t>
                          </m:r>
                          <m:sSub>
                            <m:sSubPr>
                              <m:ctrlPr>
                                <a:rPr lang="en-US" sz="2800" b="1" i="1" smtClean="0">
                                  <a:latin typeface="Cambria Math" panose="02040503050406030204" pitchFamily="18" charset="0"/>
                                </a:rPr>
                              </m:ctrlPr>
                            </m:sSubPr>
                            <m:e>
                              <m:r>
                                <a:rPr lang="en-US" sz="2800" b="1" i="1" smtClean="0">
                                  <a:latin typeface="Cambria Math"/>
                                </a:rPr>
                                <m:t>𝒎</m:t>
                              </m:r>
                            </m:e>
                            <m:sub>
                              <m:r>
                                <a:rPr lang="en-US" sz="2800" b="1" i="1" smtClean="0">
                                  <a:latin typeface="Cambria Math"/>
                                </a:rPr>
                                <m:t>𝟐</m:t>
                              </m:r>
                            </m:sub>
                          </m:sSub>
                        </m:e>
                      </m:d>
                      <m:sSub>
                        <m:sSubPr>
                          <m:ctrlPr>
                            <a:rPr lang="en-US" sz="2800" b="1" i="1" smtClean="0">
                              <a:latin typeface="Cambria Math" panose="02040503050406030204" pitchFamily="18" charset="0"/>
                            </a:rPr>
                          </m:ctrlPr>
                        </m:sSubPr>
                        <m:e>
                          <m:r>
                            <a:rPr lang="en-US" sz="2800" b="1" i="1" smtClean="0">
                              <a:latin typeface="Cambria Math"/>
                            </a:rPr>
                            <m:t>𝒗</m:t>
                          </m:r>
                        </m:e>
                        <m:sub>
                          <m:r>
                            <a:rPr lang="en-US" sz="2800" b="1" i="1" smtClean="0">
                              <a:latin typeface="Cambria Math"/>
                            </a:rPr>
                            <m:t>𝒇</m:t>
                          </m:r>
                        </m:sub>
                      </m:sSub>
                    </m:oMath>
                  </m:oMathPara>
                </a14:m>
                <a:endParaRPr lang="en-US" sz="2800" b="1" dirty="0"/>
              </a:p>
            </p:txBody>
          </p:sp>
        </mc:Choice>
        <mc:Fallback xmlns="">
          <p:sp>
            <p:nvSpPr>
              <p:cNvPr id="2" name="TextBox 1"/>
              <p:cNvSpPr txBox="1">
                <a:spLocks noRot="1" noChangeAspect="1" noMove="1" noResize="1" noEditPoints="1" noAdjustHandles="1" noChangeArrowheads="1" noChangeShapeType="1" noTextEdit="1"/>
              </p:cNvSpPr>
              <p:nvPr/>
            </p:nvSpPr>
            <p:spPr>
              <a:xfrm>
                <a:off x="1936182" y="1112335"/>
                <a:ext cx="5271636" cy="564065"/>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739526" y="3322135"/>
                <a:ext cx="5664948" cy="5640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latin typeface="Cambria Math" panose="02040503050406030204" pitchFamily="18" charset="0"/>
                            </a:rPr>
                          </m:ctrlPr>
                        </m:sSubPr>
                        <m:e>
                          <m:r>
                            <a:rPr lang="en-US" sz="2800" b="1" i="1" smtClean="0">
                              <a:latin typeface="Cambria Math"/>
                            </a:rPr>
                            <m:t>𝒎</m:t>
                          </m:r>
                        </m:e>
                        <m:sub>
                          <m:r>
                            <a:rPr lang="en-US" sz="2800" b="1" i="1" smtClean="0">
                              <a:latin typeface="Cambria Math"/>
                            </a:rPr>
                            <m:t>𝟏</m:t>
                          </m:r>
                        </m:sub>
                      </m:sSub>
                      <m:sSub>
                        <m:sSubPr>
                          <m:ctrlPr>
                            <a:rPr lang="en-US" sz="2800" b="1" i="1" smtClean="0">
                              <a:latin typeface="Cambria Math" panose="02040503050406030204" pitchFamily="18" charset="0"/>
                            </a:rPr>
                          </m:ctrlPr>
                        </m:sSubPr>
                        <m:e>
                          <m:r>
                            <a:rPr lang="en-US" sz="2800" b="1" i="1" smtClean="0">
                              <a:latin typeface="Cambria Math"/>
                            </a:rPr>
                            <m:t>𝒗</m:t>
                          </m:r>
                        </m:e>
                        <m:sub>
                          <m:r>
                            <a:rPr lang="en-US" sz="2800" b="1" i="1" smtClean="0">
                              <a:latin typeface="Cambria Math"/>
                            </a:rPr>
                            <m:t>𝟏</m:t>
                          </m:r>
                          <m:r>
                            <a:rPr lang="en-US" sz="2800" b="1" i="1" smtClean="0">
                              <a:latin typeface="Cambria Math"/>
                            </a:rPr>
                            <m:t>𝒊</m:t>
                          </m:r>
                        </m:sub>
                      </m:sSub>
                      <m:r>
                        <a:rPr lang="en-US" sz="2800" b="1" i="1" smtClean="0">
                          <a:latin typeface="Cambria Math"/>
                        </a:rPr>
                        <m:t>+</m:t>
                      </m:r>
                      <m:sSub>
                        <m:sSubPr>
                          <m:ctrlPr>
                            <a:rPr lang="en-US" sz="2800" b="1" i="1" smtClean="0">
                              <a:latin typeface="Cambria Math" panose="02040503050406030204" pitchFamily="18" charset="0"/>
                            </a:rPr>
                          </m:ctrlPr>
                        </m:sSubPr>
                        <m:e>
                          <m:r>
                            <a:rPr lang="en-US" sz="2800" b="1" i="1" smtClean="0">
                              <a:latin typeface="Cambria Math"/>
                            </a:rPr>
                            <m:t>𝒎</m:t>
                          </m:r>
                        </m:e>
                        <m:sub>
                          <m:r>
                            <a:rPr lang="en-US" sz="2800" b="1" i="1" smtClean="0">
                              <a:latin typeface="Cambria Math"/>
                            </a:rPr>
                            <m:t>𝟐</m:t>
                          </m:r>
                        </m:sub>
                      </m:sSub>
                      <m:sSub>
                        <m:sSubPr>
                          <m:ctrlPr>
                            <a:rPr lang="en-US" sz="2800" b="1" i="1" smtClean="0">
                              <a:latin typeface="Cambria Math" panose="02040503050406030204" pitchFamily="18" charset="0"/>
                            </a:rPr>
                          </m:ctrlPr>
                        </m:sSubPr>
                        <m:e>
                          <m:r>
                            <a:rPr lang="en-US" sz="2800" b="1" i="1" smtClean="0">
                              <a:latin typeface="Cambria Math"/>
                            </a:rPr>
                            <m:t>𝒗</m:t>
                          </m:r>
                        </m:e>
                        <m:sub>
                          <m:r>
                            <a:rPr lang="en-US" sz="2800" b="1" i="1" smtClean="0">
                              <a:latin typeface="Cambria Math"/>
                            </a:rPr>
                            <m:t>𝟐</m:t>
                          </m:r>
                          <m:r>
                            <a:rPr lang="en-US" sz="2800" b="1" i="1" smtClean="0">
                              <a:latin typeface="Cambria Math"/>
                            </a:rPr>
                            <m:t>𝒊</m:t>
                          </m:r>
                        </m:sub>
                      </m:sSub>
                      <m:r>
                        <a:rPr lang="en-US" sz="2800" b="1" i="1" smtClean="0">
                          <a:latin typeface="Cambria Math"/>
                        </a:rPr>
                        <m:t>=</m:t>
                      </m:r>
                      <m:sSub>
                        <m:sSubPr>
                          <m:ctrlPr>
                            <a:rPr lang="en-US" sz="2800" b="1" i="1">
                              <a:latin typeface="Cambria Math" panose="02040503050406030204" pitchFamily="18" charset="0"/>
                            </a:rPr>
                          </m:ctrlPr>
                        </m:sSubPr>
                        <m:e>
                          <m:r>
                            <a:rPr lang="en-US" sz="2800" b="1" i="1">
                              <a:latin typeface="Cambria Math"/>
                            </a:rPr>
                            <m:t>𝒎</m:t>
                          </m:r>
                        </m:e>
                        <m:sub>
                          <m:r>
                            <a:rPr lang="en-US" sz="2800" b="1" i="1">
                              <a:latin typeface="Cambria Math"/>
                            </a:rPr>
                            <m:t>𝟏</m:t>
                          </m:r>
                        </m:sub>
                      </m:sSub>
                      <m:sSub>
                        <m:sSubPr>
                          <m:ctrlPr>
                            <a:rPr lang="en-US" sz="2800" b="1" i="1" smtClean="0">
                              <a:latin typeface="Cambria Math" panose="02040503050406030204" pitchFamily="18" charset="0"/>
                            </a:rPr>
                          </m:ctrlPr>
                        </m:sSubPr>
                        <m:e>
                          <m:r>
                            <a:rPr lang="en-US" sz="2800" b="1" i="1" smtClean="0">
                              <a:latin typeface="Cambria Math"/>
                            </a:rPr>
                            <m:t>𝒗</m:t>
                          </m:r>
                        </m:e>
                        <m:sub>
                          <m:r>
                            <a:rPr lang="en-US" sz="2800" b="1" i="1" smtClean="0">
                              <a:latin typeface="Cambria Math"/>
                            </a:rPr>
                            <m:t>𝟏</m:t>
                          </m:r>
                          <m:r>
                            <a:rPr lang="en-US" sz="2800" b="1" i="1" smtClean="0">
                              <a:latin typeface="Cambria Math"/>
                            </a:rPr>
                            <m:t>𝒇</m:t>
                          </m:r>
                        </m:sub>
                      </m:sSub>
                      <m:r>
                        <a:rPr lang="en-US" sz="2800" b="1" i="1">
                          <a:latin typeface="Cambria Math"/>
                        </a:rPr>
                        <m:t>+</m:t>
                      </m:r>
                      <m:sSub>
                        <m:sSubPr>
                          <m:ctrlPr>
                            <a:rPr lang="en-US" sz="2800" b="1" i="1">
                              <a:latin typeface="Cambria Math" panose="02040503050406030204" pitchFamily="18" charset="0"/>
                            </a:rPr>
                          </m:ctrlPr>
                        </m:sSubPr>
                        <m:e>
                          <m:r>
                            <a:rPr lang="en-US" sz="2800" b="1" i="1">
                              <a:latin typeface="Cambria Math"/>
                            </a:rPr>
                            <m:t>𝒎</m:t>
                          </m:r>
                        </m:e>
                        <m:sub>
                          <m:r>
                            <a:rPr lang="en-US" sz="2800" b="1" i="1">
                              <a:latin typeface="Cambria Math"/>
                            </a:rPr>
                            <m:t>𝟐</m:t>
                          </m:r>
                        </m:sub>
                      </m:sSub>
                      <m:sSub>
                        <m:sSubPr>
                          <m:ctrlPr>
                            <a:rPr lang="en-US" sz="2800" b="1" i="1" smtClean="0">
                              <a:latin typeface="Cambria Math" panose="02040503050406030204" pitchFamily="18" charset="0"/>
                            </a:rPr>
                          </m:ctrlPr>
                        </m:sSubPr>
                        <m:e>
                          <m:r>
                            <a:rPr lang="en-US" sz="2800" b="1" i="1" smtClean="0">
                              <a:latin typeface="Cambria Math"/>
                            </a:rPr>
                            <m:t>𝒗</m:t>
                          </m:r>
                        </m:e>
                        <m:sub>
                          <m:r>
                            <a:rPr lang="en-US" sz="2800" b="1" i="1" smtClean="0">
                              <a:latin typeface="Cambria Math"/>
                            </a:rPr>
                            <m:t>𝟐</m:t>
                          </m:r>
                          <m:r>
                            <a:rPr lang="en-US" sz="2800" b="1" i="1" smtClean="0">
                              <a:latin typeface="Cambria Math"/>
                            </a:rPr>
                            <m:t>𝒇</m:t>
                          </m:r>
                        </m:sub>
                      </m:sSub>
                    </m:oMath>
                  </m:oMathPara>
                </a14:m>
                <a:endParaRPr lang="en-US" sz="2800" b="1" dirty="0"/>
              </a:p>
            </p:txBody>
          </p:sp>
        </mc:Choice>
        <mc:Fallback xmlns="">
          <p:sp>
            <p:nvSpPr>
              <p:cNvPr id="8" name="TextBox 7"/>
              <p:cNvSpPr txBox="1">
                <a:spLocks noRot="1" noChangeAspect="1" noMove="1" noResize="1" noEditPoints="1" noAdjustHandles="1" noChangeArrowheads="1" noChangeShapeType="1" noTextEdit="1"/>
              </p:cNvSpPr>
              <p:nvPr/>
            </p:nvSpPr>
            <p:spPr>
              <a:xfrm>
                <a:off x="1739526" y="3322135"/>
                <a:ext cx="5664948" cy="564065"/>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846333" y="4267200"/>
                <a:ext cx="7451335" cy="8989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800" b="1" i="1" smtClean="0">
                              <a:latin typeface="Cambria Math" panose="02040503050406030204" pitchFamily="18" charset="0"/>
                            </a:rPr>
                          </m:ctrlPr>
                        </m:fPr>
                        <m:num>
                          <m:r>
                            <a:rPr lang="en-US" sz="2800" b="1" i="1" smtClean="0">
                              <a:latin typeface="Cambria Math"/>
                            </a:rPr>
                            <m:t>𝟏</m:t>
                          </m:r>
                        </m:num>
                        <m:den>
                          <m:r>
                            <a:rPr lang="en-US" sz="2800" b="1" i="1" smtClean="0">
                              <a:latin typeface="Cambria Math"/>
                            </a:rPr>
                            <m:t>𝟐</m:t>
                          </m:r>
                        </m:den>
                      </m:f>
                      <m:sSub>
                        <m:sSubPr>
                          <m:ctrlPr>
                            <a:rPr lang="en-US" sz="2800" b="1" i="1" smtClean="0">
                              <a:latin typeface="Cambria Math" panose="02040503050406030204" pitchFamily="18" charset="0"/>
                            </a:rPr>
                          </m:ctrlPr>
                        </m:sSubPr>
                        <m:e>
                          <m:r>
                            <a:rPr lang="en-US" sz="2800" b="1" i="1" smtClean="0">
                              <a:latin typeface="Cambria Math"/>
                            </a:rPr>
                            <m:t>𝒎</m:t>
                          </m:r>
                        </m:e>
                        <m:sub>
                          <m:r>
                            <a:rPr lang="en-US" sz="2800" b="1" i="1" smtClean="0">
                              <a:latin typeface="Cambria Math"/>
                            </a:rPr>
                            <m:t>𝟏</m:t>
                          </m:r>
                        </m:sub>
                      </m:sSub>
                      <m:sSup>
                        <m:sSupPr>
                          <m:ctrlPr>
                            <a:rPr lang="en-US" sz="2800" b="1" i="1" smtClean="0">
                              <a:latin typeface="Cambria Math" panose="02040503050406030204" pitchFamily="18" charset="0"/>
                            </a:rPr>
                          </m:ctrlPr>
                        </m:sSupPr>
                        <m:e>
                          <m:sSub>
                            <m:sSubPr>
                              <m:ctrlPr>
                                <a:rPr lang="en-US" sz="2800" b="1" i="1">
                                  <a:latin typeface="Cambria Math" panose="02040503050406030204" pitchFamily="18" charset="0"/>
                                </a:rPr>
                              </m:ctrlPr>
                            </m:sSubPr>
                            <m:e>
                              <m:r>
                                <a:rPr lang="en-US" sz="2800" b="1" i="1">
                                  <a:latin typeface="Cambria Math"/>
                                </a:rPr>
                                <m:t>𝒗</m:t>
                              </m:r>
                            </m:e>
                            <m:sub>
                              <m:r>
                                <a:rPr lang="en-US" sz="2800" b="1" i="1">
                                  <a:latin typeface="Cambria Math"/>
                                </a:rPr>
                                <m:t>𝟏</m:t>
                              </m:r>
                              <m:r>
                                <a:rPr lang="en-US" sz="2800" b="1" i="1">
                                  <a:latin typeface="Cambria Math"/>
                                </a:rPr>
                                <m:t>𝒊</m:t>
                              </m:r>
                            </m:sub>
                          </m:sSub>
                        </m:e>
                        <m:sup>
                          <m:r>
                            <a:rPr lang="en-US" sz="2800" b="1" i="1" smtClean="0">
                              <a:latin typeface="Cambria Math"/>
                            </a:rPr>
                            <m:t>𝟐</m:t>
                          </m:r>
                        </m:sup>
                      </m:sSup>
                      <m:r>
                        <a:rPr lang="en-US" sz="2800" b="1" i="1" smtClean="0">
                          <a:latin typeface="Cambria Math"/>
                        </a:rPr>
                        <m:t>+</m:t>
                      </m:r>
                      <m:sSub>
                        <m:sSubPr>
                          <m:ctrlPr>
                            <a:rPr lang="en-US" sz="2800" b="1" i="1" smtClean="0">
                              <a:latin typeface="Cambria Math" panose="02040503050406030204" pitchFamily="18" charset="0"/>
                            </a:rPr>
                          </m:ctrlPr>
                        </m:sSubPr>
                        <m:e>
                          <m:f>
                            <m:fPr>
                              <m:ctrlPr>
                                <a:rPr lang="en-US" sz="2800" b="1" i="1" smtClean="0">
                                  <a:latin typeface="Cambria Math" panose="02040503050406030204" pitchFamily="18" charset="0"/>
                                </a:rPr>
                              </m:ctrlPr>
                            </m:fPr>
                            <m:num>
                              <m:r>
                                <a:rPr lang="en-US" sz="2800" b="1" i="1" smtClean="0">
                                  <a:latin typeface="Cambria Math"/>
                                </a:rPr>
                                <m:t>𝟏</m:t>
                              </m:r>
                            </m:num>
                            <m:den>
                              <m:r>
                                <a:rPr lang="en-US" sz="2800" b="1" i="1" smtClean="0">
                                  <a:latin typeface="Cambria Math"/>
                                </a:rPr>
                                <m:t>𝟐</m:t>
                              </m:r>
                            </m:den>
                          </m:f>
                          <m:r>
                            <a:rPr lang="en-US" sz="2800" b="1" i="1" smtClean="0">
                              <a:latin typeface="Cambria Math"/>
                            </a:rPr>
                            <m:t>𝒎</m:t>
                          </m:r>
                        </m:e>
                        <m:sub>
                          <m:r>
                            <a:rPr lang="en-US" sz="2800" b="1" i="1" smtClean="0">
                              <a:latin typeface="Cambria Math"/>
                            </a:rPr>
                            <m:t>𝟐</m:t>
                          </m:r>
                        </m:sub>
                      </m:sSub>
                      <m:sSup>
                        <m:sSupPr>
                          <m:ctrlPr>
                            <a:rPr lang="en-US" sz="2800" b="1" i="1">
                              <a:latin typeface="Cambria Math" panose="02040503050406030204" pitchFamily="18" charset="0"/>
                            </a:rPr>
                          </m:ctrlPr>
                        </m:sSupPr>
                        <m:e>
                          <m:sSub>
                            <m:sSubPr>
                              <m:ctrlPr>
                                <a:rPr lang="en-US" sz="2800" b="1" i="1" smtClean="0">
                                  <a:latin typeface="Cambria Math" panose="02040503050406030204" pitchFamily="18" charset="0"/>
                                </a:rPr>
                              </m:ctrlPr>
                            </m:sSubPr>
                            <m:e>
                              <m:r>
                                <a:rPr lang="en-US" sz="2800" b="1" i="1">
                                  <a:latin typeface="Cambria Math"/>
                                </a:rPr>
                                <m:t>𝒗</m:t>
                              </m:r>
                            </m:e>
                            <m:sub>
                              <m:r>
                                <a:rPr lang="en-US" sz="2800" b="1" i="1" smtClean="0">
                                  <a:latin typeface="Cambria Math"/>
                                </a:rPr>
                                <m:t>𝟐</m:t>
                              </m:r>
                              <m:r>
                                <a:rPr lang="en-US" sz="2800" b="1" i="1" smtClean="0">
                                  <a:latin typeface="Cambria Math"/>
                                </a:rPr>
                                <m:t>𝒊</m:t>
                              </m:r>
                            </m:sub>
                          </m:sSub>
                        </m:e>
                        <m:sup>
                          <m:r>
                            <a:rPr lang="en-US" sz="2800" b="1" i="1">
                              <a:latin typeface="Cambria Math"/>
                            </a:rPr>
                            <m:t>𝟐</m:t>
                          </m:r>
                        </m:sup>
                      </m:sSup>
                      <m:r>
                        <a:rPr lang="en-US" sz="2800" b="1" i="1" smtClean="0">
                          <a:latin typeface="Cambria Math"/>
                        </a:rPr>
                        <m:t>=</m:t>
                      </m:r>
                      <m:f>
                        <m:fPr>
                          <m:ctrlPr>
                            <a:rPr lang="en-US" sz="2800" b="1" i="1">
                              <a:latin typeface="Cambria Math" panose="02040503050406030204" pitchFamily="18" charset="0"/>
                            </a:rPr>
                          </m:ctrlPr>
                        </m:fPr>
                        <m:num>
                          <m:r>
                            <a:rPr lang="en-US" sz="2800" b="1" i="1">
                              <a:latin typeface="Cambria Math"/>
                            </a:rPr>
                            <m:t>𝟏</m:t>
                          </m:r>
                        </m:num>
                        <m:den>
                          <m:r>
                            <a:rPr lang="en-US" sz="2800" b="1" i="1">
                              <a:latin typeface="Cambria Math"/>
                            </a:rPr>
                            <m:t>𝟐</m:t>
                          </m:r>
                        </m:den>
                      </m:f>
                      <m:sSub>
                        <m:sSubPr>
                          <m:ctrlPr>
                            <a:rPr lang="en-US" sz="2800" b="1" i="1">
                              <a:latin typeface="Cambria Math" panose="02040503050406030204" pitchFamily="18" charset="0"/>
                            </a:rPr>
                          </m:ctrlPr>
                        </m:sSubPr>
                        <m:e>
                          <m:r>
                            <a:rPr lang="en-US" sz="2800" b="1" i="1">
                              <a:latin typeface="Cambria Math"/>
                            </a:rPr>
                            <m:t>𝒎</m:t>
                          </m:r>
                        </m:e>
                        <m:sub>
                          <m:r>
                            <a:rPr lang="en-US" sz="2800" b="1" i="1">
                              <a:latin typeface="Cambria Math"/>
                            </a:rPr>
                            <m:t>𝟏</m:t>
                          </m:r>
                        </m:sub>
                      </m:sSub>
                      <m:sSup>
                        <m:sSupPr>
                          <m:ctrlPr>
                            <a:rPr lang="en-US" sz="2800" b="1" i="1">
                              <a:latin typeface="Cambria Math" panose="02040503050406030204" pitchFamily="18" charset="0"/>
                            </a:rPr>
                          </m:ctrlPr>
                        </m:sSupPr>
                        <m:e>
                          <m:sSub>
                            <m:sSubPr>
                              <m:ctrlPr>
                                <a:rPr lang="en-US" sz="2800" b="1" i="1">
                                  <a:latin typeface="Cambria Math" panose="02040503050406030204" pitchFamily="18" charset="0"/>
                                </a:rPr>
                              </m:ctrlPr>
                            </m:sSubPr>
                            <m:e>
                              <m:r>
                                <a:rPr lang="en-US" sz="2800" b="1" i="1">
                                  <a:latin typeface="Cambria Math"/>
                                </a:rPr>
                                <m:t>𝒗</m:t>
                              </m:r>
                            </m:e>
                            <m:sub>
                              <m:r>
                                <a:rPr lang="en-US" sz="2800" b="1" i="1">
                                  <a:latin typeface="Cambria Math"/>
                                </a:rPr>
                                <m:t>𝟏</m:t>
                              </m:r>
                              <m:r>
                                <a:rPr lang="en-US" sz="2800" b="1" i="1" smtClean="0">
                                  <a:latin typeface="Cambria Math"/>
                                </a:rPr>
                                <m:t>𝒇</m:t>
                              </m:r>
                            </m:sub>
                          </m:sSub>
                        </m:e>
                        <m:sup>
                          <m:r>
                            <a:rPr lang="en-US" sz="2800" b="1" i="1">
                              <a:latin typeface="Cambria Math"/>
                            </a:rPr>
                            <m:t>𝟐</m:t>
                          </m:r>
                        </m:sup>
                      </m:sSup>
                      <m:r>
                        <a:rPr lang="en-US" sz="2800" b="1" i="1">
                          <a:latin typeface="Cambria Math"/>
                        </a:rPr>
                        <m:t>+</m:t>
                      </m:r>
                      <m:sSub>
                        <m:sSubPr>
                          <m:ctrlPr>
                            <a:rPr lang="en-US" sz="2800" b="1" i="1">
                              <a:latin typeface="Cambria Math" panose="02040503050406030204" pitchFamily="18" charset="0"/>
                            </a:rPr>
                          </m:ctrlPr>
                        </m:sSubPr>
                        <m:e>
                          <m:f>
                            <m:fPr>
                              <m:ctrlPr>
                                <a:rPr lang="en-US" sz="2800" b="1" i="1">
                                  <a:latin typeface="Cambria Math" panose="02040503050406030204" pitchFamily="18" charset="0"/>
                                </a:rPr>
                              </m:ctrlPr>
                            </m:fPr>
                            <m:num>
                              <m:r>
                                <a:rPr lang="en-US" sz="2800" b="1" i="1">
                                  <a:latin typeface="Cambria Math"/>
                                </a:rPr>
                                <m:t>𝟏</m:t>
                              </m:r>
                            </m:num>
                            <m:den>
                              <m:r>
                                <a:rPr lang="en-US" sz="2800" b="1" i="1">
                                  <a:latin typeface="Cambria Math"/>
                                </a:rPr>
                                <m:t>𝟐</m:t>
                              </m:r>
                            </m:den>
                          </m:f>
                          <m:r>
                            <a:rPr lang="en-US" sz="2800" b="1" i="1">
                              <a:latin typeface="Cambria Math"/>
                            </a:rPr>
                            <m:t>𝒎</m:t>
                          </m:r>
                        </m:e>
                        <m:sub>
                          <m:r>
                            <a:rPr lang="en-US" sz="2800" b="1" i="1">
                              <a:latin typeface="Cambria Math"/>
                            </a:rPr>
                            <m:t>𝟐</m:t>
                          </m:r>
                        </m:sub>
                      </m:sSub>
                      <m:sSup>
                        <m:sSupPr>
                          <m:ctrlPr>
                            <a:rPr lang="en-US" sz="2800" b="1" i="1">
                              <a:latin typeface="Cambria Math" panose="02040503050406030204" pitchFamily="18" charset="0"/>
                            </a:rPr>
                          </m:ctrlPr>
                        </m:sSupPr>
                        <m:e>
                          <m:sSub>
                            <m:sSubPr>
                              <m:ctrlPr>
                                <a:rPr lang="en-US" sz="2800" b="1" i="1">
                                  <a:latin typeface="Cambria Math" panose="02040503050406030204" pitchFamily="18" charset="0"/>
                                </a:rPr>
                              </m:ctrlPr>
                            </m:sSubPr>
                            <m:e>
                              <m:r>
                                <a:rPr lang="en-US" sz="2800" b="1" i="1">
                                  <a:latin typeface="Cambria Math"/>
                                </a:rPr>
                                <m:t>𝒗</m:t>
                              </m:r>
                            </m:e>
                            <m:sub>
                              <m:r>
                                <a:rPr lang="en-US" sz="2800" b="1" i="1">
                                  <a:latin typeface="Cambria Math"/>
                                </a:rPr>
                                <m:t>𝟐</m:t>
                              </m:r>
                              <m:r>
                                <a:rPr lang="en-US" sz="2800" b="1" i="1" smtClean="0">
                                  <a:latin typeface="Cambria Math"/>
                                </a:rPr>
                                <m:t>𝒇</m:t>
                              </m:r>
                            </m:sub>
                          </m:sSub>
                        </m:e>
                        <m:sup>
                          <m:r>
                            <a:rPr lang="en-US" sz="2800" b="1" i="1">
                              <a:latin typeface="Cambria Math"/>
                            </a:rPr>
                            <m:t>𝟐</m:t>
                          </m:r>
                        </m:sup>
                      </m:sSup>
                    </m:oMath>
                  </m:oMathPara>
                </a14:m>
                <a:endParaRPr lang="en-US" sz="2800" b="1" dirty="0"/>
              </a:p>
            </p:txBody>
          </p:sp>
        </mc:Choice>
        <mc:Fallback xmlns="">
          <p:sp>
            <p:nvSpPr>
              <p:cNvPr id="9" name="TextBox 8"/>
              <p:cNvSpPr txBox="1">
                <a:spLocks noRot="1" noChangeAspect="1" noMove="1" noResize="1" noEditPoints="1" noAdjustHandles="1" noChangeArrowheads="1" noChangeShapeType="1" noTextEdit="1"/>
              </p:cNvSpPr>
              <p:nvPr/>
            </p:nvSpPr>
            <p:spPr>
              <a:xfrm>
                <a:off x="846333" y="4267200"/>
                <a:ext cx="7451335" cy="898964"/>
              </a:xfrm>
              <a:prstGeom prst="rect">
                <a:avLst/>
              </a:prstGeom>
              <a:blipFill rotWithShape="1">
                <a:blip r:embed="rId4"/>
                <a:stretch>
                  <a:fillRect/>
                </a:stretch>
              </a:blipFill>
            </p:spPr>
            <p:txBody>
              <a:bodyPr/>
              <a:lstStyle/>
              <a:p>
                <a:r>
                  <a:rPr lang="en-US">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674688" y="2849563"/>
            <a:ext cx="7781925" cy="4008437"/>
          </a:xfrm>
          <a:prstGeom prst="rect">
            <a:avLst/>
          </a:prstGeom>
          <a:solidFill>
            <a:srgbClr val="FFFFCC"/>
          </a:solidFill>
          <a:ln w="9525">
            <a:noFill/>
            <a:miter lim="800000"/>
            <a:headEnd/>
            <a:tailEnd/>
          </a:ln>
        </p:spPr>
        <p:txBody>
          <a:bodyPr/>
          <a:lstStyle/>
          <a:p>
            <a:pPr>
              <a:spcBef>
                <a:spcPct val="20000"/>
              </a:spcBef>
            </a:pPr>
            <a:r>
              <a:rPr lang="en-US" altLang="en-US" sz="2400">
                <a:latin typeface="Arial" charset="0"/>
                <a:sym typeface="Symbol" pitchFamily="18" charset="2"/>
              </a:rPr>
              <a:t>EXAMPLE: </a:t>
            </a:r>
          </a:p>
          <a:p>
            <a:pPr>
              <a:spcBef>
                <a:spcPct val="20000"/>
              </a:spcBef>
            </a:pPr>
            <a:r>
              <a:rPr lang="en-US" altLang="en-US" sz="2400">
                <a:latin typeface="Arial" charset="0"/>
                <a:sym typeface="Symbol" pitchFamily="18" charset="2"/>
              </a:rPr>
              <a:t>Two billiard balls colliding in such a way that the speeds of the balls in the system remain unchanged.</a:t>
            </a:r>
          </a:p>
          <a:p>
            <a:pPr>
              <a:spcBef>
                <a:spcPct val="20000"/>
              </a:spcBef>
            </a:pPr>
            <a:endParaRPr lang="en-US" altLang="en-US" sz="2400">
              <a:latin typeface="Arial" charset="0"/>
              <a:sym typeface="Symbol" pitchFamily="18" charset="2"/>
            </a:endParaRPr>
          </a:p>
          <a:p>
            <a:pPr>
              <a:spcBef>
                <a:spcPct val="20000"/>
              </a:spcBef>
            </a:pPr>
            <a:endParaRPr lang="en-US" altLang="en-US" sz="2400">
              <a:latin typeface="Arial" charset="0"/>
              <a:sym typeface="Symbol" pitchFamily="18" charset="2"/>
            </a:endParaRPr>
          </a:p>
          <a:p>
            <a:pPr>
              <a:spcBef>
                <a:spcPct val="20000"/>
              </a:spcBef>
            </a:pPr>
            <a:r>
              <a:rPr lang="en-US" altLang="en-US" sz="2400">
                <a:sym typeface="Symbol" pitchFamily="18" charset="2"/>
              </a:rPr>
              <a:t></a:t>
            </a:r>
            <a:r>
              <a:rPr lang="en-US" altLang="en-US" sz="2400" i="1">
                <a:solidFill>
                  <a:srgbClr val="009999"/>
                </a:solidFill>
                <a:latin typeface="Arial" charset="0"/>
                <a:sym typeface="Symbol" pitchFamily="18" charset="2"/>
              </a:rPr>
              <a:t>The red ball has the same speed as the white ball…</a:t>
            </a:r>
          </a:p>
          <a:p>
            <a:pPr>
              <a:spcBef>
                <a:spcPct val="20000"/>
              </a:spcBef>
            </a:pPr>
            <a:endParaRPr lang="en-US" altLang="en-US" sz="2400" i="1">
              <a:solidFill>
                <a:srgbClr val="009999"/>
              </a:solidFill>
              <a:latin typeface="Arial" charset="0"/>
              <a:sym typeface="Symbol" pitchFamily="18" charset="2"/>
            </a:endParaRPr>
          </a:p>
          <a:p>
            <a:pPr>
              <a:spcBef>
                <a:spcPct val="20000"/>
              </a:spcBef>
            </a:pPr>
            <a:endParaRPr lang="en-US" altLang="en-US" sz="2400" i="1">
              <a:solidFill>
                <a:srgbClr val="009999"/>
              </a:solidFill>
              <a:latin typeface="Arial" charset="0"/>
              <a:sym typeface="Symbol" pitchFamily="18" charset="2"/>
            </a:endParaRPr>
          </a:p>
          <a:p>
            <a:pPr>
              <a:spcBef>
                <a:spcPct val="20000"/>
              </a:spcBef>
            </a:pPr>
            <a:r>
              <a:rPr lang="en-US" altLang="en-US" sz="2400">
                <a:sym typeface="Symbol" pitchFamily="18" charset="2"/>
              </a:rPr>
              <a:t></a:t>
            </a:r>
            <a:r>
              <a:rPr lang="en-US" altLang="en-US" sz="2400" i="1">
                <a:solidFill>
                  <a:srgbClr val="009999"/>
                </a:solidFill>
                <a:latin typeface="Arial" charset="0"/>
                <a:sym typeface="Symbol" pitchFamily="18" charset="2"/>
              </a:rPr>
              <a:t>Both balls have same speeds both before and after…</a:t>
            </a:r>
          </a:p>
        </p:txBody>
      </p:sp>
      <p:sp>
        <p:nvSpPr>
          <p:cNvPr id="460802" name="Rectangle 2"/>
          <p:cNvSpPr>
            <a:spLocks noChangeArrowheads="1"/>
          </p:cNvSpPr>
          <p:nvPr/>
        </p:nvSpPr>
        <p:spPr bwMode="auto">
          <a:xfrm>
            <a:off x="685800" y="1549400"/>
            <a:ext cx="7772400" cy="1320800"/>
          </a:xfrm>
          <a:prstGeom prst="rect">
            <a:avLst/>
          </a:prstGeom>
          <a:solidFill>
            <a:srgbClr val="EAEAEA"/>
          </a:solidFill>
          <a:ln w="9525">
            <a:noFill/>
            <a:miter lim="800000"/>
            <a:headEnd/>
            <a:tailEnd/>
          </a:ln>
        </p:spPr>
        <p:txBody>
          <a:bodyPr/>
          <a:lstStyle/>
          <a:p>
            <a:pPr>
              <a:spcBef>
                <a:spcPct val="20000"/>
              </a:spcBef>
              <a:defRPr/>
            </a:pPr>
            <a:r>
              <a:rPr lang="en-US" sz="2400" i="1" dirty="0">
                <a:solidFill>
                  <a:schemeClr val="accent2"/>
                </a:solidFill>
                <a:latin typeface="Arial" charset="0"/>
              </a:rPr>
              <a:t>Comparing elastic collisions and inelastic collisions </a:t>
            </a:r>
          </a:p>
          <a:p>
            <a:pPr>
              <a:spcBef>
                <a:spcPct val="20000"/>
              </a:spcBef>
              <a:defRPr/>
            </a:pPr>
            <a:r>
              <a:rPr lang="en-US" altLang="en-US" sz="2400" dirty="0">
                <a:latin typeface="+mn-lt"/>
                <a:sym typeface="Symbol" pitchFamily="18" charset="2"/>
              </a:rPr>
              <a:t>In an </a:t>
            </a:r>
            <a:r>
              <a:rPr lang="en-US" altLang="en-US" sz="2400" b="1" dirty="0">
                <a:latin typeface="+mn-lt"/>
                <a:sym typeface="Symbol" pitchFamily="18" charset="2"/>
              </a:rPr>
              <a:t>elastic collision</a:t>
            </a:r>
            <a:r>
              <a:rPr lang="en-US" altLang="en-US" sz="2400" dirty="0">
                <a:latin typeface="+mn-lt"/>
                <a:sym typeface="Symbol" pitchFamily="18" charset="2"/>
              </a:rPr>
              <a:t>, kinetic energy is conserved (it does </a:t>
            </a:r>
            <a:r>
              <a:rPr lang="en-US" altLang="en-US" sz="2400" u="sng" dirty="0">
                <a:latin typeface="+mn-lt"/>
                <a:sym typeface="Symbol" pitchFamily="18" charset="2"/>
              </a:rPr>
              <a:t>not</a:t>
            </a:r>
            <a:r>
              <a:rPr lang="en-US" altLang="en-US" sz="2400" dirty="0">
                <a:latin typeface="+mn-lt"/>
                <a:sym typeface="Symbol" pitchFamily="18" charset="2"/>
              </a:rPr>
              <a:t> change). Thus </a:t>
            </a:r>
            <a:r>
              <a:rPr lang="en-US" altLang="en-US" sz="2400" i="1" dirty="0" err="1">
                <a:latin typeface="+mn-lt"/>
                <a:sym typeface="Symbol" pitchFamily="18" charset="2"/>
              </a:rPr>
              <a:t>E</a:t>
            </a:r>
            <a:r>
              <a:rPr lang="en-US" altLang="en-US" sz="2400" baseline="-25000" dirty="0" err="1">
                <a:latin typeface="+mn-lt"/>
                <a:sym typeface="Symbol" pitchFamily="18" charset="2"/>
              </a:rPr>
              <a:t>K,f</a:t>
            </a:r>
            <a:r>
              <a:rPr lang="en-US" altLang="en-US" sz="2400" baseline="30000" dirty="0">
                <a:latin typeface="+mn-lt"/>
                <a:sym typeface="Symbol" pitchFamily="18" charset="2"/>
              </a:rPr>
              <a:t> </a:t>
            </a:r>
            <a:r>
              <a:rPr lang="en-US" altLang="en-US" sz="2400" b="1" dirty="0">
                <a:latin typeface="+mn-lt"/>
                <a:sym typeface="Symbol" pitchFamily="18" charset="2"/>
              </a:rPr>
              <a:t>=</a:t>
            </a:r>
            <a:r>
              <a:rPr lang="en-US" altLang="en-US" sz="2400" dirty="0">
                <a:latin typeface="+mn-lt"/>
                <a:sym typeface="Symbol" pitchFamily="18" charset="2"/>
              </a:rPr>
              <a:t> </a:t>
            </a:r>
            <a:r>
              <a:rPr lang="en-US" altLang="en-US" sz="2400" i="1" dirty="0">
                <a:latin typeface="+mn-lt"/>
                <a:sym typeface="Symbol" pitchFamily="18" charset="2"/>
              </a:rPr>
              <a:t>E</a:t>
            </a:r>
            <a:r>
              <a:rPr lang="en-US" altLang="en-US" sz="2400" baseline="-25000" dirty="0">
                <a:latin typeface="+mn-lt"/>
                <a:sym typeface="Symbol" pitchFamily="18" charset="2"/>
              </a:rPr>
              <a:t>K,0</a:t>
            </a:r>
            <a:r>
              <a:rPr lang="en-US" altLang="en-US" sz="2400" dirty="0">
                <a:latin typeface="+mn-lt"/>
                <a:sym typeface="Symbol" pitchFamily="18" charset="2"/>
              </a:rPr>
              <a:t>.</a:t>
            </a:r>
          </a:p>
        </p:txBody>
      </p:sp>
      <p:sp>
        <p:nvSpPr>
          <p:cNvPr id="6" name="Rectangle 24"/>
          <p:cNvSpPr>
            <a:spLocks noChangeArrowheads="1"/>
          </p:cNvSpPr>
          <p:nvPr/>
        </p:nvSpPr>
        <p:spPr bwMode="auto">
          <a:xfrm>
            <a:off x="709613" y="4178103"/>
            <a:ext cx="7748587" cy="773725"/>
          </a:xfrm>
          <a:prstGeom prst="rect">
            <a:avLst/>
          </a:prstGeom>
          <a:solidFill>
            <a:srgbClr val="008000"/>
          </a:solidFill>
          <a:ln w="9525">
            <a:noFill/>
            <a:miter lim="800000"/>
            <a:headEnd/>
            <a:tailEnd/>
          </a:ln>
          <a:effectLst>
            <a:outerShdw blurRad="50800" dist="38100" dir="8100000" algn="tr" rotWithShape="0">
              <a:prstClr val="black">
                <a:alpha val="40000"/>
              </a:prstClr>
            </a:outerShdw>
          </a:effectLst>
          <a:scene3d>
            <a:camera prst="orthographicFront"/>
            <a:lightRig rig="threePt" dir="t"/>
          </a:scene3d>
          <a:sp3d>
            <a:bevelT/>
          </a:sp3d>
        </p:spPr>
        <p:txBody>
          <a:bodyPr wrap="none" anchor="ctr"/>
          <a:lstStyle/>
          <a:p>
            <a:pPr>
              <a:defRPr/>
            </a:pPr>
            <a:endParaRPr lang="en-US" altLang="en-US"/>
          </a:p>
        </p:txBody>
      </p:sp>
      <p:sp>
        <p:nvSpPr>
          <p:cNvPr id="7" name="Oval 25"/>
          <p:cNvSpPr>
            <a:spLocks noChangeArrowheads="1"/>
          </p:cNvSpPr>
          <p:nvPr/>
        </p:nvSpPr>
        <p:spPr bwMode="auto">
          <a:xfrm>
            <a:off x="3966575" y="4304097"/>
            <a:ext cx="552450" cy="552450"/>
          </a:xfrm>
          <a:prstGeom prst="ellipse">
            <a:avLst/>
          </a:prstGeom>
          <a:gradFill rotWithShape="1">
            <a:gsLst>
              <a:gs pos="0">
                <a:srgbClr val="FF3300"/>
              </a:gs>
              <a:gs pos="100000">
                <a:srgbClr val="761800"/>
              </a:gs>
            </a:gsLst>
            <a:path path="shape">
              <a:fillToRect l="50000" t="50000" r="50000" b="50000"/>
            </a:path>
          </a:gradFill>
          <a:ln w="9525">
            <a:solidFill>
              <a:schemeClr val="tx1"/>
            </a:solidFill>
            <a:round/>
            <a:headEnd/>
            <a:tailEnd/>
          </a:ln>
          <a:scene3d>
            <a:camera prst="orthographicFront"/>
            <a:lightRig rig="threePt" dir="t"/>
          </a:scene3d>
          <a:sp3d>
            <a:bevelT/>
          </a:sp3d>
        </p:spPr>
        <p:txBody>
          <a:bodyPr wrap="none" anchor="ctr"/>
          <a:lstStyle/>
          <a:p>
            <a:pPr>
              <a:defRPr/>
            </a:pPr>
            <a:endParaRPr lang="en-US" altLang="en-US"/>
          </a:p>
        </p:txBody>
      </p:sp>
      <p:sp>
        <p:nvSpPr>
          <p:cNvPr id="9" name="Oval 27"/>
          <p:cNvSpPr>
            <a:spLocks noChangeArrowheads="1"/>
          </p:cNvSpPr>
          <p:nvPr/>
        </p:nvSpPr>
        <p:spPr bwMode="auto">
          <a:xfrm>
            <a:off x="4542351" y="4311894"/>
            <a:ext cx="552450" cy="552450"/>
          </a:xfrm>
          <a:prstGeom prst="ellipse">
            <a:avLst/>
          </a:prstGeom>
          <a:gradFill rotWithShape="1">
            <a:gsLst>
              <a:gs pos="0">
                <a:schemeClr val="bg1"/>
              </a:gs>
              <a:gs pos="100000">
                <a:schemeClr val="bg1">
                  <a:gamma/>
                  <a:shade val="46275"/>
                  <a:invGamma/>
                </a:schemeClr>
              </a:gs>
            </a:gsLst>
            <a:path path="shape">
              <a:fillToRect l="50000" t="50000" r="50000" b="50000"/>
            </a:path>
          </a:gradFill>
          <a:ln w="9525">
            <a:solidFill>
              <a:schemeClr val="tx1"/>
            </a:solidFill>
            <a:round/>
            <a:headEnd/>
            <a:tailEnd/>
          </a:ln>
          <a:effectLst/>
          <a:scene3d>
            <a:camera prst="orthographicFront"/>
            <a:lightRig rig="threePt" dir="t"/>
          </a:scene3d>
          <a:sp3d>
            <a:bevelT/>
          </a:sp3d>
        </p:spPr>
        <p:txBody>
          <a:bodyPr wrap="none" anchor="ctr"/>
          <a:lstStyle/>
          <a:p>
            <a:pPr>
              <a:defRPr/>
            </a:pPr>
            <a:endParaRPr lang="en-US"/>
          </a:p>
        </p:txBody>
      </p:sp>
      <p:sp>
        <p:nvSpPr>
          <p:cNvPr id="10" name="Rectangle 24"/>
          <p:cNvSpPr>
            <a:spLocks noChangeArrowheads="1"/>
          </p:cNvSpPr>
          <p:nvPr/>
        </p:nvSpPr>
        <p:spPr bwMode="auto">
          <a:xfrm>
            <a:off x="721336" y="5484048"/>
            <a:ext cx="7748587" cy="773725"/>
          </a:xfrm>
          <a:prstGeom prst="rect">
            <a:avLst/>
          </a:prstGeom>
          <a:solidFill>
            <a:srgbClr val="008000"/>
          </a:solidFill>
          <a:ln w="9525">
            <a:noFill/>
            <a:miter lim="800000"/>
            <a:headEnd/>
            <a:tailEnd/>
          </a:ln>
          <a:effectLst>
            <a:outerShdw blurRad="50800" dist="38100" dir="8100000" algn="tr" rotWithShape="0">
              <a:prstClr val="black">
                <a:alpha val="40000"/>
              </a:prstClr>
            </a:outerShdw>
          </a:effectLst>
          <a:scene3d>
            <a:camera prst="orthographicFront"/>
            <a:lightRig rig="threePt" dir="t"/>
          </a:scene3d>
          <a:sp3d>
            <a:bevelT/>
          </a:sp3d>
        </p:spPr>
        <p:txBody>
          <a:bodyPr wrap="none" anchor="ctr"/>
          <a:lstStyle/>
          <a:p>
            <a:pPr>
              <a:defRPr/>
            </a:pPr>
            <a:endParaRPr lang="en-US" altLang="en-US"/>
          </a:p>
        </p:txBody>
      </p:sp>
      <p:sp>
        <p:nvSpPr>
          <p:cNvPr id="8" name="Oval 26"/>
          <p:cNvSpPr>
            <a:spLocks noChangeArrowheads="1"/>
          </p:cNvSpPr>
          <p:nvPr/>
        </p:nvSpPr>
        <p:spPr bwMode="auto">
          <a:xfrm>
            <a:off x="4546502" y="5603728"/>
            <a:ext cx="552450" cy="552450"/>
          </a:xfrm>
          <a:prstGeom prst="ellipse">
            <a:avLst/>
          </a:prstGeom>
          <a:gradFill rotWithShape="1">
            <a:gsLst>
              <a:gs pos="0">
                <a:schemeClr val="accent2"/>
              </a:gs>
              <a:gs pos="100000">
                <a:schemeClr val="accent2">
                  <a:gamma/>
                  <a:shade val="46275"/>
                  <a:invGamma/>
                </a:schemeClr>
              </a:gs>
            </a:gsLst>
            <a:path path="shape">
              <a:fillToRect l="50000" t="50000" r="50000" b="50000"/>
            </a:path>
          </a:gradFill>
          <a:ln w="9525">
            <a:solidFill>
              <a:schemeClr val="tx1"/>
            </a:solidFill>
            <a:round/>
            <a:headEnd/>
            <a:tailEnd/>
          </a:ln>
          <a:effectLst/>
          <a:scene3d>
            <a:camera prst="orthographicFront"/>
            <a:lightRig rig="threePt" dir="t"/>
          </a:scene3d>
          <a:sp3d>
            <a:bevelT/>
          </a:sp3d>
        </p:spPr>
        <p:txBody>
          <a:bodyPr wrap="none" anchor="ctr"/>
          <a:lstStyle/>
          <a:p>
            <a:pPr>
              <a:defRPr/>
            </a:pPr>
            <a:endParaRPr lang="en-US"/>
          </a:p>
        </p:txBody>
      </p:sp>
      <p:sp>
        <p:nvSpPr>
          <p:cNvPr id="11" name="Oval 25"/>
          <p:cNvSpPr>
            <a:spLocks noChangeArrowheads="1"/>
          </p:cNvSpPr>
          <p:nvPr/>
        </p:nvSpPr>
        <p:spPr bwMode="auto">
          <a:xfrm>
            <a:off x="3964231" y="5595981"/>
            <a:ext cx="552450" cy="552450"/>
          </a:xfrm>
          <a:prstGeom prst="ellipse">
            <a:avLst/>
          </a:prstGeom>
          <a:solidFill>
            <a:srgbClr val="FFC000"/>
          </a:solidFill>
          <a:ln w="9525">
            <a:solidFill>
              <a:schemeClr val="tx1"/>
            </a:solidFill>
            <a:round/>
            <a:headEnd/>
            <a:tailEnd/>
          </a:ln>
          <a:scene3d>
            <a:camera prst="orthographicFront"/>
            <a:lightRig rig="threePt" dir="t"/>
          </a:scene3d>
          <a:sp3d>
            <a:bevelT/>
          </a:sp3d>
        </p:spPr>
        <p:txBody>
          <a:bodyPr wrap="none" anchor="ctr"/>
          <a:lstStyle/>
          <a:p>
            <a:pPr>
              <a:defRPr/>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60802">
                                            <p:txEl>
                                              <p:pRg st="0" end="0"/>
                                            </p:txEl>
                                          </p:spTgt>
                                        </p:tgtEl>
                                        <p:attrNameLst>
                                          <p:attrName>style.visibility</p:attrName>
                                        </p:attrNameLst>
                                      </p:cBhvr>
                                      <p:to>
                                        <p:strVal val="visible"/>
                                      </p:to>
                                    </p:set>
                                    <p:anim calcmode="lin" valueType="num">
                                      <p:cBhvr additive="base">
                                        <p:cTn id="7" dur="500" fill="hold"/>
                                        <p:tgtEl>
                                          <p:spTgt spid="46080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080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60802">
                                            <p:txEl>
                                              <p:pRg st="1" end="1"/>
                                            </p:txEl>
                                          </p:spTgt>
                                        </p:tgtEl>
                                        <p:attrNameLst>
                                          <p:attrName>style.visibility</p:attrName>
                                        </p:attrNameLst>
                                      </p:cBhvr>
                                      <p:to>
                                        <p:strVal val="visible"/>
                                      </p:to>
                                    </p:set>
                                    <p:anim calcmode="lin" valueType="num">
                                      <p:cBhvr additive="base">
                                        <p:cTn id="13" dur="500" fill="hold"/>
                                        <p:tgtEl>
                                          <p:spTgt spid="46080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080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 calcmode="lin" valueType="num">
                                      <p:cBhvr additive="base">
                                        <p:cTn id="19"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anim calcmode="lin" valueType="num">
                                      <p:cBhvr additive="base">
                                        <p:cTn id="25"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childTnLst>
                                </p:cTn>
                              </p:par>
                              <p:par>
                                <p:cTn id="31" presetID="10"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10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8" dur="2000" fill="hold"/>
                                        <p:tgtEl>
                                          <p:spTgt spid="9"/>
                                        </p:tgtEl>
                                        <p:attrNameLst>
                                          <p:attrName>ppt_x</p:attrName>
                                        </p:attrNameLst>
                                      </p:cBhvr>
                                      <p:tavLst>
                                        <p:tav tm="0">
                                          <p:val>
                                            <p:strVal val="1+#ppt_w/2"/>
                                          </p:val>
                                        </p:tav>
                                        <p:tav tm="100000">
                                          <p:val>
                                            <p:strVal val="#ppt_x"/>
                                          </p:val>
                                        </p:tav>
                                      </p:tavLst>
                                    </p:anim>
                                    <p:anim calcmode="lin" valueType="num">
                                      <p:cBhvr additive="base">
                                        <p:cTn id="39" dur="2000" fill="hold"/>
                                        <p:tgtEl>
                                          <p:spTgt spid="9"/>
                                        </p:tgtEl>
                                        <p:attrNameLst>
                                          <p:attrName>ppt_y</p:attrName>
                                        </p:attrNameLst>
                                      </p:cBhvr>
                                      <p:tavLst>
                                        <p:tav tm="0">
                                          <p:val>
                                            <p:strVal val="#ppt_y"/>
                                          </p:val>
                                        </p:tav>
                                        <p:tav tm="100000">
                                          <p:val>
                                            <p:strVal val="#ppt_y"/>
                                          </p:val>
                                        </p:tav>
                                      </p:tavLst>
                                    </p:anim>
                                  </p:childTnLst>
                                </p:cTn>
                              </p:par>
                            </p:childTnLst>
                          </p:cTn>
                        </p:par>
                        <p:par>
                          <p:cTn id="40" fill="hold">
                            <p:stCondLst>
                              <p:cond delay="2000"/>
                            </p:stCondLst>
                            <p:childTnLst>
                              <p:par>
                                <p:cTn id="41" presetID="2" presetClass="exit" presetSubtype="8" fill="hold" nodeType="afterEffect">
                                  <p:stCondLst>
                                    <p:cond delay="0"/>
                                  </p:stCondLst>
                                  <p:childTnLst>
                                    <p:anim calcmode="lin" valueType="num">
                                      <p:cBhvr additive="base">
                                        <p:cTn id="42" dur="2000"/>
                                        <p:tgtEl>
                                          <p:spTgt spid="7"/>
                                        </p:tgtEl>
                                        <p:attrNameLst>
                                          <p:attrName>ppt_x</p:attrName>
                                        </p:attrNameLst>
                                      </p:cBhvr>
                                      <p:tavLst>
                                        <p:tav tm="0">
                                          <p:val>
                                            <p:strVal val="ppt_x"/>
                                          </p:val>
                                        </p:tav>
                                        <p:tav tm="100000">
                                          <p:val>
                                            <p:strVal val="0-ppt_w/2"/>
                                          </p:val>
                                        </p:tav>
                                      </p:tavLst>
                                    </p:anim>
                                    <p:anim calcmode="lin" valueType="num">
                                      <p:cBhvr additive="base">
                                        <p:cTn id="43" dur="2000"/>
                                        <p:tgtEl>
                                          <p:spTgt spid="7"/>
                                        </p:tgtEl>
                                        <p:attrNameLst>
                                          <p:attrName>ppt_y</p:attrName>
                                        </p:attrNameLst>
                                      </p:cBhvr>
                                      <p:tavLst>
                                        <p:tav tm="0">
                                          <p:val>
                                            <p:strVal val="ppt_y"/>
                                          </p:val>
                                        </p:tav>
                                        <p:tav tm="100000">
                                          <p:val>
                                            <p:strVal val="ppt_y"/>
                                          </p:val>
                                        </p:tav>
                                      </p:tavLst>
                                    </p:anim>
                                    <p:set>
                                      <p:cBhvr>
                                        <p:cTn id="44" dur="1" fill="hold">
                                          <p:stCondLst>
                                            <p:cond delay="1999"/>
                                          </p:stCondLst>
                                        </p:cTn>
                                        <p:tgtEl>
                                          <p:spTgt spid="7"/>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4" end="4"/>
                                            </p:txEl>
                                          </p:spTgt>
                                        </p:tgtEl>
                                        <p:attrNameLst>
                                          <p:attrName>style.visibility</p:attrName>
                                        </p:attrNameLst>
                                      </p:cBhvr>
                                      <p:to>
                                        <p:strVal val="visible"/>
                                      </p:to>
                                    </p:set>
                                    <p:anim calcmode="lin" valueType="num">
                                      <p:cBhvr additive="base">
                                        <p:cTn id="4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1000"/>
                                        <p:tgtEl>
                                          <p:spTgt spid="10"/>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8" fill="hold" nodeType="clickEffect">
                                  <p:stCondLst>
                                    <p:cond delay="0"/>
                                  </p:stCondLst>
                                  <p:childTnLst>
                                    <p:set>
                                      <p:cBhvr>
                                        <p:cTn id="59" dur="1" fill="hold">
                                          <p:stCondLst>
                                            <p:cond delay="0"/>
                                          </p:stCondLst>
                                        </p:cTn>
                                        <p:tgtEl>
                                          <p:spTgt spid="11"/>
                                        </p:tgtEl>
                                        <p:attrNameLst>
                                          <p:attrName>style.visibility</p:attrName>
                                        </p:attrNameLst>
                                      </p:cBhvr>
                                      <p:to>
                                        <p:strVal val="visible"/>
                                      </p:to>
                                    </p:set>
                                    <p:anim calcmode="lin" valueType="num">
                                      <p:cBhvr additive="base">
                                        <p:cTn id="60" dur="2000" fill="hold"/>
                                        <p:tgtEl>
                                          <p:spTgt spid="11"/>
                                        </p:tgtEl>
                                        <p:attrNameLst>
                                          <p:attrName>ppt_x</p:attrName>
                                        </p:attrNameLst>
                                      </p:cBhvr>
                                      <p:tavLst>
                                        <p:tav tm="0">
                                          <p:val>
                                            <p:strVal val="0-#ppt_w/2"/>
                                          </p:val>
                                        </p:tav>
                                        <p:tav tm="100000">
                                          <p:val>
                                            <p:strVal val="#ppt_x"/>
                                          </p:val>
                                        </p:tav>
                                      </p:tavLst>
                                    </p:anim>
                                    <p:anim calcmode="lin" valueType="num">
                                      <p:cBhvr additive="base">
                                        <p:cTn id="61" dur="2000" fill="hold"/>
                                        <p:tgtEl>
                                          <p:spTgt spid="11"/>
                                        </p:tgtEl>
                                        <p:attrNameLst>
                                          <p:attrName>ppt_y</p:attrName>
                                        </p:attrNameLst>
                                      </p:cBhvr>
                                      <p:tavLst>
                                        <p:tav tm="0">
                                          <p:val>
                                            <p:strVal val="#ppt_y"/>
                                          </p:val>
                                        </p:tav>
                                        <p:tav tm="100000">
                                          <p:val>
                                            <p:strVal val="#ppt_y"/>
                                          </p:val>
                                        </p:tav>
                                      </p:tavLst>
                                    </p:anim>
                                  </p:childTnLst>
                                </p:cTn>
                              </p:par>
                              <p:par>
                                <p:cTn id="62" presetID="2" presetClass="entr" presetSubtype="2" fill="hold" nodeType="withEffect">
                                  <p:stCondLst>
                                    <p:cond delay="0"/>
                                  </p:stCondLst>
                                  <p:childTnLst>
                                    <p:set>
                                      <p:cBhvr>
                                        <p:cTn id="63" dur="1" fill="hold">
                                          <p:stCondLst>
                                            <p:cond delay="0"/>
                                          </p:stCondLst>
                                        </p:cTn>
                                        <p:tgtEl>
                                          <p:spTgt spid="8"/>
                                        </p:tgtEl>
                                        <p:attrNameLst>
                                          <p:attrName>style.visibility</p:attrName>
                                        </p:attrNameLst>
                                      </p:cBhvr>
                                      <p:to>
                                        <p:strVal val="visible"/>
                                      </p:to>
                                    </p:set>
                                    <p:anim calcmode="lin" valueType="num">
                                      <p:cBhvr additive="base">
                                        <p:cTn id="64" dur="2000" fill="hold"/>
                                        <p:tgtEl>
                                          <p:spTgt spid="8"/>
                                        </p:tgtEl>
                                        <p:attrNameLst>
                                          <p:attrName>ppt_x</p:attrName>
                                        </p:attrNameLst>
                                      </p:cBhvr>
                                      <p:tavLst>
                                        <p:tav tm="0">
                                          <p:val>
                                            <p:strVal val="1+#ppt_w/2"/>
                                          </p:val>
                                        </p:tav>
                                        <p:tav tm="100000">
                                          <p:val>
                                            <p:strVal val="#ppt_x"/>
                                          </p:val>
                                        </p:tav>
                                      </p:tavLst>
                                    </p:anim>
                                    <p:anim calcmode="lin" valueType="num">
                                      <p:cBhvr additive="base">
                                        <p:cTn id="65" dur="2000" fill="hold"/>
                                        <p:tgtEl>
                                          <p:spTgt spid="8"/>
                                        </p:tgtEl>
                                        <p:attrNameLst>
                                          <p:attrName>ppt_y</p:attrName>
                                        </p:attrNameLst>
                                      </p:cBhvr>
                                      <p:tavLst>
                                        <p:tav tm="0">
                                          <p:val>
                                            <p:strVal val="#ppt_y"/>
                                          </p:val>
                                        </p:tav>
                                        <p:tav tm="100000">
                                          <p:val>
                                            <p:strVal val="#ppt_y"/>
                                          </p:val>
                                        </p:tav>
                                      </p:tavLst>
                                    </p:anim>
                                  </p:childTnLst>
                                </p:cTn>
                              </p:par>
                            </p:childTnLst>
                          </p:cTn>
                        </p:par>
                        <p:par>
                          <p:cTn id="66" fill="hold">
                            <p:stCondLst>
                              <p:cond delay="2000"/>
                            </p:stCondLst>
                            <p:childTnLst>
                              <p:par>
                                <p:cTn id="67" presetID="2" presetClass="exit" presetSubtype="8" fill="hold" nodeType="afterEffect">
                                  <p:stCondLst>
                                    <p:cond delay="0"/>
                                  </p:stCondLst>
                                  <p:childTnLst>
                                    <p:anim calcmode="lin" valueType="num">
                                      <p:cBhvr additive="base">
                                        <p:cTn id="68" dur="2000"/>
                                        <p:tgtEl>
                                          <p:spTgt spid="11"/>
                                        </p:tgtEl>
                                        <p:attrNameLst>
                                          <p:attrName>ppt_x</p:attrName>
                                        </p:attrNameLst>
                                      </p:cBhvr>
                                      <p:tavLst>
                                        <p:tav tm="0">
                                          <p:val>
                                            <p:strVal val="ppt_x"/>
                                          </p:val>
                                        </p:tav>
                                        <p:tav tm="100000">
                                          <p:val>
                                            <p:strVal val="0-ppt_w/2"/>
                                          </p:val>
                                        </p:tav>
                                      </p:tavLst>
                                    </p:anim>
                                    <p:anim calcmode="lin" valueType="num">
                                      <p:cBhvr additive="base">
                                        <p:cTn id="69" dur="2000"/>
                                        <p:tgtEl>
                                          <p:spTgt spid="11"/>
                                        </p:tgtEl>
                                        <p:attrNameLst>
                                          <p:attrName>ppt_y</p:attrName>
                                        </p:attrNameLst>
                                      </p:cBhvr>
                                      <p:tavLst>
                                        <p:tav tm="0">
                                          <p:val>
                                            <p:strVal val="ppt_y"/>
                                          </p:val>
                                        </p:tav>
                                        <p:tav tm="100000">
                                          <p:val>
                                            <p:strVal val="ppt_y"/>
                                          </p:val>
                                        </p:tav>
                                      </p:tavLst>
                                    </p:anim>
                                    <p:set>
                                      <p:cBhvr>
                                        <p:cTn id="70" dur="1" fill="hold">
                                          <p:stCondLst>
                                            <p:cond delay="1999"/>
                                          </p:stCondLst>
                                        </p:cTn>
                                        <p:tgtEl>
                                          <p:spTgt spid="11"/>
                                        </p:tgtEl>
                                        <p:attrNameLst>
                                          <p:attrName>style.visibility</p:attrName>
                                        </p:attrNameLst>
                                      </p:cBhvr>
                                      <p:to>
                                        <p:strVal val="hidden"/>
                                      </p:to>
                                    </p:set>
                                  </p:childTnLst>
                                </p:cTn>
                              </p:par>
                              <p:par>
                                <p:cTn id="71" presetID="2" presetClass="exit" presetSubtype="2" fill="hold" nodeType="withEffect">
                                  <p:stCondLst>
                                    <p:cond delay="0"/>
                                  </p:stCondLst>
                                  <p:childTnLst>
                                    <p:anim calcmode="lin" valueType="num">
                                      <p:cBhvr additive="base">
                                        <p:cTn id="72" dur="2000"/>
                                        <p:tgtEl>
                                          <p:spTgt spid="8"/>
                                        </p:tgtEl>
                                        <p:attrNameLst>
                                          <p:attrName>ppt_x</p:attrName>
                                        </p:attrNameLst>
                                      </p:cBhvr>
                                      <p:tavLst>
                                        <p:tav tm="0">
                                          <p:val>
                                            <p:strVal val="ppt_x"/>
                                          </p:val>
                                        </p:tav>
                                        <p:tav tm="100000">
                                          <p:val>
                                            <p:strVal val="1+ppt_w/2"/>
                                          </p:val>
                                        </p:tav>
                                      </p:tavLst>
                                    </p:anim>
                                    <p:anim calcmode="lin" valueType="num">
                                      <p:cBhvr additive="base">
                                        <p:cTn id="73" dur="2000"/>
                                        <p:tgtEl>
                                          <p:spTgt spid="8"/>
                                        </p:tgtEl>
                                        <p:attrNameLst>
                                          <p:attrName>ppt_y</p:attrName>
                                        </p:attrNameLst>
                                      </p:cBhvr>
                                      <p:tavLst>
                                        <p:tav tm="0">
                                          <p:val>
                                            <p:strVal val="ppt_y"/>
                                          </p:val>
                                        </p:tav>
                                        <p:tav tm="100000">
                                          <p:val>
                                            <p:strVal val="ppt_y"/>
                                          </p:val>
                                        </p:tav>
                                      </p:tavLst>
                                    </p:anim>
                                    <p:set>
                                      <p:cBhvr>
                                        <p:cTn id="74" dur="1" fill="hold">
                                          <p:stCondLst>
                                            <p:cond delay="1999"/>
                                          </p:stCondLst>
                                        </p:cTn>
                                        <p:tgtEl>
                                          <p:spTgt spid="8"/>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5">
                                            <p:txEl>
                                              <p:pRg st="7" end="7"/>
                                            </p:txEl>
                                          </p:spTgt>
                                        </p:tgtEl>
                                        <p:attrNameLst>
                                          <p:attrName>style.visibility</p:attrName>
                                        </p:attrNameLst>
                                      </p:cBhvr>
                                      <p:to>
                                        <p:strVal val="visible"/>
                                      </p:to>
                                    </p:set>
                                    <p:anim calcmode="lin" valueType="num">
                                      <p:cBhvr additive="base">
                                        <p:cTn id="7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674688" y="2849563"/>
            <a:ext cx="7781925" cy="2397125"/>
          </a:xfrm>
          <a:prstGeom prst="rect">
            <a:avLst/>
          </a:prstGeom>
          <a:solidFill>
            <a:srgbClr val="FFFFCC"/>
          </a:solidFill>
          <a:ln w="9525">
            <a:noFill/>
            <a:miter lim="800000"/>
            <a:headEnd/>
            <a:tailEnd/>
          </a:ln>
        </p:spPr>
        <p:txBody>
          <a:bodyPr/>
          <a:lstStyle/>
          <a:p>
            <a:pPr>
              <a:spcBef>
                <a:spcPct val="20000"/>
              </a:spcBef>
            </a:pPr>
            <a:r>
              <a:rPr lang="en-US" altLang="en-US" sz="2400">
                <a:latin typeface="Arial" charset="0"/>
                <a:sym typeface="Symbol" pitchFamily="18" charset="2"/>
              </a:rPr>
              <a:t>EXAMPLE: </a:t>
            </a:r>
          </a:p>
          <a:p>
            <a:pPr>
              <a:spcBef>
                <a:spcPct val="20000"/>
              </a:spcBef>
            </a:pPr>
            <a:r>
              <a:rPr lang="en-US" altLang="en-US" sz="2400">
                <a:latin typeface="Arial" charset="0"/>
                <a:sym typeface="Symbol" pitchFamily="18" charset="2"/>
              </a:rPr>
              <a:t>A baseball and a hard wall colliding in such a way that the speed of the ball changes.</a:t>
            </a:r>
          </a:p>
          <a:p>
            <a:pPr>
              <a:spcBef>
                <a:spcPct val="20000"/>
              </a:spcBef>
            </a:pPr>
            <a:endParaRPr lang="en-US" altLang="en-US" sz="2400">
              <a:latin typeface="Arial" charset="0"/>
              <a:sym typeface="Symbol" pitchFamily="18" charset="2"/>
            </a:endParaRPr>
          </a:p>
          <a:p>
            <a:pPr>
              <a:spcBef>
                <a:spcPct val="20000"/>
              </a:spcBef>
            </a:pPr>
            <a:endParaRPr lang="en-US" altLang="en-US" sz="2400">
              <a:latin typeface="Arial" charset="0"/>
              <a:sym typeface="Symbol" pitchFamily="18" charset="2"/>
            </a:endParaRPr>
          </a:p>
        </p:txBody>
      </p:sp>
      <p:sp>
        <p:nvSpPr>
          <p:cNvPr id="460802" name="Rectangle 2"/>
          <p:cNvSpPr>
            <a:spLocks noChangeArrowheads="1"/>
          </p:cNvSpPr>
          <p:nvPr/>
        </p:nvSpPr>
        <p:spPr bwMode="auto">
          <a:xfrm>
            <a:off x="685800" y="1549400"/>
            <a:ext cx="7772400" cy="1320800"/>
          </a:xfrm>
          <a:prstGeom prst="rect">
            <a:avLst/>
          </a:prstGeom>
          <a:solidFill>
            <a:srgbClr val="EAEAEA"/>
          </a:solidFill>
          <a:ln w="9525">
            <a:noFill/>
            <a:miter lim="800000"/>
            <a:headEnd/>
            <a:tailEnd/>
          </a:ln>
        </p:spPr>
        <p:txBody>
          <a:bodyPr/>
          <a:lstStyle/>
          <a:p>
            <a:pPr>
              <a:spcBef>
                <a:spcPct val="20000"/>
              </a:spcBef>
              <a:defRPr/>
            </a:pPr>
            <a:r>
              <a:rPr lang="en-US" sz="2400" i="1" dirty="0">
                <a:solidFill>
                  <a:schemeClr val="accent2"/>
                </a:solidFill>
                <a:latin typeface="Arial" charset="0"/>
              </a:rPr>
              <a:t>Comparing elastic collisions and inelastic collisions </a:t>
            </a:r>
          </a:p>
          <a:p>
            <a:pPr>
              <a:spcBef>
                <a:spcPct val="20000"/>
              </a:spcBef>
              <a:defRPr/>
            </a:pPr>
            <a:r>
              <a:rPr lang="en-US" altLang="en-US" sz="2400" dirty="0">
                <a:latin typeface="+mn-lt"/>
                <a:sym typeface="Symbol" pitchFamily="18" charset="2"/>
              </a:rPr>
              <a:t>In an </a:t>
            </a:r>
            <a:r>
              <a:rPr lang="en-US" altLang="en-US" sz="2400" b="1" dirty="0">
                <a:latin typeface="+mn-lt"/>
                <a:sym typeface="Symbol" pitchFamily="18" charset="2"/>
              </a:rPr>
              <a:t>inelastic collision</a:t>
            </a:r>
            <a:r>
              <a:rPr lang="en-US" altLang="en-US" sz="2400" dirty="0">
                <a:latin typeface="+mn-lt"/>
                <a:sym typeface="Symbol" pitchFamily="18" charset="2"/>
              </a:rPr>
              <a:t>, kinetic energy is not conserved (it </a:t>
            </a:r>
            <a:r>
              <a:rPr lang="en-US" altLang="en-US" sz="2400" u="sng" dirty="0">
                <a:latin typeface="+mn-lt"/>
                <a:sym typeface="Symbol" pitchFamily="18" charset="2"/>
              </a:rPr>
              <a:t>does</a:t>
            </a:r>
            <a:r>
              <a:rPr lang="en-US" altLang="en-US" sz="2400" dirty="0">
                <a:latin typeface="+mn-lt"/>
                <a:sym typeface="Symbol" pitchFamily="18" charset="2"/>
              </a:rPr>
              <a:t> change). Thus </a:t>
            </a:r>
            <a:r>
              <a:rPr lang="en-US" altLang="en-US" sz="2400" i="1" dirty="0" err="1">
                <a:latin typeface="+mn-lt"/>
                <a:sym typeface="Symbol" pitchFamily="18" charset="2"/>
              </a:rPr>
              <a:t>E</a:t>
            </a:r>
            <a:r>
              <a:rPr lang="en-US" altLang="en-US" sz="2400" baseline="-25000" dirty="0" err="1">
                <a:latin typeface="+mn-lt"/>
                <a:sym typeface="Symbol" pitchFamily="18" charset="2"/>
              </a:rPr>
              <a:t>K,f</a:t>
            </a:r>
            <a:r>
              <a:rPr lang="en-US" altLang="en-US" sz="2400" baseline="30000" dirty="0">
                <a:latin typeface="+mn-lt"/>
                <a:sym typeface="Symbol" pitchFamily="18" charset="2"/>
              </a:rPr>
              <a:t> </a:t>
            </a:r>
            <a:r>
              <a:rPr lang="en-US" altLang="en-US" sz="2400" b="1" dirty="0">
                <a:latin typeface="+mn-lt"/>
                <a:cs typeface="Courier New" pitchFamily="49" charset="0"/>
                <a:sym typeface="Symbol" pitchFamily="18" charset="2"/>
              </a:rPr>
              <a:t>≠</a:t>
            </a:r>
            <a:r>
              <a:rPr lang="en-US" altLang="en-US" sz="2400" dirty="0">
                <a:latin typeface="+mn-lt"/>
                <a:sym typeface="Symbol" pitchFamily="18" charset="2"/>
              </a:rPr>
              <a:t> </a:t>
            </a:r>
            <a:r>
              <a:rPr lang="en-US" altLang="en-US" sz="2400" i="1" dirty="0">
                <a:latin typeface="+mn-lt"/>
                <a:sym typeface="Symbol" pitchFamily="18" charset="2"/>
              </a:rPr>
              <a:t>E</a:t>
            </a:r>
            <a:r>
              <a:rPr lang="en-US" altLang="en-US" sz="2400" baseline="-25000" dirty="0">
                <a:latin typeface="+mn-lt"/>
                <a:sym typeface="Symbol" pitchFamily="18" charset="2"/>
              </a:rPr>
              <a:t>K,0</a:t>
            </a:r>
            <a:r>
              <a:rPr lang="en-US" altLang="en-US" sz="2400" dirty="0">
                <a:latin typeface="+mn-lt"/>
                <a:sym typeface="Symbol" pitchFamily="18" charset="2"/>
              </a:rPr>
              <a:t>.</a:t>
            </a:r>
          </a:p>
        </p:txBody>
      </p:sp>
      <p:sp>
        <p:nvSpPr>
          <p:cNvPr id="6" name="Rectangle 5"/>
          <p:cNvSpPr/>
          <p:nvPr/>
        </p:nvSpPr>
        <p:spPr>
          <a:xfrm>
            <a:off x="787791" y="4121834"/>
            <a:ext cx="506437" cy="1012873"/>
          </a:xfrm>
          <a:prstGeom prst="rect">
            <a:avLst/>
          </a:prstGeom>
          <a:scene3d>
            <a:camera prst="isometricOffAxis2Right"/>
            <a:lightRig rig="threePt" dir="t"/>
          </a:scene3d>
          <a:sp3d>
            <a:bevelT w="508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7" name="Picture 6" descr="Baseball"/>
          <p:cNvPicPr>
            <a:picLocks noChangeAspect="1" noChangeArrowheads="1"/>
          </p:cNvPicPr>
          <p:nvPr/>
        </p:nvPicPr>
        <p:blipFill>
          <a:blip r:embed="rId3" cstate="print">
            <a:clrChange>
              <a:clrFrom>
                <a:srgbClr val="FFFEFD"/>
              </a:clrFrom>
              <a:clrTo>
                <a:srgbClr val="FFFEFD">
                  <a:alpha val="0"/>
                </a:srgbClr>
              </a:clrTo>
            </a:clrChange>
          </a:blip>
          <a:srcRect/>
          <a:stretch>
            <a:fillRect/>
          </a:stretch>
        </p:blipFill>
        <p:spPr bwMode="auto">
          <a:xfrm>
            <a:off x="998538" y="4291013"/>
            <a:ext cx="647700" cy="6413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60802">
                                            <p:txEl>
                                              <p:pRg st="1" end="1"/>
                                            </p:txEl>
                                          </p:spTgt>
                                        </p:tgtEl>
                                        <p:attrNameLst>
                                          <p:attrName>style.visibility</p:attrName>
                                        </p:attrNameLst>
                                      </p:cBhvr>
                                      <p:to>
                                        <p:strVal val="visible"/>
                                      </p:to>
                                    </p:set>
                                    <p:anim calcmode="lin" valueType="num">
                                      <p:cBhvr additive="base">
                                        <p:cTn id="7" dur="500" fill="hold"/>
                                        <p:tgtEl>
                                          <p:spTgt spid="46080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080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par>
                                <p:cTn id="21" presetID="10"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2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1+#ppt_w/2"/>
                                          </p:val>
                                        </p:tav>
                                        <p:tav tm="100000">
                                          <p:val>
                                            <p:strVal val="#ppt_x"/>
                                          </p:val>
                                        </p:tav>
                                      </p:tavLst>
                                    </p:anim>
                                    <p:anim calcmode="lin" valueType="num">
                                      <p:cBhvr additive="base">
                                        <p:cTn id="29" dur="500" fill="hold"/>
                                        <p:tgtEl>
                                          <p:spTgt spid="7"/>
                                        </p:tgtEl>
                                        <p:attrNameLst>
                                          <p:attrName>ppt_y</p:attrName>
                                        </p:attrNameLst>
                                      </p:cBhvr>
                                      <p:tavLst>
                                        <p:tav tm="0">
                                          <p:val>
                                            <p:strVal val="#ppt_y"/>
                                          </p:val>
                                        </p:tav>
                                        <p:tav tm="100000">
                                          <p:val>
                                            <p:strVal val="#ppt_y"/>
                                          </p:val>
                                        </p:tav>
                                      </p:tavLst>
                                    </p:anim>
                                  </p:childTnLst>
                                </p:cTn>
                              </p:par>
                            </p:childTnLst>
                          </p:cTn>
                        </p:par>
                        <p:par>
                          <p:cTn id="30" fill="hold">
                            <p:stCondLst>
                              <p:cond delay="500"/>
                            </p:stCondLst>
                            <p:childTnLst>
                              <p:par>
                                <p:cTn id="31" presetID="2" presetClass="exit" presetSubtype="2" fill="hold" nodeType="afterEffect">
                                  <p:stCondLst>
                                    <p:cond delay="0"/>
                                  </p:stCondLst>
                                  <p:childTnLst>
                                    <p:anim calcmode="lin" valueType="num">
                                      <p:cBhvr additive="base">
                                        <p:cTn id="32" dur="2000"/>
                                        <p:tgtEl>
                                          <p:spTgt spid="7"/>
                                        </p:tgtEl>
                                        <p:attrNameLst>
                                          <p:attrName>ppt_x</p:attrName>
                                        </p:attrNameLst>
                                      </p:cBhvr>
                                      <p:tavLst>
                                        <p:tav tm="0">
                                          <p:val>
                                            <p:strVal val="ppt_x"/>
                                          </p:val>
                                        </p:tav>
                                        <p:tav tm="100000">
                                          <p:val>
                                            <p:strVal val="1+ppt_w/2"/>
                                          </p:val>
                                        </p:tav>
                                      </p:tavLst>
                                    </p:anim>
                                    <p:anim calcmode="lin" valueType="num">
                                      <p:cBhvr additive="base">
                                        <p:cTn id="33" dur="2000"/>
                                        <p:tgtEl>
                                          <p:spTgt spid="7"/>
                                        </p:tgtEl>
                                        <p:attrNameLst>
                                          <p:attrName>ppt_y</p:attrName>
                                        </p:attrNameLst>
                                      </p:cBhvr>
                                      <p:tavLst>
                                        <p:tav tm="0">
                                          <p:val>
                                            <p:strVal val="ppt_y"/>
                                          </p:val>
                                        </p:tav>
                                        <p:tav tm="100000">
                                          <p:val>
                                            <p:strVal val="ppt_y"/>
                                          </p:val>
                                        </p:tav>
                                      </p:tavLst>
                                    </p:anim>
                                    <p:set>
                                      <p:cBhvr>
                                        <p:cTn id="34" dur="1" fill="hold">
                                          <p:stCondLst>
                                            <p:cond delay="19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674688" y="3165475"/>
            <a:ext cx="7781925" cy="3692525"/>
          </a:xfrm>
          <a:prstGeom prst="rect">
            <a:avLst/>
          </a:prstGeom>
          <a:solidFill>
            <a:srgbClr val="FFFFCC"/>
          </a:solidFill>
          <a:ln w="9525">
            <a:noFill/>
            <a:miter lim="800000"/>
            <a:headEnd/>
            <a:tailEnd/>
          </a:ln>
        </p:spPr>
        <p:txBody>
          <a:bodyPr/>
          <a:lstStyle/>
          <a:p>
            <a:pPr>
              <a:spcBef>
                <a:spcPct val="20000"/>
              </a:spcBef>
            </a:pPr>
            <a:r>
              <a:rPr lang="en-US" altLang="en-US" sz="2400">
                <a:latin typeface="Arial" charset="0"/>
                <a:sym typeface="Symbol" pitchFamily="18" charset="2"/>
              </a:rPr>
              <a:t>EXAMPLE: </a:t>
            </a:r>
          </a:p>
          <a:p>
            <a:pPr>
              <a:spcBef>
                <a:spcPct val="20000"/>
              </a:spcBef>
            </a:pPr>
            <a:r>
              <a:rPr lang="en-US" altLang="en-US" sz="2400">
                <a:latin typeface="Arial" charset="0"/>
                <a:sym typeface="Symbol" pitchFamily="18" charset="2"/>
              </a:rPr>
              <a:t>Two objects colliding and sticking together.</a:t>
            </a:r>
          </a:p>
          <a:p>
            <a:pPr>
              <a:spcBef>
                <a:spcPct val="20000"/>
              </a:spcBef>
            </a:pPr>
            <a:endParaRPr lang="en-US" altLang="en-US" sz="2400">
              <a:latin typeface="Arial" charset="0"/>
              <a:sym typeface="Symbol" pitchFamily="18" charset="2"/>
            </a:endParaRPr>
          </a:p>
          <a:p>
            <a:pPr>
              <a:spcBef>
                <a:spcPct val="20000"/>
              </a:spcBef>
            </a:pPr>
            <a:endParaRPr lang="en-US" altLang="en-US" sz="2400">
              <a:latin typeface="Arial" charset="0"/>
              <a:sym typeface="Symbol" pitchFamily="18" charset="2"/>
            </a:endParaRPr>
          </a:p>
          <a:p>
            <a:pPr>
              <a:spcBef>
                <a:spcPct val="20000"/>
              </a:spcBef>
            </a:pPr>
            <a:r>
              <a:rPr lang="en-US" altLang="en-US" sz="2400">
                <a:sym typeface="Symbol" pitchFamily="18" charset="2"/>
              </a:rPr>
              <a:t></a:t>
            </a:r>
            <a:r>
              <a:rPr lang="en-US" altLang="en-US" sz="2400" i="1">
                <a:solidFill>
                  <a:srgbClr val="009999"/>
                </a:solidFill>
                <a:latin typeface="Arial" charset="0"/>
                <a:sym typeface="Symbol" pitchFamily="18" charset="2"/>
              </a:rPr>
              <a:t>The train cars hitch and move as one body…</a:t>
            </a:r>
          </a:p>
          <a:p>
            <a:pPr>
              <a:spcBef>
                <a:spcPct val="20000"/>
              </a:spcBef>
            </a:pPr>
            <a:endParaRPr lang="en-US" altLang="en-US" sz="2400">
              <a:latin typeface="Arial" charset="0"/>
              <a:sym typeface="Symbol" pitchFamily="18" charset="2"/>
            </a:endParaRPr>
          </a:p>
          <a:p>
            <a:pPr>
              <a:spcBef>
                <a:spcPct val="20000"/>
              </a:spcBef>
            </a:pPr>
            <a:endParaRPr lang="en-US" altLang="en-US" sz="2400">
              <a:latin typeface="Arial" charset="0"/>
              <a:sym typeface="Symbol" pitchFamily="18" charset="2"/>
            </a:endParaRPr>
          </a:p>
          <a:p>
            <a:pPr>
              <a:spcBef>
                <a:spcPts val="1800"/>
              </a:spcBef>
            </a:pPr>
            <a:r>
              <a:rPr lang="en-US" altLang="en-US" sz="2400">
                <a:sym typeface="Symbol" pitchFamily="18" charset="2"/>
              </a:rPr>
              <a:t></a:t>
            </a:r>
            <a:r>
              <a:rPr lang="en-US" altLang="en-US" sz="2400" i="1">
                <a:solidFill>
                  <a:srgbClr val="009999"/>
                </a:solidFill>
                <a:latin typeface="Arial" charset="0"/>
                <a:sym typeface="Symbol" pitchFamily="18" charset="2"/>
              </a:rPr>
              <a:t>The cars collide and move (at first) as one body…</a:t>
            </a:r>
            <a:endParaRPr lang="en-US" altLang="en-US" sz="2400">
              <a:latin typeface="Arial" charset="0"/>
              <a:sym typeface="Symbol" pitchFamily="18" charset="2"/>
            </a:endParaRPr>
          </a:p>
          <a:p>
            <a:pPr>
              <a:spcBef>
                <a:spcPct val="20000"/>
              </a:spcBef>
            </a:pPr>
            <a:endParaRPr lang="en-US" altLang="en-US" sz="2400">
              <a:latin typeface="Arial" charset="0"/>
              <a:sym typeface="Symbol" pitchFamily="18" charset="2"/>
            </a:endParaRPr>
          </a:p>
          <a:p>
            <a:pPr>
              <a:spcBef>
                <a:spcPct val="20000"/>
              </a:spcBef>
            </a:pPr>
            <a:endParaRPr lang="en-US" altLang="en-US" sz="2400">
              <a:latin typeface="Arial" charset="0"/>
              <a:sym typeface="Symbol" pitchFamily="18" charset="2"/>
            </a:endParaRPr>
          </a:p>
        </p:txBody>
      </p:sp>
      <p:sp>
        <p:nvSpPr>
          <p:cNvPr id="460802" name="Rectangle 2"/>
          <p:cNvSpPr>
            <a:spLocks noChangeArrowheads="1"/>
          </p:cNvSpPr>
          <p:nvPr/>
        </p:nvSpPr>
        <p:spPr bwMode="auto">
          <a:xfrm>
            <a:off x="685800" y="1549400"/>
            <a:ext cx="7772400" cy="1644650"/>
          </a:xfrm>
          <a:prstGeom prst="rect">
            <a:avLst/>
          </a:prstGeom>
          <a:solidFill>
            <a:srgbClr val="EAEAEA"/>
          </a:solidFill>
          <a:ln w="9525">
            <a:noFill/>
            <a:miter lim="800000"/>
            <a:headEnd/>
            <a:tailEnd/>
          </a:ln>
        </p:spPr>
        <p:txBody>
          <a:bodyPr/>
          <a:lstStyle/>
          <a:p>
            <a:pPr>
              <a:spcBef>
                <a:spcPct val="20000"/>
              </a:spcBef>
              <a:defRPr/>
            </a:pPr>
            <a:r>
              <a:rPr lang="en-US" sz="2400" i="1" dirty="0">
                <a:solidFill>
                  <a:schemeClr val="accent2"/>
                </a:solidFill>
                <a:latin typeface="Arial" charset="0"/>
              </a:rPr>
              <a:t>Comparing elastic collisions and inelastic collisions </a:t>
            </a:r>
          </a:p>
          <a:p>
            <a:pPr>
              <a:spcBef>
                <a:spcPct val="20000"/>
              </a:spcBef>
              <a:defRPr/>
            </a:pPr>
            <a:r>
              <a:rPr lang="en-US" altLang="en-US" sz="2400" dirty="0">
                <a:latin typeface="+mn-lt"/>
                <a:sym typeface="Symbol" pitchFamily="18" charset="2"/>
              </a:rPr>
              <a:t>In a </a:t>
            </a:r>
            <a:r>
              <a:rPr lang="en-US" altLang="en-US" sz="2400" b="1" dirty="0">
                <a:latin typeface="+mn-lt"/>
                <a:sym typeface="Symbol" pitchFamily="18" charset="2"/>
              </a:rPr>
              <a:t>completely</a:t>
            </a:r>
            <a:r>
              <a:rPr lang="en-US" altLang="en-US" sz="2400" dirty="0">
                <a:latin typeface="+mn-lt"/>
                <a:sym typeface="Symbol" pitchFamily="18" charset="2"/>
              </a:rPr>
              <a:t> </a:t>
            </a:r>
            <a:r>
              <a:rPr lang="en-US" altLang="en-US" sz="2400" b="1" dirty="0">
                <a:latin typeface="+mn-lt"/>
                <a:sym typeface="Symbol" pitchFamily="18" charset="2"/>
              </a:rPr>
              <a:t>inelastic collision</a:t>
            </a:r>
            <a:r>
              <a:rPr lang="en-US" altLang="en-US" sz="2400" dirty="0">
                <a:latin typeface="+mn-lt"/>
                <a:sym typeface="Symbol" pitchFamily="18" charset="2"/>
              </a:rPr>
              <a:t> the colliding bodies stick together and end up with the same velocities, but different from the originals. </a:t>
            </a:r>
            <a:r>
              <a:rPr lang="en-US" altLang="en-US" sz="2400" i="1" dirty="0" err="1">
                <a:solidFill>
                  <a:srgbClr val="000000"/>
                </a:solidFill>
                <a:latin typeface="Arial"/>
                <a:sym typeface="Symbol" pitchFamily="18" charset="2"/>
              </a:rPr>
              <a:t>E</a:t>
            </a:r>
            <a:r>
              <a:rPr lang="en-US" altLang="en-US" sz="2400" baseline="-25000" dirty="0" err="1">
                <a:solidFill>
                  <a:srgbClr val="000000"/>
                </a:solidFill>
                <a:latin typeface="Arial"/>
                <a:sym typeface="Symbol" pitchFamily="18" charset="2"/>
              </a:rPr>
              <a:t>K,f</a:t>
            </a:r>
            <a:r>
              <a:rPr lang="en-US" altLang="en-US" sz="2400" baseline="30000" dirty="0">
                <a:solidFill>
                  <a:srgbClr val="000000"/>
                </a:solidFill>
                <a:latin typeface="Arial"/>
                <a:sym typeface="Symbol" pitchFamily="18" charset="2"/>
              </a:rPr>
              <a:t> </a:t>
            </a:r>
            <a:r>
              <a:rPr lang="en-US" altLang="en-US" sz="2400" b="1" dirty="0">
                <a:solidFill>
                  <a:srgbClr val="000000"/>
                </a:solidFill>
                <a:latin typeface="Arial"/>
                <a:cs typeface="Courier New" pitchFamily="49" charset="0"/>
                <a:sym typeface="Symbol" pitchFamily="18" charset="2"/>
              </a:rPr>
              <a:t>≠</a:t>
            </a:r>
            <a:r>
              <a:rPr lang="en-US" altLang="en-US" sz="2400" dirty="0">
                <a:solidFill>
                  <a:srgbClr val="000000"/>
                </a:solidFill>
                <a:latin typeface="Arial"/>
                <a:sym typeface="Symbol" pitchFamily="18" charset="2"/>
              </a:rPr>
              <a:t> </a:t>
            </a:r>
            <a:r>
              <a:rPr lang="en-US" altLang="en-US" sz="2400" i="1" dirty="0">
                <a:solidFill>
                  <a:srgbClr val="000000"/>
                </a:solidFill>
                <a:latin typeface="Arial"/>
                <a:sym typeface="Symbol" pitchFamily="18" charset="2"/>
              </a:rPr>
              <a:t>E</a:t>
            </a:r>
            <a:r>
              <a:rPr lang="en-US" altLang="en-US" sz="2400" baseline="-25000" dirty="0">
                <a:solidFill>
                  <a:srgbClr val="000000"/>
                </a:solidFill>
                <a:latin typeface="Arial"/>
                <a:sym typeface="Symbol" pitchFamily="18" charset="2"/>
              </a:rPr>
              <a:t>K,0</a:t>
            </a:r>
            <a:r>
              <a:rPr lang="en-US" altLang="en-US" sz="2400" dirty="0">
                <a:solidFill>
                  <a:srgbClr val="000000"/>
                </a:solidFill>
                <a:latin typeface="Arial"/>
                <a:sym typeface="Symbol" pitchFamily="18" charset="2"/>
              </a:rPr>
              <a:t>.</a:t>
            </a:r>
            <a:endParaRPr lang="en-US" altLang="en-US" sz="2400" dirty="0">
              <a:latin typeface="+mn-lt"/>
              <a:sym typeface="Symbol" pitchFamily="18" charset="2"/>
            </a:endParaRPr>
          </a:p>
        </p:txBody>
      </p:sp>
      <p:sp>
        <p:nvSpPr>
          <p:cNvPr id="6" name="Rectangle 5"/>
          <p:cNvSpPr>
            <a:spLocks noChangeArrowheads="1"/>
          </p:cNvSpPr>
          <p:nvPr/>
        </p:nvSpPr>
        <p:spPr bwMode="auto">
          <a:xfrm>
            <a:off x="0" y="4862513"/>
            <a:ext cx="9144000" cy="46037"/>
          </a:xfrm>
          <a:prstGeom prst="rect">
            <a:avLst/>
          </a:prstGeom>
          <a:gradFill rotWithShape="1">
            <a:gsLst>
              <a:gs pos="0">
                <a:schemeClr val="bg1">
                  <a:gamma/>
                  <a:shade val="46275"/>
                  <a:invGamma/>
                </a:schemeClr>
              </a:gs>
              <a:gs pos="100000">
                <a:schemeClr val="bg1"/>
              </a:gs>
            </a:gsLst>
            <a:lin ang="5400000" scaled="1"/>
          </a:gradFill>
          <a:ln w="9525">
            <a:solidFill>
              <a:schemeClr val="tx1"/>
            </a:solidFill>
            <a:miter lim="800000"/>
            <a:headEnd/>
            <a:tailEnd/>
          </a:ln>
          <a:effectLst/>
        </p:spPr>
        <p:txBody>
          <a:bodyPr wrap="none" anchor="ctr"/>
          <a:lstStyle/>
          <a:p>
            <a:pPr>
              <a:defRPr/>
            </a:pPr>
            <a:endParaRPr lang="en-US"/>
          </a:p>
        </p:txBody>
      </p:sp>
      <p:grpSp>
        <p:nvGrpSpPr>
          <p:cNvPr id="2" name="Group 6"/>
          <p:cNvGrpSpPr>
            <a:grpSpLocks/>
          </p:cNvGrpSpPr>
          <p:nvPr/>
        </p:nvGrpSpPr>
        <p:grpSpPr bwMode="auto">
          <a:xfrm>
            <a:off x="0" y="4063122"/>
            <a:ext cx="1912938" cy="817563"/>
            <a:chOff x="464" y="1863"/>
            <a:chExt cx="1205" cy="515"/>
          </a:xfrm>
          <a:effectLst>
            <a:outerShdw blurRad="50800" dist="38100" dir="2700000" algn="tl" rotWithShape="0">
              <a:prstClr val="black">
                <a:alpha val="40000"/>
              </a:prstClr>
            </a:outerShdw>
          </a:effectLst>
        </p:grpSpPr>
        <p:pic>
          <p:nvPicPr>
            <p:cNvPr id="8" name="Picture 7" descr="tn00175_[1]"/>
            <p:cNvPicPr>
              <a:picLocks noChangeAspect="1" noChangeArrowheads="1"/>
            </p:cNvPicPr>
            <p:nvPr/>
          </p:nvPicPr>
          <p:blipFill>
            <a:blip r:embed="rId3" cstate="print"/>
            <a:srcRect/>
            <a:stretch>
              <a:fillRect/>
            </a:stretch>
          </p:blipFill>
          <p:spPr bwMode="auto">
            <a:xfrm>
              <a:off x="464" y="1863"/>
              <a:ext cx="1205" cy="515"/>
            </a:xfrm>
            <a:prstGeom prst="rect">
              <a:avLst/>
            </a:prstGeom>
            <a:noFill/>
            <a:ln w="9525">
              <a:noFill/>
              <a:miter lim="800000"/>
              <a:headEnd/>
              <a:tailEnd/>
            </a:ln>
          </p:spPr>
        </p:pic>
        <p:sp>
          <p:nvSpPr>
            <p:cNvPr id="9" name="Line 8"/>
            <p:cNvSpPr>
              <a:spLocks noChangeShapeType="1"/>
            </p:cNvSpPr>
            <p:nvPr/>
          </p:nvSpPr>
          <p:spPr bwMode="auto">
            <a:xfrm>
              <a:off x="853" y="2130"/>
              <a:ext cx="426" cy="0"/>
            </a:xfrm>
            <a:prstGeom prst="line">
              <a:avLst/>
            </a:prstGeom>
            <a:noFill/>
            <a:ln w="38100">
              <a:solidFill>
                <a:schemeClr val="bg1"/>
              </a:solidFill>
              <a:round/>
              <a:headEnd/>
              <a:tailEnd type="arrow" w="med" len="med"/>
            </a:ln>
          </p:spPr>
          <p:txBody>
            <a:bodyPr/>
            <a:lstStyle/>
            <a:p>
              <a:pPr>
                <a:defRPr/>
              </a:pPr>
              <a:endParaRPr lang="en-US"/>
            </a:p>
          </p:txBody>
        </p:sp>
        <p:sp>
          <p:nvSpPr>
            <p:cNvPr id="10" name="Text Box 9"/>
            <p:cNvSpPr txBox="1">
              <a:spLocks noChangeArrowheads="1"/>
            </p:cNvSpPr>
            <p:nvPr/>
          </p:nvSpPr>
          <p:spPr bwMode="auto">
            <a:xfrm>
              <a:off x="1252" y="2009"/>
              <a:ext cx="294"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u</a:t>
              </a:r>
              <a:r>
                <a:rPr lang="en-US" altLang="en-US" sz="2400" baseline="-25000">
                  <a:solidFill>
                    <a:schemeClr val="bg1"/>
                  </a:solidFill>
                  <a:latin typeface="Arial" charset="0"/>
                </a:rPr>
                <a:t>1</a:t>
              </a:r>
              <a:endParaRPr lang="en-US" altLang="en-US" sz="2400" i="1">
                <a:solidFill>
                  <a:schemeClr val="bg1"/>
                </a:solidFill>
                <a:latin typeface="Arial" charset="0"/>
              </a:endParaRPr>
            </a:p>
          </p:txBody>
        </p:sp>
      </p:grpSp>
      <p:grpSp>
        <p:nvGrpSpPr>
          <p:cNvPr id="3" name="Group 10"/>
          <p:cNvGrpSpPr>
            <a:grpSpLocks/>
          </p:cNvGrpSpPr>
          <p:nvPr/>
        </p:nvGrpSpPr>
        <p:grpSpPr bwMode="auto">
          <a:xfrm>
            <a:off x="3152775" y="4063122"/>
            <a:ext cx="1912938" cy="817563"/>
            <a:chOff x="2139" y="1867"/>
            <a:chExt cx="1205" cy="515"/>
          </a:xfrm>
          <a:effectLst>
            <a:outerShdw blurRad="50800" dist="38100" dir="2700000" algn="tl" rotWithShape="0">
              <a:prstClr val="black">
                <a:alpha val="40000"/>
              </a:prstClr>
            </a:outerShdw>
          </a:effectLst>
        </p:grpSpPr>
        <p:pic>
          <p:nvPicPr>
            <p:cNvPr id="12" name="Picture 11" descr="tn00175_[1]"/>
            <p:cNvPicPr>
              <a:picLocks noChangeAspect="1" noChangeArrowheads="1"/>
            </p:cNvPicPr>
            <p:nvPr/>
          </p:nvPicPr>
          <p:blipFill>
            <a:blip r:embed="rId3" cstate="print"/>
            <a:srcRect/>
            <a:stretch>
              <a:fillRect/>
            </a:stretch>
          </p:blipFill>
          <p:spPr bwMode="auto">
            <a:xfrm>
              <a:off x="2139" y="1867"/>
              <a:ext cx="1205" cy="515"/>
            </a:xfrm>
            <a:prstGeom prst="rect">
              <a:avLst/>
            </a:prstGeom>
            <a:noFill/>
            <a:ln w="9525">
              <a:noFill/>
              <a:miter lim="800000"/>
              <a:headEnd/>
              <a:tailEnd/>
            </a:ln>
          </p:spPr>
        </p:pic>
        <p:sp>
          <p:nvSpPr>
            <p:cNvPr id="13" name="Line 12"/>
            <p:cNvSpPr>
              <a:spLocks noChangeShapeType="1"/>
            </p:cNvSpPr>
            <p:nvPr/>
          </p:nvSpPr>
          <p:spPr bwMode="auto">
            <a:xfrm>
              <a:off x="2597" y="2139"/>
              <a:ext cx="300" cy="0"/>
            </a:xfrm>
            <a:prstGeom prst="line">
              <a:avLst/>
            </a:prstGeom>
            <a:noFill/>
            <a:ln w="38100">
              <a:solidFill>
                <a:schemeClr val="bg1"/>
              </a:solidFill>
              <a:round/>
              <a:headEnd/>
              <a:tailEnd type="arrow" w="med" len="med"/>
            </a:ln>
          </p:spPr>
          <p:txBody>
            <a:bodyPr/>
            <a:lstStyle/>
            <a:p>
              <a:pPr>
                <a:defRPr/>
              </a:pPr>
              <a:endParaRPr lang="en-US"/>
            </a:p>
          </p:txBody>
        </p:sp>
        <p:sp>
          <p:nvSpPr>
            <p:cNvPr id="14" name="Text Box 13"/>
            <p:cNvSpPr txBox="1">
              <a:spLocks noChangeArrowheads="1"/>
            </p:cNvSpPr>
            <p:nvPr/>
          </p:nvSpPr>
          <p:spPr bwMode="auto">
            <a:xfrm>
              <a:off x="2862" y="2018"/>
              <a:ext cx="294"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u</a:t>
              </a:r>
              <a:r>
                <a:rPr lang="en-US" altLang="en-US" sz="2400" baseline="-25000">
                  <a:solidFill>
                    <a:schemeClr val="bg1"/>
                  </a:solidFill>
                  <a:latin typeface="Arial" charset="0"/>
                </a:rPr>
                <a:t>2</a:t>
              </a:r>
              <a:endParaRPr lang="en-US" altLang="en-US" sz="2400" i="1">
                <a:solidFill>
                  <a:schemeClr val="bg1"/>
                </a:solidFill>
                <a:latin typeface="Arial" charset="0"/>
              </a:endParaRPr>
            </a:p>
          </p:txBody>
        </p:sp>
      </p:grpSp>
      <p:grpSp>
        <p:nvGrpSpPr>
          <p:cNvPr id="4" name="Group 14"/>
          <p:cNvGrpSpPr>
            <a:grpSpLocks/>
          </p:cNvGrpSpPr>
          <p:nvPr/>
        </p:nvGrpSpPr>
        <p:grpSpPr bwMode="auto">
          <a:xfrm>
            <a:off x="2100263" y="4050422"/>
            <a:ext cx="3808412" cy="823913"/>
            <a:chOff x="457" y="2784"/>
            <a:chExt cx="2399" cy="519"/>
          </a:xfrm>
          <a:effectLst>
            <a:outerShdw blurRad="50800" dist="38100" dir="2700000" algn="tl" rotWithShape="0">
              <a:prstClr val="black">
                <a:alpha val="40000"/>
              </a:prstClr>
            </a:outerShdw>
          </a:effectLst>
        </p:grpSpPr>
        <p:pic>
          <p:nvPicPr>
            <p:cNvPr id="16" name="Picture 15" descr="tn00175_[1]"/>
            <p:cNvPicPr>
              <a:picLocks noChangeAspect="1" noChangeArrowheads="1"/>
            </p:cNvPicPr>
            <p:nvPr/>
          </p:nvPicPr>
          <p:blipFill>
            <a:blip r:embed="rId3" cstate="print"/>
            <a:srcRect/>
            <a:stretch>
              <a:fillRect/>
            </a:stretch>
          </p:blipFill>
          <p:spPr bwMode="auto">
            <a:xfrm>
              <a:off x="457" y="2788"/>
              <a:ext cx="1205" cy="515"/>
            </a:xfrm>
            <a:prstGeom prst="rect">
              <a:avLst/>
            </a:prstGeom>
            <a:noFill/>
            <a:ln w="9525">
              <a:noFill/>
              <a:miter lim="800000"/>
              <a:headEnd/>
              <a:tailEnd/>
            </a:ln>
          </p:spPr>
        </p:pic>
        <p:sp>
          <p:nvSpPr>
            <p:cNvPr id="17" name="Line 16"/>
            <p:cNvSpPr>
              <a:spLocks noChangeShapeType="1"/>
            </p:cNvSpPr>
            <p:nvPr/>
          </p:nvSpPr>
          <p:spPr bwMode="auto">
            <a:xfrm>
              <a:off x="846" y="3055"/>
              <a:ext cx="426" cy="0"/>
            </a:xfrm>
            <a:prstGeom prst="line">
              <a:avLst/>
            </a:prstGeom>
            <a:noFill/>
            <a:ln w="38100">
              <a:solidFill>
                <a:schemeClr val="bg1"/>
              </a:solidFill>
              <a:round/>
              <a:headEnd/>
              <a:tailEnd type="arrow" w="med" len="med"/>
            </a:ln>
          </p:spPr>
          <p:txBody>
            <a:bodyPr/>
            <a:lstStyle/>
            <a:p>
              <a:pPr>
                <a:defRPr/>
              </a:pPr>
              <a:endParaRPr lang="en-US"/>
            </a:p>
          </p:txBody>
        </p:sp>
        <p:sp>
          <p:nvSpPr>
            <p:cNvPr id="18" name="Text Box 17"/>
            <p:cNvSpPr txBox="1">
              <a:spLocks noChangeArrowheads="1"/>
            </p:cNvSpPr>
            <p:nvPr/>
          </p:nvSpPr>
          <p:spPr bwMode="auto">
            <a:xfrm>
              <a:off x="1245" y="2934"/>
              <a:ext cx="212"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v</a:t>
              </a:r>
            </a:p>
          </p:txBody>
        </p:sp>
        <p:pic>
          <p:nvPicPr>
            <p:cNvPr id="19" name="Picture 18" descr="tn00175_[1]"/>
            <p:cNvPicPr>
              <a:picLocks noChangeAspect="1" noChangeArrowheads="1"/>
            </p:cNvPicPr>
            <p:nvPr/>
          </p:nvPicPr>
          <p:blipFill>
            <a:blip r:embed="rId3" cstate="print"/>
            <a:srcRect/>
            <a:stretch>
              <a:fillRect/>
            </a:stretch>
          </p:blipFill>
          <p:spPr bwMode="auto">
            <a:xfrm>
              <a:off x="1651" y="2784"/>
              <a:ext cx="1205" cy="515"/>
            </a:xfrm>
            <a:prstGeom prst="rect">
              <a:avLst/>
            </a:prstGeom>
            <a:noFill/>
            <a:ln w="9525">
              <a:noFill/>
              <a:miter lim="800000"/>
              <a:headEnd/>
              <a:tailEnd/>
            </a:ln>
          </p:spPr>
        </p:pic>
        <p:sp>
          <p:nvSpPr>
            <p:cNvPr id="20" name="Text Box 19"/>
            <p:cNvSpPr txBox="1">
              <a:spLocks noChangeArrowheads="1"/>
            </p:cNvSpPr>
            <p:nvPr/>
          </p:nvSpPr>
          <p:spPr bwMode="auto">
            <a:xfrm>
              <a:off x="2374" y="2935"/>
              <a:ext cx="212"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v</a:t>
              </a:r>
            </a:p>
          </p:txBody>
        </p:sp>
        <p:sp>
          <p:nvSpPr>
            <p:cNvPr id="21" name="Line 20"/>
            <p:cNvSpPr>
              <a:spLocks noChangeShapeType="1"/>
            </p:cNvSpPr>
            <p:nvPr/>
          </p:nvSpPr>
          <p:spPr bwMode="auto">
            <a:xfrm>
              <a:off x="2016" y="3064"/>
              <a:ext cx="426" cy="0"/>
            </a:xfrm>
            <a:prstGeom prst="line">
              <a:avLst/>
            </a:prstGeom>
            <a:noFill/>
            <a:ln w="38100">
              <a:solidFill>
                <a:schemeClr val="bg1"/>
              </a:solidFill>
              <a:round/>
              <a:headEnd/>
              <a:tailEnd type="arrow" w="med" len="med"/>
            </a:ln>
          </p:spPr>
          <p:txBody>
            <a:bodyPr/>
            <a:lstStyle/>
            <a:p>
              <a:pPr>
                <a:defRPr/>
              </a:pPr>
              <a:endParaRPr lang="en-US"/>
            </a:p>
          </p:txBody>
        </p:sp>
      </p:grpSp>
      <p:sp>
        <p:nvSpPr>
          <p:cNvPr id="25" name="Freeform 42" descr="Sand"/>
          <p:cNvSpPr>
            <a:spLocks/>
          </p:cNvSpPr>
          <p:nvPr/>
        </p:nvSpPr>
        <p:spPr bwMode="auto">
          <a:xfrm>
            <a:off x="573088" y="5980113"/>
            <a:ext cx="7999412" cy="406400"/>
          </a:xfrm>
          <a:custGeom>
            <a:avLst/>
            <a:gdLst>
              <a:gd name="T0" fmla="*/ 0 w 5495"/>
              <a:gd name="T1" fmla="*/ 2147483647 h 568"/>
              <a:gd name="T2" fmla="*/ 2147483647 w 5495"/>
              <a:gd name="T3" fmla="*/ 0 h 568"/>
              <a:gd name="T4" fmla="*/ 2147483647 w 5495"/>
              <a:gd name="T5" fmla="*/ 0 h 568"/>
              <a:gd name="T6" fmla="*/ 2147483647 w 5495"/>
              <a:gd name="T7" fmla="*/ 2147483647 h 568"/>
              <a:gd name="T8" fmla="*/ 0 w 5495"/>
              <a:gd name="T9" fmla="*/ 2147483647 h 568"/>
              <a:gd name="T10" fmla="*/ 0 60000 65536"/>
              <a:gd name="T11" fmla="*/ 0 60000 65536"/>
              <a:gd name="T12" fmla="*/ 0 60000 65536"/>
              <a:gd name="T13" fmla="*/ 0 60000 65536"/>
              <a:gd name="T14" fmla="*/ 0 60000 65536"/>
              <a:gd name="T15" fmla="*/ 0 w 5495"/>
              <a:gd name="T16" fmla="*/ 0 h 568"/>
              <a:gd name="T17" fmla="*/ 5495 w 5495"/>
              <a:gd name="T18" fmla="*/ 568 h 568"/>
            </a:gdLst>
            <a:ahLst/>
            <a:cxnLst>
              <a:cxn ang="T10">
                <a:pos x="T0" y="T1"/>
              </a:cxn>
              <a:cxn ang="T11">
                <a:pos x="T2" y="T3"/>
              </a:cxn>
              <a:cxn ang="T12">
                <a:pos x="T4" y="T5"/>
              </a:cxn>
              <a:cxn ang="T13">
                <a:pos x="T6" y="T7"/>
              </a:cxn>
              <a:cxn ang="T14">
                <a:pos x="T8" y="T9"/>
              </a:cxn>
            </a:cxnLst>
            <a:rect l="T15" t="T16" r="T17" b="T18"/>
            <a:pathLst>
              <a:path w="5495" h="568">
                <a:moveTo>
                  <a:pt x="0" y="568"/>
                </a:moveTo>
                <a:lnTo>
                  <a:pt x="516" y="0"/>
                </a:lnTo>
                <a:lnTo>
                  <a:pt x="5495" y="0"/>
                </a:lnTo>
                <a:lnTo>
                  <a:pt x="4896" y="561"/>
                </a:lnTo>
                <a:lnTo>
                  <a:pt x="0" y="568"/>
                </a:lnTo>
                <a:close/>
              </a:path>
            </a:pathLst>
          </a:custGeom>
          <a:blipFill dpi="0" rotWithShape="1">
            <a:blip r:embed="rId4" cstate="print"/>
            <a:srcRect/>
            <a:tile tx="0" ty="0" sx="100000" sy="100000" flip="none" algn="tl"/>
          </a:blipFill>
          <a:ln w="9525">
            <a:noFill/>
            <a:round/>
            <a:headEnd/>
            <a:tailEnd/>
          </a:ln>
        </p:spPr>
        <p:txBody>
          <a:bodyPr/>
          <a:lstStyle/>
          <a:p>
            <a:endParaRPr lang="en-US"/>
          </a:p>
        </p:txBody>
      </p:sp>
      <p:pic>
        <p:nvPicPr>
          <p:cNvPr id="26" name="Picture 38" descr="dodge charger police car"/>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4840288" y="4922838"/>
            <a:ext cx="2243137" cy="1684337"/>
          </a:xfrm>
          <a:prstGeom prst="rect">
            <a:avLst/>
          </a:prstGeom>
          <a:noFill/>
          <a:ln w="9525">
            <a:noFill/>
            <a:miter lim="800000"/>
            <a:headEnd/>
            <a:tailEnd/>
          </a:ln>
        </p:spPr>
      </p:pic>
      <p:pic>
        <p:nvPicPr>
          <p:cNvPr id="27" name="Picture 36" descr="ANd9GcTptwVuvDpYUoZG8_CTp3wMdEU7KykY2d4OJkfcG7LawlZCfHWsTQ"/>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693738" y="5283200"/>
            <a:ext cx="1598612" cy="995363"/>
          </a:xfrm>
          <a:prstGeom prst="rect">
            <a:avLst/>
          </a:prstGeom>
          <a:noFill/>
          <a:ln w="9525">
            <a:noFill/>
            <a:miter lim="800000"/>
            <a:headEnd/>
            <a:tailEnd/>
          </a:ln>
        </p:spPr>
      </p:pic>
      <p:grpSp>
        <p:nvGrpSpPr>
          <p:cNvPr id="7" name="Group 41"/>
          <p:cNvGrpSpPr>
            <a:grpSpLocks/>
          </p:cNvGrpSpPr>
          <p:nvPr/>
        </p:nvGrpSpPr>
        <p:grpSpPr bwMode="auto">
          <a:xfrm>
            <a:off x="4021138" y="4906963"/>
            <a:ext cx="2989262" cy="1684337"/>
            <a:chOff x="2940" y="133"/>
            <a:chExt cx="2053" cy="1156"/>
          </a:xfrm>
        </p:grpSpPr>
        <p:pic>
          <p:nvPicPr>
            <p:cNvPr id="40973" name="Picture 39" descr="dodge charger police car"/>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3452" y="133"/>
              <a:ext cx="1541" cy="1156"/>
            </a:xfrm>
            <a:prstGeom prst="rect">
              <a:avLst/>
            </a:prstGeom>
            <a:noFill/>
            <a:ln w="9525">
              <a:noFill/>
              <a:miter lim="800000"/>
              <a:headEnd/>
              <a:tailEnd/>
            </a:ln>
          </p:spPr>
        </p:pic>
        <p:pic>
          <p:nvPicPr>
            <p:cNvPr id="40974" name="Picture 40" descr="ANd9GcTptwVuvDpYUoZG8_CTp3wMdEU7KykY2d4OJkfcG7LawlZCfHWsTQ"/>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2940" y="413"/>
              <a:ext cx="1098" cy="684"/>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60802">
                                            <p:txEl>
                                              <p:pRg st="1" end="1"/>
                                            </p:txEl>
                                          </p:spTgt>
                                        </p:tgtEl>
                                        <p:attrNameLst>
                                          <p:attrName>style.visibility</p:attrName>
                                        </p:attrNameLst>
                                      </p:cBhvr>
                                      <p:to>
                                        <p:strVal val="visible"/>
                                      </p:to>
                                    </p:set>
                                    <p:anim calcmode="lin" valueType="num">
                                      <p:cBhvr additive="base">
                                        <p:cTn id="7" dur="500" fill="hold"/>
                                        <p:tgtEl>
                                          <p:spTgt spid="46080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080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fade">
                                      <p:cBhvr>
                                        <p:cTn id="35" dur="5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63" presetClass="path" presetSubtype="0" fill="hold" nodeType="clickEffect">
                                  <p:stCondLst>
                                    <p:cond delay="0"/>
                                  </p:stCondLst>
                                  <p:childTnLst>
                                    <p:animMotion origin="layout" path="M -3.88889E-6 -3.33333E-6 L 0.22882 -3.33333E-6 " pathEditMode="relative" rAng="0" ptsTypes="AA">
                                      <p:cBhvr>
                                        <p:cTn id="39" dur="2000" fill="hold"/>
                                        <p:tgtEl>
                                          <p:spTgt spid="2"/>
                                        </p:tgtEl>
                                        <p:attrNameLst>
                                          <p:attrName>ppt_x</p:attrName>
                                          <p:attrName>ppt_y</p:attrName>
                                        </p:attrNameLst>
                                      </p:cBhvr>
                                      <p:rCtr x="114" y="0"/>
                                    </p:animMotion>
                                  </p:childTnLst>
                                </p:cTn>
                              </p:par>
                              <p:par>
                                <p:cTn id="40" presetID="63" presetClass="path" presetSubtype="0" fill="hold" nodeType="withEffect">
                                  <p:stCondLst>
                                    <p:cond delay="0"/>
                                  </p:stCondLst>
                                  <p:childTnLst>
                                    <p:animMotion origin="layout" path="M 3.05556E-6 -3.7037E-7 L 0.09201 -0.00162 " pathEditMode="relative" rAng="0" ptsTypes="AA">
                                      <p:cBhvr>
                                        <p:cTn id="41" dur="2000" fill="hold"/>
                                        <p:tgtEl>
                                          <p:spTgt spid="3"/>
                                        </p:tgtEl>
                                        <p:attrNameLst>
                                          <p:attrName>ppt_x</p:attrName>
                                          <p:attrName>ppt_y</p:attrName>
                                        </p:attrNameLst>
                                      </p:cBhvr>
                                      <p:rCtr x="46" y="-1"/>
                                    </p:animMotion>
                                  </p:childTnLst>
                                </p:cTn>
                              </p:par>
                            </p:childTnLst>
                          </p:cTn>
                        </p:par>
                        <p:par>
                          <p:cTn id="42" fill="hold">
                            <p:stCondLst>
                              <p:cond delay="2000"/>
                            </p:stCondLst>
                            <p:childTnLst>
                              <p:par>
                                <p:cTn id="43" presetID="10" presetClass="entr" presetSubtype="0" fill="hold" nodeType="after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fade">
                                      <p:cBhvr>
                                        <p:cTn id="45" dur="500"/>
                                        <p:tgtEl>
                                          <p:spTgt spid="4"/>
                                        </p:tgtEl>
                                      </p:cBhvr>
                                    </p:animEffect>
                                  </p:childTnLst>
                                </p:cTn>
                              </p:par>
                              <p:par>
                                <p:cTn id="46" presetID="10" presetClass="exit" presetSubtype="0" fill="hold" nodeType="withEffect">
                                  <p:stCondLst>
                                    <p:cond delay="0"/>
                                  </p:stCondLst>
                                  <p:childTnLst>
                                    <p:animEffect transition="out" filter="fade">
                                      <p:cBhvr>
                                        <p:cTn id="47" dur="500"/>
                                        <p:tgtEl>
                                          <p:spTgt spid="2"/>
                                        </p:tgtEl>
                                      </p:cBhvr>
                                    </p:animEffect>
                                    <p:set>
                                      <p:cBhvr>
                                        <p:cTn id="48" dur="1" fill="hold">
                                          <p:stCondLst>
                                            <p:cond delay="499"/>
                                          </p:stCondLst>
                                        </p:cTn>
                                        <p:tgtEl>
                                          <p:spTgt spid="2"/>
                                        </p:tgtEl>
                                        <p:attrNameLst>
                                          <p:attrName>style.visibility</p:attrName>
                                        </p:attrNameLst>
                                      </p:cBhvr>
                                      <p:to>
                                        <p:strVal val="hidden"/>
                                      </p:to>
                                    </p:set>
                                  </p:childTnLst>
                                </p:cTn>
                              </p:par>
                              <p:par>
                                <p:cTn id="49" presetID="10" presetClass="exit" presetSubtype="0" fill="hold" nodeType="withEffect">
                                  <p:stCondLst>
                                    <p:cond delay="0"/>
                                  </p:stCondLst>
                                  <p:childTnLst>
                                    <p:animEffect transition="out" filter="fade">
                                      <p:cBhvr>
                                        <p:cTn id="50" dur="500"/>
                                        <p:tgtEl>
                                          <p:spTgt spid="3"/>
                                        </p:tgtEl>
                                      </p:cBhvr>
                                    </p:animEffect>
                                    <p:set>
                                      <p:cBhvr>
                                        <p:cTn id="51" dur="1" fill="hold">
                                          <p:stCondLst>
                                            <p:cond delay="499"/>
                                          </p:stCondLst>
                                        </p:cTn>
                                        <p:tgtEl>
                                          <p:spTgt spid="3"/>
                                        </p:tgtEl>
                                        <p:attrNameLst>
                                          <p:attrName>style.visibility</p:attrName>
                                        </p:attrNameLst>
                                      </p:cBhvr>
                                      <p:to>
                                        <p:strVal val="hidden"/>
                                      </p:to>
                                    </p:set>
                                  </p:childTnLst>
                                </p:cTn>
                              </p:par>
                              <p:par>
                                <p:cTn id="52" presetID="63" presetClass="path" presetSubtype="0" fill="hold" nodeType="withEffect">
                                  <p:stCondLst>
                                    <p:cond delay="0"/>
                                  </p:stCondLst>
                                  <p:childTnLst>
                                    <p:animMotion origin="layout" path="M 3.88889E-6 4.81481E-6 L 0.4967 4.81481E-6 " pathEditMode="relative" rAng="0" ptsTypes="AA">
                                      <p:cBhvr>
                                        <p:cTn id="53" dur="5000" fill="hold"/>
                                        <p:tgtEl>
                                          <p:spTgt spid="4"/>
                                        </p:tgtEl>
                                        <p:attrNameLst>
                                          <p:attrName>ppt_x</p:attrName>
                                          <p:attrName>ppt_y</p:attrName>
                                        </p:attrNameLst>
                                      </p:cBhvr>
                                      <p:rCtr x="248" y="0"/>
                                    </p:animMotion>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5">
                                            <p:txEl>
                                              <p:pRg st="4" end="4"/>
                                            </p:txEl>
                                          </p:spTgt>
                                        </p:tgtEl>
                                        <p:attrNameLst>
                                          <p:attrName>style.visibility</p:attrName>
                                        </p:attrNameLst>
                                      </p:cBhvr>
                                      <p:to>
                                        <p:strVal val="visible"/>
                                      </p:to>
                                    </p:set>
                                    <p:anim calcmode="lin" valueType="num">
                                      <p:cBhvr additive="base">
                                        <p:cTn id="58"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53" presetClass="entr" presetSubtype="0" fill="hold" nodeType="clickEffect">
                                  <p:stCondLst>
                                    <p:cond delay="0"/>
                                  </p:stCondLst>
                                  <p:childTnLst>
                                    <p:set>
                                      <p:cBhvr>
                                        <p:cTn id="63" dur="1" fill="hold">
                                          <p:stCondLst>
                                            <p:cond delay="0"/>
                                          </p:stCondLst>
                                        </p:cTn>
                                        <p:tgtEl>
                                          <p:spTgt spid="27"/>
                                        </p:tgtEl>
                                        <p:attrNameLst>
                                          <p:attrName>style.visibility</p:attrName>
                                        </p:attrNameLst>
                                      </p:cBhvr>
                                      <p:to>
                                        <p:strVal val="visible"/>
                                      </p:to>
                                    </p:set>
                                    <p:anim calcmode="lin" valueType="num">
                                      <p:cBhvr>
                                        <p:cTn id="64" dur="500" fill="hold"/>
                                        <p:tgtEl>
                                          <p:spTgt spid="27"/>
                                        </p:tgtEl>
                                        <p:attrNameLst>
                                          <p:attrName>ppt_w</p:attrName>
                                        </p:attrNameLst>
                                      </p:cBhvr>
                                      <p:tavLst>
                                        <p:tav tm="0">
                                          <p:val>
                                            <p:fltVal val="0"/>
                                          </p:val>
                                        </p:tav>
                                        <p:tav tm="100000">
                                          <p:val>
                                            <p:strVal val="#ppt_w"/>
                                          </p:val>
                                        </p:tav>
                                      </p:tavLst>
                                    </p:anim>
                                    <p:anim calcmode="lin" valueType="num">
                                      <p:cBhvr>
                                        <p:cTn id="65" dur="500" fill="hold"/>
                                        <p:tgtEl>
                                          <p:spTgt spid="27"/>
                                        </p:tgtEl>
                                        <p:attrNameLst>
                                          <p:attrName>ppt_h</p:attrName>
                                        </p:attrNameLst>
                                      </p:cBhvr>
                                      <p:tavLst>
                                        <p:tav tm="0">
                                          <p:val>
                                            <p:fltVal val="0"/>
                                          </p:val>
                                        </p:tav>
                                        <p:tav tm="100000">
                                          <p:val>
                                            <p:strVal val="#ppt_h"/>
                                          </p:val>
                                        </p:tav>
                                      </p:tavLst>
                                    </p:anim>
                                    <p:animEffect transition="in" filter="fade">
                                      <p:cBhvr>
                                        <p:cTn id="66" dur="500"/>
                                        <p:tgtEl>
                                          <p:spTgt spid="27"/>
                                        </p:tgtEl>
                                      </p:cBhvr>
                                    </p:animEffect>
                                  </p:childTnLst>
                                </p:cTn>
                              </p:par>
                              <p:par>
                                <p:cTn id="67" presetID="53"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 calcmode="lin" valueType="num">
                                      <p:cBhvr>
                                        <p:cTn id="69" dur="500" fill="hold"/>
                                        <p:tgtEl>
                                          <p:spTgt spid="26"/>
                                        </p:tgtEl>
                                        <p:attrNameLst>
                                          <p:attrName>ppt_w</p:attrName>
                                        </p:attrNameLst>
                                      </p:cBhvr>
                                      <p:tavLst>
                                        <p:tav tm="0">
                                          <p:val>
                                            <p:fltVal val="0"/>
                                          </p:val>
                                        </p:tav>
                                        <p:tav tm="100000">
                                          <p:val>
                                            <p:strVal val="#ppt_w"/>
                                          </p:val>
                                        </p:tav>
                                      </p:tavLst>
                                    </p:anim>
                                    <p:anim calcmode="lin" valueType="num">
                                      <p:cBhvr>
                                        <p:cTn id="70" dur="500" fill="hold"/>
                                        <p:tgtEl>
                                          <p:spTgt spid="26"/>
                                        </p:tgtEl>
                                        <p:attrNameLst>
                                          <p:attrName>ppt_h</p:attrName>
                                        </p:attrNameLst>
                                      </p:cBhvr>
                                      <p:tavLst>
                                        <p:tav tm="0">
                                          <p:val>
                                            <p:fltVal val="0"/>
                                          </p:val>
                                        </p:tav>
                                        <p:tav tm="100000">
                                          <p:val>
                                            <p:strVal val="#ppt_h"/>
                                          </p:val>
                                        </p:tav>
                                      </p:tavLst>
                                    </p:anim>
                                    <p:animEffect transition="in" filter="fade">
                                      <p:cBhvr>
                                        <p:cTn id="71" dur="500"/>
                                        <p:tgtEl>
                                          <p:spTgt spid="26"/>
                                        </p:tgtEl>
                                      </p:cBhvr>
                                    </p:animEffect>
                                  </p:childTnLst>
                                </p:cTn>
                              </p:par>
                              <p:par>
                                <p:cTn id="72" presetID="53"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 calcmode="lin" valueType="num">
                                      <p:cBhvr>
                                        <p:cTn id="74" dur="500" fill="hold"/>
                                        <p:tgtEl>
                                          <p:spTgt spid="25"/>
                                        </p:tgtEl>
                                        <p:attrNameLst>
                                          <p:attrName>ppt_w</p:attrName>
                                        </p:attrNameLst>
                                      </p:cBhvr>
                                      <p:tavLst>
                                        <p:tav tm="0">
                                          <p:val>
                                            <p:fltVal val="0"/>
                                          </p:val>
                                        </p:tav>
                                        <p:tav tm="100000">
                                          <p:val>
                                            <p:strVal val="#ppt_w"/>
                                          </p:val>
                                        </p:tav>
                                      </p:tavLst>
                                    </p:anim>
                                    <p:anim calcmode="lin" valueType="num">
                                      <p:cBhvr>
                                        <p:cTn id="75" dur="500" fill="hold"/>
                                        <p:tgtEl>
                                          <p:spTgt spid="25"/>
                                        </p:tgtEl>
                                        <p:attrNameLst>
                                          <p:attrName>ppt_h</p:attrName>
                                        </p:attrNameLst>
                                      </p:cBhvr>
                                      <p:tavLst>
                                        <p:tav tm="0">
                                          <p:val>
                                            <p:fltVal val="0"/>
                                          </p:val>
                                        </p:tav>
                                        <p:tav tm="100000">
                                          <p:val>
                                            <p:strVal val="#ppt_h"/>
                                          </p:val>
                                        </p:tav>
                                      </p:tavLst>
                                    </p:anim>
                                    <p:animEffect transition="in" filter="fade">
                                      <p:cBhvr>
                                        <p:cTn id="76" dur="500"/>
                                        <p:tgtEl>
                                          <p:spTgt spid="25"/>
                                        </p:tgtEl>
                                      </p:cBhvr>
                                    </p:animEffect>
                                  </p:childTnLst>
                                </p:cTn>
                              </p:par>
                            </p:childTnLst>
                          </p:cTn>
                        </p:par>
                      </p:childTnLst>
                    </p:cTn>
                  </p:par>
                  <p:par>
                    <p:cTn id="77" fill="hold">
                      <p:stCondLst>
                        <p:cond delay="indefinite"/>
                      </p:stCondLst>
                      <p:childTnLst>
                        <p:par>
                          <p:cTn id="78" fill="hold">
                            <p:stCondLst>
                              <p:cond delay="0"/>
                            </p:stCondLst>
                            <p:childTnLst>
                              <p:par>
                                <p:cTn id="79" presetID="63" presetClass="path" presetSubtype="0" fill="hold" nodeType="clickEffect">
                                  <p:stCondLst>
                                    <p:cond delay="0"/>
                                  </p:stCondLst>
                                  <p:childTnLst>
                                    <p:animMotion origin="layout" path="M -5.55556E-7 2.96296E-6 L 0.3474 2.96296E-6 " pathEditMode="relative" rAng="0" ptsTypes="AA">
                                      <p:cBhvr>
                                        <p:cTn id="80" dur="5000" fill="hold"/>
                                        <p:tgtEl>
                                          <p:spTgt spid="27"/>
                                        </p:tgtEl>
                                        <p:attrNameLst>
                                          <p:attrName>ppt_x</p:attrName>
                                          <p:attrName>ppt_y</p:attrName>
                                        </p:attrNameLst>
                                      </p:cBhvr>
                                      <p:rCtr x="174" y="0"/>
                                    </p:animMotion>
                                  </p:childTnLst>
                                </p:cTn>
                              </p:par>
                            </p:childTnLst>
                          </p:cTn>
                        </p:par>
                        <p:par>
                          <p:cTn id="81" fill="hold">
                            <p:stCondLst>
                              <p:cond delay="5000"/>
                            </p:stCondLst>
                            <p:childTnLst>
                              <p:par>
                                <p:cTn id="82" presetID="10" presetClass="entr" presetSubtype="0" fill="hold" nodeType="afterEffect">
                                  <p:stCondLst>
                                    <p:cond delay="0"/>
                                  </p:stCondLst>
                                  <p:childTnLst>
                                    <p:set>
                                      <p:cBhvr>
                                        <p:cTn id="83" dur="1" fill="hold">
                                          <p:stCondLst>
                                            <p:cond delay="0"/>
                                          </p:stCondLst>
                                        </p:cTn>
                                        <p:tgtEl>
                                          <p:spTgt spid="7"/>
                                        </p:tgtEl>
                                        <p:attrNameLst>
                                          <p:attrName>style.visibility</p:attrName>
                                        </p:attrNameLst>
                                      </p:cBhvr>
                                      <p:to>
                                        <p:strVal val="visible"/>
                                      </p:to>
                                    </p:set>
                                    <p:animEffect transition="in" filter="fade">
                                      <p:cBhvr>
                                        <p:cTn id="84" dur="500"/>
                                        <p:tgtEl>
                                          <p:spTgt spid="7"/>
                                        </p:tgtEl>
                                      </p:cBhvr>
                                    </p:animEffect>
                                  </p:childTnLst>
                                </p:cTn>
                              </p:par>
                              <p:par>
                                <p:cTn id="85" presetID="10" presetClass="exit" presetSubtype="0" fill="hold" nodeType="withEffect">
                                  <p:stCondLst>
                                    <p:cond delay="0"/>
                                  </p:stCondLst>
                                  <p:childTnLst>
                                    <p:animEffect transition="out" filter="fade">
                                      <p:cBhvr>
                                        <p:cTn id="86" dur="500"/>
                                        <p:tgtEl>
                                          <p:spTgt spid="27"/>
                                        </p:tgtEl>
                                      </p:cBhvr>
                                    </p:animEffect>
                                    <p:set>
                                      <p:cBhvr>
                                        <p:cTn id="87" dur="1" fill="hold">
                                          <p:stCondLst>
                                            <p:cond delay="499"/>
                                          </p:stCondLst>
                                        </p:cTn>
                                        <p:tgtEl>
                                          <p:spTgt spid="27"/>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500"/>
                                        <p:tgtEl>
                                          <p:spTgt spid="26"/>
                                        </p:tgtEl>
                                      </p:cBhvr>
                                    </p:animEffect>
                                    <p:set>
                                      <p:cBhvr>
                                        <p:cTn id="90" dur="1" fill="hold">
                                          <p:stCondLst>
                                            <p:cond delay="499"/>
                                          </p:stCondLst>
                                        </p:cTn>
                                        <p:tgtEl>
                                          <p:spTgt spid="26"/>
                                        </p:tgtEl>
                                        <p:attrNameLst>
                                          <p:attrName>style.visibility</p:attrName>
                                        </p:attrNameLst>
                                      </p:cBhvr>
                                      <p:to>
                                        <p:strVal val="hidden"/>
                                      </p:to>
                                    </p:set>
                                  </p:childTnLst>
                                </p:cTn>
                              </p:par>
                            </p:childTnLst>
                          </p:cTn>
                        </p:par>
                        <p:par>
                          <p:cTn id="91" fill="hold">
                            <p:stCondLst>
                              <p:cond delay="5500"/>
                            </p:stCondLst>
                            <p:childTnLst>
                              <p:par>
                                <p:cTn id="92" presetID="63" presetClass="path" presetSubtype="0" decel="50000" fill="hold" nodeType="afterEffect">
                                  <p:stCondLst>
                                    <p:cond delay="0"/>
                                  </p:stCondLst>
                                  <p:childTnLst>
                                    <p:animMotion origin="layout" path="M -1.94444E-6 -2.59259E-6 L 0.1842 -2.59259E-6 " pathEditMode="relative" rAng="0" ptsTypes="AA">
                                      <p:cBhvr>
                                        <p:cTn id="93" dur="5000" fill="hold"/>
                                        <p:tgtEl>
                                          <p:spTgt spid="7"/>
                                        </p:tgtEl>
                                        <p:attrNameLst>
                                          <p:attrName>ppt_x</p:attrName>
                                          <p:attrName>ppt_y</p:attrName>
                                        </p:attrNameLst>
                                      </p:cBhvr>
                                      <p:rCtr x="92" y="0"/>
                                    </p:animMotion>
                                  </p:childTnLst>
                                </p:cTn>
                              </p:par>
                            </p:childTnLst>
                          </p:cTn>
                        </p:par>
                      </p:childTnLst>
                    </p:cTn>
                  </p:par>
                  <p:par>
                    <p:cTn id="94" fill="hold">
                      <p:stCondLst>
                        <p:cond delay="indefinite"/>
                      </p:stCondLst>
                      <p:childTnLst>
                        <p:par>
                          <p:cTn id="95" fill="hold">
                            <p:stCondLst>
                              <p:cond delay="0"/>
                            </p:stCondLst>
                            <p:childTnLst>
                              <p:par>
                                <p:cTn id="96" presetID="2" presetClass="entr" presetSubtype="4" fill="hold" nodeType="clickEffect">
                                  <p:stCondLst>
                                    <p:cond delay="0"/>
                                  </p:stCondLst>
                                  <p:childTnLst>
                                    <p:set>
                                      <p:cBhvr>
                                        <p:cTn id="97" dur="1" fill="hold">
                                          <p:stCondLst>
                                            <p:cond delay="0"/>
                                          </p:stCondLst>
                                        </p:cTn>
                                        <p:tgtEl>
                                          <p:spTgt spid="5">
                                            <p:txEl>
                                              <p:pRg st="7" end="7"/>
                                            </p:txEl>
                                          </p:spTgt>
                                        </p:tgtEl>
                                        <p:attrNameLst>
                                          <p:attrName>style.visibility</p:attrName>
                                        </p:attrNameLst>
                                      </p:cBhvr>
                                      <p:to>
                                        <p:strVal val="visible"/>
                                      </p:to>
                                    </p:set>
                                    <p:anim calcmode="lin" valueType="num">
                                      <p:cBhvr additive="base">
                                        <p:cTn id="98"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99"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674688" y="3151188"/>
            <a:ext cx="7781925" cy="3706812"/>
          </a:xfrm>
          <a:prstGeom prst="rect">
            <a:avLst/>
          </a:prstGeom>
          <a:solidFill>
            <a:srgbClr val="FFFFCC"/>
          </a:solidFill>
          <a:ln w="9525">
            <a:noFill/>
            <a:miter lim="800000"/>
            <a:headEnd/>
            <a:tailEnd/>
          </a:ln>
        </p:spPr>
        <p:txBody>
          <a:bodyPr/>
          <a:lstStyle/>
          <a:p>
            <a:pPr>
              <a:spcBef>
                <a:spcPct val="20000"/>
              </a:spcBef>
            </a:pPr>
            <a:r>
              <a:rPr lang="en-US" altLang="en-US" sz="2400">
                <a:latin typeface="Arial" charset="0"/>
                <a:sym typeface="Symbol" pitchFamily="18" charset="2"/>
              </a:rPr>
              <a:t>EXAMPLE: </a:t>
            </a:r>
          </a:p>
          <a:p>
            <a:pPr>
              <a:spcBef>
                <a:spcPct val="20000"/>
              </a:spcBef>
            </a:pPr>
            <a:r>
              <a:rPr lang="en-US" altLang="en-US" sz="2400">
                <a:latin typeface="Arial" charset="0"/>
                <a:sym typeface="Symbol" pitchFamily="18" charset="2"/>
              </a:rPr>
              <a:t>Objects at rest suddenly separating into two pieces.</a:t>
            </a:r>
          </a:p>
          <a:p>
            <a:pPr>
              <a:spcBef>
                <a:spcPct val="20000"/>
              </a:spcBef>
            </a:pPr>
            <a:endParaRPr lang="en-US" altLang="en-US" sz="2400">
              <a:latin typeface="Arial" charset="0"/>
              <a:sym typeface="Symbol" pitchFamily="18" charset="2"/>
            </a:endParaRPr>
          </a:p>
          <a:p>
            <a:pPr>
              <a:spcBef>
                <a:spcPts val="1800"/>
              </a:spcBef>
            </a:pPr>
            <a:r>
              <a:rPr lang="en-US" altLang="en-US" sz="2400">
                <a:sym typeface="Symbol" pitchFamily="18" charset="2"/>
              </a:rPr>
              <a:t></a:t>
            </a:r>
            <a:r>
              <a:rPr lang="en-US" altLang="en-US" sz="2400" i="1">
                <a:solidFill>
                  <a:srgbClr val="009999"/>
                </a:solidFill>
                <a:latin typeface="Arial" charset="0"/>
                <a:sym typeface="Symbol" pitchFamily="18" charset="2"/>
              </a:rPr>
              <a:t>A block of ice broken in two by a hammer stroke…</a:t>
            </a:r>
          </a:p>
          <a:p>
            <a:pPr>
              <a:spcBef>
                <a:spcPct val="20000"/>
              </a:spcBef>
            </a:pPr>
            <a:endParaRPr lang="en-US" altLang="en-US" sz="2400" i="1">
              <a:solidFill>
                <a:srgbClr val="009999"/>
              </a:solidFill>
              <a:latin typeface="Arial" charset="0"/>
              <a:sym typeface="Symbol" pitchFamily="18" charset="2"/>
            </a:endParaRPr>
          </a:p>
          <a:p>
            <a:pPr>
              <a:spcBef>
                <a:spcPct val="20000"/>
              </a:spcBef>
            </a:pPr>
            <a:endParaRPr lang="en-US" altLang="en-US" sz="2400" i="1">
              <a:solidFill>
                <a:srgbClr val="009999"/>
              </a:solidFill>
              <a:latin typeface="Arial" charset="0"/>
              <a:sym typeface="Symbol" pitchFamily="18" charset="2"/>
            </a:endParaRPr>
          </a:p>
          <a:p>
            <a:pPr>
              <a:spcBef>
                <a:spcPct val="20000"/>
              </a:spcBef>
            </a:pPr>
            <a:endParaRPr lang="en-US" altLang="en-US" sz="2400">
              <a:sym typeface="Symbol" pitchFamily="18" charset="2"/>
            </a:endParaRPr>
          </a:p>
          <a:p>
            <a:pPr>
              <a:spcBef>
                <a:spcPct val="20000"/>
              </a:spcBef>
            </a:pPr>
            <a:r>
              <a:rPr lang="en-US" altLang="en-US" sz="2400">
                <a:sym typeface="Symbol" pitchFamily="18" charset="2"/>
              </a:rPr>
              <a:t></a:t>
            </a:r>
            <a:r>
              <a:rPr lang="en-US" altLang="en-US" sz="2400" i="1">
                <a:solidFill>
                  <a:srgbClr val="009999"/>
                </a:solidFill>
                <a:latin typeface="Arial" charset="0"/>
                <a:sym typeface="Symbol" pitchFamily="18" charset="2"/>
              </a:rPr>
              <a:t>A bullet leaving a gun</a:t>
            </a:r>
            <a:endParaRPr lang="en-US" altLang="en-US" sz="2400">
              <a:latin typeface="Arial" charset="0"/>
              <a:sym typeface="Symbol" pitchFamily="18" charset="2"/>
            </a:endParaRPr>
          </a:p>
          <a:p>
            <a:pPr>
              <a:spcBef>
                <a:spcPct val="20000"/>
              </a:spcBef>
            </a:pPr>
            <a:endParaRPr lang="en-US" altLang="en-US" sz="2400">
              <a:latin typeface="Arial" charset="0"/>
              <a:sym typeface="Symbol" pitchFamily="18" charset="2"/>
            </a:endParaRPr>
          </a:p>
          <a:p>
            <a:pPr>
              <a:spcBef>
                <a:spcPct val="20000"/>
              </a:spcBef>
            </a:pPr>
            <a:endParaRPr lang="en-US" altLang="en-US" sz="2400">
              <a:latin typeface="Arial" charset="0"/>
              <a:sym typeface="Symbol" pitchFamily="18" charset="2"/>
            </a:endParaRPr>
          </a:p>
        </p:txBody>
      </p:sp>
      <p:sp>
        <p:nvSpPr>
          <p:cNvPr id="460802" name="Rectangle 2"/>
          <p:cNvSpPr>
            <a:spLocks noChangeArrowheads="1"/>
          </p:cNvSpPr>
          <p:nvPr/>
        </p:nvSpPr>
        <p:spPr bwMode="auto">
          <a:xfrm>
            <a:off x="685800" y="1549400"/>
            <a:ext cx="7772400" cy="1644650"/>
          </a:xfrm>
          <a:prstGeom prst="rect">
            <a:avLst/>
          </a:prstGeom>
          <a:solidFill>
            <a:srgbClr val="EAEAEA"/>
          </a:solidFill>
          <a:ln w="9525">
            <a:noFill/>
            <a:miter lim="800000"/>
            <a:headEnd/>
            <a:tailEnd/>
          </a:ln>
        </p:spPr>
        <p:txBody>
          <a:bodyPr/>
          <a:lstStyle/>
          <a:p>
            <a:pPr>
              <a:spcBef>
                <a:spcPct val="20000"/>
              </a:spcBef>
              <a:defRPr/>
            </a:pPr>
            <a:r>
              <a:rPr lang="en-US" sz="2400" i="1" dirty="0">
                <a:solidFill>
                  <a:schemeClr val="accent2"/>
                </a:solidFill>
                <a:latin typeface="Arial" charset="0"/>
              </a:rPr>
              <a:t>Comparing elastic collisions and inelastic collisions </a:t>
            </a:r>
          </a:p>
          <a:p>
            <a:pPr>
              <a:spcBef>
                <a:spcPct val="20000"/>
              </a:spcBef>
              <a:defRPr/>
            </a:pPr>
            <a:r>
              <a:rPr lang="en-US" altLang="en-US" sz="2400" dirty="0">
                <a:latin typeface="+mn-lt"/>
                <a:sym typeface="Symbol" pitchFamily="18" charset="2"/>
              </a:rPr>
              <a:t></a:t>
            </a:r>
            <a:r>
              <a:rPr lang="en-US" altLang="en-US" sz="2400" dirty="0">
                <a:solidFill>
                  <a:srgbClr val="000000"/>
                </a:solidFill>
                <a:latin typeface="Arial"/>
                <a:sym typeface="Symbol" pitchFamily="18" charset="2"/>
              </a:rPr>
              <a:t> An explosion is similar to a completely inelastic collision in that the bodies were originally stuck together and began with the same velocities. </a:t>
            </a:r>
            <a:r>
              <a:rPr lang="en-US" altLang="en-US" sz="2400" i="1" dirty="0" err="1">
                <a:solidFill>
                  <a:srgbClr val="000000"/>
                </a:solidFill>
                <a:latin typeface="Arial"/>
                <a:sym typeface="Symbol" pitchFamily="18" charset="2"/>
              </a:rPr>
              <a:t>E</a:t>
            </a:r>
            <a:r>
              <a:rPr lang="en-US" altLang="en-US" sz="2400" baseline="-25000" dirty="0" err="1">
                <a:solidFill>
                  <a:srgbClr val="000000"/>
                </a:solidFill>
                <a:latin typeface="Arial"/>
                <a:sym typeface="Symbol" pitchFamily="18" charset="2"/>
              </a:rPr>
              <a:t>K,f</a:t>
            </a:r>
            <a:r>
              <a:rPr lang="en-US" altLang="en-US" sz="2400" baseline="30000" dirty="0">
                <a:solidFill>
                  <a:srgbClr val="000000"/>
                </a:solidFill>
                <a:latin typeface="Arial"/>
                <a:sym typeface="Symbol" pitchFamily="18" charset="2"/>
              </a:rPr>
              <a:t> </a:t>
            </a:r>
            <a:r>
              <a:rPr lang="en-US" altLang="en-US" sz="2400" b="1" dirty="0">
                <a:solidFill>
                  <a:srgbClr val="000000"/>
                </a:solidFill>
                <a:latin typeface="Arial"/>
                <a:cs typeface="Courier New" pitchFamily="49" charset="0"/>
                <a:sym typeface="Symbol" pitchFamily="18" charset="2"/>
              </a:rPr>
              <a:t>≠</a:t>
            </a:r>
            <a:r>
              <a:rPr lang="en-US" altLang="en-US" sz="2400" dirty="0">
                <a:solidFill>
                  <a:srgbClr val="000000"/>
                </a:solidFill>
                <a:latin typeface="Arial"/>
                <a:sym typeface="Symbol" pitchFamily="18" charset="2"/>
              </a:rPr>
              <a:t> </a:t>
            </a:r>
            <a:r>
              <a:rPr lang="en-US" altLang="en-US" sz="2400" i="1" dirty="0">
                <a:solidFill>
                  <a:srgbClr val="000000"/>
                </a:solidFill>
                <a:latin typeface="Arial"/>
                <a:sym typeface="Symbol" pitchFamily="18" charset="2"/>
              </a:rPr>
              <a:t>E</a:t>
            </a:r>
            <a:r>
              <a:rPr lang="en-US" altLang="en-US" sz="2400" baseline="-25000" dirty="0">
                <a:solidFill>
                  <a:srgbClr val="000000"/>
                </a:solidFill>
                <a:latin typeface="Arial"/>
                <a:sym typeface="Symbol" pitchFamily="18" charset="2"/>
              </a:rPr>
              <a:t>K,0</a:t>
            </a:r>
            <a:r>
              <a:rPr lang="en-US" altLang="en-US" sz="2400" dirty="0">
                <a:solidFill>
                  <a:srgbClr val="000000"/>
                </a:solidFill>
                <a:latin typeface="Arial"/>
                <a:sym typeface="Symbol" pitchFamily="18" charset="2"/>
              </a:rPr>
              <a:t>.</a:t>
            </a:r>
            <a:endParaRPr lang="en-US" altLang="en-US" sz="2400" dirty="0">
              <a:sym typeface="Symbol" pitchFamily="18" charset="2"/>
            </a:endParaRPr>
          </a:p>
          <a:p>
            <a:pPr>
              <a:spcBef>
                <a:spcPct val="20000"/>
              </a:spcBef>
              <a:defRPr/>
            </a:pPr>
            <a:endParaRPr lang="en-US" altLang="en-US" sz="2400" dirty="0">
              <a:latin typeface="+mn-lt"/>
              <a:sym typeface="Symbol" pitchFamily="18" charset="2"/>
            </a:endParaRPr>
          </a:p>
        </p:txBody>
      </p:sp>
      <p:sp>
        <p:nvSpPr>
          <p:cNvPr id="23" name="Rectangle 13"/>
          <p:cNvSpPr>
            <a:spLocks noChangeArrowheads="1"/>
          </p:cNvSpPr>
          <p:nvPr/>
        </p:nvSpPr>
        <p:spPr bwMode="auto">
          <a:xfrm>
            <a:off x="4256088" y="4186238"/>
            <a:ext cx="468312" cy="468312"/>
          </a:xfrm>
          <a:prstGeom prst="rect">
            <a:avLst/>
          </a:prstGeom>
          <a:solidFill>
            <a:schemeClr val="accent1"/>
          </a:solidFill>
          <a:ln w="9525">
            <a:miter lim="800000"/>
            <a:headEnd/>
            <a:tailEnd/>
          </a:ln>
          <a:scene3d>
            <a:camera prst="legacyObliqueTopRight"/>
            <a:lightRig rig="legacyFlat3" dir="b"/>
          </a:scene3d>
          <a:sp3d extrusionH="430200" prstMaterial="legacyWireframe">
            <a:bevelT w="13500" h="13500" prst="angle"/>
            <a:bevelB w="13500" h="13500" prst="angle"/>
            <a:extrusionClr>
              <a:schemeClr val="accent1"/>
            </a:extrusionClr>
          </a:sp3d>
        </p:spPr>
        <p:txBody>
          <a:bodyPr wrap="none" anchor="ctr">
            <a:flatTx/>
          </a:bodyPr>
          <a:lstStyle/>
          <a:p>
            <a:endParaRPr lang="en-US" altLang="en-US"/>
          </a:p>
        </p:txBody>
      </p:sp>
      <p:sp>
        <p:nvSpPr>
          <p:cNvPr id="24" name="Rectangle 14"/>
          <p:cNvSpPr>
            <a:spLocks noChangeArrowheads="1"/>
          </p:cNvSpPr>
          <p:nvPr/>
        </p:nvSpPr>
        <p:spPr bwMode="auto">
          <a:xfrm>
            <a:off x="4725988" y="4189413"/>
            <a:ext cx="276225" cy="468312"/>
          </a:xfrm>
          <a:prstGeom prst="rect">
            <a:avLst/>
          </a:prstGeom>
          <a:solidFill>
            <a:schemeClr val="accent1"/>
          </a:solidFill>
          <a:ln w="9525">
            <a:miter lim="800000"/>
            <a:headEnd/>
            <a:tailEnd/>
          </a:ln>
          <a:scene3d>
            <a:camera prst="legacyObliqueTopRight"/>
            <a:lightRig rig="legacyFlat3" dir="b"/>
          </a:scene3d>
          <a:sp3d extrusionH="430200" prstMaterial="legacyWireframe">
            <a:bevelT w="13500" h="13500" prst="angle"/>
            <a:bevelB w="13500" h="13500" prst="angle"/>
            <a:extrusionClr>
              <a:schemeClr val="accent1"/>
            </a:extrusionClr>
          </a:sp3d>
        </p:spPr>
        <p:txBody>
          <a:bodyPr wrap="none" anchor="ctr">
            <a:flatTx/>
          </a:bodyPr>
          <a:lstStyle/>
          <a:p>
            <a:endParaRPr lang="en-US" altLang="en-US"/>
          </a:p>
        </p:txBody>
      </p:sp>
      <p:pic>
        <p:nvPicPr>
          <p:cNvPr id="25" name="Picture 27"/>
          <p:cNvPicPr>
            <a:picLocks noChangeAspect="1" noChangeArrowheads="1"/>
          </p:cNvPicPr>
          <p:nvPr/>
        </p:nvPicPr>
        <p:blipFill>
          <a:blip r:embed="rId3" cstate="print">
            <a:clrChange>
              <a:clrFrom>
                <a:srgbClr val="00FF00"/>
              </a:clrFrom>
              <a:clrTo>
                <a:srgbClr val="00FF00">
                  <a:alpha val="0"/>
                </a:srgbClr>
              </a:clrTo>
            </a:clrChange>
          </a:blip>
          <a:srcRect/>
          <a:stretch>
            <a:fillRect/>
          </a:stretch>
        </p:blipFill>
        <p:spPr bwMode="auto">
          <a:xfrm>
            <a:off x="4641850" y="4979988"/>
            <a:ext cx="2728913" cy="1878012"/>
          </a:xfrm>
          <a:prstGeom prst="rect">
            <a:avLst/>
          </a:prstGeom>
          <a:noFill/>
          <a:ln w="9525">
            <a:noFill/>
            <a:miter lim="800000"/>
            <a:headEnd/>
            <a:tailEnd/>
          </a:ln>
        </p:spPr>
      </p:pic>
      <p:sp>
        <p:nvSpPr>
          <p:cNvPr id="26" name="Rectangle 35"/>
          <p:cNvSpPr>
            <a:spLocks noChangeArrowheads="1"/>
          </p:cNvSpPr>
          <p:nvPr/>
        </p:nvSpPr>
        <p:spPr bwMode="auto">
          <a:xfrm>
            <a:off x="4700588" y="5106988"/>
            <a:ext cx="1971675" cy="153987"/>
          </a:xfrm>
          <a:prstGeom prst="rect">
            <a:avLst/>
          </a:prstGeom>
          <a:gradFill rotWithShape="1">
            <a:gsLst>
              <a:gs pos="0">
                <a:schemeClr val="tx2"/>
              </a:gs>
              <a:gs pos="50000">
                <a:schemeClr val="tx2">
                  <a:gamma/>
                  <a:tint val="0"/>
                  <a:invGamma/>
                </a:schemeClr>
              </a:gs>
              <a:gs pos="100000">
                <a:schemeClr val="tx2"/>
              </a:gs>
            </a:gsLst>
            <a:lin ang="5400000" scaled="1"/>
          </a:gradFill>
          <a:ln w="9525">
            <a:noFill/>
            <a:miter lim="800000"/>
            <a:headEnd/>
            <a:tailEnd/>
          </a:ln>
          <a:effectLst/>
        </p:spPr>
        <p:txBody>
          <a:bodyPr wrap="none" anchor="ctr"/>
          <a:lstStyle/>
          <a:p>
            <a:pPr>
              <a:defRPr/>
            </a:pPr>
            <a:endParaRPr lang="en-US"/>
          </a:p>
        </p:txBody>
      </p:sp>
      <p:pic>
        <p:nvPicPr>
          <p:cNvPr id="27" name="Picture 28"/>
          <p:cNvPicPr>
            <a:picLocks noChangeAspect="1" noChangeArrowheads="1"/>
          </p:cNvPicPr>
          <p:nvPr/>
        </p:nvPicPr>
        <p:blipFill>
          <a:blip r:embed="rId4" cstate="print">
            <a:clrChange>
              <a:clrFrom>
                <a:srgbClr val="FF0000"/>
              </a:clrFrom>
              <a:clrTo>
                <a:srgbClr val="FF0000">
                  <a:alpha val="0"/>
                </a:srgbClr>
              </a:clrTo>
            </a:clrChange>
          </a:blip>
          <a:srcRect/>
          <a:stretch>
            <a:fillRect/>
          </a:stretch>
        </p:blipFill>
        <p:spPr bwMode="auto">
          <a:xfrm>
            <a:off x="6292850" y="5135563"/>
            <a:ext cx="104775" cy="117475"/>
          </a:xfrm>
          <a:prstGeom prst="rect">
            <a:avLst/>
          </a:prstGeom>
          <a:noFill/>
          <a:ln w="9525">
            <a:noFill/>
            <a:miter lim="800000"/>
            <a:headEnd/>
            <a:tailEnd/>
          </a:ln>
        </p:spPr>
      </p:pic>
      <p:pic>
        <p:nvPicPr>
          <p:cNvPr id="28" name="Picture 34"/>
          <p:cNvPicPr>
            <a:picLocks noChangeAspect="1" noChangeArrowheads="1"/>
          </p:cNvPicPr>
          <p:nvPr/>
        </p:nvPicPr>
        <p:blipFill>
          <a:blip r:embed="rId5" cstate="print">
            <a:clrChange>
              <a:clrFrom>
                <a:srgbClr val="FF0000"/>
              </a:clrFrom>
              <a:clrTo>
                <a:srgbClr val="FF0000">
                  <a:alpha val="0"/>
                </a:srgbClr>
              </a:clrTo>
            </a:clrChange>
          </a:blip>
          <a:srcRect/>
          <a:stretch>
            <a:fillRect/>
          </a:stretch>
        </p:blipFill>
        <p:spPr bwMode="auto">
          <a:xfrm>
            <a:off x="6396038" y="5122863"/>
            <a:ext cx="277812" cy="13493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0802">
                                            <p:txEl>
                                              <p:pRg st="1" end="1"/>
                                            </p:txEl>
                                          </p:spTgt>
                                        </p:tgtEl>
                                        <p:attrNameLst>
                                          <p:attrName>style.visibility</p:attrName>
                                        </p:attrNameLst>
                                      </p:cBhvr>
                                      <p:to>
                                        <p:strVal val="visible"/>
                                      </p:to>
                                    </p:set>
                                    <p:anim calcmode="lin" valueType="num">
                                      <p:cBhvr additive="base">
                                        <p:cTn id="7" dur="500" fill="hold"/>
                                        <p:tgtEl>
                                          <p:spTgt spid="46080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080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childTnLst>
                          </p:cTn>
                        </p:par>
                      </p:childTnLst>
                    </p:cTn>
                  </p:par>
                  <p:par>
                    <p:cTn id="29" fill="hold">
                      <p:stCondLst>
                        <p:cond delay="indefinite"/>
                      </p:stCondLst>
                      <p:childTnLst>
                        <p:par>
                          <p:cTn id="30" fill="hold">
                            <p:stCondLst>
                              <p:cond delay="0"/>
                            </p:stCondLst>
                            <p:childTnLst>
                              <p:par>
                                <p:cTn id="31" presetID="63" presetClass="path" presetSubtype="0" decel="50000" fill="hold" grpId="1" nodeType="clickEffect">
                                  <p:stCondLst>
                                    <p:cond delay="0"/>
                                  </p:stCondLst>
                                  <p:childTnLst>
                                    <p:animMotion origin="layout" path="M -4.44444E-6 -8.23312E-7 L 0.3757 -8.23312E-7 " pathEditMode="relative" rAng="0" ptsTypes="AA">
                                      <p:cBhvr>
                                        <p:cTn id="32" dur="1000" fill="hold"/>
                                        <p:tgtEl>
                                          <p:spTgt spid="24"/>
                                        </p:tgtEl>
                                        <p:attrNameLst>
                                          <p:attrName>ppt_x</p:attrName>
                                          <p:attrName>ppt_y</p:attrName>
                                        </p:attrNameLst>
                                      </p:cBhvr>
                                      <p:rCtr x="188" y="0"/>
                                    </p:animMotion>
                                  </p:childTnLst>
                                </p:cTn>
                              </p:par>
                              <p:par>
                                <p:cTn id="33" presetID="35" presetClass="path" presetSubtype="0" decel="50000" fill="hold" grpId="1" nodeType="withEffect">
                                  <p:stCondLst>
                                    <p:cond delay="0"/>
                                  </p:stCondLst>
                                  <p:childTnLst>
                                    <p:animMotion origin="layout" path="M -2.22222E-6 1.71138E-6 L -0.39878 1.71138E-6 " pathEditMode="relative" rAng="0" ptsTypes="AA">
                                      <p:cBhvr>
                                        <p:cTn id="34" dur="5000" fill="hold"/>
                                        <p:tgtEl>
                                          <p:spTgt spid="23"/>
                                        </p:tgtEl>
                                        <p:attrNameLst>
                                          <p:attrName>ppt_x</p:attrName>
                                          <p:attrName>ppt_y</p:attrName>
                                        </p:attrNameLst>
                                      </p:cBhvr>
                                      <p:rCtr x="-199" y="0"/>
                                    </p:animMotion>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anim calcmode="lin" valueType="num">
                                      <p:cBhvr additive="base">
                                        <p:cTn id="3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20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fade">
                                      <p:cBhvr>
                                        <p:cTn id="50" dur="500"/>
                                        <p:tgtEl>
                                          <p:spTgt spid="26"/>
                                        </p:tgtEl>
                                      </p:cBhvr>
                                    </p:animEffect>
                                  </p:childTnLst>
                                </p:cTn>
                              </p:par>
                              <p:par>
                                <p:cTn id="51" presetID="10" presetClass="entr" presetSubtype="0"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500"/>
                                        <p:tgtEl>
                                          <p:spTgt spid="27"/>
                                        </p:tgtEl>
                                      </p:cBhvr>
                                    </p:animEffect>
                                  </p:childTnLst>
                                </p:cTn>
                              </p:par>
                              <p:par>
                                <p:cTn id="54" presetID="10" presetClass="entr" presetSubtype="0" fill="hold" nodeType="with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500"/>
                                        <p:tgtEl>
                                          <p:spTgt spid="28"/>
                                        </p:tgtEl>
                                      </p:cBhvr>
                                    </p:animEffect>
                                  </p:childTnLst>
                                </p:cTn>
                              </p:par>
                            </p:childTnLst>
                          </p:cTn>
                        </p:par>
                        <p:par>
                          <p:cTn id="57" fill="hold">
                            <p:stCondLst>
                              <p:cond delay="500"/>
                            </p:stCondLst>
                            <p:childTnLst>
                              <p:par>
                                <p:cTn id="58" presetID="2" presetClass="exit" presetSubtype="8" accel="50000" fill="hold" nodeType="afterEffect">
                                  <p:stCondLst>
                                    <p:cond delay="0"/>
                                  </p:stCondLst>
                                  <p:childTnLst>
                                    <p:anim calcmode="lin" valueType="num">
                                      <p:cBhvr additive="base">
                                        <p:cTn id="59" dur="1000"/>
                                        <p:tgtEl>
                                          <p:spTgt spid="27"/>
                                        </p:tgtEl>
                                        <p:attrNameLst>
                                          <p:attrName>ppt_x</p:attrName>
                                        </p:attrNameLst>
                                      </p:cBhvr>
                                      <p:tavLst>
                                        <p:tav tm="0">
                                          <p:val>
                                            <p:strVal val="ppt_x"/>
                                          </p:val>
                                        </p:tav>
                                        <p:tav tm="100000">
                                          <p:val>
                                            <p:strVal val="0-ppt_w/2"/>
                                          </p:val>
                                        </p:tav>
                                      </p:tavLst>
                                    </p:anim>
                                    <p:anim calcmode="lin" valueType="num">
                                      <p:cBhvr additive="base">
                                        <p:cTn id="60" dur="1000"/>
                                        <p:tgtEl>
                                          <p:spTgt spid="27"/>
                                        </p:tgtEl>
                                        <p:attrNameLst>
                                          <p:attrName>ppt_y</p:attrName>
                                        </p:attrNameLst>
                                      </p:cBhvr>
                                      <p:tavLst>
                                        <p:tav tm="0">
                                          <p:val>
                                            <p:strVal val="ppt_y"/>
                                          </p:val>
                                        </p:tav>
                                        <p:tav tm="100000">
                                          <p:val>
                                            <p:strVal val="ppt_y"/>
                                          </p:val>
                                        </p:tav>
                                      </p:tavLst>
                                    </p:anim>
                                    <p:set>
                                      <p:cBhvr>
                                        <p:cTn id="61" dur="1" fill="hold">
                                          <p:stCondLst>
                                            <p:cond delay="999"/>
                                          </p:stCondLst>
                                        </p:cTn>
                                        <p:tgtEl>
                                          <p:spTgt spid="27"/>
                                        </p:tgtEl>
                                        <p:attrNameLst>
                                          <p:attrName>style.visibility</p:attrName>
                                        </p:attrNameLst>
                                      </p:cBhvr>
                                      <p:to>
                                        <p:strVal val="hidden"/>
                                      </p:to>
                                    </p:set>
                                  </p:childTnLst>
                                </p:cTn>
                              </p:par>
                              <p:par>
                                <p:cTn id="62" presetID="63" presetClass="path" presetSubtype="0" decel="50000" fill="hold" nodeType="withEffect">
                                  <p:stCondLst>
                                    <p:cond delay="0"/>
                                  </p:stCondLst>
                                  <p:childTnLst>
                                    <p:animMotion origin="layout" path="M 0 0  L 0.25 0  E" pathEditMode="relative" ptsTypes="">
                                      <p:cBhvr>
                                        <p:cTn id="63" dur="5000" fill="hold"/>
                                        <p:tgtEl>
                                          <p:spTgt spid="25"/>
                                        </p:tgtEl>
                                        <p:attrNameLst>
                                          <p:attrName>ppt_x</p:attrName>
                                          <p:attrName>ppt_y</p:attrName>
                                        </p:attrNameLst>
                                      </p:cBhvr>
                                    </p:animMotion>
                                  </p:childTnLst>
                                </p:cTn>
                              </p:par>
                              <p:par>
                                <p:cTn id="64" presetID="63" presetClass="path" presetSubtype="0" decel="50000" fill="hold" grpId="1" nodeType="withEffect">
                                  <p:stCondLst>
                                    <p:cond delay="0"/>
                                  </p:stCondLst>
                                  <p:childTnLst>
                                    <p:animMotion origin="layout" path="M 0 0  L 0.25 0  E" pathEditMode="relative" ptsTypes="">
                                      <p:cBhvr>
                                        <p:cTn id="65" dur="5000" fill="hold"/>
                                        <p:tgtEl>
                                          <p:spTgt spid="26"/>
                                        </p:tgtEl>
                                        <p:attrNameLst>
                                          <p:attrName>ppt_x</p:attrName>
                                          <p:attrName>ppt_y</p:attrName>
                                        </p:attrNameLst>
                                      </p:cBhvr>
                                    </p:animMotion>
                                  </p:childTnLst>
                                </p:cTn>
                              </p:par>
                              <p:par>
                                <p:cTn id="66" presetID="63" presetClass="path" presetSubtype="0" decel="50000" fill="hold" nodeType="withEffect">
                                  <p:stCondLst>
                                    <p:cond delay="0"/>
                                  </p:stCondLst>
                                  <p:childTnLst>
                                    <p:animMotion origin="layout" path="M 0 0  L 0.25 0  E" pathEditMode="relative" ptsTypes="">
                                      <p:cBhvr>
                                        <p:cTn id="67" dur="5000" fill="hold"/>
                                        <p:tgtEl>
                                          <p:spTgt spid="28"/>
                                        </p:tgtEl>
                                        <p:attrNameLst>
                                          <p:attrName>ppt_x</p:attrName>
                                          <p:attrName>ppt_y</p:attrName>
                                        </p:attrNameLst>
                                      </p:cBhvr>
                                    </p:animMotion>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5">
                                            <p:txEl>
                                              <p:pRg st="7" end="7"/>
                                            </p:txEl>
                                          </p:spTgt>
                                        </p:tgtEl>
                                        <p:attrNameLst>
                                          <p:attrName>style.visibility</p:attrName>
                                        </p:attrNameLst>
                                      </p:cBhvr>
                                      <p:to>
                                        <p:strVal val="visible"/>
                                      </p:to>
                                    </p:set>
                                    <p:anim calcmode="lin" valueType="num">
                                      <p:cBhvr additive="base">
                                        <p:cTn id="72"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4" grpId="0" animBg="1"/>
      <p:bldP spid="24" grpId="1" animBg="1"/>
      <p:bldP spid="26" grpId="0" animBg="1"/>
      <p:bldP spid="26" grpId="1"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900" name="Rectangle 4"/>
          <p:cNvSpPr>
            <a:spLocks noChangeArrowheads="1"/>
          </p:cNvSpPr>
          <p:nvPr/>
        </p:nvSpPr>
        <p:spPr bwMode="auto">
          <a:xfrm>
            <a:off x="674688" y="2849563"/>
            <a:ext cx="7781925" cy="4008437"/>
          </a:xfrm>
          <a:prstGeom prst="rect">
            <a:avLst/>
          </a:prstGeom>
          <a:solidFill>
            <a:srgbClr val="FFFFCC"/>
          </a:solidFill>
          <a:ln w="9525">
            <a:noFill/>
            <a:miter lim="800000"/>
            <a:headEnd/>
            <a:tailEnd/>
          </a:ln>
        </p:spPr>
        <p:txBody>
          <a:bodyPr/>
          <a:lstStyle/>
          <a:p>
            <a:pPr>
              <a:spcBef>
                <a:spcPct val="20000"/>
              </a:spcBef>
            </a:pPr>
            <a:r>
              <a:rPr lang="en-US" altLang="en-US" sz="2400">
                <a:latin typeface="Arial" charset="0"/>
                <a:sym typeface="Symbol" pitchFamily="18" charset="2"/>
              </a:rPr>
              <a:t>EXAMPLE: Two train cars having equal masses of 750 kg and velocities </a:t>
            </a:r>
            <a:r>
              <a:rPr lang="en-US" altLang="en-US" sz="2400" i="1">
                <a:latin typeface="Arial" charset="0"/>
                <a:sym typeface="Symbol" pitchFamily="18" charset="2"/>
              </a:rPr>
              <a:t>u</a:t>
            </a:r>
            <a:r>
              <a:rPr lang="en-US" altLang="en-US" sz="2400" baseline="-25000">
                <a:latin typeface="Arial" charset="0"/>
                <a:sym typeface="Symbol" pitchFamily="18" charset="2"/>
              </a:rPr>
              <a:t>1</a:t>
            </a:r>
            <a:r>
              <a:rPr lang="en-US" altLang="en-US" sz="2400" baseline="30000">
                <a:latin typeface="Arial" charset="0"/>
                <a:sym typeface="Symbol" pitchFamily="18" charset="2"/>
              </a:rPr>
              <a:t> </a:t>
            </a:r>
            <a:r>
              <a:rPr lang="en-US" altLang="en-US" sz="2400">
                <a:latin typeface="Arial" charset="0"/>
                <a:sym typeface="Symbol" pitchFamily="18" charset="2"/>
              </a:rPr>
              <a:t>= 10. m</a:t>
            </a:r>
            <a:r>
              <a:rPr lang="en-US" altLang="en-US" sz="2400" baseline="-25000">
                <a:latin typeface="Arial" charset="0"/>
                <a:sym typeface="Symbol" pitchFamily="18" charset="2"/>
              </a:rPr>
              <a:t> </a:t>
            </a:r>
            <a:r>
              <a:rPr lang="en-US" altLang="en-US" sz="2400">
                <a:latin typeface="Arial" charset="0"/>
                <a:sym typeface="Symbol" pitchFamily="18" charset="2"/>
              </a:rPr>
              <a:t>s</a:t>
            </a:r>
            <a:r>
              <a:rPr lang="en-US" altLang="en-US" sz="2400" baseline="30000">
                <a:latin typeface="Arial" charset="0"/>
                <a:sym typeface="Symbol" pitchFamily="18" charset="2"/>
              </a:rPr>
              <a:t>-1</a:t>
            </a:r>
            <a:r>
              <a:rPr lang="en-US" altLang="en-US" sz="2400">
                <a:latin typeface="Arial" charset="0"/>
                <a:sym typeface="Symbol" pitchFamily="18" charset="2"/>
              </a:rPr>
              <a:t> and </a:t>
            </a:r>
            <a:r>
              <a:rPr lang="en-US" altLang="en-US" sz="2400" i="1">
                <a:latin typeface="Arial" charset="0"/>
                <a:sym typeface="Symbol" pitchFamily="18" charset="2"/>
              </a:rPr>
              <a:t>u</a:t>
            </a:r>
            <a:r>
              <a:rPr lang="en-US" altLang="en-US" sz="2400" baseline="-25000">
                <a:latin typeface="Arial" charset="0"/>
                <a:sym typeface="Symbol" pitchFamily="18" charset="2"/>
              </a:rPr>
              <a:t>2</a:t>
            </a:r>
            <a:r>
              <a:rPr lang="en-US" altLang="en-US" sz="2400">
                <a:latin typeface="Arial" charset="0"/>
                <a:sym typeface="Symbol" pitchFamily="18" charset="2"/>
              </a:rPr>
              <a:t> = 5.0 m</a:t>
            </a:r>
            <a:r>
              <a:rPr lang="en-US" altLang="en-US" sz="2400" baseline="-25000">
                <a:latin typeface="Arial" charset="0"/>
                <a:sym typeface="Symbol" pitchFamily="18" charset="2"/>
              </a:rPr>
              <a:t> </a:t>
            </a:r>
            <a:r>
              <a:rPr lang="en-US" altLang="en-US" sz="2400">
                <a:latin typeface="Arial" charset="0"/>
                <a:sym typeface="Symbol" pitchFamily="18" charset="2"/>
              </a:rPr>
              <a:t>s</a:t>
            </a:r>
            <a:r>
              <a:rPr lang="en-US" altLang="en-US" sz="2400" baseline="30000">
                <a:latin typeface="Arial" charset="0"/>
                <a:sym typeface="Symbol" pitchFamily="18" charset="2"/>
              </a:rPr>
              <a:t>-1</a:t>
            </a:r>
            <a:r>
              <a:rPr lang="en-US" altLang="en-US" sz="2400">
                <a:latin typeface="Arial" charset="0"/>
                <a:sym typeface="Symbol" pitchFamily="18" charset="2"/>
              </a:rPr>
              <a:t> collide and hitch together. What is their final speed?</a:t>
            </a:r>
          </a:p>
          <a:p>
            <a:pPr>
              <a:spcBef>
                <a:spcPct val="20000"/>
              </a:spcBef>
            </a:pPr>
            <a:endParaRPr lang="en-US" altLang="en-US" sz="2400">
              <a:latin typeface="Arial" charset="0"/>
              <a:sym typeface="Symbol" pitchFamily="18" charset="2"/>
            </a:endParaRPr>
          </a:p>
          <a:p>
            <a:pPr>
              <a:spcBef>
                <a:spcPct val="20000"/>
              </a:spcBef>
            </a:pPr>
            <a:endParaRPr lang="en-US" altLang="en-US" sz="2400">
              <a:latin typeface="Arial" charset="0"/>
              <a:sym typeface="Symbol" pitchFamily="18" charset="2"/>
            </a:endParaRPr>
          </a:p>
          <a:p>
            <a:r>
              <a:rPr lang="en-US" altLang="en-US" sz="2400">
                <a:latin typeface="Arial" charset="0"/>
              </a:rPr>
              <a:t>SOLUTION: Use momentum conservation </a:t>
            </a:r>
            <a:r>
              <a:rPr lang="en-US" altLang="en-US" sz="2400" i="1">
                <a:latin typeface="Arial" charset="0"/>
              </a:rPr>
              <a:t>p</a:t>
            </a:r>
            <a:r>
              <a:rPr lang="en-US" altLang="en-US" sz="2400" baseline="-25000">
                <a:latin typeface="Arial" charset="0"/>
              </a:rPr>
              <a:t>0</a:t>
            </a:r>
            <a:r>
              <a:rPr lang="en-US" altLang="en-US" sz="2400">
                <a:latin typeface="Arial" charset="0"/>
              </a:rPr>
              <a:t> = </a:t>
            </a:r>
            <a:r>
              <a:rPr lang="en-US" altLang="en-US" sz="2400" i="1">
                <a:latin typeface="Arial" charset="0"/>
              </a:rPr>
              <a:t>p</a:t>
            </a:r>
            <a:r>
              <a:rPr lang="en-US" altLang="en-US" sz="2400" baseline="-25000">
                <a:latin typeface="Arial" charset="0"/>
              </a:rPr>
              <a:t>f</a:t>
            </a:r>
            <a:r>
              <a:rPr lang="en-US" altLang="en-US" sz="2400">
                <a:latin typeface="Arial" charset="0"/>
              </a:rPr>
              <a:t>. Then</a:t>
            </a:r>
          </a:p>
          <a:p>
            <a:pPr>
              <a:spcBef>
                <a:spcPct val="10000"/>
              </a:spcBef>
              <a:buFont typeface="Symbol" pitchFamily="18" charset="2"/>
              <a:buNone/>
            </a:pPr>
            <a:r>
              <a:rPr lang="en-US" altLang="en-US" sz="2400" i="1">
                <a:latin typeface="Arial" charset="0"/>
                <a:cs typeface="Courier New" pitchFamily="49" charset="0"/>
              </a:rPr>
              <a:t>                            p</a:t>
            </a:r>
            <a:r>
              <a:rPr lang="en-US" altLang="en-US" sz="2400" baseline="-25000">
                <a:latin typeface="Arial" charset="0"/>
                <a:cs typeface="Courier New" pitchFamily="49" charset="0"/>
              </a:rPr>
              <a:t>1,0</a:t>
            </a:r>
            <a:r>
              <a:rPr lang="en-US" altLang="en-US" sz="2400">
                <a:latin typeface="Arial" charset="0"/>
                <a:cs typeface="Courier New" pitchFamily="49" charset="0"/>
              </a:rPr>
              <a:t> + </a:t>
            </a:r>
            <a:r>
              <a:rPr lang="en-US" altLang="en-US" sz="2400" i="1">
                <a:latin typeface="Arial" charset="0"/>
                <a:cs typeface="Courier New" pitchFamily="49" charset="0"/>
              </a:rPr>
              <a:t>p</a:t>
            </a:r>
            <a:r>
              <a:rPr lang="en-US" altLang="en-US" sz="2400" baseline="-25000">
                <a:latin typeface="Arial" charset="0"/>
                <a:cs typeface="Courier New" pitchFamily="49" charset="0"/>
              </a:rPr>
              <a:t>2,0</a:t>
            </a:r>
            <a:r>
              <a:rPr lang="en-US" altLang="en-US" sz="2400">
                <a:latin typeface="Arial" charset="0"/>
                <a:cs typeface="Courier New" pitchFamily="49" charset="0"/>
              </a:rPr>
              <a:t> = </a:t>
            </a:r>
            <a:r>
              <a:rPr lang="en-US" altLang="en-US" sz="2400" i="1">
                <a:latin typeface="Arial" charset="0"/>
                <a:cs typeface="Courier New" pitchFamily="49" charset="0"/>
              </a:rPr>
              <a:t>p</a:t>
            </a:r>
            <a:r>
              <a:rPr lang="en-US" altLang="en-US" sz="2400" baseline="-25000">
                <a:latin typeface="Arial" charset="0"/>
                <a:cs typeface="Courier New" pitchFamily="49" charset="0"/>
              </a:rPr>
              <a:t>1,f</a:t>
            </a:r>
            <a:r>
              <a:rPr lang="en-US" altLang="en-US" sz="2400">
                <a:latin typeface="Arial" charset="0"/>
                <a:cs typeface="Courier New" pitchFamily="49" charset="0"/>
              </a:rPr>
              <a:t> + </a:t>
            </a:r>
            <a:r>
              <a:rPr lang="en-US" altLang="en-US" sz="2400" i="1">
                <a:latin typeface="Arial" charset="0"/>
                <a:cs typeface="Courier New" pitchFamily="49" charset="0"/>
              </a:rPr>
              <a:t>p</a:t>
            </a:r>
            <a:r>
              <a:rPr lang="en-US" altLang="en-US" sz="2400" baseline="-25000">
                <a:latin typeface="Arial" charset="0"/>
                <a:cs typeface="Courier New" pitchFamily="49" charset="0"/>
              </a:rPr>
              <a:t>2,f</a:t>
            </a:r>
            <a:r>
              <a:rPr lang="en-US" altLang="en-US" sz="2400">
                <a:latin typeface="Arial" charset="0"/>
                <a:cs typeface="Courier New" pitchFamily="49" charset="0"/>
              </a:rPr>
              <a:t> </a:t>
            </a:r>
          </a:p>
          <a:p>
            <a:pPr>
              <a:spcBef>
                <a:spcPct val="10000"/>
              </a:spcBef>
              <a:buFont typeface="Symbol" pitchFamily="18" charset="2"/>
              <a:buNone/>
            </a:pPr>
            <a:r>
              <a:rPr lang="en-US" altLang="en-US" sz="2400" i="1">
                <a:latin typeface="Arial" charset="0"/>
                <a:cs typeface="Courier New" pitchFamily="49" charset="0"/>
              </a:rPr>
              <a:t>                          mu</a:t>
            </a:r>
            <a:r>
              <a:rPr lang="en-US" altLang="en-US" sz="2400" baseline="-25000">
                <a:latin typeface="Arial" charset="0"/>
                <a:cs typeface="Courier New" pitchFamily="49" charset="0"/>
              </a:rPr>
              <a:t>1</a:t>
            </a:r>
            <a:r>
              <a:rPr lang="en-US" altLang="en-US" sz="2400">
                <a:latin typeface="Arial" charset="0"/>
                <a:cs typeface="Courier New" pitchFamily="49" charset="0"/>
              </a:rPr>
              <a:t> + </a:t>
            </a:r>
            <a:r>
              <a:rPr lang="en-US" altLang="en-US" sz="2400" i="1">
                <a:latin typeface="Arial" charset="0"/>
                <a:cs typeface="Courier New" pitchFamily="49" charset="0"/>
              </a:rPr>
              <a:t>mu</a:t>
            </a:r>
            <a:r>
              <a:rPr lang="en-US" altLang="en-US" sz="2400" baseline="-25000">
                <a:latin typeface="Arial" charset="0"/>
                <a:cs typeface="Courier New" pitchFamily="49" charset="0"/>
              </a:rPr>
              <a:t>2</a:t>
            </a:r>
            <a:r>
              <a:rPr lang="en-US" altLang="en-US" sz="2400">
                <a:latin typeface="Arial" charset="0"/>
                <a:cs typeface="Courier New" pitchFamily="49" charset="0"/>
              </a:rPr>
              <a:t> = </a:t>
            </a:r>
            <a:r>
              <a:rPr lang="en-US" altLang="en-US" sz="2400" i="1">
                <a:latin typeface="Arial" charset="0"/>
                <a:cs typeface="Courier New" pitchFamily="49" charset="0"/>
              </a:rPr>
              <a:t>mv</a:t>
            </a:r>
            <a:r>
              <a:rPr lang="en-US" altLang="en-US" sz="2400">
                <a:latin typeface="Arial" charset="0"/>
                <a:cs typeface="Courier New" pitchFamily="49" charset="0"/>
              </a:rPr>
              <a:t> + </a:t>
            </a:r>
            <a:r>
              <a:rPr lang="en-US" altLang="en-US" sz="2400" i="1">
                <a:latin typeface="Arial" charset="0"/>
                <a:cs typeface="Courier New" pitchFamily="49" charset="0"/>
              </a:rPr>
              <a:t>mv</a:t>
            </a:r>
            <a:r>
              <a:rPr lang="en-US" altLang="en-US" sz="2400" baseline="-25000">
                <a:latin typeface="Arial" charset="0"/>
                <a:cs typeface="Courier New" pitchFamily="49" charset="0"/>
              </a:rPr>
              <a:t> </a:t>
            </a:r>
            <a:endParaRPr lang="en-US" altLang="en-US" sz="2400" i="1">
              <a:latin typeface="Arial" charset="0"/>
              <a:cs typeface="Courier New" pitchFamily="49" charset="0"/>
            </a:endParaRPr>
          </a:p>
          <a:p>
            <a:pPr>
              <a:spcBef>
                <a:spcPct val="10000"/>
              </a:spcBef>
              <a:buFont typeface="Symbol" pitchFamily="18" charset="2"/>
              <a:buNone/>
            </a:pPr>
            <a:r>
              <a:rPr lang="en-US" altLang="en-US" sz="2400" i="1">
                <a:latin typeface="Arial" charset="0"/>
                <a:cs typeface="Courier New" pitchFamily="49" charset="0"/>
              </a:rPr>
              <a:t>                           m</a:t>
            </a:r>
            <a:r>
              <a:rPr lang="en-US" altLang="en-US" sz="2400">
                <a:latin typeface="Arial" charset="0"/>
                <a:cs typeface="Courier New" pitchFamily="49" charset="0"/>
              </a:rPr>
              <a:t>(</a:t>
            </a:r>
            <a:r>
              <a:rPr lang="en-US" altLang="en-US" sz="2400" i="1">
                <a:latin typeface="Arial" charset="0"/>
                <a:cs typeface="Courier New" pitchFamily="49" charset="0"/>
              </a:rPr>
              <a:t>u</a:t>
            </a:r>
            <a:r>
              <a:rPr lang="en-US" altLang="en-US" sz="2400" baseline="-25000">
                <a:latin typeface="Arial" charset="0"/>
                <a:cs typeface="Courier New" pitchFamily="49" charset="0"/>
              </a:rPr>
              <a:t>1</a:t>
            </a:r>
            <a:r>
              <a:rPr lang="en-US" altLang="en-US" sz="2400">
                <a:latin typeface="Arial" charset="0"/>
                <a:cs typeface="Courier New" pitchFamily="49" charset="0"/>
              </a:rPr>
              <a:t> + </a:t>
            </a:r>
            <a:r>
              <a:rPr lang="en-US" altLang="en-US" sz="2400" i="1">
                <a:latin typeface="Arial" charset="0"/>
                <a:cs typeface="Courier New" pitchFamily="49" charset="0"/>
              </a:rPr>
              <a:t>u</a:t>
            </a:r>
            <a:r>
              <a:rPr lang="en-US" altLang="en-US" sz="2400" baseline="-25000">
                <a:latin typeface="Arial" charset="0"/>
                <a:cs typeface="Courier New" pitchFamily="49" charset="0"/>
              </a:rPr>
              <a:t>2</a:t>
            </a:r>
            <a:r>
              <a:rPr lang="en-US" altLang="en-US" sz="2400">
                <a:latin typeface="Arial" charset="0"/>
                <a:cs typeface="Courier New" pitchFamily="49" charset="0"/>
              </a:rPr>
              <a:t>) = 2</a:t>
            </a:r>
            <a:r>
              <a:rPr lang="en-US" altLang="en-US" sz="2400" i="1">
                <a:latin typeface="Arial" charset="0"/>
                <a:cs typeface="Courier New" pitchFamily="49" charset="0"/>
              </a:rPr>
              <a:t>mv</a:t>
            </a:r>
          </a:p>
          <a:p>
            <a:pPr>
              <a:spcBef>
                <a:spcPct val="10000"/>
              </a:spcBef>
              <a:buFont typeface="Symbol" pitchFamily="18" charset="2"/>
              <a:buNone/>
            </a:pPr>
            <a:r>
              <a:rPr lang="en-US" altLang="en-US" sz="2400">
                <a:latin typeface="Arial" charset="0"/>
                <a:cs typeface="Courier New" pitchFamily="49" charset="0"/>
              </a:rPr>
              <a:t>            </a:t>
            </a:r>
            <a:r>
              <a:rPr lang="en-US" altLang="en-US" sz="2400" baseline="-25000">
                <a:latin typeface="Arial" charset="0"/>
                <a:cs typeface="Courier New" pitchFamily="49" charset="0"/>
              </a:rPr>
              <a:t>                               </a:t>
            </a:r>
            <a:r>
              <a:rPr lang="en-US" altLang="en-US" sz="2400">
                <a:latin typeface="Arial" charset="0"/>
                <a:cs typeface="Courier New" pitchFamily="49" charset="0"/>
              </a:rPr>
              <a:t>10 + 5 =</a:t>
            </a:r>
            <a:r>
              <a:rPr lang="en-US" altLang="en-US" sz="2400" i="1">
                <a:latin typeface="Arial" charset="0"/>
                <a:cs typeface="Courier New" pitchFamily="49" charset="0"/>
              </a:rPr>
              <a:t> </a:t>
            </a:r>
            <a:r>
              <a:rPr lang="en-US" altLang="en-US" sz="2400">
                <a:latin typeface="Arial" charset="0"/>
                <a:cs typeface="Courier New" pitchFamily="49" charset="0"/>
              </a:rPr>
              <a:t>2</a:t>
            </a:r>
            <a:r>
              <a:rPr lang="en-US" altLang="en-US" sz="2400" i="1">
                <a:latin typeface="Arial" charset="0"/>
                <a:cs typeface="Courier New" pitchFamily="49" charset="0"/>
              </a:rPr>
              <a:t>v</a:t>
            </a:r>
            <a:r>
              <a:rPr lang="en-US" altLang="en-US" sz="2400">
                <a:latin typeface="Arial" charset="0"/>
                <a:cs typeface="Courier New" pitchFamily="49" charset="0"/>
              </a:rPr>
              <a:t> </a:t>
            </a:r>
            <a:r>
              <a:rPr lang="en-US" altLang="en-US" sz="2400">
                <a:latin typeface="Arial" charset="0"/>
                <a:cs typeface="Courier New" pitchFamily="49" charset="0"/>
                <a:sym typeface="Symbol" pitchFamily="18" charset="2"/>
              </a:rPr>
              <a:t></a:t>
            </a:r>
            <a:r>
              <a:rPr lang="en-US" altLang="en-US" sz="2400">
                <a:latin typeface="Arial" charset="0"/>
                <a:cs typeface="Courier New" pitchFamily="49" charset="0"/>
              </a:rPr>
              <a:t> </a:t>
            </a:r>
            <a:r>
              <a:rPr lang="en-US" altLang="en-US" sz="2400" i="1">
                <a:latin typeface="Arial" charset="0"/>
                <a:cs typeface="Courier New" pitchFamily="49" charset="0"/>
              </a:rPr>
              <a:t>v </a:t>
            </a:r>
            <a:r>
              <a:rPr lang="en-US" altLang="en-US" sz="2400">
                <a:latin typeface="Arial" charset="0"/>
                <a:cs typeface="Courier New" pitchFamily="49" charset="0"/>
              </a:rPr>
              <a:t>= 7.5 m</a:t>
            </a:r>
            <a:r>
              <a:rPr lang="en-US" altLang="en-US" sz="2400" baseline="-25000">
                <a:latin typeface="Arial" charset="0"/>
                <a:cs typeface="Courier New" pitchFamily="49" charset="0"/>
              </a:rPr>
              <a:t> </a:t>
            </a:r>
            <a:r>
              <a:rPr lang="en-US" altLang="en-US" sz="2400">
                <a:latin typeface="Arial" charset="0"/>
                <a:cs typeface="Courier New" pitchFamily="49" charset="0"/>
              </a:rPr>
              <a:t>s</a:t>
            </a:r>
            <a:r>
              <a:rPr lang="en-US" altLang="en-US" sz="2400" baseline="30000">
                <a:latin typeface="Arial" charset="0"/>
                <a:cs typeface="Courier New" pitchFamily="49" charset="0"/>
              </a:rPr>
              <a:t>-1</a:t>
            </a:r>
            <a:r>
              <a:rPr lang="en-US" altLang="en-US" sz="2400">
                <a:latin typeface="Arial" charset="0"/>
                <a:cs typeface="Courier New" pitchFamily="49" charset="0"/>
              </a:rPr>
              <a:t>.</a:t>
            </a:r>
          </a:p>
        </p:txBody>
      </p:sp>
      <p:sp>
        <p:nvSpPr>
          <p:cNvPr id="362498" name="Rectangle 2"/>
          <p:cNvSpPr>
            <a:spLocks noChangeArrowheads="1"/>
          </p:cNvSpPr>
          <p:nvPr/>
        </p:nvSpPr>
        <p:spPr bwMode="auto">
          <a:xfrm>
            <a:off x="685800" y="1549400"/>
            <a:ext cx="7772400" cy="1376363"/>
          </a:xfrm>
          <a:prstGeom prst="rect">
            <a:avLst/>
          </a:prstGeom>
          <a:solidFill>
            <a:srgbClr val="EAEAEA"/>
          </a:solidFill>
          <a:ln w="9525">
            <a:noFill/>
            <a:miter lim="800000"/>
            <a:headEnd/>
            <a:tailEnd/>
          </a:ln>
          <a:effectLst/>
        </p:spPr>
        <p:txBody>
          <a:bodyPr/>
          <a:lstStyle/>
          <a:p>
            <a:pPr>
              <a:spcBef>
                <a:spcPct val="20000"/>
              </a:spcBef>
              <a:defRPr/>
            </a:pPr>
            <a:r>
              <a:rPr lang="en-US" sz="2400" i="1" dirty="0">
                <a:solidFill>
                  <a:schemeClr val="accent2"/>
                </a:solidFill>
                <a:latin typeface="Arial" charset="0"/>
              </a:rPr>
              <a:t>Quantitatively </a:t>
            </a:r>
            <a:r>
              <a:rPr lang="en-US" sz="2400" i="1" dirty="0" err="1">
                <a:solidFill>
                  <a:schemeClr val="accent2"/>
                </a:solidFill>
                <a:latin typeface="Arial" charset="0"/>
              </a:rPr>
              <a:t>analysing</a:t>
            </a:r>
            <a:r>
              <a:rPr lang="en-US" sz="2400" i="1" dirty="0">
                <a:solidFill>
                  <a:schemeClr val="accent2"/>
                </a:solidFill>
                <a:latin typeface="Arial" charset="0"/>
              </a:rPr>
              <a:t> inelastic collisions </a:t>
            </a:r>
          </a:p>
          <a:p>
            <a:pPr>
              <a:spcBef>
                <a:spcPct val="20000"/>
              </a:spcBef>
              <a:defRPr/>
            </a:pPr>
            <a:r>
              <a:rPr lang="en-US" sz="2400" i="1" dirty="0">
                <a:solidFill>
                  <a:srgbClr val="333399"/>
                </a:solidFill>
                <a:latin typeface="Arial"/>
              </a:rPr>
              <a:t> </a:t>
            </a:r>
          </a:p>
          <a:p>
            <a:pPr>
              <a:spcBef>
                <a:spcPct val="20000"/>
              </a:spcBef>
              <a:defRPr/>
            </a:pPr>
            <a:r>
              <a:rPr lang="en-US" altLang="en-US" sz="2400" dirty="0">
                <a:latin typeface="+mn-lt"/>
              </a:rPr>
              <a:t>	</a:t>
            </a:r>
          </a:p>
          <a:p>
            <a:pPr>
              <a:spcBef>
                <a:spcPct val="20000"/>
              </a:spcBef>
              <a:defRPr/>
            </a:pPr>
            <a:endParaRPr lang="en-US" altLang="en-US" sz="2400" dirty="0">
              <a:latin typeface="+mn-lt"/>
            </a:endParaRPr>
          </a:p>
        </p:txBody>
      </p:sp>
      <p:grpSp>
        <p:nvGrpSpPr>
          <p:cNvPr id="2" name="Group 14"/>
          <p:cNvGrpSpPr>
            <a:grpSpLocks/>
          </p:cNvGrpSpPr>
          <p:nvPr/>
        </p:nvGrpSpPr>
        <p:grpSpPr bwMode="auto">
          <a:xfrm>
            <a:off x="839788" y="1981200"/>
            <a:ext cx="7464425" cy="830263"/>
            <a:chOff x="839788" y="5399088"/>
            <a:chExt cx="7464425" cy="830997"/>
          </a:xfrm>
        </p:grpSpPr>
        <p:sp>
          <p:nvSpPr>
            <p:cNvPr id="16" name="Rectangle 119"/>
            <p:cNvSpPr>
              <a:spLocks noChangeArrowheads="1"/>
            </p:cNvSpPr>
            <p:nvPr/>
          </p:nvSpPr>
          <p:spPr bwMode="auto">
            <a:xfrm>
              <a:off x="976313" y="5464234"/>
              <a:ext cx="4210050" cy="320958"/>
            </a:xfrm>
            <a:prstGeom prst="rect">
              <a:avLst/>
            </a:prstGeom>
            <a:noFill/>
            <a:ln w="9525">
              <a:noFill/>
              <a:miter lim="800000"/>
              <a:headEnd/>
              <a:tailEnd/>
            </a:ln>
          </p:spPr>
          <p:txBody>
            <a:bodyPr/>
            <a:lstStyle/>
            <a:p>
              <a:pPr>
                <a:lnSpc>
                  <a:spcPct val="90000"/>
                </a:lnSpc>
                <a:spcBef>
                  <a:spcPct val="20000"/>
                </a:spcBef>
                <a:defRPr/>
              </a:pPr>
              <a:r>
                <a:rPr lang="en-US" altLang="en-US" sz="2400" dirty="0">
                  <a:latin typeface="+mn-lt"/>
                </a:rPr>
                <a:t>If</a:t>
              </a:r>
              <a:r>
                <a:rPr lang="en-US" altLang="en-US" sz="2400" i="1" dirty="0">
                  <a:latin typeface="+mn-lt"/>
                </a:rPr>
                <a:t> </a:t>
              </a:r>
              <a:r>
                <a:rPr lang="en-US" altLang="en-US" sz="2400" i="1" dirty="0" err="1">
                  <a:latin typeface="+mn-lt"/>
                </a:rPr>
                <a:t>F</a:t>
              </a:r>
              <a:r>
                <a:rPr lang="en-US" altLang="en-US" sz="2400" baseline="-25000" dirty="0" err="1">
                  <a:latin typeface="+mn-lt"/>
                </a:rPr>
                <a:t>ext</a:t>
              </a:r>
              <a:r>
                <a:rPr lang="en-US" altLang="en-US" sz="2400" dirty="0">
                  <a:latin typeface="+mn-lt"/>
                </a:rPr>
                <a:t> = 0 then </a:t>
              </a:r>
              <a:r>
                <a:rPr lang="en-US" altLang="en-US" sz="2400" i="1" dirty="0">
                  <a:latin typeface="+mn-lt"/>
                  <a:cs typeface="Courier New" pitchFamily="49" charset="0"/>
                </a:rPr>
                <a:t>p</a:t>
              </a:r>
              <a:r>
                <a:rPr lang="en-US" altLang="en-US" sz="2400" dirty="0">
                  <a:latin typeface="+mn-lt"/>
                  <a:cs typeface="Courier New" pitchFamily="49" charset="0"/>
                </a:rPr>
                <a:t> = CONST</a:t>
              </a:r>
              <a:endParaRPr lang="en-US" altLang="en-US" sz="2400" i="1" dirty="0">
                <a:latin typeface="+mn-lt"/>
              </a:endParaRPr>
            </a:p>
          </p:txBody>
        </p:sp>
        <p:sp>
          <p:nvSpPr>
            <p:cNvPr id="18" name="Text Box 120"/>
            <p:cNvSpPr txBox="1">
              <a:spLocks noChangeArrowheads="1"/>
            </p:cNvSpPr>
            <p:nvPr/>
          </p:nvSpPr>
          <p:spPr bwMode="auto">
            <a:xfrm>
              <a:off x="5541963" y="5399088"/>
              <a:ext cx="2762250" cy="830997"/>
            </a:xfrm>
            <a:prstGeom prst="rect">
              <a:avLst/>
            </a:prstGeom>
            <a:solidFill>
              <a:srgbClr val="FF0000"/>
            </a:solidFill>
            <a:ln w="9525">
              <a:noFill/>
              <a:miter lim="800000"/>
              <a:headEnd/>
              <a:tailEnd/>
            </a:ln>
          </p:spPr>
          <p:txBody>
            <a:bodyPr>
              <a:spAutoFit/>
            </a:bodyPr>
            <a:lstStyle/>
            <a:p>
              <a:pPr algn="ctr">
                <a:spcBef>
                  <a:spcPct val="50000"/>
                </a:spcBef>
                <a:defRPr/>
              </a:pPr>
              <a:r>
                <a:rPr lang="en-US" altLang="en-US" sz="2400" dirty="0">
                  <a:solidFill>
                    <a:schemeClr val="bg1"/>
                  </a:solidFill>
                  <a:latin typeface="+mn-lt"/>
                </a:rPr>
                <a:t>conservation of linear momentum</a:t>
              </a:r>
            </a:p>
          </p:txBody>
        </p:sp>
        <p:sp>
          <p:nvSpPr>
            <p:cNvPr id="19" name="Rectangle 121"/>
            <p:cNvSpPr>
              <a:spLocks noChangeArrowheads="1"/>
            </p:cNvSpPr>
            <p:nvPr/>
          </p:nvSpPr>
          <p:spPr bwMode="auto">
            <a:xfrm>
              <a:off x="839788" y="5402266"/>
              <a:ext cx="7462837" cy="815108"/>
            </a:xfrm>
            <a:prstGeom prst="rect">
              <a:avLst/>
            </a:prstGeom>
            <a:noFill/>
            <a:ln w="12700">
              <a:solidFill>
                <a:schemeClr val="tx1"/>
              </a:solidFill>
              <a:miter lim="800000"/>
              <a:headEnd/>
              <a:tailEnd/>
            </a:ln>
          </p:spPr>
          <p:txBody>
            <a:bodyPr wrap="none" anchor="ctr"/>
            <a:lstStyle/>
            <a:p>
              <a:pPr>
                <a:defRPr/>
              </a:pPr>
              <a:endParaRPr lang="en-US" altLang="en-US" sz="2400">
                <a:latin typeface="+mn-lt"/>
              </a:endParaRPr>
            </a:p>
          </p:txBody>
        </p:sp>
      </p:grpSp>
      <p:sp>
        <p:nvSpPr>
          <p:cNvPr id="464901" name="Rectangle 5"/>
          <p:cNvSpPr>
            <a:spLocks noChangeArrowheads="1"/>
          </p:cNvSpPr>
          <p:nvPr/>
        </p:nvSpPr>
        <p:spPr bwMode="auto">
          <a:xfrm>
            <a:off x="0" y="4806950"/>
            <a:ext cx="9144000" cy="46038"/>
          </a:xfrm>
          <a:prstGeom prst="rect">
            <a:avLst/>
          </a:prstGeom>
          <a:gradFill rotWithShape="1">
            <a:gsLst>
              <a:gs pos="0">
                <a:schemeClr val="bg1">
                  <a:gamma/>
                  <a:shade val="46275"/>
                  <a:invGamma/>
                </a:schemeClr>
              </a:gs>
              <a:gs pos="100000">
                <a:schemeClr val="bg1"/>
              </a:gs>
            </a:gsLst>
            <a:lin ang="5400000" scaled="1"/>
          </a:gradFill>
          <a:ln w="9525">
            <a:solidFill>
              <a:schemeClr val="tx1"/>
            </a:solidFill>
            <a:miter lim="800000"/>
            <a:headEnd/>
            <a:tailEnd/>
          </a:ln>
          <a:effectLst/>
        </p:spPr>
        <p:txBody>
          <a:bodyPr wrap="none" anchor="ctr"/>
          <a:lstStyle/>
          <a:p>
            <a:pPr>
              <a:defRPr/>
            </a:pPr>
            <a:endParaRPr lang="en-US"/>
          </a:p>
        </p:txBody>
      </p:sp>
      <p:grpSp>
        <p:nvGrpSpPr>
          <p:cNvPr id="3" name="Group 6"/>
          <p:cNvGrpSpPr>
            <a:grpSpLocks/>
          </p:cNvGrpSpPr>
          <p:nvPr/>
        </p:nvGrpSpPr>
        <p:grpSpPr bwMode="auto">
          <a:xfrm>
            <a:off x="0" y="4006850"/>
            <a:ext cx="1912938" cy="817563"/>
            <a:chOff x="464" y="1863"/>
            <a:chExt cx="1205" cy="515"/>
          </a:xfrm>
          <a:effectLst>
            <a:outerShdw blurRad="50800" dist="38100" dir="2700000" algn="tl" rotWithShape="0">
              <a:prstClr val="black">
                <a:alpha val="40000"/>
              </a:prstClr>
            </a:outerShdw>
          </a:effectLst>
        </p:grpSpPr>
        <p:pic>
          <p:nvPicPr>
            <p:cNvPr id="30740" name="Picture 7" descr="tn00175_[1]"/>
            <p:cNvPicPr>
              <a:picLocks noChangeAspect="1" noChangeArrowheads="1"/>
            </p:cNvPicPr>
            <p:nvPr/>
          </p:nvPicPr>
          <p:blipFill>
            <a:blip r:embed="rId3" cstate="print"/>
            <a:srcRect/>
            <a:stretch>
              <a:fillRect/>
            </a:stretch>
          </p:blipFill>
          <p:spPr bwMode="auto">
            <a:xfrm>
              <a:off x="464" y="1863"/>
              <a:ext cx="1205" cy="515"/>
            </a:xfrm>
            <a:prstGeom prst="rect">
              <a:avLst/>
            </a:prstGeom>
            <a:noFill/>
            <a:ln w="9525">
              <a:noFill/>
              <a:miter lim="800000"/>
              <a:headEnd/>
              <a:tailEnd/>
            </a:ln>
          </p:spPr>
        </p:pic>
        <p:sp>
          <p:nvSpPr>
            <p:cNvPr id="30741" name="Line 8"/>
            <p:cNvSpPr>
              <a:spLocks noChangeShapeType="1"/>
            </p:cNvSpPr>
            <p:nvPr/>
          </p:nvSpPr>
          <p:spPr bwMode="auto">
            <a:xfrm>
              <a:off x="853" y="2130"/>
              <a:ext cx="426" cy="0"/>
            </a:xfrm>
            <a:prstGeom prst="line">
              <a:avLst/>
            </a:prstGeom>
            <a:noFill/>
            <a:ln w="38100">
              <a:solidFill>
                <a:schemeClr val="bg1"/>
              </a:solidFill>
              <a:round/>
              <a:headEnd/>
              <a:tailEnd type="arrow" w="med" len="med"/>
            </a:ln>
          </p:spPr>
          <p:txBody>
            <a:bodyPr/>
            <a:lstStyle/>
            <a:p>
              <a:pPr>
                <a:defRPr/>
              </a:pPr>
              <a:endParaRPr lang="en-US"/>
            </a:p>
          </p:txBody>
        </p:sp>
        <p:sp>
          <p:nvSpPr>
            <p:cNvPr id="30742" name="Text Box 9"/>
            <p:cNvSpPr txBox="1">
              <a:spLocks noChangeArrowheads="1"/>
            </p:cNvSpPr>
            <p:nvPr/>
          </p:nvSpPr>
          <p:spPr bwMode="auto">
            <a:xfrm>
              <a:off x="1252" y="2009"/>
              <a:ext cx="294"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u</a:t>
              </a:r>
              <a:r>
                <a:rPr lang="en-US" altLang="en-US" sz="2400" baseline="-25000">
                  <a:solidFill>
                    <a:schemeClr val="bg1"/>
                  </a:solidFill>
                  <a:latin typeface="Arial" charset="0"/>
                </a:rPr>
                <a:t>1</a:t>
              </a:r>
              <a:endParaRPr lang="en-US" altLang="en-US" sz="2400" i="1">
                <a:solidFill>
                  <a:schemeClr val="bg1"/>
                </a:solidFill>
                <a:latin typeface="Arial" charset="0"/>
              </a:endParaRPr>
            </a:p>
          </p:txBody>
        </p:sp>
      </p:grpSp>
      <p:grpSp>
        <p:nvGrpSpPr>
          <p:cNvPr id="4" name="Group 10"/>
          <p:cNvGrpSpPr>
            <a:grpSpLocks/>
          </p:cNvGrpSpPr>
          <p:nvPr/>
        </p:nvGrpSpPr>
        <p:grpSpPr bwMode="auto">
          <a:xfrm>
            <a:off x="3152775" y="4006850"/>
            <a:ext cx="1912938" cy="817563"/>
            <a:chOff x="2139" y="1867"/>
            <a:chExt cx="1205" cy="515"/>
          </a:xfrm>
          <a:effectLst>
            <a:outerShdw blurRad="50800" dist="38100" dir="2700000" algn="tl" rotWithShape="0">
              <a:prstClr val="black">
                <a:alpha val="40000"/>
              </a:prstClr>
            </a:outerShdw>
          </a:effectLst>
        </p:grpSpPr>
        <p:pic>
          <p:nvPicPr>
            <p:cNvPr id="30737" name="Picture 11" descr="tn00175_[1]"/>
            <p:cNvPicPr>
              <a:picLocks noChangeAspect="1" noChangeArrowheads="1"/>
            </p:cNvPicPr>
            <p:nvPr/>
          </p:nvPicPr>
          <p:blipFill>
            <a:blip r:embed="rId3" cstate="print"/>
            <a:srcRect/>
            <a:stretch>
              <a:fillRect/>
            </a:stretch>
          </p:blipFill>
          <p:spPr bwMode="auto">
            <a:xfrm>
              <a:off x="2139" y="1867"/>
              <a:ext cx="1205" cy="515"/>
            </a:xfrm>
            <a:prstGeom prst="rect">
              <a:avLst/>
            </a:prstGeom>
            <a:noFill/>
            <a:ln w="9525">
              <a:noFill/>
              <a:miter lim="800000"/>
              <a:headEnd/>
              <a:tailEnd/>
            </a:ln>
          </p:spPr>
        </p:pic>
        <p:sp>
          <p:nvSpPr>
            <p:cNvPr id="30738" name="Line 12"/>
            <p:cNvSpPr>
              <a:spLocks noChangeShapeType="1"/>
            </p:cNvSpPr>
            <p:nvPr/>
          </p:nvSpPr>
          <p:spPr bwMode="auto">
            <a:xfrm>
              <a:off x="2597" y="2139"/>
              <a:ext cx="300" cy="0"/>
            </a:xfrm>
            <a:prstGeom prst="line">
              <a:avLst/>
            </a:prstGeom>
            <a:noFill/>
            <a:ln w="38100">
              <a:solidFill>
                <a:schemeClr val="bg1"/>
              </a:solidFill>
              <a:round/>
              <a:headEnd/>
              <a:tailEnd type="arrow" w="med" len="med"/>
            </a:ln>
          </p:spPr>
          <p:txBody>
            <a:bodyPr/>
            <a:lstStyle/>
            <a:p>
              <a:pPr>
                <a:defRPr/>
              </a:pPr>
              <a:endParaRPr lang="en-US"/>
            </a:p>
          </p:txBody>
        </p:sp>
        <p:sp>
          <p:nvSpPr>
            <p:cNvPr id="30739" name="Text Box 13"/>
            <p:cNvSpPr txBox="1">
              <a:spLocks noChangeArrowheads="1"/>
            </p:cNvSpPr>
            <p:nvPr/>
          </p:nvSpPr>
          <p:spPr bwMode="auto">
            <a:xfrm>
              <a:off x="2862" y="2018"/>
              <a:ext cx="294"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u</a:t>
              </a:r>
              <a:r>
                <a:rPr lang="en-US" altLang="en-US" sz="2400" baseline="-25000">
                  <a:solidFill>
                    <a:schemeClr val="bg1"/>
                  </a:solidFill>
                  <a:latin typeface="Arial" charset="0"/>
                </a:rPr>
                <a:t>2</a:t>
              </a:r>
              <a:endParaRPr lang="en-US" altLang="en-US" sz="2400" i="1">
                <a:solidFill>
                  <a:schemeClr val="bg1"/>
                </a:solidFill>
                <a:latin typeface="Arial" charset="0"/>
              </a:endParaRPr>
            </a:p>
          </p:txBody>
        </p:sp>
      </p:grpSp>
      <p:grpSp>
        <p:nvGrpSpPr>
          <p:cNvPr id="5" name="Group 14"/>
          <p:cNvGrpSpPr>
            <a:grpSpLocks/>
          </p:cNvGrpSpPr>
          <p:nvPr/>
        </p:nvGrpSpPr>
        <p:grpSpPr bwMode="auto">
          <a:xfrm>
            <a:off x="2100263" y="3994150"/>
            <a:ext cx="3808412" cy="823913"/>
            <a:chOff x="457" y="2784"/>
            <a:chExt cx="2399" cy="519"/>
          </a:xfrm>
          <a:effectLst>
            <a:outerShdw blurRad="50800" dist="38100" dir="2700000" algn="tl" rotWithShape="0">
              <a:prstClr val="black">
                <a:alpha val="40000"/>
              </a:prstClr>
            </a:outerShdw>
          </a:effectLst>
        </p:grpSpPr>
        <p:pic>
          <p:nvPicPr>
            <p:cNvPr id="30731" name="Picture 15" descr="tn00175_[1]"/>
            <p:cNvPicPr>
              <a:picLocks noChangeAspect="1" noChangeArrowheads="1"/>
            </p:cNvPicPr>
            <p:nvPr/>
          </p:nvPicPr>
          <p:blipFill>
            <a:blip r:embed="rId3" cstate="print"/>
            <a:srcRect/>
            <a:stretch>
              <a:fillRect/>
            </a:stretch>
          </p:blipFill>
          <p:spPr bwMode="auto">
            <a:xfrm>
              <a:off x="457" y="2788"/>
              <a:ext cx="1205" cy="515"/>
            </a:xfrm>
            <a:prstGeom prst="rect">
              <a:avLst/>
            </a:prstGeom>
            <a:noFill/>
            <a:ln w="9525">
              <a:noFill/>
              <a:miter lim="800000"/>
              <a:headEnd/>
              <a:tailEnd/>
            </a:ln>
          </p:spPr>
        </p:pic>
        <p:sp>
          <p:nvSpPr>
            <p:cNvPr id="30732" name="Line 16"/>
            <p:cNvSpPr>
              <a:spLocks noChangeShapeType="1"/>
            </p:cNvSpPr>
            <p:nvPr/>
          </p:nvSpPr>
          <p:spPr bwMode="auto">
            <a:xfrm>
              <a:off x="846" y="3055"/>
              <a:ext cx="426" cy="0"/>
            </a:xfrm>
            <a:prstGeom prst="line">
              <a:avLst/>
            </a:prstGeom>
            <a:noFill/>
            <a:ln w="38100">
              <a:solidFill>
                <a:schemeClr val="bg1"/>
              </a:solidFill>
              <a:round/>
              <a:headEnd/>
              <a:tailEnd type="arrow" w="med" len="med"/>
            </a:ln>
          </p:spPr>
          <p:txBody>
            <a:bodyPr/>
            <a:lstStyle/>
            <a:p>
              <a:pPr>
                <a:defRPr/>
              </a:pPr>
              <a:endParaRPr lang="en-US"/>
            </a:p>
          </p:txBody>
        </p:sp>
        <p:sp>
          <p:nvSpPr>
            <p:cNvPr id="30733" name="Text Box 17"/>
            <p:cNvSpPr txBox="1">
              <a:spLocks noChangeArrowheads="1"/>
            </p:cNvSpPr>
            <p:nvPr/>
          </p:nvSpPr>
          <p:spPr bwMode="auto">
            <a:xfrm>
              <a:off x="1245" y="2934"/>
              <a:ext cx="212"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v</a:t>
              </a:r>
            </a:p>
          </p:txBody>
        </p:sp>
        <p:pic>
          <p:nvPicPr>
            <p:cNvPr id="30734" name="Picture 18" descr="tn00175_[1]"/>
            <p:cNvPicPr>
              <a:picLocks noChangeAspect="1" noChangeArrowheads="1"/>
            </p:cNvPicPr>
            <p:nvPr/>
          </p:nvPicPr>
          <p:blipFill>
            <a:blip r:embed="rId3" cstate="print"/>
            <a:srcRect/>
            <a:stretch>
              <a:fillRect/>
            </a:stretch>
          </p:blipFill>
          <p:spPr bwMode="auto">
            <a:xfrm>
              <a:off x="1651" y="2784"/>
              <a:ext cx="1205" cy="515"/>
            </a:xfrm>
            <a:prstGeom prst="rect">
              <a:avLst/>
            </a:prstGeom>
            <a:noFill/>
            <a:ln w="9525">
              <a:noFill/>
              <a:miter lim="800000"/>
              <a:headEnd/>
              <a:tailEnd/>
            </a:ln>
          </p:spPr>
        </p:pic>
        <p:sp>
          <p:nvSpPr>
            <p:cNvPr id="30735" name="Text Box 19"/>
            <p:cNvSpPr txBox="1">
              <a:spLocks noChangeArrowheads="1"/>
            </p:cNvSpPr>
            <p:nvPr/>
          </p:nvSpPr>
          <p:spPr bwMode="auto">
            <a:xfrm>
              <a:off x="2374" y="2935"/>
              <a:ext cx="212"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v</a:t>
              </a:r>
            </a:p>
          </p:txBody>
        </p:sp>
        <p:sp>
          <p:nvSpPr>
            <p:cNvPr id="30736" name="Line 20"/>
            <p:cNvSpPr>
              <a:spLocks noChangeShapeType="1"/>
            </p:cNvSpPr>
            <p:nvPr/>
          </p:nvSpPr>
          <p:spPr bwMode="auto">
            <a:xfrm>
              <a:off x="2016" y="3064"/>
              <a:ext cx="426" cy="0"/>
            </a:xfrm>
            <a:prstGeom prst="line">
              <a:avLst/>
            </a:prstGeom>
            <a:noFill/>
            <a:ln w="38100">
              <a:solidFill>
                <a:schemeClr val="bg1"/>
              </a:solidFill>
              <a:round/>
              <a:headEnd/>
              <a:tailEnd type="arrow" w="med" len="med"/>
            </a:ln>
          </p:spPr>
          <p:txBody>
            <a:bodyPr/>
            <a:lstStyle/>
            <a:p>
              <a:pPr>
                <a:defRPr/>
              </a:pPr>
              <a:endParaRPr lang="en-US"/>
            </a:p>
          </p:txBody>
        </p:sp>
      </p:grpSp>
      <p:sp>
        <p:nvSpPr>
          <p:cNvPr id="464917" name="Line 21"/>
          <p:cNvSpPr>
            <a:spLocks noChangeShapeType="1"/>
          </p:cNvSpPr>
          <p:nvPr/>
        </p:nvSpPr>
        <p:spPr bwMode="auto">
          <a:xfrm flipV="1">
            <a:off x="3032125" y="6116638"/>
            <a:ext cx="241300" cy="276225"/>
          </a:xfrm>
          <a:prstGeom prst="line">
            <a:avLst/>
          </a:prstGeom>
          <a:noFill/>
          <a:ln w="28575">
            <a:solidFill>
              <a:srgbClr val="FF3300"/>
            </a:solidFill>
            <a:round/>
            <a:headEnd/>
            <a:tailEnd/>
          </a:ln>
        </p:spPr>
        <p:txBody>
          <a:bodyPr/>
          <a:lstStyle/>
          <a:p>
            <a:endParaRPr lang="en-US"/>
          </a:p>
        </p:txBody>
      </p:sp>
      <p:sp>
        <p:nvSpPr>
          <p:cNvPr id="464918" name="Line 22"/>
          <p:cNvSpPr>
            <a:spLocks noChangeShapeType="1"/>
          </p:cNvSpPr>
          <p:nvPr/>
        </p:nvSpPr>
        <p:spPr bwMode="auto">
          <a:xfrm flipV="1">
            <a:off x="4927600" y="6119813"/>
            <a:ext cx="241300" cy="276225"/>
          </a:xfrm>
          <a:prstGeom prst="line">
            <a:avLst/>
          </a:prstGeom>
          <a:noFill/>
          <a:ln w="28575">
            <a:solidFill>
              <a:srgbClr val="FF3300"/>
            </a:solidFill>
            <a:round/>
            <a:headEnd/>
            <a:tailEn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2498">
                                            <p:txEl>
                                              <p:pRg st="0" end="0"/>
                                            </p:txEl>
                                          </p:spTgt>
                                        </p:tgtEl>
                                        <p:attrNameLst>
                                          <p:attrName>style.visibility</p:attrName>
                                        </p:attrNameLst>
                                      </p:cBhvr>
                                      <p:to>
                                        <p:strVal val="visible"/>
                                      </p:to>
                                    </p:set>
                                    <p:anim calcmode="lin" valueType="num">
                                      <p:cBhvr additive="base">
                                        <p:cTn id="7" dur="500" fill="hold"/>
                                        <p:tgtEl>
                                          <p:spTgt spid="3624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24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464900">
                                            <p:txEl>
                                              <p:pRg st="0" end="0"/>
                                            </p:txEl>
                                          </p:spTgt>
                                        </p:tgtEl>
                                        <p:attrNameLst>
                                          <p:attrName>style.visibility</p:attrName>
                                        </p:attrNameLst>
                                      </p:cBhvr>
                                      <p:to>
                                        <p:strVal val="visible"/>
                                      </p:to>
                                    </p:set>
                                    <p:anim calcmode="lin" valueType="num">
                                      <p:cBhvr additive="base">
                                        <p:cTn id="20" dur="500" fill="hold"/>
                                        <p:tgtEl>
                                          <p:spTgt spid="464900">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46490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64901"/>
                                        </p:tgtEl>
                                        <p:attrNameLst>
                                          <p:attrName>style.visibility</p:attrName>
                                        </p:attrNameLst>
                                      </p:cBhvr>
                                      <p:to>
                                        <p:strVal val="visible"/>
                                      </p:to>
                                    </p:set>
                                    <p:animEffect transition="in" filter="wipe(left)">
                                      <p:cBhvr>
                                        <p:cTn id="26" dur="500"/>
                                        <p:tgtEl>
                                          <p:spTgt spid="46490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fade">
                                      <p:cBhvr>
                                        <p:cTn id="36" dur="500"/>
                                        <p:tgtEl>
                                          <p:spTgt spid="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63" presetClass="path" presetSubtype="0" fill="hold" nodeType="clickEffect">
                                  <p:stCondLst>
                                    <p:cond delay="0"/>
                                  </p:stCondLst>
                                  <p:childTnLst>
                                    <p:animMotion origin="layout" path="M -3.88889E-6 -3.33333E-6 L 0.22882 -3.33333E-6 " pathEditMode="relative" rAng="0" ptsTypes="AA">
                                      <p:cBhvr>
                                        <p:cTn id="40" dur="2000" fill="hold"/>
                                        <p:tgtEl>
                                          <p:spTgt spid="3"/>
                                        </p:tgtEl>
                                        <p:attrNameLst>
                                          <p:attrName>ppt_x</p:attrName>
                                          <p:attrName>ppt_y</p:attrName>
                                        </p:attrNameLst>
                                      </p:cBhvr>
                                      <p:rCtr x="114" y="0"/>
                                    </p:animMotion>
                                  </p:childTnLst>
                                </p:cTn>
                              </p:par>
                              <p:par>
                                <p:cTn id="41" presetID="63" presetClass="path" presetSubtype="0" fill="hold" nodeType="withEffect">
                                  <p:stCondLst>
                                    <p:cond delay="0"/>
                                  </p:stCondLst>
                                  <p:childTnLst>
                                    <p:animMotion origin="layout" path="M 3.05556E-6 -3.7037E-7 L 0.09201 -0.00162 " pathEditMode="relative" rAng="0" ptsTypes="AA">
                                      <p:cBhvr>
                                        <p:cTn id="42" dur="2000" fill="hold"/>
                                        <p:tgtEl>
                                          <p:spTgt spid="4"/>
                                        </p:tgtEl>
                                        <p:attrNameLst>
                                          <p:attrName>ppt_x</p:attrName>
                                          <p:attrName>ppt_y</p:attrName>
                                        </p:attrNameLst>
                                      </p:cBhvr>
                                      <p:rCtr x="46" y="-1"/>
                                    </p:animMotion>
                                  </p:childTnLst>
                                </p:cTn>
                              </p:par>
                            </p:childTnLst>
                          </p:cTn>
                        </p:par>
                        <p:par>
                          <p:cTn id="43" fill="hold" nodeType="afterGroup">
                            <p:stCondLst>
                              <p:cond delay="2000"/>
                            </p:stCondLst>
                            <p:childTnLst>
                              <p:par>
                                <p:cTn id="44" presetID="10" presetClass="entr" presetSubtype="0" fill="hold"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fade">
                                      <p:cBhvr>
                                        <p:cTn id="46" dur="500"/>
                                        <p:tgtEl>
                                          <p:spTgt spid="5"/>
                                        </p:tgtEl>
                                      </p:cBhvr>
                                    </p:animEffect>
                                  </p:childTnLst>
                                </p:cTn>
                              </p:par>
                              <p:par>
                                <p:cTn id="47" presetID="10" presetClass="exit" presetSubtype="0" fill="hold" nodeType="withEffect">
                                  <p:stCondLst>
                                    <p:cond delay="0"/>
                                  </p:stCondLst>
                                  <p:childTnLst>
                                    <p:animEffect transition="out" filter="fade">
                                      <p:cBhvr>
                                        <p:cTn id="48" dur="500"/>
                                        <p:tgtEl>
                                          <p:spTgt spid="3"/>
                                        </p:tgtEl>
                                      </p:cBhvr>
                                    </p:animEffect>
                                    <p:set>
                                      <p:cBhvr>
                                        <p:cTn id="49" dur="1" fill="hold">
                                          <p:stCondLst>
                                            <p:cond delay="499"/>
                                          </p:stCondLst>
                                        </p:cTn>
                                        <p:tgtEl>
                                          <p:spTgt spid="3"/>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4"/>
                                        </p:tgtEl>
                                      </p:cBhvr>
                                    </p:animEffect>
                                    <p:set>
                                      <p:cBhvr>
                                        <p:cTn id="52" dur="1" fill="hold">
                                          <p:stCondLst>
                                            <p:cond delay="499"/>
                                          </p:stCondLst>
                                        </p:cTn>
                                        <p:tgtEl>
                                          <p:spTgt spid="4"/>
                                        </p:tgtEl>
                                        <p:attrNameLst>
                                          <p:attrName>style.visibility</p:attrName>
                                        </p:attrNameLst>
                                      </p:cBhvr>
                                      <p:to>
                                        <p:strVal val="hidden"/>
                                      </p:to>
                                    </p:set>
                                  </p:childTnLst>
                                </p:cTn>
                              </p:par>
                              <p:par>
                                <p:cTn id="53" presetID="63" presetClass="path" presetSubtype="0" fill="hold" nodeType="withEffect">
                                  <p:stCondLst>
                                    <p:cond delay="0"/>
                                  </p:stCondLst>
                                  <p:childTnLst>
                                    <p:animMotion origin="layout" path="M 3.88889E-6 4.81481E-6 L 0.4967 4.81481E-6 " pathEditMode="relative" rAng="0" ptsTypes="AA">
                                      <p:cBhvr>
                                        <p:cTn id="54" dur="5000" fill="hold"/>
                                        <p:tgtEl>
                                          <p:spTgt spid="5"/>
                                        </p:tgtEl>
                                        <p:attrNameLst>
                                          <p:attrName>ppt_x</p:attrName>
                                          <p:attrName>ppt_y</p:attrName>
                                        </p:attrNameLst>
                                      </p:cBhvr>
                                      <p:rCtr x="248" y="0"/>
                                    </p:animMotion>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nodeType="clickEffect">
                                  <p:stCondLst>
                                    <p:cond delay="0"/>
                                  </p:stCondLst>
                                  <p:childTnLst>
                                    <p:set>
                                      <p:cBhvr>
                                        <p:cTn id="58" dur="1" fill="hold">
                                          <p:stCondLst>
                                            <p:cond delay="0"/>
                                          </p:stCondLst>
                                        </p:cTn>
                                        <p:tgtEl>
                                          <p:spTgt spid="464900">
                                            <p:txEl>
                                              <p:pRg st="3" end="3"/>
                                            </p:txEl>
                                          </p:spTgt>
                                        </p:tgtEl>
                                        <p:attrNameLst>
                                          <p:attrName>style.visibility</p:attrName>
                                        </p:attrNameLst>
                                      </p:cBhvr>
                                      <p:to>
                                        <p:strVal val="visible"/>
                                      </p:to>
                                    </p:set>
                                    <p:anim calcmode="lin" valueType="num">
                                      <p:cBhvr additive="base">
                                        <p:cTn id="59" dur="500" fill="hold"/>
                                        <p:tgtEl>
                                          <p:spTgt spid="464900">
                                            <p:txEl>
                                              <p:pRg st="3" end="3"/>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6490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4" fill="hold" nodeType="clickEffect">
                                  <p:stCondLst>
                                    <p:cond delay="0"/>
                                  </p:stCondLst>
                                  <p:childTnLst>
                                    <p:set>
                                      <p:cBhvr>
                                        <p:cTn id="64" dur="1" fill="hold">
                                          <p:stCondLst>
                                            <p:cond delay="0"/>
                                          </p:stCondLst>
                                        </p:cTn>
                                        <p:tgtEl>
                                          <p:spTgt spid="464900">
                                            <p:txEl>
                                              <p:pRg st="4" end="4"/>
                                            </p:txEl>
                                          </p:spTgt>
                                        </p:tgtEl>
                                        <p:attrNameLst>
                                          <p:attrName>style.visibility</p:attrName>
                                        </p:attrNameLst>
                                      </p:cBhvr>
                                      <p:to>
                                        <p:strVal val="visible"/>
                                      </p:to>
                                    </p:set>
                                    <p:anim calcmode="lin" valueType="num">
                                      <p:cBhvr additive="base">
                                        <p:cTn id="65" dur="500" fill="hold"/>
                                        <p:tgtEl>
                                          <p:spTgt spid="464900">
                                            <p:txEl>
                                              <p:pRg st="4" end="4"/>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46490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464900">
                                            <p:txEl>
                                              <p:pRg st="5" end="5"/>
                                            </p:txEl>
                                          </p:spTgt>
                                        </p:tgtEl>
                                        <p:attrNameLst>
                                          <p:attrName>style.visibility</p:attrName>
                                        </p:attrNameLst>
                                      </p:cBhvr>
                                      <p:to>
                                        <p:strVal val="visible"/>
                                      </p:to>
                                    </p:set>
                                    <p:anim calcmode="lin" valueType="num">
                                      <p:cBhvr additive="base">
                                        <p:cTn id="71" dur="500" fill="hold"/>
                                        <p:tgtEl>
                                          <p:spTgt spid="464900">
                                            <p:txEl>
                                              <p:pRg st="5" end="5"/>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46490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4" fill="hold" nodeType="clickEffect">
                                  <p:stCondLst>
                                    <p:cond delay="0"/>
                                  </p:stCondLst>
                                  <p:childTnLst>
                                    <p:set>
                                      <p:cBhvr>
                                        <p:cTn id="76" dur="1" fill="hold">
                                          <p:stCondLst>
                                            <p:cond delay="0"/>
                                          </p:stCondLst>
                                        </p:cTn>
                                        <p:tgtEl>
                                          <p:spTgt spid="464900">
                                            <p:txEl>
                                              <p:pRg st="6" end="6"/>
                                            </p:txEl>
                                          </p:spTgt>
                                        </p:tgtEl>
                                        <p:attrNameLst>
                                          <p:attrName>style.visibility</p:attrName>
                                        </p:attrNameLst>
                                      </p:cBhvr>
                                      <p:to>
                                        <p:strVal val="visible"/>
                                      </p:to>
                                    </p:set>
                                    <p:anim calcmode="lin" valueType="num">
                                      <p:cBhvr additive="base">
                                        <p:cTn id="77" dur="500" fill="hold"/>
                                        <p:tgtEl>
                                          <p:spTgt spid="464900">
                                            <p:txEl>
                                              <p:pRg st="6" end="6"/>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46490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464917"/>
                                        </p:tgtEl>
                                        <p:attrNameLst>
                                          <p:attrName>style.visibility</p:attrName>
                                        </p:attrNameLst>
                                      </p:cBhvr>
                                      <p:to>
                                        <p:strVal val="visible"/>
                                      </p:to>
                                    </p:set>
                                    <p:animEffect transition="in" filter="wipe(down)">
                                      <p:cBhvr>
                                        <p:cTn id="83" dur="500"/>
                                        <p:tgtEl>
                                          <p:spTgt spid="464917"/>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4" fill="hold" grpId="0" nodeType="clickEffect">
                                  <p:stCondLst>
                                    <p:cond delay="0"/>
                                  </p:stCondLst>
                                  <p:childTnLst>
                                    <p:set>
                                      <p:cBhvr>
                                        <p:cTn id="87" dur="1" fill="hold">
                                          <p:stCondLst>
                                            <p:cond delay="0"/>
                                          </p:stCondLst>
                                        </p:cTn>
                                        <p:tgtEl>
                                          <p:spTgt spid="464918"/>
                                        </p:tgtEl>
                                        <p:attrNameLst>
                                          <p:attrName>style.visibility</p:attrName>
                                        </p:attrNameLst>
                                      </p:cBhvr>
                                      <p:to>
                                        <p:strVal val="visible"/>
                                      </p:to>
                                    </p:set>
                                    <p:animEffect transition="in" filter="wipe(down)">
                                      <p:cBhvr>
                                        <p:cTn id="88" dur="500"/>
                                        <p:tgtEl>
                                          <p:spTgt spid="464918"/>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 presetClass="entr" presetSubtype="4" fill="hold" nodeType="clickEffect">
                                  <p:stCondLst>
                                    <p:cond delay="0"/>
                                  </p:stCondLst>
                                  <p:childTnLst>
                                    <p:set>
                                      <p:cBhvr>
                                        <p:cTn id="92" dur="1" fill="hold">
                                          <p:stCondLst>
                                            <p:cond delay="0"/>
                                          </p:stCondLst>
                                        </p:cTn>
                                        <p:tgtEl>
                                          <p:spTgt spid="464900">
                                            <p:txEl>
                                              <p:pRg st="7" end="7"/>
                                            </p:txEl>
                                          </p:spTgt>
                                        </p:tgtEl>
                                        <p:attrNameLst>
                                          <p:attrName>style.visibility</p:attrName>
                                        </p:attrNameLst>
                                      </p:cBhvr>
                                      <p:to>
                                        <p:strVal val="visible"/>
                                      </p:to>
                                    </p:set>
                                    <p:anim calcmode="lin" valueType="num">
                                      <p:cBhvr additive="base">
                                        <p:cTn id="93" dur="500" fill="hold"/>
                                        <p:tgtEl>
                                          <p:spTgt spid="464900">
                                            <p:txEl>
                                              <p:pRg st="7" end="7"/>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46490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1" grpId="0" animBg="1"/>
      <p:bldP spid="464917" grpId="0" animBg="1"/>
      <p:bldP spid="464918"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ChangeArrowheads="1"/>
          </p:cNvSpPr>
          <p:nvPr/>
        </p:nvSpPr>
        <p:spPr bwMode="auto">
          <a:xfrm>
            <a:off x="685800" y="1549400"/>
            <a:ext cx="7772400" cy="1376363"/>
          </a:xfrm>
          <a:prstGeom prst="rect">
            <a:avLst/>
          </a:prstGeom>
          <a:solidFill>
            <a:srgbClr val="EAEAEA"/>
          </a:solidFill>
          <a:ln w="9525">
            <a:noFill/>
            <a:miter lim="800000"/>
            <a:headEnd/>
            <a:tailEnd/>
          </a:ln>
          <a:effectLst/>
        </p:spPr>
        <p:txBody>
          <a:bodyPr/>
          <a:lstStyle/>
          <a:p>
            <a:pPr>
              <a:spcBef>
                <a:spcPct val="20000"/>
              </a:spcBef>
              <a:defRPr/>
            </a:pPr>
            <a:r>
              <a:rPr lang="en-US" sz="2400" i="1" dirty="0">
                <a:solidFill>
                  <a:schemeClr val="accent2"/>
                </a:solidFill>
                <a:latin typeface="Arial" charset="0"/>
              </a:rPr>
              <a:t>Quantitatively </a:t>
            </a:r>
            <a:r>
              <a:rPr lang="en-US" sz="2400" i="1" dirty="0" err="1">
                <a:solidFill>
                  <a:schemeClr val="accent2"/>
                </a:solidFill>
                <a:latin typeface="Arial" charset="0"/>
              </a:rPr>
              <a:t>analysing</a:t>
            </a:r>
            <a:r>
              <a:rPr lang="en-US" sz="2400" i="1" dirty="0">
                <a:solidFill>
                  <a:schemeClr val="accent2"/>
                </a:solidFill>
                <a:latin typeface="Arial" charset="0"/>
              </a:rPr>
              <a:t> inelastic collisions </a:t>
            </a:r>
            <a:endParaRPr lang="en-US" sz="2400" i="1" dirty="0">
              <a:solidFill>
                <a:srgbClr val="333399"/>
              </a:solidFill>
              <a:latin typeface="Arial"/>
            </a:endParaRPr>
          </a:p>
          <a:p>
            <a:pPr>
              <a:spcBef>
                <a:spcPct val="20000"/>
              </a:spcBef>
              <a:defRPr/>
            </a:pPr>
            <a:r>
              <a:rPr lang="en-US" altLang="en-US" sz="2400" dirty="0">
                <a:latin typeface="+mn-lt"/>
              </a:rPr>
              <a:t>	</a:t>
            </a:r>
          </a:p>
          <a:p>
            <a:pPr>
              <a:spcBef>
                <a:spcPct val="20000"/>
              </a:spcBef>
              <a:defRPr/>
            </a:pPr>
            <a:endParaRPr lang="en-US" altLang="en-US" sz="2400" dirty="0">
              <a:latin typeface="+mn-lt"/>
            </a:endParaRPr>
          </a:p>
        </p:txBody>
      </p:sp>
      <p:grpSp>
        <p:nvGrpSpPr>
          <p:cNvPr id="44035" name="Group 14"/>
          <p:cNvGrpSpPr>
            <a:grpSpLocks/>
          </p:cNvGrpSpPr>
          <p:nvPr/>
        </p:nvGrpSpPr>
        <p:grpSpPr bwMode="auto">
          <a:xfrm>
            <a:off x="839788" y="1981200"/>
            <a:ext cx="7464425" cy="830263"/>
            <a:chOff x="839788" y="5399088"/>
            <a:chExt cx="7464425" cy="830997"/>
          </a:xfrm>
        </p:grpSpPr>
        <p:sp>
          <p:nvSpPr>
            <p:cNvPr id="16" name="Rectangle 119"/>
            <p:cNvSpPr>
              <a:spLocks noChangeArrowheads="1"/>
            </p:cNvSpPr>
            <p:nvPr/>
          </p:nvSpPr>
          <p:spPr bwMode="auto">
            <a:xfrm>
              <a:off x="976313" y="5464234"/>
              <a:ext cx="4210050" cy="320958"/>
            </a:xfrm>
            <a:prstGeom prst="rect">
              <a:avLst/>
            </a:prstGeom>
            <a:noFill/>
            <a:ln w="9525">
              <a:noFill/>
              <a:miter lim="800000"/>
              <a:headEnd/>
              <a:tailEnd/>
            </a:ln>
          </p:spPr>
          <p:txBody>
            <a:bodyPr/>
            <a:lstStyle/>
            <a:p>
              <a:pPr>
                <a:lnSpc>
                  <a:spcPct val="90000"/>
                </a:lnSpc>
                <a:spcBef>
                  <a:spcPct val="20000"/>
                </a:spcBef>
                <a:defRPr/>
              </a:pPr>
              <a:r>
                <a:rPr lang="en-US" altLang="en-US" sz="2400" dirty="0">
                  <a:latin typeface="+mn-lt"/>
                </a:rPr>
                <a:t>If</a:t>
              </a:r>
              <a:r>
                <a:rPr lang="en-US" altLang="en-US" sz="2400" i="1" dirty="0">
                  <a:latin typeface="+mn-lt"/>
                </a:rPr>
                <a:t> </a:t>
              </a:r>
              <a:r>
                <a:rPr lang="en-US" altLang="en-US" sz="2400" i="1" dirty="0" err="1">
                  <a:latin typeface="+mn-lt"/>
                </a:rPr>
                <a:t>F</a:t>
              </a:r>
              <a:r>
                <a:rPr lang="en-US" altLang="en-US" sz="2400" baseline="-25000" dirty="0" err="1">
                  <a:latin typeface="+mn-lt"/>
                </a:rPr>
                <a:t>ext</a:t>
              </a:r>
              <a:r>
                <a:rPr lang="en-US" altLang="en-US" sz="2400" dirty="0">
                  <a:latin typeface="+mn-lt"/>
                </a:rPr>
                <a:t> = 0 then </a:t>
              </a:r>
              <a:r>
                <a:rPr lang="en-US" altLang="en-US" sz="2400" i="1" dirty="0">
                  <a:latin typeface="+mn-lt"/>
                  <a:cs typeface="Courier New" pitchFamily="49" charset="0"/>
                </a:rPr>
                <a:t>p</a:t>
              </a:r>
              <a:r>
                <a:rPr lang="en-US" altLang="en-US" sz="2400" dirty="0">
                  <a:latin typeface="+mn-lt"/>
                  <a:cs typeface="Courier New" pitchFamily="49" charset="0"/>
                </a:rPr>
                <a:t> = CONST</a:t>
              </a:r>
              <a:endParaRPr lang="en-US" altLang="en-US" sz="2400" i="1" dirty="0">
                <a:latin typeface="+mn-lt"/>
              </a:endParaRPr>
            </a:p>
          </p:txBody>
        </p:sp>
        <p:sp>
          <p:nvSpPr>
            <p:cNvPr id="18" name="Text Box 120"/>
            <p:cNvSpPr txBox="1">
              <a:spLocks noChangeArrowheads="1"/>
            </p:cNvSpPr>
            <p:nvPr/>
          </p:nvSpPr>
          <p:spPr bwMode="auto">
            <a:xfrm>
              <a:off x="5541963" y="5399088"/>
              <a:ext cx="2762250" cy="830997"/>
            </a:xfrm>
            <a:prstGeom prst="rect">
              <a:avLst/>
            </a:prstGeom>
            <a:solidFill>
              <a:srgbClr val="FF0000"/>
            </a:solidFill>
            <a:ln w="9525">
              <a:noFill/>
              <a:miter lim="800000"/>
              <a:headEnd/>
              <a:tailEnd/>
            </a:ln>
          </p:spPr>
          <p:txBody>
            <a:bodyPr>
              <a:spAutoFit/>
            </a:bodyPr>
            <a:lstStyle/>
            <a:p>
              <a:pPr algn="ctr">
                <a:spcBef>
                  <a:spcPct val="50000"/>
                </a:spcBef>
                <a:defRPr/>
              </a:pPr>
              <a:r>
                <a:rPr lang="en-US" altLang="en-US" sz="2400" dirty="0">
                  <a:solidFill>
                    <a:schemeClr val="bg1"/>
                  </a:solidFill>
                  <a:latin typeface="+mn-lt"/>
                </a:rPr>
                <a:t>conservation of linear momentum</a:t>
              </a:r>
            </a:p>
          </p:txBody>
        </p:sp>
        <p:sp>
          <p:nvSpPr>
            <p:cNvPr id="19" name="Rectangle 121"/>
            <p:cNvSpPr>
              <a:spLocks noChangeArrowheads="1"/>
            </p:cNvSpPr>
            <p:nvPr/>
          </p:nvSpPr>
          <p:spPr bwMode="auto">
            <a:xfrm>
              <a:off x="839788" y="5402266"/>
              <a:ext cx="7462837" cy="815108"/>
            </a:xfrm>
            <a:prstGeom prst="rect">
              <a:avLst/>
            </a:prstGeom>
            <a:noFill/>
            <a:ln w="12700">
              <a:solidFill>
                <a:schemeClr val="tx1"/>
              </a:solidFill>
              <a:miter lim="800000"/>
              <a:headEnd/>
              <a:tailEnd/>
            </a:ln>
          </p:spPr>
          <p:txBody>
            <a:bodyPr wrap="none" anchor="ctr"/>
            <a:lstStyle/>
            <a:p>
              <a:pPr>
                <a:defRPr/>
              </a:pPr>
              <a:endParaRPr lang="en-US" altLang="en-US" sz="2400">
                <a:latin typeface="+mn-lt"/>
              </a:endParaRPr>
            </a:p>
          </p:txBody>
        </p:sp>
      </p:grpSp>
      <p:sp>
        <p:nvSpPr>
          <p:cNvPr id="464900" name="Rectangle 4"/>
          <p:cNvSpPr>
            <a:spLocks noChangeArrowheads="1"/>
          </p:cNvSpPr>
          <p:nvPr/>
        </p:nvSpPr>
        <p:spPr bwMode="auto">
          <a:xfrm>
            <a:off x="674688" y="2849563"/>
            <a:ext cx="7781925" cy="4008437"/>
          </a:xfrm>
          <a:prstGeom prst="rect">
            <a:avLst/>
          </a:prstGeom>
          <a:solidFill>
            <a:srgbClr val="FFFFCC"/>
          </a:solidFill>
          <a:ln w="9525">
            <a:noFill/>
            <a:miter lim="800000"/>
            <a:headEnd/>
            <a:tailEnd/>
          </a:ln>
        </p:spPr>
        <p:txBody>
          <a:bodyPr/>
          <a:lstStyle/>
          <a:p>
            <a:pPr>
              <a:spcBef>
                <a:spcPct val="20000"/>
              </a:spcBef>
            </a:pPr>
            <a:r>
              <a:rPr lang="en-US" altLang="en-US" sz="2400" dirty="0">
                <a:latin typeface="Arial" charset="0"/>
                <a:sym typeface="Symbol" pitchFamily="18" charset="2"/>
              </a:rPr>
              <a:t>EXAMPLE: Two train cars having equal masses of 750 kg and velocities </a:t>
            </a:r>
            <a:r>
              <a:rPr lang="en-US" altLang="en-US" sz="2400" i="1" dirty="0">
                <a:latin typeface="Arial" charset="0"/>
                <a:sym typeface="Symbol" pitchFamily="18" charset="2"/>
              </a:rPr>
              <a:t>u</a:t>
            </a:r>
            <a:r>
              <a:rPr lang="en-US" altLang="en-US" sz="2400" baseline="-25000" dirty="0">
                <a:latin typeface="Arial" charset="0"/>
                <a:sym typeface="Symbol" pitchFamily="18" charset="2"/>
              </a:rPr>
              <a:t>1</a:t>
            </a:r>
            <a:r>
              <a:rPr lang="en-US" altLang="en-US" sz="2400" baseline="30000" dirty="0">
                <a:latin typeface="Arial" charset="0"/>
                <a:sym typeface="Symbol" pitchFamily="18" charset="2"/>
              </a:rPr>
              <a:t> </a:t>
            </a:r>
            <a:r>
              <a:rPr lang="en-US" altLang="en-US" sz="2400" dirty="0">
                <a:latin typeface="Arial" charset="0"/>
                <a:sym typeface="Symbol" pitchFamily="18" charset="2"/>
              </a:rPr>
              <a:t>= 10. m</a:t>
            </a:r>
            <a:r>
              <a:rPr lang="en-US" altLang="en-US" sz="2400" baseline="-25000" dirty="0">
                <a:latin typeface="Arial" charset="0"/>
                <a:sym typeface="Symbol" pitchFamily="18" charset="2"/>
              </a:rPr>
              <a:t> </a:t>
            </a:r>
            <a:r>
              <a:rPr lang="en-US" altLang="en-US" sz="2400" dirty="0">
                <a:latin typeface="Arial" charset="0"/>
                <a:sym typeface="Symbol" pitchFamily="18" charset="2"/>
              </a:rPr>
              <a:t>s</a:t>
            </a:r>
            <a:r>
              <a:rPr lang="en-US" altLang="en-US" sz="2400" baseline="30000" dirty="0">
                <a:latin typeface="Arial" charset="0"/>
                <a:sym typeface="Symbol" pitchFamily="18" charset="2"/>
              </a:rPr>
              <a:t>-1</a:t>
            </a:r>
            <a:r>
              <a:rPr lang="en-US" altLang="en-US" sz="2400" dirty="0">
                <a:latin typeface="Arial" charset="0"/>
                <a:sym typeface="Symbol" pitchFamily="18" charset="2"/>
              </a:rPr>
              <a:t> and </a:t>
            </a:r>
            <a:r>
              <a:rPr lang="en-US" altLang="en-US" sz="2400" i="1" dirty="0">
                <a:latin typeface="Arial" charset="0"/>
                <a:sym typeface="Symbol" pitchFamily="18" charset="2"/>
              </a:rPr>
              <a:t>u</a:t>
            </a:r>
            <a:r>
              <a:rPr lang="en-US" altLang="en-US" sz="2400" baseline="-25000" dirty="0">
                <a:latin typeface="Arial" charset="0"/>
                <a:sym typeface="Symbol" pitchFamily="18" charset="2"/>
              </a:rPr>
              <a:t>2</a:t>
            </a:r>
            <a:r>
              <a:rPr lang="en-US" altLang="en-US" sz="2400" dirty="0">
                <a:latin typeface="Arial" charset="0"/>
                <a:sym typeface="Symbol" pitchFamily="18" charset="2"/>
              </a:rPr>
              <a:t> = 5.0 m</a:t>
            </a:r>
            <a:r>
              <a:rPr lang="en-US" altLang="en-US" sz="2400" baseline="-25000" dirty="0">
                <a:latin typeface="Arial" charset="0"/>
                <a:sym typeface="Symbol" pitchFamily="18" charset="2"/>
              </a:rPr>
              <a:t> </a:t>
            </a:r>
            <a:r>
              <a:rPr lang="en-US" altLang="en-US" sz="2400" dirty="0">
                <a:latin typeface="Arial" charset="0"/>
                <a:sym typeface="Symbol" pitchFamily="18" charset="2"/>
              </a:rPr>
              <a:t>s</a:t>
            </a:r>
            <a:r>
              <a:rPr lang="en-US" altLang="en-US" sz="2400" baseline="30000" dirty="0">
                <a:latin typeface="Arial" charset="0"/>
                <a:sym typeface="Symbol" pitchFamily="18" charset="2"/>
              </a:rPr>
              <a:t>-1</a:t>
            </a:r>
            <a:r>
              <a:rPr lang="en-US" altLang="en-US" sz="2400" dirty="0">
                <a:latin typeface="Arial" charset="0"/>
                <a:sym typeface="Symbol" pitchFamily="18" charset="2"/>
              </a:rPr>
              <a:t> collide and hitch together. Find the change in kinetic energy.</a:t>
            </a:r>
          </a:p>
          <a:p>
            <a:pPr>
              <a:spcBef>
                <a:spcPct val="20000"/>
              </a:spcBef>
            </a:pPr>
            <a:endParaRPr lang="en-US" altLang="en-US" sz="2400" dirty="0">
              <a:latin typeface="Arial" charset="0"/>
              <a:sym typeface="Symbol" pitchFamily="18" charset="2"/>
            </a:endParaRPr>
          </a:p>
          <a:p>
            <a:pPr>
              <a:spcBef>
                <a:spcPct val="20000"/>
              </a:spcBef>
            </a:pPr>
            <a:endParaRPr lang="en-US" altLang="en-US" sz="2400" dirty="0">
              <a:latin typeface="Arial" charset="0"/>
              <a:sym typeface="Symbol" pitchFamily="18" charset="2"/>
            </a:endParaRPr>
          </a:p>
          <a:p>
            <a:r>
              <a:rPr lang="en-US" altLang="en-US" sz="2400" dirty="0">
                <a:latin typeface="Arial" charset="0"/>
              </a:rPr>
              <a:t>SOLUTION: Use </a:t>
            </a:r>
            <a:r>
              <a:rPr lang="en-US" altLang="en-US" sz="2400" i="1" dirty="0">
                <a:latin typeface="Arial" charset="0"/>
              </a:rPr>
              <a:t>E</a:t>
            </a:r>
            <a:r>
              <a:rPr lang="en-US" altLang="en-US" sz="2400" baseline="-25000" dirty="0">
                <a:latin typeface="Arial" charset="0"/>
              </a:rPr>
              <a:t>K</a:t>
            </a:r>
            <a:r>
              <a:rPr lang="en-US" altLang="en-US" sz="2400" dirty="0">
                <a:latin typeface="Arial" charset="0"/>
              </a:rPr>
              <a:t> = (1/2</a:t>
            </a:r>
            <a:r>
              <a:rPr lang="en-US" altLang="en-US" sz="2400" i="1" dirty="0">
                <a:latin typeface="Arial" charset="0"/>
              </a:rPr>
              <a:t>) </a:t>
            </a:r>
            <a:r>
              <a:rPr lang="en-US" altLang="en-US" sz="2400" i="1" dirty="0" err="1">
                <a:latin typeface="Arial" charset="0"/>
              </a:rPr>
              <a:t>mv</a:t>
            </a:r>
            <a:r>
              <a:rPr lang="en-US" altLang="en-US" sz="2400" baseline="30000" dirty="0">
                <a:latin typeface="Arial" charset="0"/>
              </a:rPr>
              <a:t> 2</a:t>
            </a:r>
            <a:r>
              <a:rPr lang="en-US" altLang="en-US" sz="2400" i="1" dirty="0">
                <a:latin typeface="Arial" charset="0"/>
              </a:rPr>
              <a:t>.</a:t>
            </a:r>
            <a:r>
              <a:rPr lang="en-US" altLang="en-US" sz="2400" dirty="0">
                <a:latin typeface="Arial" charset="0"/>
              </a:rPr>
              <a:t> Then</a:t>
            </a:r>
          </a:p>
          <a:p>
            <a:pPr>
              <a:spcBef>
                <a:spcPct val="10000"/>
              </a:spcBef>
              <a:buFont typeface="Symbol" pitchFamily="18" charset="2"/>
              <a:buNone/>
            </a:pPr>
            <a:r>
              <a:rPr lang="en-US" altLang="en-US" sz="2400" i="1" dirty="0">
                <a:latin typeface="Arial" charset="0"/>
                <a:cs typeface="Courier New" pitchFamily="49" charset="0"/>
              </a:rPr>
              <a:t>       </a:t>
            </a:r>
            <a:r>
              <a:rPr lang="en-US" altLang="en-US" sz="2400" i="1" dirty="0" err="1">
                <a:latin typeface="Arial" charset="0"/>
              </a:rPr>
              <a:t>E</a:t>
            </a:r>
            <a:r>
              <a:rPr lang="en-US" altLang="en-US" sz="2400" baseline="-25000" dirty="0" err="1">
                <a:latin typeface="Arial" charset="0"/>
              </a:rPr>
              <a:t>K,f</a:t>
            </a:r>
            <a:r>
              <a:rPr lang="en-US" altLang="en-US" sz="2400" dirty="0">
                <a:latin typeface="Arial" charset="0"/>
              </a:rPr>
              <a:t> = (1/2</a:t>
            </a:r>
            <a:r>
              <a:rPr lang="en-US" altLang="en-US" sz="2400" i="1" dirty="0">
                <a:latin typeface="Arial" charset="0"/>
              </a:rPr>
              <a:t>) </a:t>
            </a:r>
            <a:r>
              <a:rPr lang="en-US" altLang="en-US" sz="2400" dirty="0">
                <a:latin typeface="Arial" charset="0"/>
              </a:rPr>
              <a:t>(</a:t>
            </a:r>
            <a:r>
              <a:rPr lang="en-US" altLang="en-US" sz="2400" i="1" dirty="0">
                <a:latin typeface="Arial" charset="0"/>
              </a:rPr>
              <a:t>m</a:t>
            </a:r>
            <a:r>
              <a:rPr lang="en-US" altLang="en-US" sz="2400" dirty="0">
                <a:latin typeface="Arial" charset="0"/>
              </a:rPr>
              <a:t> + </a:t>
            </a:r>
            <a:r>
              <a:rPr lang="en-US" altLang="en-US" sz="2400" i="1" dirty="0">
                <a:latin typeface="Arial" charset="0"/>
              </a:rPr>
              <a:t>m</a:t>
            </a:r>
            <a:r>
              <a:rPr lang="en-US" altLang="en-US" sz="2400" dirty="0">
                <a:latin typeface="Arial" charset="0"/>
              </a:rPr>
              <a:t>)</a:t>
            </a:r>
            <a:r>
              <a:rPr lang="en-US" altLang="en-US" sz="2400" i="1" dirty="0">
                <a:latin typeface="Arial" charset="0"/>
              </a:rPr>
              <a:t> v</a:t>
            </a:r>
            <a:r>
              <a:rPr lang="en-US" altLang="en-US" sz="2400" baseline="30000" dirty="0">
                <a:latin typeface="Arial" charset="0"/>
              </a:rPr>
              <a:t> 2</a:t>
            </a:r>
            <a:r>
              <a:rPr lang="en-US" altLang="en-US" sz="2400" i="1" dirty="0">
                <a:latin typeface="Arial" charset="0"/>
              </a:rPr>
              <a:t> </a:t>
            </a:r>
          </a:p>
          <a:p>
            <a:pPr>
              <a:spcBef>
                <a:spcPct val="10000"/>
              </a:spcBef>
              <a:buFont typeface="Symbol" pitchFamily="18" charset="2"/>
              <a:buNone/>
            </a:pPr>
            <a:r>
              <a:rPr lang="en-US" altLang="en-US" sz="2400" dirty="0">
                <a:latin typeface="Arial" charset="0"/>
              </a:rPr>
              <a:t>             = (1/2) (750 + 750) 7.5</a:t>
            </a:r>
            <a:r>
              <a:rPr lang="en-US" altLang="en-US" sz="2400" baseline="30000" dirty="0">
                <a:latin typeface="Arial" charset="0"/>
              </a:rPr>
              <a:t> 2</a:t>
            </a:r>
            <a:r>
              <a:rPr lang="en-US" altLang="en-US" sz="2400" dirty="0">
                <a:latin typeface="Arial" charset="0"/>
              </a:rPr>
              <a:t>  = 42187.5 J.</a:t>
            </a:r>
          </a:p>
          <a:p>
            <a:pPr>
              <a:spcBef>
                <a:spcPct val="10000"/>
              </a:spcBef>
              <a:buFont typeface="Symbol" pitchFamily="18" charset="2"/>
              <a:buNone/>
            </a:pPr>
            <a:r>
              <a:rPr lang="en-US" altLang="en-US" sz="2400" i="1" dirty="0">
                <a:latin typeface="Arial" charset="0"/>
              </a:rPr>
              <a:t>      E</a:t>
            </a:r>
            <a:r>
              <a:rPr lang="en-US" altLang="en-US" sz="2400" baseline="-25000" dirty="0">
                <a:latin typeface="Arial" charset="0"/>
              </a:rPr>
              <a:t>K,0</a:t>
            </a:r>
            <a:r>
              <a:rPr lang="en-US" altLang="en-US" sz="2400" dirty="0">
                <a:latin typeface="Arial" charset="0"/>
              </a:rPr>
              <a:t> = (1/2</a:t>
            </a:r>
            <a:r>
              <a:rPr lang="en-US" altLang="en-US" sz="2400" i="1" dirty="0">
                <a:latin typeface="Arial" charset="0"/>
              </a:rPr>
              <a:t>) </a:t>
            </a:r>
            <a:r>
              <a:rPr lang="en-US" altLang="en-US" sz="2400" dirty="0">
                <a:latin typeface="Arial" charset="0"/>
              </a:rPr>
              <a:t>(750)</a:t>
            </a:r>
            <a:r>
              <a:rPr lang="en-US" altLang="en-US" sz="2400" i="1" dirty="0">
                <a:latin typeface="Arial" charset="0"/>
              </a:rPr>
              <a:t> </a:t>
            </a:r>
            <a:r>
              <a:rPr lang="en-US" altLang="en-US" sz="2400" dirty="0">
                <a:latin typeface="Arial" charset="0"/>
              </a:rPr>
              <a:t>10</a:t>
            </a:r>
            <a:r>
              <a:rPr lang="en-US" altLang="en-US" sz="2400" baseline="30000" dirty="0">
                <a:latin typeface="Arial" charset="0"/>
              </a:rPr>
              <a:t> 2 </a:t>
            </a:r>
            <a:r>
              <a:rPr lang="en-US" altLang="en-US" sz="2400" dirty="0">
                <a:latin typeface="Arial" charset="0"/>
              </a:rPr>
              <a:t>+ (1/2</a:t>
            </a:r>
            <a:r>
              <a:rPr lang="en-US" altLang="en-US" sz="2400" i="1" dirty="0">
                <a:latin typeface="Arial" charset="0"/>
              </a:rPr>
              <a:t>) </a:t>
            </a:r>
            <a:r>
              <a:rPr lang="en-US" altLang="en-US" sz="2400" dirty="0">
                <a:latin typeface="Arial" charset="0"/>
              </a:rPr>
              <a:t>(750)</a:t>
            </a:r>
            <a:r>
              <a:rPr lang="en-US" altLang="en-US" sz="2400" i="1" dirty="0">
                <a:latin typeface="Arial" charset="0"/>
              </a:rPr>
              <a:t> </a:t>
            </a:r>
            <a:r>
              <a:rPr lang="en-US" altLang="en-US" sz="2400" dirty="0">
                <a:latin typeface="Arial" charset="0"/>
              </a:rPr>
              <a:t>5</a:t>
            </a:r>
            <a:r>
              <a:rPr lang="en-US" altLang="en-US" sz="2400" baseline="30000" dirty="0">
                <a:latin typeface="Arial" charset="0"/>
              </a:rPr>
              <a:t> 2 </a:t>
            </a:r>
            <a:r>
              <a:rPr lang="en-US" altLang="en-US" sz="2400" dirty="0">
                <a:latin typeface="Arial" charset="0"/>
              </a:rPr>
              <a:t>= 46875 J.</a:t>
            </a:r>
          </a:p>
          <a:p>
            <a:pPr>
              <a:spcBef>
                <a:spcPct val="10000"/>
              </a:spcBef>
              <a:buFont typeface="Symbol" pitchFamily="18" charset="2"/>
              <a:buNone/>
            </a:pPr>
            <a:r>
              <a:rPr lang="en-US" altLang="en-US" sz="2400" dirty="0">
                <a:latin typeface="Arial" charset="0"/>
                <a:sym typeface="Symbol" pitchFamily="18" charset="2"/>
              </a:rPr>
              <a:t>      </a:t>
            </a:r>
            <a:r>
              <a:rPr lang="en-US" altLang="en-US" sz="2400" i="1" dirty="0">
                <a:latin typeface="Arial" charset="0"/>
                <a:sym typeface="Symbol" pitchFamily="18" charset="2"/>
              </a:rPr>
              <a:t>E</a:t>
            </a:r>
            <a:r>
              <a:rPr lang="en-US" altLang="en-US" sz="2400" baseline="-25000" dirty="0">
                <a:latin typeface="Arial" charset="0"/>
                <a:sym typeface="Symbol" pitchFamily="18" charset="2"/>
              </a:rPr>
              <a:t>K</a:t>
            </a:r>
            <a:r>
              <a:rPr lang="en-US" altLang="en-US" sz="2400" dirty="0">
                <a:latin typeface="Arial" charset="0"/>
                <a:sym typeface="Symbol" pitchFamily="18" charset="2"/>
              </a:rPr>
              <a:t> = </a:t>
            </a:r>
            <a:r>
              <a:rPr lang="en-US" altLang="en-US" sz="2400" i="1" dirty="0" err="1">
                <a:latin typeface="Arial" charset="0"/>
                <a:sym typeface="Symbol" pitchFamily="18" charset="2"/>
              </a:rPr>
              <a:t>E</a:t>
            </a:r>
            <a:r>
              <a:rPr lang="en-US" altLang="en-US" sz="2400" baseline="-25000" dirty="0" err="1">
                <a:latin typeface="Arial" charset="0"/>
                <a:sym typeface="Symbol" pitchFamily="18" charset="2"/>
              </a:rPr>
              <a:t>K,f</a:t>
            </a:r>
            <a:r>
              <a:rPr lang="en-US" altLang="en-US" sz="2400" dirty="0">
                <a:latin typeface="Arial" charset="0"/>
                <a:sym typeface="Symbol" pitchFamily="18" charset="2"/>
              </a:rPr>
              <a:t> – </a:t>
            </a:r>
            <a:r>
              <a:rPr lang="en-US" altLang="en-US" sz="2400" i="1" dirty="0">
                <a:latin typeface="Arial" charset="0"/>
                <a:sym typeface="Symbol" pitchFamily="18" charset="2"/>
              </a:rPr>
              <a:t>E</a:t>
            </a:r>
            <a:r>
              <a:rPr lang="en-US" altLang="en-US" sz="2400" baseline="-25000" dirty="0">
                <a:latin typeface="Arial" charset="0"/>
                <a:sym typeface="Symbol" pitchFamily="18" charset="2"/>
              </a:rPr>
              <a:t>K,0</a:t>
            </a:r>
            <a:r>
              <a:rPr lang="en-US" altLang="en-US" sz="2400" dirty="0">
                <a:latin typeface="Arial" charset="0"/>
                <a:sym typeface="Symbol" pitchFamily="18" charset="2"/>
              </a:rPr>
              <a:t> = 42187.5 – 46875 = - 4700 J. </a:t>
            </a:r>
            <a:r>
              <a:rPr lang="en-US" altLang="en-US" sz="2400" i="1" dirty="0">
                <a:latin typeface="Arial" charset="0"/>
                <a:cs typeface="Courier New" pitchFamily="49" charset="0"/>
              </a:rPr>
              <a:t>  </a:t>
            </a:r>
            <a:endParaRPr lang="en-US" altLang="en-US" sz="2400" dirty="0">
              <a:latin typeface="Arial" charset="0"/>
              <a:cs typeface="Courier New" pitchFamily="49" charset="0"/>
            </a:endParaRPr>
          </a:p>
        </p:txBody>
      </p:sp>
      <p:sp>
        <p:nvSpPr>
          <p:cNvPr id="464901" name="Rectangle 5"/>
          <p:cNvSpPr>
            <a:spLocks noChangeArrowheads="1"/>
          </p:cNvSpPr>
          <p:nvPr/>
        </p:nvSpPr>
        <p:spPr bwMode="auto">
          <a:xfrm>
            <a:off x="0" y="4806950"/>
            <a:ext cx="9144000" cy="46038"/>
          </a:xfrm>
          <a:prstGeom prst="rect">
            <a:avLst/>
          </a:prstGeom>
          <a:gradFill rotWithShape="1">
            <a:gsLst>
              <a:gs pos="0">
                <a:schemeClr val="bg1">
                  <a:gamma/>
                  <a:shade val="46275"/>
                  <a:invGamma/>
                </a:schemeClr>
              </a:gs>
              <a:gs pos="100000">
                <a:schemeClr val="bg1"/>
              </a:gs>
            </a:gsLst>
            <a:lin ang="5400000" scaled="1"/>
          </a:gradFill>
          <a:ln w="9525">
            <a:solidFill>
              <a:schemeClr val="tx1"/>
            </a:solidFill>
            <a:miter lim="800000"/>
            <a:headEnd/>
            <a:tailEnd/>
          </a:ln>
          <a:effectLst/>
        </p:spPr>
        <p:txBody>
          <a:bodyPr wrap="none" anchor="ctr"/>
          <a:lstStyle/>
          <a:p>
            <a:pPr>
              <a:defRPr/>
            </a:pPr>
            <a:endParaRPr lang="en-US"/>
          </a:p>
        </p:txBody>
      </p:sp>
      <p:grpSp>
        <p:nvGrpSpPr>
          <p:cNvPr id="3" name="Group 6"/>
          <p:cNvGrpSpPr>
            <a:grpSpLocks/>
          </p:cNvGrpSpPr>
          <p:nvPr/>
        </p:nvGrpSpPr>
        <p:grpSpPr bwMode="auto">
          <a:xfrm>
            <a:off x="0" y="4006850"/>
            <a:ext cx="1912938" cy="817563"/>
            <a:chOff x="464" y="1863"/>
            <a:chExt cx="1205" cy="515"/>
          </a:xfrm>
          <a:effectLst>
            <a:outerShdw blurRad="50800" dist="38100" dir="2700000" algn="tl" rotWithShape="0">
              <a:prstClr val="black">
                <a:alpha val="40000"/>
              </a:prstClr>
            </a:outerShdw>
          </a:effectLst>
        </p:grpSpPr>
        <p:pic>
          <p:nvPicPr>
            <p:cNvPr id="30740" name="Picture 7" descr="tn00175_[1]"/>
            <p:cNvPicPr>
              <a:picLocks noChangeAspect="1" noChangeArrowheads="1"/>
            </p:cNvPicPr>
            <p:nvPr/>
          </p:nvPicPr>
          <p:blipFill>
            <a:blip r:embed="rId3" cstate="print"/>
            <a:srcRect/>
            <a:stretch>
              <a:fillRect/>
            </a:stretch>
          </p:blipFill>
          <p:spPr bwMode="auto">
            <a:xfrm>
              <a:off x="464" y="1863"/>
              <a:ext cx="1205" cy="515"/>
            </a:xfrm>
            <a:prstGeom prst="rect">
              <a:avLst/>
            </a:prstGeom>
            <a:noFill/>
            <a:ln w="9525">
              <a:noFill/>
              <a:miter lim="800000"/>
              <a:headEnd/>
              <a:tailEnd/>
            </a:ln>
          </p:spPr>
        </p:pic>
        <p:sp>
          <p:nvSpPr>
            <p:cNvPr id="30741" name="Line 8"/>
            <p:cNvSpPr>
              <a:spLocks noChangeShapeType="1"/>
            </p:cNvSpPr>
            <p:nvPr/>
          </p:nvSpPr>
          <p:spPr bwMode="auto">
            <a:xfrm>
              <a:off x="853" y="2130"/>
              <a:ext cx="426" cy="0"/>
            </a:xfrm>
            <a:prstGeom prst="line">
              <a:avLst/>
            </a:prstGeom>
            <a:noFill/>
            <a:ln w="38100">
              <a:solidFill>
                <a:schemeClr val="bg1"/>
              </a:solidFill>
              <a:round/>
              <a:headEnd/>
              <a:tailEnd type="arrow" w="med" len="med"/>
            </a:ln>
          </p:spPr>
          <p:txBody>
            <a:bodyPr/>
            <a:lstStyle/>
            <a:p>
              <a:pPr>
                <a:defRPr/>
              </a:pPr>
              <a:endParaRPr lang="en-US"/>
            </a:p>
          </p:txBody>
        </p:sp>
        <p:sp>
          <p:nvSpPr>
            <p:cNvPr id="30742" name="Text Box 9"/>
            <p:cNvSpPr txBox="1">
              <a:spLocks noChangeArrowheads="1"/>
            </p:cNvSpPr>
            <p:nvPr/>
          </p:nvSpPr>
          <p:spPr bwMode="auto">
            <a:xfrm>
              <a:off x="1252" y="2009"/>
              <a:ext cx="294"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u</a:t>
              </a:r>
              <a:r>
                <a:rPr lang="en-US" altLang="en-US" sz="2400" baseline="-25000">
                  <a:solidFill>
                    <a:schemeClr val="bg1"/>
                  </a:solidFill>
                  <a:latin typeface="Arial" charset="0"/>
                </a:rPr>
                <a:t>1</a:t>
              </a:r>
              <a:endParaRPr lang="en-US" altLang="en-US" sz="2400" i="1">
                <a:solidFill>
                  <a:schemeClr val="bg1"/>
                </a:solidFill>
                <a:latin typeface="Arial" charset="0"/>
              </a:endParaRPr>
            </a:p>
          </p:txBody>
        </p:sp>
      </p:grpSp>
      <p:grpSp>
        <p:nvGrpSpPr>
          <p:cNvPr id="4" name="Group 10"/>
          <p:cNvGrpSpPr>
            <a:grpSpLocks/>
          </p:cNvGrpSpPr>
          <p:nvPr/>
        </p:nvGrpSpPr>
        <p:grpSpPr bwMode="auto">
          <a:xfrm>
            <a:off x="3152775" y="4006850"/>
            <a:ext cx="1912938" cy="817563"/>
            <a:chOff x="2139" y="1867"/>
            <a:chExt cx="1205" cy="515"/>
          </a:xfrm>
          <a:effectLst>
            <a:outerShdw blurRad="50800" dist="38100" dir="2700000" algn="tl" rotWithShape="0">
              <a:prstClr val="black">
                <a:alpha val="40000"/>
              </a:prstClr>
            </a:outerShdw>
          </a:effectLst>
        </p:grpSpPr>
        <p:pic>
          <p:nvPicPr>
            <p:cNvPr id="30737" name="Picture 11" descr="tn00175_[1]"/>
            <p:cNvPicPr>
              <a:picLocks noChangeAspect="1" noChangeArrowheads="1"/>
            </p:cNvPicPr>
            <p:nvPr/>
          </p:nvPicPr>
          <p:blipFill>
            <a:blip r:embed="rId3" cstate="print"/>
            <a:srcRect/>
            <a:stretch>
              <a:fillRect/>
            </a:stretch>
          </p:blipFill>
          <p:spPr bwMode="auto">
            <a:xfrm>
              <a:off x="2139" y="1867"/>
              <a:ext cx="1205" cy="515"/>
            </a:xfrm>
            <a:prstGeom prst="rect">
              <a:avLst/>
            </a:prstGeom>
            <a:noFill/>
            <a:ln w="9525">
              <a:noFill/>
              <a:miter lim="800000"/>
              <a:headEnd/>
              <a:tailEnd/>
            </a:ln>
          </p:spPr>
        </p:pic>
        <p:sp>
          <p:nvSpPr>
            <p:cNvPr id="30738" name="Line 12"/>
            <p:cNvSpPr>
              <a:spLocks noChangeShapeType="1"/>
            </p:cNvSpPr>
            <p:nvPr/>
          </p:nvSpPr>
          <p:spPr bwMode="auto">
            <a:xfrm>
              <a:off x="2597" y="2139"/>
              <a:ext cx="300" cy="0"/>
            </a:xfrm>
            <a:prstGeom prst="line">
              <a:avLst/>
            </a:prstGeom>
            <a:noFill/>
            <a:ln w="38100">
              <a:solidFill>
                <a:schemeClr val="bg1"/>
              </a:solidFill>
              <a:round/>
              <a:headEnd/>
              <a:tailEnd type="arrow" w="med" len="med"/>
            </a:ln>
          </p:spPr>
          <p:txBody>
            <a:bodyPr/>
            <a:lstStyle/>
            <a:p>
              <a:pPr>
                <a:defRPr/>
              </a:pPr>
              <a:endParaRPr lang="en-US"/>
            </a:p>
          </p:txBody>
        </p:sp>
        <p:sp>
          <p:nvSpPr>
            <p:cNvPr id="30739" name="Text Box 13"/>
            <p:cNvSpPr txBox="1">
              <a:spLocks noChangeArrowheads="1"/>
            </p:cNvSpPr>
            <p:nvPr/>
          </p:nvSpPr>
          <p:spPr bwMode="auto">
            <a:xfrm>
              <a:off x="2862" y="2018"/>
              <a:ext cx="294"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u</a:t>
              </a:r>
              <a:r>
                <a:rPr lang="en-US" altLang="en-US" sz="2400" baseline="-25000">
                  <a:solidFill>
                    <a:schemeClr val="bg1"/>
                  </a:solidFill>
                  <a:latin typeface="Arial" charset="0"/>
                </a:rPr>
                <a:t>2</a:t>
              </a:r>
              <a:endParaRPr lang="en-US" altLang="en-US" sz="2400" i="1">
                <a:solidFill>
                  <a:schemeClr val="bg1"/>
                </a:solidFill>
                <a:latin typeface="Arial" charset="0"/>
              </a:endParaRPr>
            </a:p>
          </p:txBody>
        </p:sp>
      </p:grpSp>
      <p:grpSp>
        <p:nvGrpSpPr>
          <p:cNvPr id="5" name="Group 14"/>
          <p:cNvGrpSpPr>
            <a:grpSpLocks/>
          </p:cNvGrpSpPr>
          <p:nvPr/>
        </p:nvGrpSpPr>
        <p:grpSpPr bwMode="auto">
          <a:xfrm>
            <a:off x="2100263" y="3994150"/>
            <a:ext cx="3808412" cy="823913"/>
            <a:chOff x="457" y="2784"/>
            <a:chExt cx="2399" cy="519"/>
          </a:xfrm>
          <a:effectLst>
            <a:outerShdw blurRad="50800" dist="38100" dir="2700000" algn="tl" rotWithShape="0">
              <a:prstClr val="black">
                <a:alpha val="40000"/>
              </a:prstClr>
            </a:outerShdw>
          </a:effectLst>
        </p:grpSpPr>
        <p:pic>
          <p:nvPicPr>
            <p:cNvPr id="30731" name="Picture 15" descr="tn00175_[1]"/>
            <p:cNvPicPr>
              <a:picLocks noChangeAspect="1" noChangeArrowheads="1"/>
            </p:cNvPicPr>
            <p:nvPr/>
          </p:nvPicPr>
          <p:blipFill>
            <a:blip r:embed="rId3" cstate="print"/>
            <a:srcRect/>
            <a:stretch>
              <a:fillRect/>
            </a:stretch>
          </p:blipFill>
          <p:spPr bwMode="auto">
            <a:xfrm>
              <a:off x="457" y="2788"/>
              <a:ext cx="1205" cy="515"/>
            </a:xfrm>
            <a:prstGeom prst="rect">
              <a:avLst/>
            </a:prstGeom>
            <a:noFill/>
            <a:ln w="9525">
              <a:noFill/>
              <a:miter lim="800000"/>
              <a:headEnd/>
              <a:tailEnd/>
            </a:ln>
          </p:spPr>
        </p:pic>
        <p:sp>
          <p:nvSpPr>
            <p:cNvPr id="30732" name="Line 16"/>
            <p:cNvSpPr>
              <a:spLocks noChangeShapeType="1"/>
            </p:cNvSpPr>
            <p:nvPr/>
          </p:nvSpPr>
          <p:spPr bwMode="auto">
            <a:xfrm>
              <a:off x="846" y="3055"/>
              <a:ext cx="426" cy="0"/>
            </a:xfrm>
            <a:prstGeom prst="line">
              <a:avLst/>
            </a:prstGeom>
            <a:noFill/>
            <a:ln w="38100">
              <a:solidFill>
                <a:schemeClr val="bg1"/>
              </a:solidFill>
              <a:round/>
              <a:headEnd/>
              <a:tailEnd type="arrow" w="med" len="med"/>
            </a:ln>
          </p:spPr>
          <p:txBody>
            <a:bodyPr/>
            <a:lstStyle/>
            <a:p>
              <a:pPr>
                <a:defRPr/>
              </a:pPr>
              <a:endParaRPr lang="en-US"/>
            </a:p>
          </p:txBody>
        </p:sp>
        <p:sp>
          <p:nvSpPr>
            <p:cNvPr id="30733" name="Text Box 17"/>
            <p:cNvSpPr txBox="1">
              <a:spLocks noChangeArrowheads="1"/>
            </p:cNvSpPr>
            <p:nvPr/>
          </p:nvSpPr>
          <p:spPr bwMode="auto">
            <a:xfrm>
              <a:off x="1245" y="2934"/>
              <a:ext cx="212"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v</a:t>
              </a:r>
            </a:p>
          </p:txBody>
        </p:sp>
        <p:pic>
          <p:nvPicPr>
            <p:cNvPr id="30734" name="Picture 18" descr="tn00175_[1]"/>
            <p:cNvPicPr>
              <a:picLocks noChangeAspect="1" noChangeArrowheads="1"/>
            </p:cNvPicPr>
            <p:nvPr/>
          </p:nvPicPr>
          <p:blipFill>
            <a:blip r:embed="rId3" cstate="print"/>
            <a:srcRect/>
            <a:stretch>
              <a:fillRect/>
            </a:stretch>
          </p:blipFill>
          <p:spPr bwMode="auto">
            <a:xfrm>
              <a:off x="1651" y="2784"/>
              <a:ext cx="1205" cy="515"/>
            </a:xfrm>
            <a:prstGeom prst="rect">
              <a:avLst/>
            </a:prstGeom>
            <a:noFill/>
            <a:ln w="9525">
              <a:noFill/>
              <a:miter lim="800000"/>
              <a:headEnd/>
              <a:tailEnd/>
            </a:ln>
          </p:spPr>
        </p:pic>
        <p:sp>
          <p:nvSpPr>
            <p:cNvPr id="30735" name="Text Box 19"/>
            <p:cNvSpPr txBox="1">
              <a:spLocks noChangeArrowheads="1"/>
            </p:cNvSpPr>
            <p:nvPr/>
          </p:nvSpPr>
          <p:spPr bwMode="auto">
            <a:xfrm>
              <a:off x="2374" y="2935"/>
              <a:ext cx="212"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v</a:t>
              </a:r>
            </a:p>
          </p:txBody>
        </p:sp>
        <p:sp>
          <p:nvSpPr>
            <p:cNvPr id="30736" name="Line 20"/>
            <p:cNvSpPr>
              <a:spLocks noChangeShapeType="1"/>
            </p:cNvSpPr>
            <p:nvPr/>
          </p:nvSpPr>
          <p:spPr bwMode="auto">
            <a:xfrm>
              <a:off x="2016" y="3064"/>
              <a:ext cx="426" cy="0"/>
            </a:xfrm>
            <a:prstGeom prst="line">
              <a:avLst/>
            </a:prstGeom>
            <a:noFill/>
            <a:ln w="38100">
              <a:solidFill>
                <a:schemeClr val="bg1"/>
              </a:solidFill>
              <a:round/>
              <a:headEnd/>
              <a:tailEnd type="arrow" w="med" len="med"/>
            </a:ln>
          </p:spPr>
          <p:txBody>
            <a:bodyP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64900">
                                            <p:txEl>
                                              <p:pRg st="0" end="0"/>
                                            </p:txEl>
                                          </p:spTgt>
                                        </p:tgtEl>
                                        <p:attrNameLst>
                                          <p:attrName>style.visibility</p:attrName>
                                        </p:attrNameLst>
                                      </p:cBhvr>
                                      <p:to>
                                        <p:strVal val="visible"/>
                                      </p:to>
                                    </p:set>
                                    <p:anim calcmode="lin" valueType="num">
                                      <p:cBhvr additive="base">
                                        <p:cTn id="7" dur="500" fill="hold"/>
                                        <p:tgtEl>
                                          <p:spTgt spid="46490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4900">
                                            <p:txEl>
                                              <p:pRg st="0" end="0"/>
                                            </p:txEl>
                                          </p:spTgt>
                                        </p:tgtEl>
                                        <p:attrNameLst>
                                          <p:attrName>ppt_y</p:attrName>
                                        </p:attrNameLst>
                                      </p:cBhvr>
                                      <p:tavLst>
                                        <p:tav tm="0">
                                          <p:val>
                                            <p:strVal val="1+#ppt_h/2"/>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464901"/>
                                        </p:tgtEl>
                                        <p:attrNameLst>
                                          <p:attrName>style.visibility</p:attrName>
                                        </p:attrNameLst>
                                      </p:cBhvr>
                                      <p:to>
                                        <p:strVal val="visible"/>
                                      </p:to>
                                    </p:set>
                                    <p:animEffect transition="in" filter="wipe(left)">
                                      <p:cBhvr>
                                        <p:cTn id="11" dur="500"/>
                                        <p:tgtEl>
                                          <p:spTgt spid="464901"/>
                                        </p:tgtEl>
                                      </p:cBhvr>
                                    </p:animEffect>
                                  </p:childTnLst>
                                </p:cTn>
                              </p:par>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10"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par>
                          <p:cTn id="18" fill="hold" nodeType="withGroup">
                            <p:stCondLst>
                              <p:cond delay="500"/>
                            </p:stCondLst>
                            <p:childTnLst>
                              <p:par>
                                <p:cTn id="19" presetID="63" presetClass="path" presetSubtype="0" fill="hold" nodeType="afterEffect">
                                  <p:stCondLst>
                                    <p:cond delay="0"/>
                                  </p:stCondLst>
                                  <p:childTnLst>
                                    <p:animMotion origin="layout" path="M -3.88889E-6 -3.33333E-6 L 0.22882 -3.33333E-6 " pathEditMode="relative" rAng="0" ptsTypes="AA">
                                      <p:cBhvr>
                                        <p:cTn id="20" dur="2000" fill="hold"/>
                                        <p:tgtEl>
                                          <p:spTgt spid="3"/>
                                        </p:tgtEl>
                                        <p:attrNameLst>
                                          <p:attrName>ppt_x</p:attrName>
                                          <p:attrName>ppt_y</p:attrName>
                                        </p:attrNameLst>
                                      </p:cBhvr>
                                      <p:rCtr x="114" y="0"/>
                                    </p:animMotion>
                                  </p:childTnLst>
                                </p:cTn>
                              </p:par>
                              <p:par>
                                <p:cTn id="21" presetID="63" presetClass="path" presetSubtype="0" fill="hold" nodeType="withEffect">
                                  <p:stCondLst>
                                    <p:cond delay="0"/>
                                  </p:stCondLst>
                                  <p:childTnLst>
                                    <p:animMotion origin="layout" path="M 3.05556E-6 -3.7037E-7 L 0.09201 -0.00162 " pathEditMode="relative" rAng="0" ptsTypes="AA">
                                      <p:cBhvr>
                                        <p:cTn id="22" dur="2000" fill="hold"/>
                                        <p:tgtEl>
                                          <p:spTgt spid="4"/>
                                        </p:tgtEl>
                                        <p:attrNameLst>
                                          <p:attrName>ppt_x</p:attrName>
                                          <p:attrName>ppt_y</p:attrName>
                                        </p:attrNameLst>
                                      </p:cBhvr>
                                      <p:rCtr x="46" y="-1"/>
                                    </p:animMotion>
                                  </p:childTnLst>
                                </p:cTn>
                              </p:par>
                            </p:childTnLst>
                          </p:cTn>
                        </p:par>
                        <p:par>
                          <p:cTn id="23" fill="hold" nodeType="afterGroup">
                            <p:stCondLst>
                              <p:cond delay="2500"/>
                            </p:stCondLst>
                            <p:childTnLst>
                              <p:par>
                                <p:cTn id="24" presetID="10" presetClass="entr" presetSubtype="0"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10" presetClass="exit" presetSubtype="0" fill="hold" nodeType="withEffect">
                                  <p:stCondLst>
                                    <p:cond delay="0"/>
                                  </p:stCondLst>
                                  <p:childTnLst>
                                    <p:animEffect transition="out" filter="fade">
                                      <p:cBhvr>
                                        <p:cTn id="28" dur="500"/>
                                        <p:tgtEl>
                                          <p:spTgt spid="3"/>
                                        </p:tgtEl>
                                      </p:cBhvr>
                                    </p:animEffect>
                                    <p:set>
                                      <p:cBhvr>
                                        <p:cTn id="29" dur="1" fill="hold">
                                          <p:stCondLst>
                                            <p:cond delay="499"/>
                                          </p:stCondLst>
                                        </p:cTn>
                                        <p:tgtEl>
                                          <p:spTgt spid="3"/>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4"/>
                                        </p:tgtEl>
                                      </p:cBhvr>
                                    </p:animEffect>
                                    <p:set>
                                      <p:cBhvr>
                                        <p:cTn id="32" dur="1" fill="hold">
                                          <p:stCondLst>
                                            <p:cond delay="499"/>
                                          </p:stCondLst>
                                        </p:cTn>
                                        <p:tgtEl>
                                          <p:spTgt spid="4"/>
                                        </p:tgtEl>
                                        <p:attrNameLst>
                                          <p:attrName>style.visibility</p:attrName>
                                        </p:attrNameLst>
                                      </p:cBhvr>
                                      <p:to>
                                        <p:strVal val="hidden"/>
                                      </p:to>
                                    </p:set>
                                  </p:childTnLst>
                                </p:cTn>
                              </p:par>
                              <p:par>
                                <p:cTn id="33" presetID="63" presetClass="path" presetSubtype="0" fill="hold" nodeType="withEffect">
                                  <p:stCondLst>
                                    <p:cond delay="0"/>
                                  </p:stCondLst>
                                  <p:childTnLst>
                                    <p:animMotion origin="layout" path="M 3.88889E-6 4.81481E-6 L 0.4967 4.81481E-6 " pathEditMode="relative" rAng="0" ptsTypes="AA">
                                      <p:cBhvr>
                                        <p:cTn id="34" dur="5000" fill="hold"/>
                                        <p:tgtEl>
                                          <p:spTgt spid="5"/>
                                        </p:tgtEl>
                                        <p:attrNameLst>
                                          <p:attrName>ppt_x</p:attrName>
                                          <p:attrName>ppt_y</p:attrName>
                                        </p:attrNameLst>
                                      </p:cBhvr>
                                      <p:rCtr x="248" y="0"/>
                                    </p:animMotion>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464900">
                                            <p:txEl>
                                              <p:pRg st="3" end="3"/>
                                            </p:txEl>
                                          </p:spTgt>
                                        </p:tgtEl>
                                        <p:attrNameLst>
                                          <p:attrName>style.visibility</p:attrName>
                                        </p:attrNameLst>
                                      </p:cBhvr>
                                      <p:to>
                                        <p:strVal val="visible"/>
                                      </p:to>
                                    </p:set>
                                    <p:anim calcmode="lin" valueType="num">
                                      <p:cBhvr additive="base">
                                        <p:cTn id="39" dur="500" fill="hold"/>
                                        <p:tgtEl>
                                          <p:spTgt spid="464900">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6490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464900">
                                            <p:txEl>
                                              <p:pRg st="4" end="4"/>
                                            </p:txEl>
                                          </p:spTgt>
                                        </p:tgtEl>
                                        <p:attrNameLst>
                                          <p:attrName>style.visibility</p:attrName>
                                        </p:attrNameLst>
                                      </p:cBhvr>
                                      <p:to>
                                        <p:strVal val="visible"/>
                                      </p:to>
                                    </p:set>
                                    <p:anim calcmode="lin" valueType="num">
                                      <p:cBhvr additive="base">
                                        <p:cTn id="45" dur="500" fill="hold"/>
                                        <p:tgtEl>
                                          <p:spTgt spid="464900">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6490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464900">
                                            <p:txEl>
                                              <p:pRg st="5" end="5"/>
                                            </p:txEl>
                                          </p:spTgt>
                                        </p:tgtEl>
                                        <p:attrNameLst>
                                          <p:attrName>style.visibility</p:attrName>
                                        </p:attrNameLst>
                                      </p:cBhvr>
                                      <p:to>
                                        <p:strVal val="visible"/>
                                      </p:to>
                                    </p:set>
                                    <p:anim calcmode="lin" valueType="num">
                                      <p:cBhvr additive="base">
                                        <p:cTn id="51" dur="500" fill="hold"/>
                                        <p:tgtEl>
                                          <p:spTgt spid="464900">
                                            <p:txEl>
                                              <p:pRg st="5" end="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6490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464900">
                                            <p:txEl>
                                              <p:pRg st="6" end="6"/>
                                            </p:txEl>
                                          </p:spTgt>
                                        </p:tgtEl>
                                        <p:attrNameLst>
                                          <p:attrName>style.visibility</p:attrName>
                                        </p:attrNameLst>
                                      </p:cBhvr>
                                      <p:to>
                                        <p:strVal val="visible"/>
                                      </p:to>
                                    </p:set>
                                    <p:anim calcmode="lin" valueType="num">
                                      <p:cBhvr additive="base">
                                        <p:cTn id="57" dur="500" fill="hold"/>
                                        <p:tgtEl>
                                          <p:spTgt spid="464900">
                                            <p:txEl>
                                              <p:pRg st="6" end="6"/>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46490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464900">
                                            <p:txEl>
                                              <p:pRg st="7" end="7"/>
                                            </p:txEl>
                                          </p:spTgt>
                                        </p:tgtEl>
                                        <p:attrNameLst>
                                          <p:attrName>style.visibility</p:attrName>
                                        </p:attrNameLst>
                                      </p:cBhvr>
                                      <p:to>
                                        <p:strVal val="visible"/>
                                      </p:to>
                                    </p:set>
                                    <p:anim calcmode="lin" valueType="num">
                                      <p:cBhvr additive="base">
                                        <p:cTn id="63" dur="500" fill="hold"/>
                                        <p:tgtEl>
                                          <p:spTgt spid="464900">
                                            <p:txEl>
                                              <p:pRg st="7" end="7"/>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46490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1"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ChangeArrowheads="1"/>
          </p:cNvSpPr>
          <p:nvPr/>
        </p:nvSpPr>
        <p:spPr bwMode="auto">
          <a:xfrm>
            <a:off x="685800" y="1549400"/>
            <a:ext cx="7772400" cy="1376363"/>
          </a:xfrm>
          <a:prstGeom prst="rect">
            <a:avLst/>
          </a:prstGeom>
          <a:solidFill>
            <a:srgbClr val="EAEAEA"/>
          </a:solidFill>
          <a:ln w="9525">
            <a:noFill/>
            <a:miter lim="800000"/>
            <a:headEnd/>
            <a:tailEnd/>
          </a:ln>
          <a:effectLst/>
        </p:spPr>
        <p:txBody>
          <a:bodyPr/>
          <a:lstStyle/>
          <a:p>
            <a:pPr>
              <a:spcBef>
                <a:spcPct val="20000"/>
              </a:spcBef>
              <a:defRPr/>
            </a:pPr>
            <a:r>
              <a:rPr lang="en-US" sz="2400" i="1" dirty="0">
                <a:solidFill>
                  <a:schemeClr val="accent2"/>
                </a:solidFill>
                <a:latin typeface="Arial" charset="0"/>
              </a:rPr>
              <a:t>Quantitatively </a:t>
            </a:r>
            <a:r>
              <a:rPr lang="en-US" sz="2400" i="1" dirty="0" err="1">
                <a:solidFill>
                  <a:schemeClr val="accent2"/>
                </a:solidFill>
                <a:latin typeface="Arial" charset="0"/>
              </a:rPr>
              <a:t>analysing</a:t>
            </a:r>
            <a:r>
              <a:rPr lang="en-US" sz="2400" i="1" dirty="0">
                <a:solidFill>
                  <a:schemeClr val="accent2"/>
                </a:solidFill>
                <a:latin typeface="Arial" charset="0"/>
              </a:rPr>
              <a:t> inelastic collisions </a:t>
            </a:r>
          </a:p>
          <a:p>
            <a:pPr>
              <a:spcBef>
                <a:spcPct val="20000"/>
              </a:spcBef>
              <a:defRPr/>
            </a:pPr>
            <a:r>
              <a:rPr lang="en-US" sz="2400" i="1" dirty="0">
                <a:solidFill>
                  <a:srgbClr val="333399"/>
                </a:solidFill>
                <a:latin typeface="Arial"/>
              </a:rPr>
              <a:t> </a:t>
            </a:r>
          </a:p>
          <a:p>
            <a:pPr>
              <a:spcBef>
                <a:spcPct val="20000"/>
              </a:spcBef>
              <a:defRPr/>
            </a:pPr>
            <a:r>
              <a:rPr lang="en-US" altLang="en-US" sz="2400" dirty="0">
                <a:latin typeface="+mn-lt"/>
              </a:rPr>
              <a:t>	</a:t>
            </a:r>
          </a:p>
          <a:p>
            <a:pPr>
              <a:spcBef>
                <a:spcPct val="20000"/>
              </a:spcBef>
              <a:defRPr/>
            </a:pPr>
            <a:endParaRPr lang="en-US" altLang="en-US" sz="2400" dirty="0">
              <a:latin typeface="+mn-lt"/>
            </a:endParaRPr>
          </a:p>
        </p:txBody>
      </p:sp>
      <p:grpSp>
        <p:nvGrpSpPr>
          <p:cNvPr id="45059" name="Group 14"/>
          <p:cNvGrpSpPr>
            <a:grpSpLocks/>
          </p:cNvGrpSpPr>
          <p:nvPr/>
        </p:nvGrpSpPr>
        <p:grpSpPr bwMode="auto">
          <a:xfrm>
            <a:off x="839788" y="1981200"/>
            <a:ext cx="7464425" cy="830263"/>
            <a:chOff x="839788" y="5399088"/>
            <a:chExt cx="7464425" cy="830997"/>
          </a:xfrm>
        </p:grpSpPr>
        <p:sp>
          <p:nvSpPr>
            <p:cNvPr id="16" name="Rectangle 119"/>
            <p:cNvSpPr>
              <a:spLocks noChangeArrowheads="1"/>
            </p:cNvSpPr>
            <p:nvPr/>
          </p:nvSpPr>
          <p:spPr bwMode="auto">
            <a:xfrm>
              <a:off x="976313" y="5464234"/>
              <a:ext cx="4210050" cy="320958"/>
            </a:xfrm>
            <a:prstGeom prst="rect">
              <a:avLst/>
            </a:prstGeom>
            <a:noFill/>
            <a:ln w="9525">
              <a:noFill/>
              <a:miter lim="800000"/>
              <a:headEnd/>
              <a:tailEnd/>
            </a:ln>
          </p:spPr>
          <p:txBody>
            <a:bodyPr/>
            <a:lstStyle/>
            <a:p>
              <a:pPr>
                <a:lnSpc>
                  <a:spcPct val="90000"/>
                </a:lnSpc>
                <a:spcBef>
                  <a:spcPct val="20000"/>
                </a:spcBef>
                <a:defRPr/>
              </a:pPr>
              <a:r>
                <a:rPr lang="en-US" altLang="en-US" sz="2400" dirty="0">
                  <a:latin typeface="+mn-lt"/>
                </a:rPr>
                <a:t>If</a:t>
              </a:r>
              <a:r>
                <a:rPr lang="en-US" altLang="en-US" sz="2400" i="1" dirty="0">
                  <a:latin typeface="+mn-lt"/>
                </a:rPr>
                <a:t> </a:t>
              </a:r>
              <a:r>
                <a:rPr lang="en-US" altLang="en-US" sz="2400" i="1" dirty="0" err="1">
                  <a:latin typeface="+mn-lt"/>
                </a:rPr>
                <a:t>F</a:t>
              </a:r>
              <a:r>
                <a:rPr lang="en-US" altLang="en-US" sz="2400" baseline="-25000" dirty="0" err="1">
                  <a:latin typeface="+mn-lt"/>
                </a:rPr>
                <a:t>ext</a:t>
              </a:r>
              <a:r>
                <a:rPr lang="en-US" altLang="en-US" sz="2400" dirty="0">
                  <a:latin typeface="+mn-lt"/>
                </a:rPr>
                <a:t> = 0 then </a:t>
              </a:r>
              <a:r>
                <a:rPr lang="en-US" altLang="en-US" sz="2400" i="1" dirty="0">
                  <a:latin typeface="+mn-lt"/>
                  <a:cs typeface="Courier New" pitchFamily="49" charset="0"/>
                </a:rPr>
                <a:t>p</a:t>
              </a:r>
              <a:r>
                <a:rPr lang="en-US" altLang="en-US" sz="2400" dirty="0">
                  <a:latin typeface="+mn-lt"/>
                  <a:cs typeface="Courier New" pitchFamily="49" charset="0"/>
                </a:rPr>
                <a:t> = CONST</a:t>
              </a:r>
              <a:endParaRPr lang="en-US" altLang="en-US" sz="2400" i="1" dirty="0">
                <a:latin typeface="+mn-lt"/>
              </a:endParaRPr>
            </a:p>
          </p:txBody>
        </p:sp>
        <p:sp>
          <p:nvSpPr>
            <p:cNvPr id="18" name="Text Box 120"/>
            <p:cNvSpPr txBox="1">
              <a:spLocks noChangeArrowheads="1"/>
            </p:cNvSpPr>
            <p:nvPr/>
          </p:nvSpPr>
          <p:spPr bwMode="auto">
            <a:xfrm>
              <a:off x="5541963" y="5399088"/>
              <a:ext cx="2762250" cy="830997"/>
            </a:xfrm>
            <a:prstGeom prst="rect">
              <a:avLst/>
            </a:prstGeom>
            <a:solidFill>
              <a:srgbClr val="FF0000"/>
            </a:solidFill>
            <a:ln w="9525">
              <a:noFill/>
              <a:miter lim="800000"/>
              <a:headEnd/>
              <a:tailEnd/>
            </a:ln>
          </p:spPr>
          <p:txBody>
            <a:bodyPr>
              <a:spAutoFit/>
            </a:bodyPr>
            <a:lstStyle/>
            <a:p>
              <a:pPr algn="ctr">
                <a:spcBef>
                  <a:spcPct val="50000"/>
                </a:spcBef>
                <a:defRPr/>
              </a:pPr>
              <a:r>
                <a:rPr lang="en-US" altLang="en-US" sz="2400" dirty="0">
                  <a:solidFill>
                    <a:schemeClr val="bg1"/>
                  </a:solidFill>
                  <a:latin typeface="+mn-lt"/>
                </a:rPr>
                <a:t>conservation of linear momentum</a:t>
              </a:r>
            </a:p>
          </p:txBody>
        </p:sp>
        <p:sp>
          <p:nvSpPr>
            <p:cNvPr id="19" name="Rectangle 121"/>
            <p:cNvSpPr>
              <a:spLocks noChangeArrowheads="1"/>
            </p:cNvSpPr>
            <p:nvPr/>
          </p:nvSpPr>
          <p:spPr bwMode="auto">
            <a:xfrm>
              <a:off x="839788" y="5402266"/>
              <a:ext cx="7462837" cy="815108"/>
            </a:xfrm>
            <a:prstGeom prst="rect">
              <a:avLst/>
            </a:prstGeom>
            <a:noFill/>
            <a:ln w="12700">
              <a:solidFill>
                <a:schemeClr val="tx1"/>
              </a:solidFill>
              <a:miter lim="800000"/>
              <a:headEnd/>
              <a:tailEnd/>
            </a:ln>
          </p:spPr>
          <p:txBody>
            <a:bodyPr wrap="none" anchor="ctr"/>
            <a:lstStyle/>
            <a:p>
              <a:pPr>
                <a:defRPr/>
              </a:pPr>
              <a:endParaRPr lang="en-US" altLang="en-US" sz="2400">
                <a:latin typeface="+mn-lt"/>
              </a:endParaRPr>
            </a:p>
          </p:txBody>
        </p:sp>
      </p:grpSp>
      <p:sp>
        <p:nvSpPr>
          <p:cNvPr id="464900" name="Rectangle 4"/>
          <p:cNvSpPr>
            <a:spLocks noChangeArrowheads="1"/>
          </p:cNvSpPr>
          <p:nvPr/>
        </p:nvSpPr>
        <p:spPr bwMode="auto">
          <a:xfrm>
            <a:off x="674688" y="2849563"/>
            <a:ext cx="7781925" cy="4008437"/>
          </a:xfrm>
          <a:prstGeom prst="rect">
            <a:avLst/>
          </a:prstGeom>
          <a:solidFill>
            <a:srgbClr val="FFFFCC"/>
          </a:solidFill>
          <a:ln w="9525">
            <a:noFill/>
            <a:miter lim="800000"/>
            <a:headEnd/>
            <a:tailEnd/>
          </a:ln>
        </p:spPr>
        <p:txBody>
          <a:bodyPr/>
          <a:lstStyle/>
          <a:p>
            <a:pPr>
              <a:spcBef>
                <a:spcPct val="20000"/>
              </a:spcBef>
              <a:defRPr/>
            </a:pPr>
            <a:r>
              <a:rPr lang="en-US" altLang="en-US" sz="2400" dirty="0">
                <a:latin typeface="Arial" charset="0"/>
                <a:sym typeface="Symbol" pitchFamily="18" charset="2"/>
              </a:rPr>
              <a:t>EXAMPLE: Two train cars having equal masses of 750 kg and velocities </a:t>
            </a:r>
            <a:r>
              <a:rPr lang="en-US" altLang="en-US" sz="2400" i="1" dirty="0">
                <a:latin typeface="Arial" charset="0"/>
                <a:sym typeface="Symbol" pitchFamily="18" charset="2"/>
              </a:rPr>
              <a:t>u</a:t>
            </a:r>
            <a:r>
              <a:rPr lang="en-US" altLang="en-US" sz="2400" baseline="-25000" dirty="0">
                <a:latin typeface="Arial" charset="0"/>
                <a:sym typeface="Symbol" pitchFamily="18" charset="2"/>
              </a:rPr>
              <a:t>1</a:t>
            </a:r>
            <a:r>
              <a:rPr lang="en-US" altLang="en-US" sz="2400" baseline="30000" dirty="0">
                <a:latin typeface="Arial" charset="0"/>
                <a:sym typeface="Symbol" pitchFamily="18" charset="2"/>
              </a:rPr>
              <a:t> </a:t>
            </a:r>
            <a:r>
              <a:rPr lang="en-US" altLang="en-US" sz="2400" dirty="0">
                <a:latin typeface="Arial" charset="0"/>
                <a:sym typeface="Symbol" pitchFamily="18" charset="2"/>
              </a:rPr>
              <a:t>= 10. m</a:t>
            </a:r>
            <a:r>
              <a:rPr lang="en-US" altLang="en-US" sz="2400" baseline="-25000" dirty="0">
                <a:latin typeface="Arial" charset="0"/>
                <a:sym typeface="Symbol" pitchFamily="18" charset="2"/>
              </a:rPr>
              <a:t> </a:t>
            </a:r>
            <a:r>
              <a:rPr lang="en-US" altLang="en-US" sz="2400" dirty="0">
                <a:latin typeface="Arial" charset="0"/>
                <a:sym typeface="Symbol" pitchFamily="18" charset="2"/>
              </a:rPr>
              <a:t>s</a:t>
            </a:r>
            <a:r>
              <a:rPr lang="en-US" altLang="en-US" sz="2400" baseline="30000" dirty="0">
                <a:latin typeface="Arial" charset="0"/>
                <a:sym typeface="Symbol" pitchFamily="18" charset="2"/>
              </a:rPr>
              <a:t>-1</a:t>
            </a:r>
            <a:r>
              <a:rPr lang="en-US" altLang="en-US" sz="2400" dirty="0">
                <a:latin typeface="Arial" charset="0"/>
                <a:sym typeface="Symbol" pitchFamily="18" charset="2"/>
              </a:rPr>
              <a:t> and </a:t>
            </a:r>
            <a:r>
              <a:rPr lang="en-US" altLang="en-US" sz="2400" i="1" dirty="0">
                <a:latin typeface="Arial" charset="0"/>
                <a:sym typeface="Symbol" pitchFamily="18" charset="2"/>
              </a:rPr>
              <a:t>u</a:t>
            </a:r>
            <a:r>
              <a:rPr lang="en-US" altLang="en-US" sz="2400" baseline="-25000" dirty="0">
                <a:latin typeface="Arial" charset="0"/>
                <a:sym typeface="Symbol" pitchFamily="18" charset="2"/>
              </a:rPr>
              <a:t>2</a:t>
            </a:r>
            <a:r>
              <a:rPr lang="en-US" altLang="en-US" sz="2400" dirty="0">
                <a:latin typeface="Arial" charset="0"/>
                <a:sym typeface="Symbol" pitchFamily="18" charset="2"/>
              </a:rPr>
              <a:t> = 5.0 m</a:t>
            </a:r>
            <a:r>
              <a:rPr lang="en-US" altLang="en-US" sz="2400" baseline="-25000" dirty="0">
                <a:latin typeface="Arial" charset="0"/>
                <a:sym typeface="Symbol" pitchFamily="18" charset="2"/>
              </a:rPr>
              <a:t> </a:t>
            </a:r>
            <a:r>
              <a:rPr lang="en-US" altLang="en-US" sz="2400" dirty="0">
                <a:latin typeface="Arial" charset="0"/>
                <a:sym typeface="Symbol" pitchFamily="18" charset="2"/>
              </a:rPr>
              <a:t>s</a:t>
            </a:r>
            <a:r>
              <a:rPr lang="en-US" altLang="en-US" sz="2400" baseline="30000" dirty="0">
                <a:latin typeface="Arial" charset="0"/>
                <a:sym typeface="Symbol" pitchFamily="18" charset="2"/>
              </a:rPr>
              <a:t>-1</a:t>
            </a:r>
            <a:r>
              <a:rPr lang="en-US" altLang="en-US" sz="2400" dirty="0">
                <a:latin typeface="Arial" charset="0"/>
                <a:sym typeface="Symbol" pitchFamily="18" charset="2"/>
              </a:rPr>
              <a:t> collide and hitch together. Determine the type of collision.</a:t>
            </a:r>
          </a:p>
          <a:p>
            <a:pPr>
              <a:spcBef>
                <a:spcPct val="20000"/>
              </a:spcBef>
              <a:defRPr/>
            </a:pPr>
            <a:endParaRPr lang="en-US" altLang="en-US" sz="2400" dirty="0">
              <a:latin typeface="Arial" charset="0"/>
              <a:sym typeface="Symbol" pitchFamily="18" charset="2"/>
            </a:endParaRPr>
          </a:p>
          <a:p>
            <a:pPr>
              <a:spcBef>
                <a:spcPct val="20000"/>
              </a:spcBef>
              <a:defRPr/>
            </a:pPr>
            <a:endParaRPr lang="en-US" altLang="en-US" sz="2400" dirty="0">
              <a:latin typeface="Arial" charset="0"/>
              <a:sym typeface="Symbol" pitchFamily="18" charset="2"/>
            </a:endParaRPr>
          </a:p>
          <a:p>
            <a:pPr>
              <a:defRPr/>
            </a:pPr>
            <a:r>
              <a:rPr lang="en-US" altLang="en-US" sz="2400" dirty="0">
                <a:latin typeface="Arial" charset="0"/>
              </a:rPr>
              <a:t>SOLUTION:</a:t>
            </a:r>
          </a:p>
          <a:p>
            <a:pPr>
              <a:spcBef>
                <a:spcPct val="10000"/>
              </a:spcBef>
              <a:buFont typeface="Symbol" pitchFamily="18" charset="2"/>
              <a:buNone/>
              <a:defRPr/>
            </a:pPr>
            <a:r>
              <a:rPr lang="en-US" altLang="en-US" sz="2400" dirty="0">
                <a:latin typeface="+mn-lt"/>
                <a:sym typeface="Symbol" pitchFamily="18" charset="2"/>
              </a:rPr>
              <a:t>Since </a:t>
            </a:r>
            <a:r>
              <a:rPr lang="en-US" altLang="en-US" sz="2400" i="1" dirty="0" err="1">
                <a:solidFill>
                  <a:srgbClr val="000000"/>
                </a:solidFill>
                <a:latin typeface="Arial"/>
                <a:sym typeface="Symbol" pitchFamily="18" charset="2"/>
              </a:rPr>
              <a:t>E</a:t>
            </a:r>
            <a:r>
              <a:rPr lang="en-US" altLang="en-US" sz="2400" baseline="-25000" dirty="0" err="1">
                <a:solidFill>
                  <a:srgbClr val="000000"/>
                </a:solidFill>
                <a:latin typeface="Arial"/>
                <a:sym typeface="Symbol" pitchFamily="18" charset="2"/>
              </a:rPr>
              <a:t>K,f</a:t>
            </a:r>
            <a:r>
              <a:rPr lang="en-US" altLang="en-US" sz="2400" baseline="30000" dirty="0">
                <a:solidFill>
                  <a:srgbClr val="000000"/>
                </a:solidFill>
                <a:latin typeface="Arial"/>
                <a:sym typeface="Symbol" pitchFamily="18" charset="2"/>
              </a:rPr>
              <a:t> </a:t>
            </a:r>
            <a:r>
              <a:rPr lang="en-US" altLang="en-US" sz="2400" b="1" dirty="0">
                <a:solidFill>
                  <a:srgbClr val="000000"/>
                </a:solidFill>
                <a:latin typeface="Arial"/>
                <a:cs typeface="Courier New" pitchFamily="49" charset="0"/>
                <a:sym typeface="Symbol" pitchFamily="18" charset="2"/>
              </a:rPr>
              <a:t>≠</a:t>
            </a:r>
            <a:r>
              <a:rPr lang="en-US" altLang="en-US" sz="2400" dirty="0">
                <a:solidFill>
                  <a:srgbClr val="000000"/>
                </a:solidFill>
                <a:latin typeface="Arial"/>
                <a:sym typeface="Symbol" pitchFamily="18" charset="2"/>
              </a:rPr>
              <a:t> </a:t>
            </a:r>
            <a:r>
              <a:rPr lang="en-US" altLang="en-US" sz="2400" i="1" dirty="0">
                <a:solidFill>
                  <a:srgbClr val="000000"/>
                </a:solidFill>
                <a:latin typeface="Arial"/>
                <a:sym typeface="Symbol" pitchFamily="18" charset="2"/>
              </a:rPr>
              <a:t>E</a:t>
            </a:r>
            <a:r>
              <a:rPr lang="en-US" altLang="en-US" sz="2400" baseline="-25000" dirty="0">
                <a:solidFill>
                  <a:srgbClr val="000000"/>
                </a:solidFill>
                <a:latin typeface="Arial"/>
                <a:sym typeface="Symbol" pitchFamily="18" charset="2"/>
              </a:rPr>
              <a:t>K,0</a:t>
            </a:r>
            <a:r>
              <a:rPr lang="en-US" altLang="en-US" sz="2400" dirty="0">
                <a:solidFill>
                  <a:srgbClr val="000000"/>
                </a:solidFill>
                <a:latin typeface="Arial"/>
                <a:sym typeface="Symbol" pitchFamily="18" charset="2"/>
              </a:rPr>
              <a:t>, this is an </a:t>
            </a:r>
            <a:r>
              <a:rPr lang="en-US" altLang="en-US" sz="2400" b="1" dirty="0">
                <a:solidFill>
                  <a:srgbClr val="000000"/>
                </a:solidFill>
                <a:latin typeface="Arial"/>
                <a:sym typeface="Symbol" pitchFamily="18" charset="2"/>
              </a:rPr>
              <a:t>inelastic collision</a:t>
            </a:r>
            <a:r>
              <a:rPr lang="en-US" altLang="en-US" sz="2400" dirty="0">
                <a:solidFill>
                  <a:srgbClr val="000000"/>
                </a:solidFill>
                <a:latin typeface="Arial"/>
                <a:sym typeface="Symbol" pitchFamily="18" charset="2"/>
              </a:rPr>
              <a:t>.</a:t>
            </a:r>
            <a:endParaRPr lang="en-US" altLang="en-US" sz="2400" i="1" dirty="0">
              <a:latin typeface="Arial" charset="0"/>
            </a:endParaRPr>
          </a:p>
          <a:p>
            <a:pPr>
              <a:spcBef>
                <a:spcPct val="10000"/>
              </a:spcBef>
              <a:defRPr/>
            </a:pPr>
            <a:r>
              <a:rPr lang="en-US" altLang="en-US" sz="2400" dirty="0">
                <a:solidFill>
                  <a:srgbClr val="000000"/>
                </a:solidFill>
                <a:latin typeface="Arial"/>
                <a:sym typeface="Symbol" pitchFamily="18" charset="2"/>
              </a:rPr>
              <a:t>Since the two objects travel as one (they are stuck together) this is also a </a:t>
            </a:r>
            <a:r>
              <a:rPr lang="en-US" altLang="en-US" sz="2400" b="1" dirty="0">
                <a:solidFill>
                  <a:srgbClr val="000000"/>
                </a:solidFill>
                <a:latin typeface="Arial"/>
                <a:sym typeface="Symbol" pitchFamily="18" charset="2"/>
              </a:rPr>
              <a:t>completely inelastic collision</a:t>
            </a:r>
            <a:r>
              <a:rPr lang="en-US" altLang="en-US" sz="2400" dirty="0">
                <a:solidFill>
                  <a:srgbClr val="000000"/>
                </a:solidFill>
                <a:latin typeface="Arial"/>
                <a:sym typeface="Symbol" pitchFamily="18" charset="2"/>
              </a:rPr>
              <a:t>.</a:t>
            </a:r>
          </a:p>
        </p:txBody>
      </p:sp>
      <p:sp>
        <p:nvSpPr>
          <p:cNvPr id="464901" name="Rectangle 5"/>
          <p:cNvSpPr>
            <a:spLocks noChangeArrowheads="1"/>
          </p:cNvSpPr>
          <p:nvPr/>
        </p:nvSpPr>
        <p:spPr bwMode="auto">
          <a:xfrm>
            <a:off x="0" y="4806950"/>
            <a:ext cx="9144000" cy="46038"/>
          </a:xfrm>
          <a:prstGeom prst="rect">
            <a:avLst/>
          </a:prstGeom>
          <a:gradFill rotWithShape="1">
            <a:gsLst>
              <a:gs pos="0">
                <a:schemeClr val="bg1">
                  <a:gamma/>
                  <a:shade val="46275"/>
                  <a:invGamma/>
                </a:schemeClr>
              </a:gs>
              <a:gs pos="100000">
                <a:schemeClr val="bg1"/>
              </a:gs>
            </a:gsLst>
            <a:lin ang="5400000" scaled="1"/>
          </a:gradFill>
          <a:ln w="9525">
            <a:solidFill>
              <a:schemeClr val="tx1"/>
            </a:solidFill>
            <a:miter lim="800000"/>
            <a:headEnd/>
            <a:tailEnd/>
          </a:ln>
          <a:effectLst/>
        </p:spPr>
        <p:txBody>
          <a:bodyPr wrap="none" anchor="ctr"/>
          <a:lstStyle/>
          <a:p>
            <a:pPr>
              <a:defRPr/>
            </a:pPr>
            <a:endParaRPr lang="en-US"/>
          </a:p>
        </p:txBody>
      </p:sp>
      <p:grpSp>
        <p:nvGrpSpPr>
          <p:cNvPr id="3" name="Group 6"/>
          <p:cNvGrpSpPr>
            <a:grpSpLocks/>
          </p:cNvGrpSpPr>
          <p:nvPr/>
        </p:nvGrpSpPr>
        <p:grpSpPr bwMode="auto">
          <a:xfrm>
            <a:off x="0" y="4006850"/>
            <a:ext cx="1912938" cy="817563"/>
            <a:chOff x="464" y="1863"/>
            <a:chExt cx="1205" cy="515"/>
          </a:xfrm>
          <a:effectLst>
            <a:outerShdw blurRad="50800" dist="38100" dir="2700000" algn="tl" rotWithShape="0">
              <a:prstClr val="black">
                <a:alpha val="40000"/>
              </a:prstClr>
            </a:outerShdw>
          </a:effectLst>
        </p:grpSpPr>
        <p:pic>
          <p:nvPicPr>
            <p:cNvPr id="30740" name="Picture 7" descr="tn00175_[1]"/>
            <p:cNvPicPr>
              <a:picLocks noChangeAspect="1" noChangeArrowheads="1"/>
            </p:cNvPicPr>
            <p:nvPr/>
          </p:nvPicPr>
          <p:blipFill>
            <a:blip r:embed="rId3" cstate="print"/>
            <a:srcRect/>
            <a:stretch>
              <a:fillRect/>
            </a:stretch>
          </p:blipFill>
          <p:spPr bwMode="auto">
            <a:xfrm>
              <a:off x="464" y="1863"/>
              <a:ext cx="1205" cy="515"/>
            </a:xfrm>
            <a:prstGeom prst="rect">
              <a:avLst/>
            </a:prstGeom>
            <a:noFill/>
            <a:ln w="9525">
              <a:noFill/>
              <a:miter lim="800000"/>
              <a:headEnd/>
              <a:tailEnd/>
            </a:ln>
          </p:spPr>
        </p:pic>
        <p:sp>
          <p:nvSpPr>
            <p:cNvPr id="30741" name="Line 8"/>
            <p:cNvSpPr>
              <a:spLocks noChangeShapeType="1"/>
            </p:cNvSpPr>
            <p:nvPr/>
          </p:nvSpPr>
          <p:spPr bwMode="auto">
            <a:xfrm>
              <a:off x="853" y="2130"/>
              <a:ext cx="426" cy="0"/>
            </a:xfrm>
            <a:prstGeom prst="line">
              <a:avLst/>
            </a:prstGeom>
            <a:noFill/>
            <a:ln w="38100">
              <a:solidFill>
                <a:schemeClr val="bg1"/>
              </a:solidFill>
              <a:round/>
              <a:headEnd/>
              <a:tailEnd type="arrow" w="med" len="med"/>
            </a:ln>
          </p:spPr>
          <p:txBody>
            <a:bodyPr/>
            <a:lstStyle/>
            <a:p>
              <a:pPr>
                <a:defRPr/>
              </a:pPr>
              <a:endParaRPr lang="en-US"/>
            </a:p>
          </p:txBody>
        </p:sp>
        <p:sp>
          <p:nvSpPr>
            <p:cNvPr id="30742" name="Text Box 9"/>
            <p:cNvSpPr txBox="1">
              <a:spLocks noChangeArrowheads="1"/>
            </p:cNvSpPr>
            <p:nvPr/>
          </p:nvSpPr>
          <p:spPr bwMode="auto">
            <a:xfrm>
              <a:off x="1252" y="2009"/>
              <a:ext cx="294"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u</a:t>
              </a:r>
              <a:r>
                <a:rPr lang="en-US" altLang="en-US" sz="2400" baseline="-25000">
                  <a:solidFill>
                    <a:schemeClr val="bg1"/>
                  </a:solidFill>
                  <a:latin typeface="Arial" charset="0"/>
                </a:rPr>
                <a:t>1</a:t>
              </a:r>
              <a:endParaRPr lang="en-US" altLang="en-US" sz="2400" i="1">
                <a:solidFill>
                  <a:schemeClr val="bg1"/>
                </a:solidFill>
                <a:latin typeface="Arial" charset="0"/>
              </a:endParaRPr>
            </a:p>
          </p:txBody>
        </p:sp>
      </p:grpSp>
      <p:grpSp>
        <p:nvGrpSpPr>
          <p:cNvPr id="4" name="Group 10"/>
          <p:cNvGrpSpPr>
            <a:grpSpLocks/>
          </p:cNvGrpSpPr>
          <p:nvPr/>
        </p:nvGrpSpPr>
        <p:grpSpPr bwMode="auto">
          <a:xfrm>
            <a:off x="3152775" y="4006850"/>
            <a:ext cx="1912938" cy="817563"/>
            <a:chOff x="2139" y="1867"/>
            <a:chExt cx="1205" cy="515"/>
          </a:xfrm>
          <a:effectLst>
            <a:outerShdw blurRad="50800" dist="38100" dir="2700000" algn="tl" rotWithShape="0">
              <a:prstClr val="black">
                <a:alpha val="40000"/>
              </a:prstClr>
            </a:outerShdw>
          </a:effectLst>
        </p:grpSpPr>
        <p:pic>
          <p:nvPicPr>
            <p:cNvPr id="30737" name="Picture 11" descr="tn00175_[1]"/>
            <p:cNvPicPr>
              <a:picLocks noChangeAspect="1" noChangeArrowheads="1"/>
            </p:cNvPicPr>
            <p:nvPr/>
          </p:nvPicPr>
          <p:blipFill>
            <a:blip r:embed="rId3" cstate="print"/>
            <a:srcRect/>
            <a:stretch>
              <a:fillRect/>
            </a:stretch>
          </p:blipFill>
          <p:spPr bwMode="auto">
            <a:xfrm>
              <a:off x="2139" y="1867"/>
              <a:ext cx="1205" cy="515"/>
            </a:xfrm>
            <a:prstGeom prst="rect">
              <a:avLst/>
            </a:prstGeom>
            <a:noFill/>
            <a:ln w="9525">
              <a:noFill/>
              <a:miter lim="800000"/>
              <a:headEnd/>
              <a:tailEnd/>
            </a:ln>
          </p:spPr>
        </p:pic>
        <p:sp>
          <p:nvSpPr>
            <p:cNvPr id="30738" name="Line 12"/>
            <p:cNvSpPr>
              <a:spLocks noChangeShapeType="1"/>
            </p:cNvSpPr>
            <p:nvPr/>
          </p:nvSpPr>
          <p:spPr bwMode="auto">
            <a:xfrm>
              <a:off x="2597" y="2139"/>
              <a:ext cx="300" cy="0"/>
            </a:xfrm>
            <a:prstGeom prst="line">
              <a:avLst/>
            </a:prstGeom>
            <a:noFill/>
            <a:ln w="38100">
              <a:solidFill>
                <a:schemeClr val="bg1"/>
              </a:solidFill>
              <a:round/>
              <a:headEnd/>
              <a:tailEnd type="arrow" w="med" len="med"/>
            </a:ln>
          </p:spPr>
          <p:txBody>
            <a:bodyPr/>
            <a:lstStyle/>
            <a:p>
              <a:pPr>
                <a:defRPr/>
              </a:pPr>
              <a:endParaRPr lang="en-US"/>
            </a:p>
          </p:txBody>
        </p:sp>
        <p:sp>
          <p:nvSpPr>
            <p:cNvPr id="30739" name="Text Box 13"/>
            <p:cNvSpPr txBox="1">
              <a:spLocks noChangeArrowheads="1"/>
            </p:cNvSpPr>
            <p:nvPr/>
          </p:nvSpPr>
          <p:spPr bwMode="auto">
            <a:xfrm>
              <a:off x="2862" y="2018"/>
              <a:ext cx="294"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u</a:t>
              </a:r>
              <a:r>
                <a:rPr lang="en-US" altLang="en-US" sz="2400" baseline="-25000">
                  <a:solidFill>
                    <a:schemeClr val="bg1"/>
                  </a:solidFill>
                  <a:latin typeface="Arial" charset="0"/>
                </a:rPr>
                <a:t>2</a:t>
              </a:r>
              <a:endParaRPr lang="en-US" altLang="en-US" sz="2400" i="1">
                <a:solidFill>
                  <a:schemeClr val="bg1"/>
                </a:solidFill>
                <a:latin typeface="Arial" charset="0"/>
              </a:endParaRPr>
            </a:p>
          </p:txBody>
        </p:sp>
      </p:grpSp>
      <p:grpSp>
        <p:nvGrpSpPr>
          <p:cNvPr id="5" name="Group 14"/>
          <p:cNvGrpSpPr>
            <a:grpSpLocks/>
          </p:cNvGrpSpPr>
          <p:nvPr/>
        </p:nvGrpSpPr>
        <p:grpSpPr bwMode="auto">
          <a:xfrm>
            <a:off x="2100263" y="3994150"/>
            <a:ext cx="3808412" cy="823913"/>
            <a:chOff x="457" y="2784"/>
            <a:chExt cx="2399" cy="519"/>
          </a:xfrm>
          <a:effectLst>
            <a:outerShdw blurRad="50800" dist="38100" dir="2700000" algn="tl" rotWithShape="0">
              <a:prstClr val="black">
                <a:alpha val="40000"/>
              </a:prstClr>
            </a:outerShdw>
          </a:effectLst>
        </p:grpSpPr>
        <p:pic>
          <p:nvPicPr>
            <p:cNvPr id="30731" name="Picture 15" descr="tn00175_[1]"/>
            <p:cNvPicPr>
              <a:picLocks noChangeAspect="1" noChangeArrowheads="1"/>
            </p:cNvPicPr>
            <p:nvPr/>
          </p:nvPicPr>
          <p:blipFill>
            <a:blip r:embed="rId3" cstate="print"/>
            <a:srcRect/>
            <a:stretch>
              <a:fillRect/>
            </a:stretch>
          </p:blipFill>
          <p:spPr bwMode="auto">
            <a:xfrm>
              <a:off x="457" y="2788"/>
              <a:ext cx="1205" cy="515"/>
            </a:xfrm>
            <a:prstGeom prst="rect">
              <a:avLst/>
            </a:prstGeom>
            <a:noFill/>
            <a:ln w="9525">
              <a:noFill/>
              <a:miter lim="800000"/>
              <a:headEnd/>
              <a:tailEnd/>
            </a:ln>
          </p:spPr>
        </p:pic>
        <p:sp>
          <p:nvSpPr>
            <p:cNvPr id="30732" name="Line 16"/>
            <p:cNvSpPr>
              <a:spLocks noChangeShapeType="1"/>
            </p:cNvSpPr>
            <p:nvPr/>
          </p:nvSpPr>
          <p:spPr bwMode="auto">
            <a:xfrm>
              <a:off x="846" y="3055"/>
              <a:ext cx="426" cy="0"/>
            </a:xfrm>
            <a:prstGeom prst="line">
              <a:avLst/>
            </a:prstGeom>
            <a:noFill/>
            <a:ln w="38100">
              <a:solidFill>
                <a:schemeClr val="bg1"/>
              </a:solidFill>
              <a:round/>
              <a:headEnd/>
              <a:tailEnd type="arrow" w="med" len="med"/>
            </a:ln>
          </p:spPr>
          <p:txBody>
            <a:bodyPr/>
            <a:lstStyle/>
            <a:p>
              <a:pPr>
                <a:defRPr/>
              </a:pPr>
              <a:endParaRPr lang="en-US"/>
            </a:p>
          </p:txBody>
        </p:sp>
        <p:sp>
          <p:nvSpPr>
            <p:cNvPr id="30733" name="Text Box 17"/>
            <p:cNvSpPr txBox="1">
              <a:spLocks noChangeArrowheads="1"/>
            </p:cNvSpPr>
            <p:nvPr/>
          </p:nvSpPr>
          <p:spPr bwMode="auto">
            <a:xfrm>
              <a:off x="1245" y="2934"/>
              <a:ext cx="212"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v</a:t>
              </a:r>
            </a:p>
          </p:txBody>
        </p:sp>
        <p:pic>
          <p:nvPicPr>
            <p:cNvPr id="30734" name="Picture 18" descr="tn00175_[1]"/>
            <p:cNvPicPr>
              <a:picLocks noChangeAspect="1" noChangeArrowheads="1"/>
            </p:cNvPicPr>
            <p:nvPr/>
          </p:nvPicPr>
          <p:blipFill>
            <a:blip r:embed="rId3" cstate="print"/>
            <a:srcRect/>
            <a:stretch>
              <a:fillRect/>
            </a:stretch>
          </p:blipFill>
          <p:spPr bwMode="auto">
            <a:xfrm>
              <a:off x="1651" y="2784"/>
              <a:ext cx="1205" cy="515"/>
            </a:xfrm>
            <a:prstGeom prst="rect">
              <a:avLst/>
            </a:prstGeom>
            <a:noFill/>
            <a:ln w="9525">
              <a:noFill/>
              <a:miter lim="800000"/>
              <a:headEnd/>
              <a:tailEnd/>
            </a:ln>
          </p:spPr>
        </p:pic>
        <p:sp>
          <p:nvSpPr>
            <p:cNvPr id="30735" name="Text Box 19"/>
            <p:cNvSpPr txBox="1">
              <a:spLocks noChangeArrowheads="1"/>
            </p:cNvSpPr>
            <p:nvPr/>
          </p:nvSpPr>
          <p:spPr bwMode="auto">
            <a:xfrm>
              <a:off x="2374" y="2935"/>
              <a:ext cx="212"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v</a:t>
              </a:r>
            </a:p>
          </p:txBody>
        </p:sp>
        <p:sp>
          <p:nvSpPr>
            <p:cNvPr id="30736" name="Line 20"/>
            <p:cNvSpPr>
              <a:spLocks noChangeShapeType="1"/>
            </p:cNvSpPr>
            <p:nvPr/>
          </p:nvSpPr>
          <p:spPr bwMode="auto">
            <a:xfrm>
              <a:off x="2016" y="3064"/>
              <a:ext cx="426" cy="0"/>
            </a:xfrm>
            <a:prstGeom prst="line">
              <a:avLst/>
            </a:prstGeom>
            <a:noFill/>
            <a:ln w="38100">
              <a:solidFill>
                <a:schemeClr val="bg1"/>
              </a:solidFill>
              <a:round/>
              <a:headEnd/>
              <a:tailEnd type="arrow" w="med" len="med"/>
            </a:ln>
          </p:spPr>
          <p:txBody>
            <a:bodyP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64900">
                                            <p:txEl>
                                              <p:pRg st="0" end="0"/>
                                            </p:txEl>
                                          </p:spTgt>
                                        </p:tgtEl>
                                        <p:attrNameLst>
                                          <p:attrName>style.visibility</p:attrName>
                                        </p:attrNameLst>
                                      </p:cBhvr>
                                      <p:to>
                                        <p:strVal val="visible"/>
                                      </p:to>
                                    </p:set>
                                    <p:anim calcmode="lin" valueType="num">
                                      <p:cBhvr additive="base">
                                        <p:cTn id="7" dur="500" fill="hold"/>
                                        <p:tgtEl>
                                          <p:spTgt spid="46490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4900">
                                            <p:txEl>
                                              <p:pRg st="0" end="0"/>
                                            </p:txEl>
                                          </p:spTgt>
                                        </p:tgtEl>
                                        <p:attrNameLst>
                                          <p:attrName>ppt_y</p:attrName>
                                        </p:attrNameLst>
                                      </p:cBhvr>
                                      <p:tavLst>
                                        <p:tav tm="0">
                                          <p:val>
                                            <p:strVal val="1+#ppt_h/2"/>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464901"/>
                                        </p:tgtEl>
                                        <p:attrNameLst>
                                          <p:attrName>style.visibility</p:attrName>
                                        </p:attrNameLst>
                                      </p:cBhvr>
                                      <p:to>
                                        <p:strVal val="visible"/>
                                      </p:to>
                                    </p:set>
                                    <p:animEffect transition="in" filter="wipe(left)">
                                      <p:cBhvr>
                                        <p:cTn id="11" dur="500"/>
                                        <p:tgtEl>
                                          <p:spTgt spid="464901"/>
                                        </p:tgtEl>
                                      </p:cBhvr>
                                    </p:animEffect>
                                  </p:childTnLst>
                                </p:cTn>
                              </p:par>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10"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par>
                          <p:cTn id="18" fill="hold" nodeType="withGroup">
                            <p:stCondLst>
                              <p:cond delay="500"/>
                            </p:stCondLst>
                            <p:childTnLst>
                              <p:par>
                                <p:cTn id="19" presetID="63" presetClass="path" presetSubtype="0" fill="hold" nodeType="afterEffect">
                                  <p:stCondLst>
                                    <p:cond delay="0"/>
                                  </p:stCondLst>
                                  <p:childTnLst>
                                    <p:animMotion origin="layout" path="M -3.88889E-6 -3.33333E-6 L 0.22882 -3.33333E-6 " pathEditMode="relative" rAng="0" ptsTypes="AA">
                                      <p:cBhvr>
                                        <p:cTn id="20" dur="2000" fill="hold"/>
                                        <p:tgtEl>
                                          <p:spTgt spid="3"/>
                                        </p:tgtEl>
                                        <p:attrNameLst>
                                          <p:attrName>ppt_x</p:attrName>
                                          <p:attrName>ppt_y</p:attrName>
                                        </p:attrNameLst>
                                      </p:cBhvr>
                                      <p:rCtr x="114" y="0"/>
                                    </p:animMotion>
                                  </p:childTnLst>
                                </p:cTn>
                              </p:par>
                              <p:par>
                                <p:cTn id="21" presetID="63" presetClass="path" presetSubtype="0" fill="hold" nodeType="withEffect">
                                  <p:stCondLst>
                                    <p:cond delay="0"/>
                                  </p:stCondLst>
                                  <p:childTnLst>
                                    <p:animMotion origin="layout" path="M 3.05556E-6 -3.7037E-7 L 0.09201 -0.00162 " pathEditMode="relative" rAng="0" ptsTypes="AA">
                                      <p:cBhvr>
                                        <p:cTn id="22" dur="2000" fill="hold"/>
                                        <p:tgtEl>
                                          <p:spTgt spid="4"/>
                                        </p:tgtEl>
                                        <p:attrNameLst>
                                          <p:attrName>ppt_x</p:attrName>
                                          <p:attrName>ppt_y</p:attrName>
                                        </p:attrNameLst>
                                      </p:cBhvr>
                                      <p:rCtr x="46" y="-1"/>
                                    </p:animMotion>
                                  </p:childTnLst>
                                </p:cTn>
                              </p:par>
                            </p:childTnLst>
                          </p:cTn>
                        </p:par>
                        <p:par>
                          <p:cTn id="23" fill="hold" nodeType="afterGroup">
                            <p:stCondLst>
                              <p:cond delay="2500"/>
                            </p:stCondLst>
                            <p:childTnLst>
                              <p:par>
                                <p:cTn id="24" presetID="10" presetClass="entr" presetSubtype="0"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10" presetClass="exit" presetSubtype="0" fill="hold" nodeType="withEffect">
                                  <p:stCondLst>
                                    <p:cond delay="0"/>
                                  </p:stCondLst>
                                  <p:childTnLst>
                                    <p:animEffect transition="out" filter="fade">
                                      <p:cBhvr>
                                        <p:cTn id="28" dur="500"/>
                                        <p:tgtEl>
                                          <p:spTgt spid="3"/>
                                        </p:tgtEl>
                                      </p:cBhvr>
                                    </p:animEffect>
                                    <p:set>
                                      <p:cBhvr>
                                        <p:cTn id="29" dur="1" fill="hold">
                                          <p:stCondLst>
                                            <p:cond delay="499"/>
                                          </p:stCondLst>
                                        </p:cTn>
                                        <p:tgtEl>
                                          <p:spTgt spid="3"/>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4"/>
                                        </p:tgtEl>
                                      </p:cBhvr>
                                    </p:animEffect>
                                    <p:set>
                                      <p:cBhvr>
                                        <p:cTn id="32" dur="1" fill="hold">
                                          <p:stCondLst>
                                            <p:cond delay="499"/>
                                          </p:stCondLst>
                                        </p:cTn>
                                        <p:tgtEl>
                                          <p:spTgt spid="4"/>
                                        </p:tgtEl>
                                        <p:attrNameLst>
                                          <p:attrName>style.visibility</p:attrName>
                                        </p:attrNameLst>
                                      </p:cBhvr>
                                      <p:to>
                                        <p:strVal val="hidden"/>
                                      </p:to>
                                    </p:set>
                                  </p:childTnLst>
                                </p:cTn>
                              </p:par>
                              <p:par>
                                <p:cTn id="33" presetID="63" presetClass="path" presetSubtype="0" fill="hold" nodeType="withEffect">
                                  <p:stCondLst>
                                    <p:cond delay="0"/>
                                  </p:stCondLst>
                                  <p:childTnLst>
                                    <p:animMotion origin="layout" path="M 3.88889E-6 4.81481E-6 L 0.4967 4.81481E-6 " pathEditMode="relative" rAng="0" ptsTypes="AA">
                                      <p:cBhvr>
                                        <p:cTn id="34" dur="5000" fill="hold"/>
                                        <p:tgtEl>
                                          <p:spTgt spid="5"/>
                                        </p:tgtEl>
                                        <p:attrNameLst>
                                          <p:attrName>ppt_x</p:attrName>
                                          <p:attrName>ppt_y</p:attrName>
                                        </p:attrNameLst>
                                      </p:cBhvr>
                                      <p:rCtr x="248" y="0"/>
                                    </p:animMotion>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464900">
                                            <p:txEl>
                                              <p:pRg st="3" end="3"/>
                                            </p:txEl>
                                          </p:spTgt>
                                        </p:tgtEl>
                                        <p:attrNameLst>
                                          <p:attrName>style.visibility</p:attrName>
                                        </p:attrNameLst>
                                      </p:cBhvr>
                                      <p:to>
                                        <p:strVal val="visible"/>
                                      </p:to>
                                    </p:set>
                                    <p:anim calcmode="lin" valueType="num">
                                      <p:cBhvr additive="base">
                                        <p:cTn id="39" dur="500" fill="hold"/>
                                        <p:tgtEl>
                                          <p:spTgt spid="464900">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6490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464900">
                                            <p:txEl>
                                              <p:pRg st="4" end="4"/>
                                            </p:txEl>
                                          </p:spTgt>
                                        </p:tgtEl>
                                        <p:attrNameLst>
                                          <p:attrName>style.visibility</p:attrName>
                                        </p:attrNameLst>
                                      </p:cBhvr>
                                      <p:to>
                                        <p:strVal val="visible"/>
                                      </p:to>
                                    </p:set>
                                    <p:anim calcmode="lin" valueType="num">
                                      <p:cBhvr additive="base">
                                        <p:cTn id="45" dur="500" fill="hold"/>
                                        <p:tgtEl>
                                          <p:spTgt spid="464900">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6490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464900">
                                            <p:txEl>
                                              <p:pRg st="5" end="5"/>
                                            </p:txEl>
                                          </p:spTgt>
                                        </p:tgtEl>
                                        <p:attrNameLst>
                                          <p:attrName>style.visibility</p:attrName>
                                        </p:attrNameLst>
                                      </p:cBhvr>
                                      <p:to>
                                        <p:strVal val="visible"/>
                                      </p:to>
                                    </p:set>
                                    <p:anim calcmode="lin" valueType="num">
                                      <p:cBhvr additive="base">
                                        <p:cTn id="51" dur="500" fill="hold"/>
                                        <p:tgtEl>
                                          <p:spTgt spid="464900">
                                            <p:txEl>
                                              <p:pRg st="5" end="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6490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1"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ChangeArrowheads="1"/>
          </p:cNvSpPr>
          <p:nvPr/>
        </p:nvSpPr>
        <p:spPr bwMode="auto">
          <a:xfrm>
            <a:off x="685800" y="1549400"/>
            <a:ext cx="7772400" cy="1376363"/>
          </a:xfrm>
          <a:prstGeom prst="rect">
            <a:avLst/>
          </a:prstGeom>
          <a:solidFill>
            <a:srgbClr val="EAEAEA"/>
          </a:solidFill>
          <a:ln w="9525">
            <a:noFill/>
            <a:miter lim="800000"/>
            <a:headEnd/>
            <a:tailEnd/>
          </a:ln>
          <a:effectLst/>
        </p:spPr>
        <p:txBody>
          <a:bodyPr/>
          <a:lstStyle/>
          <a:p>
            <a:pPr>
              <a:spcBef>
                <a:spcPct val="20000"/>
              </a:spcBef>
              <a:defRPr/>
            </a:pPr>
            <a:r>
              <a:rPr lang="en-US" sz="2400" i="1" dirty="0">
                <a:solidFill>
                  <a:schemeClr val="accent2"/>
                </a:solidFill>
                <a:latin typeface="Arial" charset="0"/>
              </a:rPr>
              <a:t>Quantitatively </a:t>
            </a:r>
            <a:r>
              <a:rPr lang="en-US" sz="2400" i="1" dirty="0" err="1">
                <a:solidFill>
                  <a:schemeClr val="accent2"/>
                </a:solidFill>
                <a:latin typeface="Arial" charset="0"/>
              </a:rPr>
              <a:t>analysing</a:t>
            </a:r>
            <a:r>
              <a:rPr lang="en-US" sz="2400" i="1" dirty="0">
                <a:solidFill>
                  <a:schemeClr val="accent2"/>
                </a:solidFill>
                <a:latin typeface="Arial" charset="0"/>
              </a:rPr>
              <a:t> inelastic collisions </a:t>
            </a:r>
          </a:p>
          <a:p>
            <a:pPr>
              <a:spcBef>
                <a:spcPct val="20000"/>
              </a:spcBef>
              <a:defRPr/>
            </a:pPr>
            <a:r>
              <a:rPr lang="en-US" sz="2400" i="1" dirty="0">
                <a:solidFill>
                  <a:srgbClr val="333399"/>
                </a:solidFill>
                <a:latin typeface="Arial"/>
              </a:rPr>
              <a:t> </a:t>
            </a:r>
          </a:p>
          <a:p>
            <a:pPr>
              <a:spcBef>
                <a:spcPct val="20000"/>
              </a:spcBef>
              <a:defRPr/>
            </a:pPr>
            <a:r>
              <a:rPr lang="en-US" altLang="en-US" sz="2400" dirty="0">
                <a:latin typeface="+mn-lt"/>
              </a:rPr>
              <a:t>	</a:t>
            </a:r>
          </a:p>
          <a:p>
            <a:pPr>
              <a:spcBef>
                <a:spcPct val="20000"/>
              </a:spcBef>
              <a:defRPr/>
            </a:pPr>
            <a:endParaRPr lang="en-US" altLang="en-US" sz="2400" dirty="0">
              <a:latin typeface="+mn-lt"/>
            </a:endParaRPr>
          </a:p>
        </p:txBody>
      </p:sp>
      <p:grpSp>
        <p:nvGrpSpPr>
          <p:cNvPr id="46083" name="Group 14"/>
          <p:cNvGrpSpPr>
            <a:grpSpLocks/>
          </p:cNvGrpSpPr>
          <p:nvPr/>
        </p:nvGrpSpPr>
        <p:grpSpPr bwMode="auto">
          <a:xfrm>
            <a:off x="839788" y="1981200"/>
            <a:ext cx="7464425" cy="830263"/>
            <a:chOff x="839788" y="5399088"/>
            <a:chExt cx="7464425" cy="830997"/>
          </a:xfrm>
        </p:grpSpPr>
        <p:sp>
          <p:nvSpPr>
            <p:cNvPr id="16" name="Rectangle 119"/>
            <p:cNvSpPr>
              <a:spLocks noChangeArrowheads="1"/>
            </p:cNvSpPr>
            <p:nvPr/>
          </p:nvSpPr>
          <p:spPr bwMode="auto">
            <a:xfrm>
              <a:off x="976313" y="5464234"/>
              <a:ext cx="4210050" cy="320958"/>
            </a:xfrm>
            <a:prstGeom prst="rect">
              <a:avLst/>
            </a:prstGeom>
            <a:noFill/>
            <a:ln w="9525">
              <a:noFill/>
              <a:miter lim="800000"/>
              <a:headEnd/>
              <a:tailEnd/>
            </a:ln>
          </p:spPr>
          <p:txBody>
            <a:bodyPr/>
            <a:lstStyle/>
            <a:p>
              <a:pPr>
                <a:lnSpc>
                  <a:spcPct val="90000"/>
                </a:lnSpc>
                <a:spcBef>
                  <a:spcPct val="20000"/>
                </a:spcBef>
                <a:defRPr/>
              </a:pPr>
              <a:r>
                <a:rPr lang="en-US" altLang="en-US" sz="2400" dirty="0">
                  <a:latin typeface="+mn-lt"/>
                </a:rPr>
                <a:t>If</a:t>
              </a:r>
              <a:r>
                <a:rPr lang="en-US" altLang="en-US" sz="2400" i="1" dirty="0">
                  <a:latin typeface="+mn-lt"/>
                </a:rPr>
                <a:t> </a:t>
              </a:r>
              <a:r>
                <a:rPr lang="en-US" altLang="en-US" sz="2400" i="1" dirty="0" err="1">
                  <a:latin typeface="+mn-lt"/>
                </a:rPr>
                <a:t>F</a:t>
              </a:r>
              <a:r>
                <a:rPr lang="en-US" altLang="en-US" sz="2400" baseline="-25000" dirty="0" err="1">
                  <a:latin typeface="+mn-lt"/>
                </a:rPr>
                <a:t>ext</a:t>
              </a:r>
              <a:r>
                <a:rPr lang="en-US" altLang="en-US" sz="2400" dirty="0">
                  <a:latin typeface="+mn-lt"/>
                </a:rPr>
                <a:t> = 0 then </a:t>
              </a:r>
              <a:r>
                <a:rPr lang="en-US" altLang="en-US" sz="2400" i="1" dirty="0">
                  <a:latin typeface="+mn-lt"/>
                  <a:cs typeface="Courier New" pitchFamily="49" charset="0"/>
                </a:rPr>
                <a:t>p</a:t>
              </a:r>
              <a:r>
                <a:rPr lang="en-US" altLang="en-US" sz="2400" dirty="0">
                  <a:latin typeface="+mn-lt"/>
                  <a:cs typeface="Courier New" pitchFamily="49" charset="0"/>
                </a:rPr>
                <a:t> = CONST</a:t>
              </a:r>
              <a:endParaRPr lang="en-US" altLang="en-US" sz="2400" i="1" dirty="0">
                <a:latin typeface="+mn-lt"/>
              </a:endParaRPr>
            </a:p>
          </p:txBody>
        </p:sp>
        <p:sp>
          <p:nvSpPr>
            <p:cNvPr id="18" name="Text Box 120"/>
            <p:cNvSpPr txBox="1">
              <a:spLocks noChangeArrowheads="1"/>
            </p:cNvSpPr>
            <p:nvPr/>
          </p:nvSpPr>
          <p:spPr bwMode="auto">
            <a:xfrm>
              <a:off x="5541963" y="5399088"/>
              <a:ext cx="2762250" cy="830997"/>
            </a:xfrm>
            <a:prstGeom prst="rect">
              <a:avLst/>
            </a:prstGeom>
            <a:solidFill>
              <a:srgbClr val="FF0000"/>
            </a:solidFill>
            <a:ln w="9525">
              <a:noFill/>
              <a:miter lim="800000"/>
              <a:headEnd/>
              <a:tailEnd/>
            </a:ln>
          </p:spPr>
          <p:txBody>
            <a:bodyPr>
              <a:spAutoFit/>
            </a:bodyPr>
            <a:lstStyle/>
            <a:p>
              <a:pPr algn="ctr">
                <a:spcBef>
                  <a:spcPct val="50000"/>
                </a:spcBef>
                <a:defRPr/>
              </a:pPr>
              <a:r>
                <a:rPr lang="en-US" altLang="en-US" sz="2400" dirty="0">
                  <a:solidFill>
                    <a:schemeClr val="bg1"/>
                  </a:solidFill>
                  <a:latin typeface="+mn-lt"/>
                </a:rPr>
                <a:t>conservation of linear momentum</a:t>
              </a:r>
            </a:p>
          </p:txBody>
        </p:sp>
        <p:sp>
          <p:nvSpPr>
            <p:cNvPr id="19" name="Rectangle 121"/>
            <p:cNvSpPr>
              <a:spLocks noChangeArrowheads="1"/>
            </p:cNvSpPr>
            <p:nvPr/>
          </p:nvSpPr>
          <p:spPr bwMode="auto">
            <a:xfrm>
              <a:off x="839788" y="5402266"/>
              <a:ext cx="7462837" cy="815108"/>
            </a:xfrm>
            <a:prstGeom prst="rect">
              <a:avLst/>
            </a:prstGeom>
            <a:noFill/>
            <a:ln w="12700">
              <a:solidFill>
                <a:schemeClr val="tx1"/>
              </a:solidFill>
              <a:miter lim="800000"/>
              <a:headEnd/>
              <a:tailEnd/>
            </a:ln>
          </p:spPr>
          <p:txBody>
            <a:bodyPr wrap="none" anchor="ctr"/>
            <a:lstStyle/>
            <a:p>
              <a:pPr>
                <a:defRPr/>
              </a:pPr>
              <a:endParaRPr lang="en-US" altLang="en-US" sz="2400">
                <a:latin typeface="+mn-lt"/>
              </a:endParaRPr>
            </a:p>
          </p:txBody>
        </p:sp>
      </p:grpSp>
      <p:sp>
        <p:nvSpPr>
          <p:cNvPr id="464900" name="Rectangle 4"/>
          <p:cNvSpPr>
            <a:spLocks noChangeArrowheads="1"/>
          </p:cNvSpPr>
          <p:nvPr/>
        </p:nvSpPr>
        <p:spPr bwMode="auto">
          <a:xfrm>
            <a:off x="674688" y="2849563"/>
            <a:ext cx="7781925" cy="4008437"/>
          </a:xfrm>
          <a:prstGeom prst="rect">
            <a:avLst/>
          </a:prstGeom>
          <a:solidFill>
            <a:srgbClr val="FFFFCC"/>
          </a:solidFill>
          <a:ln w="9525">
            <a:noFill/>
            <a:miter lim="800000"/>
            <a:headEnd/>
            <a:tailEnd/>
          </a:ln>
        </p:spPr>
        <p:txBody>
          <a:bodyPr/>
          <a:lstStyle/>
          <a:p>
            <a:pPr>
              <a:spcBef>
                <a:spcPct val="20000"/>
              </a:spcBef>
            </a:pPr>
            <a:r>
              <a:rPr lang="en-US" altLang="en-US" sz="2400">
                <a:latin typeface="Arial" charset="0"/>
                <a:sym typeface="Symbol" pitchFamily="18" charset="2"/>
              </a:rPr>
              <a:t>EXAMPLE: Two train cars having equal masses of 750 kg and velocities </a:t>
            </a:r>
            <a:r>
              <a:rPr lang="en-US" altLang="en-US" sz="2400" i="1">
                <a:latin typeface="Arial" charset="0"/>
                <a:sym typeface="Symbol" pitchFamily="18" charset="2"/>
              </a:rPr>
              <a:t>u</a:t>
            </a:r>
            <a:r>
              <a:rPr lang="en-US" altLang="en-US" sz="2400" baseline="-25000">
                <a:latin typeface="Arial" charset="0"/>
                <a:sym typeface="Symbol" pitchFamily="18" charset="2"/>
              </a:rPr>
              <a:t>1</a:t>
            </a:r>
            <a:r>
              <a:rPr lang="en-US" altLang="en-US" sz="2400" baseline="30000">
                <a:latin typeface="Arial" charset="0"/>
                <a:sym typeface="Symbol" pitchFamily="18" charset="2"/>
              </a:rPr>
              <a:t> </a:t>
            </a:r>
            <a:r>
              <a:rPr lang="en-US" altLang="en-US" sz="2400">
                <a:latin typeface="Arial" charset="0"/>
                <a:sym typeface="Symbol" pitchFamily="18" charset="2"/>
              </a:rPr>
              <a:t>= 10. m</a:t>
            </a:r>
            <a:r>
              <a:rPr lang="en-US" altLang="en-US" sz="2400" baseline="-25000">
                <a:latin typeface="Arial" charset="0"/>
                <a:sym typeface="Symbol" pitchFamily="18" charset="2"/>
              </a:rPr>
              <a:t> </a:t>
            </a:r>
            <a:r>
              <a:rPr lang="en-US" altLang="en-US" sz="2400">
                <a:latin typeface="Arial" charset="0"/>
                <a:sym typeface="Symbol" pitchFamily="18" charset="2"/>
              </a:rPr>
              <a:t>s</a:t>
            </a:r>
            <a:r>
              <a:rPr lang="en-US" altLang="en-US" sz="2400" baseline="30000">
                <a:latin typeface="Arial" charset="0"/>
                <a:sym typeface="Symbol" pitchFamily="18" charset="2"/>
              </a:rPr>
              <a:t>-1</a:t>
            </a:r>
            <a:r>
              <a:rPr lang="en-US" altLang="en-US" sz="2400">
                <a:latin typeface="Arial" charset="0"/>
                <a:sym typeface="Symbol" pitchFamily="18" charset="2"/>
              </a:rPr>
              <a:t> and </a:t>
            </a:r>
            <a:r>
              <a:rPr lang="en-US" altLang="en-US" sz="2400" i="1">
                <a:latin typeface="Arial" charset="0"/>
                <a:sym typeface="Symbol" pitchFamily="18" charset="2"/>
              </a:rPr>
              <a:t>u</a:t>
            </a:r>
            <a:r>
              <a:rPr lang="en-US" altLang="en-US" sz="2400" baseline="-25000">
                <a:latin typeface="Arial" charset="0"/>
                <a:sym typeface="Symbol" pitchFamily="18" charset="2"/>
              </a:rPr>
              <a:t>2</a:t>
            </a:r>
            <a:r>
              <a:rPr lang="en-US" altLang="en-US" sz="2400">
                <a:latin typeface="Arial" charset="0"/>
                <a:sym typeface="Symbol" pitchFamily="18" charset="2"/>
              </a:rPr>
              <a:t> = 5.0 m</a:t>
            </a:r>
            <a:r>
              <a:rPr lang="en-US" altLang="en-US" sz="2400" baseline="-25000">
                <a:latin typeface="Arial" charset="0"/>
                <a:sym typeface="Symbol" pitchFamily="18" charset="2"/>
              </a:rPr>
              <a:t> </a:t>
            </a:r>
            <a:r>
              <a:rPr lang="en-US" altLang="en-US" sz="2400">
                <a:latin typeface="Arial" charset="0"/>
                <a:sym typeface="Symbol" pitchFamily="18" charset="2"/>
              </a:rPr>
              <a:t>s</a:t>
            </a:r>
            <a:r>
              <a:rPr lang="en-US" altLang="en-US" sz="2400" baseline="30000">
                <a:latin typeface="Arial" charset="0"/>
                <a:sym typeface="Symbol" pitchFamily="18" charset="2"/>
              </a:rPr>
              <a:t>-1</a:t>
            </a:r>
            <a:r>
              <a:rPr lang="en-US" altLang="en-US" sz="2400">
                <a:latin typeface="Arial" charset="0"/>
                <a:sym typeface="Symbol" pitchFamily="18" charset="2"/>
              </a:rPr>
              <a:t> collide and hitch together. Was mechanical energy conserved?</a:t>
            </a:r>
          </a:p>
          <a:p>
            <a:pPr>
              <a:spcBef>
                <a:spcPct val="20000"/>
              </a:spcBef>
            </a:pPr>
            <a:endParaRPr lang="en-US" altLang="en-US" sz="2400">
              <a:latin typeface="Arial" charset="0"/>
              <a:sym typeface="Symbol" pitchFamily="18" charset="2"/>
            </a:endParaRPr>
          </a:p>
          <a:p>
            <a:pPr>
              <a:spcBef>
                <a:spcPct val="20000"/>
              </a:spcBef>
            </a:pPr>
            <a:endParaRPr lang="en-US" altLang="en-US" sz="2400">
              <a:latin typeface="Arial" charset="0"/>
              <a:sym typeface="Symbol" pitchFamily="18" charset="2"/>
            </a:endParaRPr>
          </a:p>
          <a:p>
            <a:r>
              <a:rPr lang="en-US" altLang="en-US" sz="2400">
                <a:latin typeface="Arial" charset="0"/>
              </a:rPr>
              <a:t>SOLUTION:</a:t>
            </a:r>
          </a:p>
          <a:p>
            <a:pPr>
              <a:spcBef>
                <a:spcPct val="10000"/>
              </a:spcBef>
            </a:pPr>
            <a:r>
              <a:rPr lang="en-US" altLang="en-US" sz="2400">
                <a:solidFill>
                  <a:srgbClr val="000000"/>
                </a:solidFill>
                <a:latin typeface="Arial" charset="0"/>
                <a:sym typeface="Symbol" pitchFamily="18" charset="2"/>
              </a:rPr>
              <a:t></a:t>
            </a:r>
            <a:r>
              <a:rPr lang="en-US" altLang="en-US" sz="2400">
                <a:latin typeface="Arial" charset="0"/>
                <a:sym typeface="Symbol" pitchFamily="18" charset="2"/>
              </a:rPr>
              <a:t>Mechanical energy </a:t>
            </a:r>
            <a:r>
              <a:rPr lang="en-US" altLang="en-US" sz="2400" i="1">
                <a:latin typeface="Arial" charset="0"/>
                <a:sym typeface="Symbol" pitchFamily="18" charset="2"/>
              </a:rPr>
              <a:t>E</a:t>
            </a:r>
            <a:r>
              <a:rPr lang="en-US" altLang="en-US" sz="2400">
                <a:latin typeface="Arial" charset="0"/>
                <a:sym typeface="Symbol" pitchFamily="18" charset="2"/>
              </a:rPr>
              <a:t> = </a:t>
            </a:r>
            <a:r>
              <a:rPr lang="en-US" altLang="en-US" sz="2400" i="1">
                <a:latin typeface="Arial" charset="0"/>
                <a:sym typeface="Symbol" pitchFamily="18" charset="2"/>
              </a:rPr>
              <a:t>E</a:t>
            </a:r>
            <a:r>
              <a:rPr lang="en-US" altLang="en-US" sz="2400" baseline="-25000">
                <a:latin typeface="Arial" charset="0"/>
                <a:sym typeface="Symbol" pitchFamily="18" charset="2"/>
              </a:rPr>
              <a:t>K</a:t>
            </a:r>
            <a:r>
              <a:rPr lang="en-US" altLang="en-US" sz="2400">
                <a:latin typeface="Arial" charset="0"/>
                <a:sym typeface="Symbol" pitchFamily="18" charset="2"/>
              </a:rPr>
              <a:t> + </a:t>
            </a:r>
            <a:r>
              <a:rPr lang="en-US" altLang="en-US" sz="2400" i="1">
                <a:latin typeface="Arial" charset="0"/>
                <a:sym typeface="Symbol" pitchFamily="18" charset="2"/>
              </a:rPr>
              <a:t>E</a:t>
            </a:r>
            <a:r>
              <a:rPr lang="en-US" altLang="en-US" sz="2400" baseline="-25000">
                <a:latin typeface="Arial" charset="0"/>
                <a:sym typeface="Symbol" pitchFamily="18" charset="2"/>
              </a:rPr>
              <a:t>P</a:t>
            </a:r>
            <a:r>
              <a:rPr lang="en-US" altLang="en-US" sz="2400">
                <a:latin typeface="Arial" charset="0"/>
                <a:sym typeface="Symbol" pitchFamily="18" charset="2"/>
              </a:rPr>
              <a:t>.</a:t>
            </a:r>
          </a:p>
          <a:p>
            <a:pPr>
              <a:spcBef>
                <a:spcPct val="10000"/>
              </a:spcBef>
            </a:pPr>
            <a:r>
              <a:rPr lang="en-US" altLang="en-US" sz="2400">
                <a:solidFill>
                  <a:srgbClr val="000000"/>
                </a:solidFill>
                <a:latin typeface="Arial" charset="0"/>
                <a:sym typeface="Symbol" pitchFamily="18" charset="2"/>
              </a:rPr>
              <a:t></a:t>
            </a:r>
            <a:r>
              <a:rPr lang="en-US" altLang="en-US" sz="2400">
                <a:latin typeface="Arial" charset="0"/>
                <a:sym typeface="Symbol" pitchFamily="18" charset="2"/>
              </a:rPr>
              <a:t>Since the potential energy remained constant and the kinetic energy decreased, the mechanical energy was </a:t>
            </a:r>
            <a:r>
              <a:rPr lang="en-US" altLang="en-US" sz="2400" i="1">
                <a:latin typeface="Arial" charset="0"/>
                <a:sym typeface="Symbol" pitchFamily="18" charset="2"/>
              </a:rPr>
              <a:t>not</a:t>
            </a:r>
            <a:r>
              <a:rPr lang="en-US" altLang="en-US" sz="2400">
                <a:latin typeface="Arial" charset="0"/>
                <a:sym typeface="Symbol" pitchFamily="18" charset="2"/>
              </a:rPr>
              <a:t> conserved. </a:t>
            </a:r>
            <a:endParaRPr lang="en-US" altLang="en-US" sz="2400">
              <a:latin typeface="Arial" charset="0"/>
              <a:cs typeface="Courier New" pitchFamily="49" charset="0"/>
            </a:endParaRPr>
          </a:p>
        </p:txBody>
      </p:sp>
      <p:sp>
        <p:nvSpPr>
          <p:cNvPr id="464901" name="Rectangle 5"/>
          <p:cNvSpPr>
            <a:spLocks noChangeArrowheads="1"/>
          </p:cNvSpPr>
          <p:nvPr/>
        </p:nvSpPr>
        <p:spPr bwMode="auto">
          <a:xfrm>
            <a:off x="0" y="4806950"/>
            <a:ext cx="9144000" cy="46038"/>
          </a:xfrm>
          <a:prstGeom prst="rect">
            <a:avLst/>
          </a:prstGeom>
          <a:gradFill rotWithShape="1">
            <a:gsLst>
              <a:gs pos="0">
                <a:schemeClr val="bg1">
                  <a:gamma/>
                  <a:shade val="46275"/>
                  <a:invGamma/>
                </a:schemeClr>
              </a:gs>
              <a:gs pos="100000">
                <a:schemeClr val="bg1"/>
              </a:gs>
            </a:gsLst>
            <a:lin ang="5400000" scaled="1"/>
          </a:gradFill>
          <a:ln w="9525">
            <a:solidFill>
              <a:schemeClr val="tx1"/>
            </a:solidFill>
            <a:miter lim="800000"/>
            <a:headEnd/>
            <a:tailEnd/>
          </a:ln>
          <a:effectLst/>
        </p:spPr>
        <p:txBody>
          <a:bodyPr wrap="none" anchor="ctr"/>
          <a:lstStyle/>
          <a:p>
            <a:pPr>
              <a:defRPr/>
            </a:pPr>
            <a:endParaRPr lang="en-US"/>
          </a:p>
        </p:txBody>
      </p:sp>
      <p:grpSp>
        <p:nvGrpSpPr>
          <p:cNvPr id="3" name="Group 6"/>
          <p:cNvGrpSpPr>
            <a:grpSpLocks/>
          </p:cNvGrpSpPr>
          <p:nvPr/>
        </p:nvGrpSpPr>
        <p:grpSpPr bwMode="auto">
          <a:xfrm>
            <a:off x="0" y="4006850"/>
            <a:ext cx="1912938" cy="817563"/>
            <a:chOff x="464" y="1863"/>
            <a:chExt cx="1205" cy="515"/>
          </a:xfrm>
          <a:effectLst>
            <a:outerShdw blurRad="50800" dist="38100" dir="2700000" algn="tl" rotWithShape="0">
              <a:prstClr val="black">
                <a:alpha val="40000"/>
              </a:prstClr>
            </a:outerShdw>
          </a:effectLst>
        </p:grpSpPr>
        <p:pic>
          <p:nvPicPr>
            <p:cNvPr id="30740" name="Picture 7" descr="tn00175_[1]"/>
            <p:cNvPicPr>
              <a:picLocks noChangeAspect="1" noChangeArrowheads="1"/>
            </p:cNvPicPr>
            <p:nvPr/>
          </p:nvPicPr>
          <p:blipFill>
            <a:blip r:embed="rId3" cstate="print"/>
            <a:srcRect/>
            <a:stretch>
              <a:fillRect/>
            </a:stretch>
          </p:blipFill>
          <p:spPr bwMode="auto">
            <a:xfrm>
              <a:off x="464" y="1863"/>
              <a:ext cx="1205" cy="515"/>
            </a:xfrm>
            <a:prstGeom prst="rect">
              <a:avLst/>
            </a:prstGeom>
            <a:noFill/>
            <a:ln w="9525">
              <a:noFill/>
              <a:miter lim="800000"/>
              <a:headEnd/>
              <a:tailEnd/>
            </a:ln>
          </p:spPr>
        </p:pic>
        <p:sp>
          <p:nvSpPr>
            <p:cNvPr id="30741" name="Line 8"/>
            <p:cNvSpPr>
              <a:spLocks noChangeShapeType="1"/>
            </p:cNvSpPr>
            <p:nvPr/>
          </p:nvSpPr>
          <p:spPr bwMode="auto">
            <a:xfrm>
              <a:off x="853" y="2130"/>
              <a:ext cx="426" cy="0"/>
            </a:xfrm>
            <a:prstGeom prst="line">
              <a:avLst/>
            </a:prstGeom>
            <a:noFill/>
            <a:ln w="38100">
              <a:solidFill>
                <a:schemeClr val="bg1"/>
              </a:solidFill>
              <a:round/>
              <a:headEnd/>
              <a:tailEnd type="arrow" w="med" len="med"/>
            </a:ln>
          </p:spPr>
          <p:txBody>
            <a:bodyPr/>
            <a:lstStyle/>
            <a:p>
              <a:pPr>
                <a:defRPr/>
              </a:pPr>
              <a:endParaRPr lang="en-US"/>
            </a:p>
          </p:txBody>
        </p:sp>
        <p:sp>
          <p:nvSpPr>
            <p:cNvPr id="30742" name="Text Box 9"/>
            <p:cNvSpPr txBox="1">
              <a:spLocks noChangeArrowheads="1"/>
            </p:cNvSpPr>
            <p:nvPr/>
          </p:nvSpPr>
          <p:spPr bwMode="auto">
            <a:xfrm>
              <a:off x="1252" y="2009"/>
              <a:ext cx="294"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u</a:t>
              </a:r>
              <a:r>
                <a:rPr lang="en-US" altLang="en-US" sz="2400" baseline="-25000">
                  <a:solidFill>
                    <a:schemeClr val="bg1"/>
                  </a:solidFill>
                  <a:latin typeface="Arial" charset="0"/>
                </a:rPr>
                <a:t>1</a:t>
              </a:r>
              <a:endParaRPr lang="en-US" altLang="en-US" sz="2400" i="1">
                <a:solidFill>
                  <a:schemeClr val="bg1"/>
                </a:solidFill>
                <a:latin typeface="Arial" charset="0"/>
              </a:endParaRPr>
            </a:p>
          </p:txBody>
        </p:sp>
      </p:grpSp>
      <p:grpSp>
        <p:nvGrpSpPr>
          <p:cNvPr id="4" name="Group 10"/>
          <p:cNvGrpSpPr>
            <a:grpSpLocks/>
          </p:cNvGrpSpPr>
          <p:nvPr/>
        </p:nvGrpSpPr>
        <p:grpSpPr bwMode="auto">
          <a:xfrm>
            <a:off x="3152775" y="4006850"/>
            <a:ext cx="1912938" cy="817563"/>
            <a:chOff x="2139" y="1867"/>
            <a:chExt cx="1205" cy="515"/>
          </a:xfrm>
          <a:effectLst>
            <a:outerShdw blurRad="50800" dist="38100" dir="2700000" algn="tl" rotWithShape="0">
              <a:prstClr val="black">
                <a:alpha val="40000"/>
              </a:prstClr>
            </a:outerShdw>
          </a:effectLst>
        </p:grpSpPr>
        <p:pic>
          <p:nvPicPr>
            <p:cNvPr id="30737" name="Picture 11" descr="tn00175_[1]"/>
            <p:cNvPicPr>
              <a:picLocks noChangeAspect="1" noChangeArrowheads="1"/>
            </p:cNvPicPr>
            <p:nvPr/>
          </p:nvPicPr>
          <p:blipFill>
            <a:blip r:embed="rId3" cstate="print"/>
            <a:srcRect/>
            <a:stretch>
              <a:fillRect/>
            </a:stretch>
          </p:blipFill>
          <p:spPr bwMode="auto">
            <a:xfrm>
              <a:off x="2139" y="1867"/>
              <a:ext cx="1205" cy="515"/>
            </a:xfrm>
            <a:prstGeom prst="rect">
              <a:avLst/>
            </a:prstGeom>
            <a:noFill/>
            <a:ln w="9525">
              <a:noFill/>
              <a:miter lim="800000"/>
              <a:headEnd/>
              <a:tailEnd/>
            </a:ln>
          </p:spPr>
        </p:pic>
        <p:sp>
          <p:nvSpPr>
            <p:cNvPr id="30738" name="Line 12"/>
            <p:cNvSpPr>
              <a:spLocks noChangeShapeType="1"/>
            </p:cNvSpPr>
            <p:nvPr/>
          </p:nvSpPr>
          <p:spPr bwMode="auto">
            <a:xfrm>
              <a:off x="2597" y="2139"/>
              <a:ext cx="300" cy="0"/>
            </a:xfrm>
            <a:prstGeom prst="line">
              <a:avLst/>
            </a:prstGeom>
            <a:noFill/>
            <a:ln w="38100">
              <a:solidFill>
                <a:schemeClr val="bg1"/>
              </a:solidFill>
              <a:round/>
              <a:headEnd/>
              <a:tailEnd type="arrow" w="med" len="med"/>
            </a:ln>
          </p:spPr>
          <p:txBody>
            <a:bodyPr/>
            <a:lstStyle/>
            <a:p>
              <a:pPr>
                <a:defRPr/>
              </a:pPr>
              <a:endParaRPr lang="en-US"/>
            </a:p>
          </p:txBody>
        </p:sp>
        <p:sp>
          <p:nvSpPr>
            <p:cNvPr id="30739" name="Text Box 13"/>
            <p:cNvSpPr txBox="1">
              <a:spLocks noChangeArrowheads="1"/>
            </p:cNvSpPr>
            <p:nvPr/>
          </p:nvSpPr>
          <p:spPr bwMode="auto">
            <a:xfrm>
              <a:off x="2862" y="2018"/>
              <a:ext cx="294"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u</a:t>
              </a:r>
              <a:r>
                <a:rPr lang="en-US" altLang="en-US" sz="2400" baseline="-25000">
                  <a:solidFill>
                    <a:schemeClr val="bg1"/>
                  </a:solidFill>
                  <a:latin typeface="Arial" charset="0"/>
                </a:rPr>
                <a:t>2</a:t>
              </a:r>
              <a:endParaRPr lang="en-US" altLang="en-US" sz="2400" i="1">
                <a:solidFill>
                  <a:schemeClr val="bg1"/>
                </a:solidFill>
                <a:latin typeface="Arial" charset="0"/>
              </a:endParaRPr>
            </a:p>
          </p:txBody>
        </p:sp>
      </p:grpSp>
      <p:grpSp>
        <p:nvGrpSpPr>
          <p:cNvPr id="5" name="Group 14"/>
          <p:cNvGrpSpPr>
            <a:grpSpLocks/>
          </p:cNvGrpSpPr>
          <p:nvPr/>
        </p:nvGrpSpPr>
        <p:grpSpPr bwMode="auto">
          <a:xfrm>
            <a:off x="2100263" y="3994150"/>
            <a:ext cx="3808412" cy="823913"/>
            <a:chOff x="457" y="2784"/>
            <a:chExt cx="2399" cy="519"/>
          </a:xfrm>
          <a:effectLst>
            <a:outerShdw blurRad="50800" dist="38100" dir="2700000" algn="tl" rotWithShape="0">
              <a:prstClr val="black">
                <a:alpha val="40000"/>
              </a:prstClr>
            </a:outerShdw>
          </a:effectLst>
        </p:grpSpPr>
        <p:pic>
          <p:nvPicPr>
            <p:cNvPr id="30731" name="Picture 15" descr="tn00175_[1]"/>
            <p:cNvPicPr>
              <a:picLocks noChangeAspect="1" noChangeArrowheads="1"/>
            </p:cNvPicPr>
            <p:nvPr/>
          </p:nvPicPr>
          <p:blipFill>
            <a:blip r:embed="rId3" cstate="print"/>
            <a:srcRect/>
            <a:stretch>
              <a:fillRect/>
            </a:stretch>
          </p:blipFill>
          <p:spPr bwMode="auto">
            <a:xfrm>
              <a:off x="457" y="2788"/>
              <a:ext cx="1205" cy="515"/>
            </a:xfrm>
            <a:prstGeom prst="rect">
              <a:avLst/>
            </a:prstGeom>
            <a:noFill/>
            <a:ln w="9525">
              <a:noFill/>
              <a:miter lim="800000"/>
              <a:headEnd/>
              <a:tailEnd/>
            </a:ln>
          </p:spPr>
        </p:pic>
        <p:sp>
          <p:nvSpPr>
            <p:cNvPr id="30732" name="Line 16"/>
            <p:cNvSpPr>
              <a:spLocks noChangeShapeType="1"/>
            </p:cNvSpPr>
            <p:nvPr/>
          </p:nvSpPr>
          <p:spPr bwMode="auto">
            <a:xfrm>
              <a:off x="846" y="3055"/>
              <a:ext cx="426" cy="0"/>
            </a:xfrm>
            <a:prstGeom prst="line">
              <a:avLst/>
            </a:prstGeom>
            <a:noFill/>
            <a:ln w="38100">
              <a:solidFill>
                <a:schemeClr val="bg1"/>
              </a:solidFill>
              <a:round/>
              <a:headEnd/>
              <a:tailEnd type="arrow" w="med" len="med"/>
            </a:ln>
          </p:spPr>
          <p:txBody>
            <a:bodyPr/>
            <a:lstStyle/>
            <a:p>
              <a:pPr>
                <a:defRPr/>
              </a:pPr>
              <a:endParaRPr lang="en-US"/>
            </a:p>
          </p:txBody>
        </p:sp>
        <p:sp>
          <p:nvSpPr>
            <p:cNvPr id="30733" name="Text Box 17"/>
            <p:cNvSpPr txBox="1">
              <a:spLocks noChangeArrowheads="1"/>
            </p:cNvSpPr>
            <p:nvPr/>
          </p:nvSpPr>
          <p:spPr bwMode="auto">
            <a:xfrm>
              <a:off x="1245" y="2934"/>
              <a:ext cx="212"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v</a:t>
              </a:r>
            </a:p>
          </p:txBody>
        </p:sp>
        <p:pic>
          <p:nvPicPr>
            <p:cNvPr id="30734" name="Picture 18" descr="tn00175_[1]"/>
            <p:cNvPicPr>
              <a:picLocks noChangeAspect="1" noChangeArrowheads="1"/>
            </p:cNvPicPr>
            <p:nvPr/>
          </p:nvPicPr>
          <p:blipFill>
            <a:blip r:embed="rId3" cstate="print"/>
            <a:srcRect/>
            <a:stretch>
              <a:fillRect/>
            </a:stretch>
          </p:blipFill>
          <p:spPr bwMode="auto">
            <a:xfrm>
              <a:off x="1651" y="2784"/>
              <a:ext cx="1205" cy="515"/>
            </a:xfrm>
            <a:prstGeom prst="rect">
              <a:avLst/>
            </a:prstGeom>
            <a:noFill/>
            <a:ln w="9525">
              <a:noFill/>
              <a:miter lim="800000"/>
              <a:headEnd/>
              <a:tailEnd/>
            </a:ln>
          </p:spPr>
        </p:pic>
        <p:sp>
          <p:nvSpPr>
            <p:cNvPr id="30735" name="Text Box 19"/>
            <p:cNvSpPr txBox="1">
              <a:spLocks noChangeArrowheads="1"/>
            </p:cNvSpPr>
            <p:nvPr/>
          </p:nvSpPr>
          <p:spPr bwMode="auto">
            <a:xfrm>
              <a:off x="2374" y="2935"/>
              <a:ext cx="212"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v</a:t>
              </a:r>
            </a:p>
          </p:txBody>
        </p:sp>
        <p:sp>
          <p:nvSpPr>
            <p:cNvPr id="30736" name="Line 20"/>
            <p:cNvSpPr>
              <a:spLocks noChangeShapeType="1"/>
            </p:cNvSpPr>
            <p:nvPr/>
          </p:nvSpPr>
          <p:spPr bwMode="auto">
            <a:xfrm>
              <a:off x="2016" y="3064"/>
              <a:ext cx="426" cy="0"/>
            </a:xfrm>
            <a:prstGeom prst="line">
              <a:avLst/>
            </a:prstGeom>
            <a:noFill/>
            <a:ln w="38100">
              <a:solidFill>
                <a:schemeClr val="bg1"/>
              </a:solidFill>
              <a:round/>
              <a:headEnd/>
              <a:tailEnd type="arrow" w="med" len="med"/>
            </a:ln>
          </p:spPr>
          <p:txBody>
            <a:bodyP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64900">
                                            <p:txEl>
                                              <p:pRg st="0" end="0"/>
                                            </p:txEl>
                                          </p:spTgt>
                                        </p:tgtEl>
                                        <p:attrNameLst>
                                          <p:attrName>style.visibility</p:attrName>
                                        </p:attrNameLst>
                                      </p:cBhvr>
                                      <p:to>
                                        <p:strVal val="visible"/>
                                      </p:to>
                                    </p:set>
                                    <p:anim calcmode="lin" valueType="num">
                                      <p:cBhvr additive="base">
                                        <p:cTn id="7" dur="500" fill="hold"/>
                                        <p:tgtEl>
                                          <p:spTgt spid="46490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4900">
                                            <p:txEl>
                                              <p:pRg st="0" end="0"/>
                                            </p:txEl>
                                          </p:spTgt>
                                        </p:tgtEl>
                                        <p:attrNameLst>
                                          <p:attrName>ppt_y</p:attrName>
                                        </p:attrNameLst>
                                      </p:cBhvr>
                                      <p:tavLst>
                                        <p:tav tm="0">
                                          <p:val>
                                            <p:strVal val="1+#ppt_h/2"/>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464901"/>
                                        </p:tgtEl>
                                        <p:attrNameLst>
                                          <p:attrName>style.visibility</p:attrName>
                                        </p:attrNameLst>
                                      </p:cBhvr>
                                      <p:to>
                                        <p:strVal val="visible"/>
                                      </p:to>
                                    </p:set>
                                    <p:animEffect transition="in" filter="wipe(left)">
                                      <p:cBhvr>
                                        <p:cTn id="11" dur="500"/>
                                        <p:tgtEl>
                                          <p:spTgt spid="464901"/>
                                        </p:tgtEl>
                                      </p:cBhvr>
                                    </p:animEffect>
                                  </p:childTnLst>
                                </p:cTn>
                              </p:par>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10"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par>
                          <p:cTn id="18" fill="hold" nodeType="withGroup">
                            <p:stCondLst>
                              <p:cond delay="500"/>
                            </p:stCondLst>
                            <p:childTnLst>
                              <p:par>
                                <p:cTn id="19" presetID="63" presetClass="path" presetSubtype="0" fill="hold" nodeType="afterEffect">
                                  <p:stCondLst>
                                    <p:cond delay="0"/>
                                  </p:stCondLst>
                                  <p:childTnLst>
                                    <p:animMotion origin="layout" path="M -3.88889E-6 -3.33333E-6 L 0.22882 -3.33333E-6 " pathEditMode="relative" rAng="0" ptsTypes="AA">
                                      <p:cBhvr>
                                        <p:cTn id="20" dur="2000" fill="hold"/>
                                        <p:tgtEl>
                                          <p:spTgt spid="3"/>
                                        </p:tgtEl>
                                        <p:attrNameLst>
                                          <p:attrName>ppt_x</p:attrName>
                                          <p:attrName>ppt_y</p:attrName>
                                        </p:attrNameLst>
                                      </p:cBhvr>
                                      <p:rCtr x="114" y="0"/>
                                    </p:animMotion>
                                  </p:childTnLst>
                                </p:cTn>
                              </p:par>
                              <p:par>
                                <p:cTn id="21" presetID="63" presetClass="path" presetSubtype="0" fill="hold" nodeType="withEffect">
                                  <p:stCondLst>
                                    <p:cond delay="0"/>
                                  </p:stCondLst>
                                  <p:childTnLst>
                                    <p:animMotion origin="layout" path="M 3.05556E-6 -3.7037E-7 L 0.09201 -0.00162 " pathEditMode="relative" rAng="0" ptsTypes="AA">
                                      <p:cBhvr>
                                        <p:cTn id="22" dur="2000" fill="hold"/>
                                        <p:tgtEl>
                                          <p:spTgt spid="4"/>
                                        </p:tgtEl>
                                        <p:attrNameLst>
                                          <p:attrName>ppt_x</p:attrName>
                                          <p:attrName>ppt_y</p:attrName>
                                        </p:attrNameLst>
                                      </p:cBhvr>
                                      <p:rCtr x="46" y="-1"/>
                                    </p:animMotion>
                                  </p:childTnLst>
                                </p:cTn>
                              </p:par>
                            </p:childTnLst>
                          </p:cTn>
                        </p:par>
                        <p:par>
                          <p:cTn id="23" fill="hold" nodeType="afterGroup">
                            <p:stCondLst>
                              <p:cond delay="2500"/>
                            </p:stCondLst>
                            <p:childTnLst>
                              <p:par>
                                <p:cTn id="24" presetID="10" presetClass="entr" presetSubtype="0"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10" presetClass="exit" presetSubtype="0" fill="hold" nodeType="withEffect">
                                  <p:stCondLst>
                                    <p:cond delay="0"/>
                                  </p:stCondLst>
                                  <p:childTnLst>
                                    <p:animEffect transition="out" filter="fade">
                                      <p:cBhvr>
                                        <p:cTn id="28" dur="500"/>
                                        <p:tgtEl>
                                          <p:spTgt spid="3"/>
                                        </p:tgtEl>
                                      </p:cBhvr>
                                    </p:animEffect>
                                    <p:set>
                                      <p:cBhvr>
                                        <p:cTn id="29" dur="1" fill="hold">
                                          <p:stCondLst>
                                            <p:cond delay="499"/>
                                          </p:stCondLst>
                                        </p:cTn>
                                        <p:tgtEl>
                                          <p:spTgt spid="3"/>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4"/>
                                        </p:tgtEl>
                                      </p:cBhvr>
                                    </p:animEffect>
                                    <p:set>
                                      <p:cBhvr>
                                        <p:cTn id="32" dur="1" fill="hold">
                                          <p:stCondLst>
                                            <p:cond delay="499"/>
                                          </p:stCondLst>
                                        </p:cTn>
                                        <p:tgtEl>
                                          <p:spTgt spid="4"/>
                                        </p:tgtEl>
                                        <p:attrNameLst>
                                          <p:attrName>style.visibility</p:attrName>
                                        </p:attrNameLst>
                                      </p:cBhvr>
                                      <p:to>
                                        <p:strVal val="hidden"/>
                                      </p:to>
                                    </p:set>
                                  </p:childTnLst>
                                </p:cTn>
                              </p:par>
                              <p:par>
                                <p:cTn id="33" presetID="63" presetClass="path" presetSubtype="0" fill="hold" nodeType="withEffect">
                                  <p:stCondLst>
                                    <p:cond delay="0"/>
                                  </p:stCondLst>
                                  <p:childTnLst>
                                    <p:animMotion origin="layout" path="M 3.88889E-6 4.81481E-6 L 0.4967 4.81481E-6 " pathEditMode="relative" rAng="0" ptsTypes="AA">
                                      <p:cBhvr>
                                        <p:cTn id="34" dur="5000" fill="hold"/>
                                        <p:tgtEl>
                                          <p:spTgt spid="5"/>
                                        </p:tgtEl>
                                        <p:attrNameLst>
                                          <p:attrName>ppt_x</p:attrName>
                                          <p:attrName>ppt_y</p:attrName>
                                        </p:attrNameLst>
                                      </p:cBhvr>
                                      <p:rCtr x="248" y="0"/>
                                    </p:animMotion>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464900">
                                            <p:txEl>
                                              <p:pRg st="3" end="3"/>
                                            </p:txEl>
                                          </p:spTgt>
                                        </p:tgtEl>
                                        <p:attrNameLst>
                                          <p:attrName>style.visibility</p:attrName>
                                        </p:attrNameLst>
                                      </p:cBhvr>
                                      <p:to>
                                        <p:strVal val="visible"/>
                                      </p:to>
                                    </p:set>
                                    <p:anim calcmode="lin" valueType="num">
                                      <p:cBhvr additive="base">
                                        <p:cTn id="39" dur="500" fill="hold"/>
                                        <p:tgtEl>
                                          <p:spTgt spid="464900">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6490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464900">
                                            <p:txEl>
                                              <p:pRg st="4" end="4"/>
                                            </p:txEl>
                                          </p:spTgt>
                                        </p:tgtEl>
                                        <p:attrNameLst>
                                          <p:attrName>style.visibility</p:attrName>
                                        </p:attrNameLst>
                                      </p:cBhvr>
                                      <p:to>
                                        <p:strVal val="visible"/>
                                      </p:to>
                                    </p:set>
                                    <p:anim calcmode="lin" valueType="num">
                                      <p:cBhvr additive="base">
                                        <p:cTn id="45" dur="500" fill="hold"/>
                                        <p:tgtEl>
                                          <p:spTgt spid="464900">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6490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464900">
                                            <p:txEl>
                                              <p:pRg st="5" end="5"/>
                                            </p:txEl>
                                          </p:spTgt>
                                        </p:tgtEl>
                                        <p:attrNameLst>
                                          <p:attrName>style.visibility</p:attrName>
                                        </p:attrNameLst>
                                      </p:cBhvr>
                                      <p:to>
                                        <p:strVal val="visible"/>
                                      </p:to>
                                    </p:set>
                                    <p:anim calcmode="lin" valueType="num">
                                      <p:cBhvr additive="base">
                                        <p:cTn id="51" dur="500" fill="hold"/>
                                        <p:tgtEl>
                                          <p:spTgt spid="464900">
                                            <p:txEl>
                                              <p:pRg st="5" end="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6490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1"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ChangeArrowheads="1"/>
          </p:cNvSpPr>
          <p:nvPr/>
        </p:nvSpPr>
        <p:spPr bwMode="auto">
          <a:xfrm>
            <a:off x="685800" y="1549400"/>
            <a:ext cx="7772400" cy="1376363"/>
          </a:xfrm>
          <a:prstGeom prst="rect">
            <a:avLst/>
          </a:prstGeom>
          <a:solidFill>
            <a:srgbClr val="EAEAEA"/>
          </a:solidFill>
          <a:ln w="9525">
            <a:noFill/>
            <a:miter lim="800000"/>
            <a:headEnd/>
            <a:tailEnd/>
          </a:ln>
          <a:effectLst/>
        </p:spPr>
        <p:txBody>
          <a:bodyPr/>
          <a:lstStyle/>
          <a:p>
            <a:pPr>
              <a:spcBef>
                <a:spcPct val="20000"/>
              </a:spcBef>
              <a:defRPr/>
            </a:pPr>
            <a:r>
              <a:rPr lang="en-US" sz="2400" i="1" dirty="0">
                <a:solidFill>
                  <a:schemeClr val="accent2"/>
                </a:solidFill>
                <a:latin typeface="Arial" charset="0"/>
              </a:rPr>
              <a:t>Quantitatively </a:t>
            </a:r>
            <a:r>
              <a:rPr lang="en-US" sz="2400" i="1" dirty="0" err="1">
                <a:solidFill>
                  <a:schemeClr val="accent2"/>
                </a:solidFill>
                <a:latin typeface="Arial" charset="0"/>
              </a:rPr>
              <a:t>analysing</a:t>
            </a:r>
            <a:r>
              <a:rPr lang="en-US" sz="2400" i="1" dirty="0">
                <a:solidFill>
                  <a:schemeClr val="accent2"/>
                </a:solidFill>
                <a:latin typeface="Arial" charset="0"/>
              </a:rPr>
              <a:t> inelastic collisions </a:t>
            </a:r>
          </a:p>
          <a:p>
            <a:pPr>
              <a:spcBef>
                <a:spcPct val="20000"/>
              </a:spcBef>
              <a:defRPr/>
            </a:pPr>
            <a:r>
              <a:rPr lang="en-US" sz="2400" i="1" dirty="0">
                <a:solidFill>
                  <a:srgbClr val="333399"/>
                </a:solidFill>
                <a:latin typeface="Arial"/>
              </a:rPr>
              <a:t> </a:t>
            </a:r>
          </a:p>
          <a:p>
            <a:pPr>
              <a:spcBef>
                <a:spcPct val="20000"/>
              </a:spcBef>
              <a:defRPr/>
            </a:pPr>
            <a:r>
              <a:rPr lang="en-US" altLang="en-US" sz="2400" dirty="0">
                <a:latin typeface="+mn-lt"/>
              </a:rPr>
              <a:t>	</a:t>
            </a:r>
          </a:p>
          <a:p>
            <a:pPr>
              <a:spcBef>
                <a:spcPct val="20000"/>
              </a:spcBef>
              <a:defRPr/>
            </a:pPr>
            <a:endParaRPr lang="en-US" altLang="en-US" sz="2400" dirty="0">
              <a:latin typeface="+mn-lt"/>
            </a:endParaRPr>
          </a:p>
        </p:txBody>
      </p:sp>
      <p:grpSp>
        <p:nvGrpSpPr>
          <p:cNvPr id="47107" name="Group 14"/>
          <p:cNvGrpSpPr>
            <a:grpSpLocks/>
          </p:cNvGrpSpPr>
          <p:nvPr/>
        </p:nvGrpSpPr>
        <p:grpSpPr bwMode="auto">
          <a:xfrm>
            <a:off x="839788" y="1981200"/>
            <a:ext cx="7464425" cy="830263"/>
            <a:chOff x="839788" y="5399088"/>
            <a:chExt cx="7464425" cy="830997"/>
          </a:xfrm>
        </p:grpSpPr>
        <p:sp>
          <p:nvSpPr>
            <p:cNvPr id="16" name="Rectangle 119"/>
            <p:cNvSpPr>
              <a:spLocks noChangeArrowheads="1"/>
            </p:cNvSpPr>
            <p:nvPr/>
          </p:nvSpPr>
          <p:spPr bwMode="auto">
            <a:xfrm>
              <a:off x="976313" y="5464234"/>
              <a:ext cx="4210050" cy="320958"/>
            </a:xfrm>
            <a:prstGeom prst="rect">
              <a:avLst/>
            </a:prstGeom>
            <a:noFill/>
            <a:ln w="9525">
              <a:noFill/>
              <a:miter lim="800000"/>
              <a:headEnd/>
              <a:tailEnd/>
            </a:ln>
          </p:spPr>
          <p:txBody>
            <a:bodyPr/>
            <a:lstStyle/>
            <a:p>
              <a:pPr>
                <a:lnSpc>
                  <a:spcPct val="90000"/>
                </a:lnSpc>
                <a:spcBef>
                  <a:spcPct val="20000"/>
                </a:spcBef>
                <a:defRPr/>
              </a:pPr>
              <a:r>
                <a:rPr lang="en-US" altLang="en-US" sz="2400" dirty="0">
                  <a:latin typeface="+mn-lt"/>
                </a:rPr>
                <a:t>If</a:t>
              </a:r>
              <a:r>
                <a:rPr lang="en-US" altLang="en-US" sz="2400" i="1" dirty="0">
                  <a:latin typeface="+mn-lt"/>
                </a:rPr>
                <a:t> </a:t>
              </a:r>
              <a:r>
                <a:rPr lang="en-US" altLang="en-US" sz="2400" i="1" dirty="0" err="1">
                  <a:latin typeface="+mn-lt"/>
                </a:rPr>
                <a:t>F</a:t>
              </a:r>
              <a:r>
                <a:rPr lang="en-US" altLang="en-US" sz="2400" baseline="-25000" dirty="0" err="1">
                  <a:latin typeface="+mn-lt"/>
                </a:rPr>
                <a:t>ext</a:t>
              </a:r>
              <a:r>
                <a:rPr lang="en-US" altLang="en-US" sz="2400" dirty="0">
                  <a:latin typeface="+mn-lt"/>
                </a:rPr>
                <a:t> = 0 then </a:t>
              </a:r>
              <a:r>
                <a:rPr lang="en-US" altLang="en-US" sz="2400" i="1" dirty="0">
                  <a:latin typeface="+mn-lt"/>
                  <a:cs typeface="Courier New" pitchFamily="49" charset="0"/>
                </a:rPr>
                <a:t>p</a:t>
              </a:r>
              <a:r>
                <a:rPr lang="en-US" altLang="en-US" sz="2400" dirty="0">
                  <a:latin typeface="+mn-lt"/>
                  <a:cs typeface="Courier New" pitchFamily="49" charset="0"/>
                </a:rPr>
                <a:t> = CONST</a:t>
              </a:r>
              <a:endParaRPr lang="en-US" altLang="en-US" sz="2400" i="1" dirty="0">
                <a:latin typeface="+mn-lt"/>
              </a:endParaRPr>
            </a:p>
          </p:txBody>
        </p:sp>
        <p:sp>
          <p:nvSpPr>
            <p:cNvPr id="18" name="Text Box 120"/>
            <p:cNvSpPr txBox="1">
              <a:spLocks noChangeArrowheads="1"/>
            </p:cNvSpPr>
            <p:nvPr/>
          </p:nvSpPr>
          <p:spPr bwMode="auto">
            <a:xfrm>
              <a:off x="5541963" y="5399088"/>
              <a:ext cx="2762250" cy="830997"/>
            </a:xfrm>
            <a:prstGeom prst="rect">
              <a:avLst/>
            </a:prstGeom>
            <a:solidFill>
              <a:srgbClr val="FF0000"/>
            </a:solidFill>
            <a:ln w="9525">
              <a:noFill/>
              <a:miter lim="800000"/>
              <a:headEnd/>
              <a:tailEnd/>
            </a:ln>
          </p:spPr>
          <p:txBody>
            <a:bodyPr>
              <a:spAutoFit/>
            </a:bodyPr>
            <a:lstStyle/>
            <a:p>
              <a:pPr algn="ctr">
                <a:spcBef>
                  <a:spcPct val="50000"/>
                </a:spcBef>
                <a:defRPr/>
              </a:pPr>
              <a:r>
                <a:rPr lang="en-US" altLang="en-US" sz="2400" dirty="0">
                  <a:solidFill>
                    <a:schemeClr val="bg1"/>
                  </a:solidFill>
                  <a:latin typeface="+mn-lt"/>
                </a:rPr>
                <a:t>conservation of linear momentum</a:t>
              </a:r>
            </a:p>
          </p:txBody>
        </p:sp>
        <p:sp>
          <p:nvSpPr>
            <p:cNvPr id="19" name="Rectangle 121"/>
            <p:cNvSpPr>
              <a:spLocks noChangeArrowheads="1"/>
            </p:cNvSpPr>
            <p:nvPr/>
          </p:nvSpPr>
          <p:spPr bwMode="auto">
            <a:xfrm>
              <a:off x="839788" y="5402266"/>
              <a:ext cx="7462837" cy="815108"/>
            </a:xfrm>
            <a:prstGeom prst="rect">
              <a:avLst/>
            </a:prstGeom>
            <a:noFill/>
            <a:ln w="12700">
              <a:solidFill>
                <a:schemeClr val="tx1"/>
              </a:solidFill>
              <a:miter lim="800000"/>
              <a:headEnd/>
              <a:tailEnd/>
            </a:ln>
          </p:spPr>
          <p:txBody>
            <a:bodyPr wrap="none" anchor="ctr"/>
            <a:lstStyle/>
            <a:p>
              <a:pPr>
                <a:defRPr/>
              </a:pPr>
              <a:endParaRPr lang="en-US" altLang="en-US" sz="2400">
                <a:latin typeface="+mn-lt"/>
              </a:endParaRPr>
            </a:p>
          </p:txBody>
        </p:sp>
      </p:grpSp>
      <p:sp>
        <p:nvSpPr>
          <p:cNvPr id="464900" name="Rectangle 4"/>
          <p:cNvSpPr>
            <a:spLocks noChangeArrowheads="1"/>
          </p:cNvSpPr>
          <p:nvPr/>
        </p:nvSpPr>
        <p:spPr bwMode="auto">
          <a:xfrm>
            <a:off x="674688" y="2849563"/>
            <a:ext cx="7781925" cy="4008437"/>
          </a:xfrm>
          <a:prstGeom prst="rect">
            <a:avLst/>
          </a:prstGeom>
          <a:solidFill>
            <a:srgbClr val="FFFFCC"/>
          </a:solidFill>
          <a:ln w="9525">
            <a:noFill/>
            <a:miter lim="800000"/>
            <a:headEnd/>
            <a:tailEnd/>
          </a:ln>
        </p:spPr>
        <p:txBody>
          <a:bodyPr/>
          <a:lstStyle/>
          <a:p>
            <a:pPr>
              <a:spcBef>
                <a:spcPct val="20000"/>
              </a:spcBef>
            </a:pPr>
            <a:r>
              <a:rPr lang="en-US" altLang="en-US" sz="2400">
                <a:latin typeface="Arial" charset="0"/>
                <a:sym typeface="Symbol" pitchFamily="18" charset="2"/>
              </a:rPr>
              <a:t>EXAMPLE: Two train cars having equal masses of 750 kg and velocities </a:t>
            </a:r>
            <a:r>
              <a:rPr lang="en-US" altLang="en-US" sz="2400" i="1">
                <a:latin typeface="Arial" charset="0"/>
                <a:sym typeface="Symbol" pitchFamily="18" charset="2"/>
              </a:rPr>
              <a:t>u</a:t>
            </a:r>
            <a:r>
              <a:rPr lang="en-US" altLang="en-US" sz="2400" baseline="-25000">
                <a:latin typeface="Arial" charset="0"/>
                <a:sym typeface="Symbol" pitchFamily="18" charset="2"/>
              </a:rPr>
              <a:t>1</a:t>
            </a:r>
            <a:r>
              <a:rPr lang="en-US" altLang="en-US" sz="2400" baseline="30000">
                <a:latin typeface="Arial" charset="0"/>
                <a:sym typeface="Symbol" pitchFamily="18" charset="2"/>
              </a:rPr>
              <a:t> </a:t>
            </a:r>
            <a:r>
              <a:rPr lang="en-US" altLang="en-US" sz="2400">
                <a:latin typeface="Arial" charset="0"/>
                <a:sym typeface="Symbol" pitchFamily="18" charset="2"/>
              </a:rPr>
              <a:t>= 10. m</a:t>
            </a:r>
            <a:r>
              <a:rPr lang="en-US" altLang="en-US" sz="2400" baseline="-25000">
                <a:latin typeface="Arial" charset="0"/>
                <a:sym typeface="Symbol" pitchFamily="18" charset="2"/>
              </a:rPr>
              <a:t> </a:t>
            </a:r>
            <a:r>
              <a:rPr lang="en-US" altLang="en-US" sz="2400">
                <a:latin typeface="Arial" charset="0"/>
                <a:sym typeface="Symbol" pitchFamily="18" charset="2"/>
              </a:rPr>
              <a:t>s</a:t>
            </a:r>
            <a:r>
              <a:rPr lang="en-US" altLang="en-US" sz="2400" baseline="30000">
                <a:latin typeface="Arial" charset="0"/>
                <a:sym typeface="Symbol" pitchFamily="18" charset="2"/>
              </a:rPr>
              <a:t>-1</a:t>
            </a:r>
            <a:r>
              <a:rPr lang="en-US" altLang="en-US" sz="2400">
                <a:latin typeface="Arial" charset="0"/>
                <a:sym typeface="Symbol" pitchFamily="18" charset="2"/>
              </a:rPr>
              <a:t> and </a:t>
            </a:r>
            <a:r>
              <a:rPr lang="en-US" altLang="en-US" sz="2400" i="1">
                <a:latin typeface="Arial" charset="0"/>
                <a:sym typeface="Symbol" pitchFamily="18" charset="2"/>
              </a:rPr>
              <a:t>u</a:t>
            </a:r>
            <a:r>
              <a:rPr lang="en-US" altLang="en-US" sz="2400" baseline="-25000">
                <a:latin typeface="Arial" charset="0"/>
                <a:sym typeface="Symbol" pitchFamily="18" charset="2"/>
              </a:rPr>
              <a:t>2</a:t>
            </a:r>
            <a:r>
              <a:rPr lang="en-US" altLang="en-US" sz="2400">
                <a:latin typeface="Arial" charset="0"/>
                <a:sym typeface="Symbol" pitchFamily="18" charset="2"/>
              </a:rPr>
              <a:t> = 5.0 m</a:t>
            </a:r>
            <a:r>
              <a:rPr lang="en-US" altLang="en-US" sz="2400" baseline="-25000">
                <a:latin typeface="Arial" charset="0"/>
                <a:sym typeface="Symbol" pitchFamily="18" charset="2"/>
              </a:rPr>
              <a:t> </a:t>
            </a:r>
            <a:r>
              <a:rPr lang="en-US" altLang="en-US" sz="2400">
                <a:latin typeface="Arial" charset="0"/>
                <a:sym typeface="Symbol" pitchFamily="18" charset="2"/>
              </a:rPr>
              <a:t>s</a:t>
            </a:r>
            <a:r>
              <a:rPr lang="en-US" altLang="en-US" sz="2400" baseline="30000">
                <a:latin typeface="Arial" charset="0"/>
                <a:sym typeface="Symbol" pitchFamily="18" charset="2"/>
              </a:rPr>
              <a:t>-1</a:t>
            </a:r>
            <a:r>
              <a:rPr lang="en-US" altLang="en-US" sz="2400">
                <a:latin typeface="Arial" charset="0"/>
                <a:sym typeface="Symbol" pitchFamily="18" charset="2"/>
              </a:rPr>
              <a:t> collide and hitch together. Was total energy conserved?</a:t>
            </a:r>
          </a:p>
          <a:p>
            <a:pPr>
              <a:spcBef>
                <a:spcPct val="20000"/>
              </a:spcBef>
            </a:pPr>
            <a:endParaRPr lang="en-US" altLang="en-US" sz="2400">
              <a:latin typeface="Arial" charset="0"/>
              <a:sym typeface="Symbol" pitchFamily="18" charset="2"/>
            </a:endParaRPr>
          </a:p>
          <a:p>
            <a:pPr>
              <a:spcBef>
                <a:spcPct val="20000"/>
              </a:spcBef>
            </a:pPr>
            <a:endParaRPr lang="en-US" altLang="en-US" sz="2400">
              <a:latin typeface="Arial" charset="0"/>
              <a:sym typeface="Symbol" pitchFamily="18" charset="2"/>
            </a:endParaRPr>
          </a:p>
          <a:p>
            <a:r>
              <a:rPr lang="en-US" altLang="en-US" sz="2400">
                <a:latin typeface="Arial" charset="0"/>
              </a:rPr>
              <a:t>SOLUTION:</a:t>
            </a:r>
          </a:p>
          <a:p>
            <a:pPr>
              <a:spcBef>
                <a:spcPct val="10000"/>
              </a:spcBef>
            </a:pPr>
            <a:r>
              <a:rPr lang="en-US" altLang="en-US" sz="2400">
                <a:solidFill>
                  <a:srgbClr val="000000"/>
                </a:solidFill>
                <a:latin typeface="Arial" charset="0"/>
                <a:sym typeface="Symbol" pitchFamily="18" charset="2"/>
              </a:rPr>
              <a:t></a:t>
            </a:r>
            <a:r>
              <a:rPr lang="en-US" altLang="en-US" sz="2400">
                <a:latin typeface="Arial" charset="0"/>
                <a:sym typeface="Symbol" pitchFamily="18" charset="2"/>
              </a:rPr>
              <a:t>Total energy is </a:t>
            </a:r>
            <a:r>
              <a:rPr lang="en-US" altLang="en-US" sz="2400" i="1">
                <a:latin typeface="Arial" charset="0"/>
                <a:sym typeface="Symbol" pitchFamily="18" charset="2"/>
              </a:rPr>
              <a:t>always</a:t>
            </a:r>
            <a:r>
              <a:rPr lang="en-US" altLang="en-US" sz="2400">
                <a:latin typeface="Arial" charset="0"/>
                <a:sym typeface="Symbol" pitchFamily="18" charset="2"/>
              </a:rPr>
              <a:t> conserved.</a:t>
            </a:r>
          </a:p>
          <a:p>
            <a:pPr>
              <a:spcBef>
                <a:spcPct val="10000"/>
              </a:spcBef>
            </a:pPr>
            <a:r>
              <a:rPr lang="en-US" altLang="en-US" sz="2400">
                <a:solidFill>
                  <a:srgbClr val="000000"/>
                </a:solidFill>
                <a:latin typeface="Arial" charset="0"/>
                <a:sym typeface="Symbol" pitchFamily="18" charset="2"/>
              </a:rPr>
              <a:t></a:t>
            </a:r>
            <a:r>
              <a:rPr lang="en-US" altLang="en-US" sz="2400">
                <a:latin typeface="Arial" charset="0"/>
                <a:sym typeface="Symbol" pitchFamily="18" charset="2"/>
              </a:rPr>
              <a:t>The loss in mechanical energy is </a:t>
            </a:r>
            <a:r>
              <a:rPr lang="en-US" altLang="en-US" sz="2400" i="1">
                <a:latin typeface="Arial" charset="0"/>
                <a:sym typeface="Symbol" pitchFamily="18" charset="2"/>
              </a:rPr>
              <a:t>E</a:t>
            </a:r>
            <a:r>
              <a:rPr lang="en-US" altLang="en-US" sz="2400" baseline="-25000">
                <a:latin typeface="Arial" charset="0"/>
                <a:sym typeface="Symbol" pitchFamily="18" charset="2"/>
              </a:rPr>
              <a:t>K</a:t>
            </a:r>
            <a:r>
              <a:rPr lang="en-US" altLang="en-US" sz="2400">
                <a:latin typeface="Arial" charset="0"/>
                <a:sym typeface="Symbol" pitchFamily="18" charset="2"/>
              </a:rPr>
              <a:t> = - 4700 J.</a:t>
            </a:r>
          </a:p>
          <a:p>
            <a:pPr>
              <a:spcBef>
                <a:spcPct val="10000"/>
              </a:spcBef>
            </a:pPr>
            <a:r>
              <a:rPr lang="en-US" altLang="en-US" sz="2400">
                <a:solidFill>
                  <a:srgbClr val="000000"/>
                </a:solidFill>
                <a:latin typeface="Arial" charset="0"/>
                <a:sym typeface="Symbol" pitchFamily="18" charset="2"/>
              </a:rPr>
              <a:t></a:t>
            </a:r>
            <a:r>
              <a:rPr lang="en-US" altLang="en-US" sz="2400">
                <a:latin typeface="Arial" charset="0"/>
                <a:sym typeface="Symbol" pitchFamily="18" charset="2"/>
              </a:rPr>
              <a:t>The energy lost is mostly converted to </a:t>
            </a:r>
            <a:r>
              <a:rPr lang="en-US" altLang="en-US" sz="2400" b="1">
                <a:latin typeface="Arial" charset="0"/>
                <a:sym typeface="Symbol" pitchFamily="18" charset="2"/>
              </a:rPr>
              <a:t>heat</a:t>
            </a:r>
            <a:r>
              <a:rPr lang="en-US" altLang="en-US" sz="2400">
                <a:latin typeface="Arial" charset="0"/>
                <a:sym typeface="Symbol" pitchFamily="18" charset="2"/>
              </a:rPr>
              <a:t> (there is some sound, and possibly light, but very little). </a:t>
            </a:r>
            <a:endParaRPr lang="en-US" altLang="en-US" sz="2400">
              <a:latin typeface="Arial" charset="0"/>
              <a:cs typeface="Courier New" pitchFamily="49" charset="0"/>
            </a:endParaRPr>
          </a:p>
        </p:txBody>
      </p:sp>
      <p:sp>
        <p:nvSpPr>
          <p:cNvPr id="464901" name="Rectangle 5"/>
          <p:cNvSpPr>
            <a:spLocks noChangeArrowheads="1"/>
          </p:cNvSpPr>
          <p:nvPr/>
        </p:nvSpPr>
        <p:spPr bwMode="auto">
          <a:xfrm>
            <a:off x="0" y="4806950"/>
            <a:ext cx="9144000" cy="46038"/>
          </a:xfrm>
          <a:prstGeom prst="rect">
            <a:avLst/>
          </a:prstGeom>
          <a:gradFill rotWithShape="1">
            <a:gsLst>
              <a:gs pos="0">
                <a:schemeClr val="bg1">
                  <a:gamma/>
                  <a:shade val="46275"/>
                  <a:invGamma/>
                </a:schemeClr>
              </a:gs>
              <a:gs pos="100000">
                <a:schemeClr val="bg1"/>
              </a:gs>
            </a:gsLst>
            <a:lin ang="5400000" scaled="1"/>
          </a:gradFill>
          <a:ln w="9525">
            <a:solidFill>
              <a:schemeClr val="tx1"/>
            </a:solidFill>
            <a:miter lim="800000"/>
            <a:headEnd/>
            <a:tailEnd/>
          </a:ln>
          <a:effectLst/>
        </p:spPr>
        <p:txBody>
          <a:bodyPr wrap="none" anchor="ctr"/>
          <a:lstStyle/>
          <a:p>
            <a:pPr>
              <a:defRPr/>
            </a:pPr>
            <a:endParaRPr lang="en-US"/>
          </a:p>
        </p:txBody>
      </p:sp>
      <p:grpSp>
        <p:nvGrpSpPr>
          <p:cNvPr id="3" name="Group 6"/>
          <p:cNvGrpSpPr>
            <a:grpSpLocks/>
          </p:cNvGrpSpPr>
          <p:nvPr/>
        </p:nvGrpSpPr>
        <p:grpSpPr bwMode="auto">
          <a:xfrm>
            <a:off x="0" y="4006850"/>
            <a:ext cx="1912938" cy="817563"/>
            <a:chOff x="464" y="1863"/>
            <a:chExt cx="1205" cy="515"/>
          </a:xfrm>
          <a:effectLst>
            <a:outerShdw blurRad="50800" dist="38100" dir="2700000" algn="tl" rotWithShape="0">
              <a:prstClr val="black">
                <a:alpha val="40000"/>
              </a:prstClr>
            </a:outerShdw>
          </a:effectLst>
        </p:grpSpPr>
        <p:pic>
          <p:nvPicPr>
            <p:cNvPr id="30740" name="Picture 7" descr="tn00175_[1]"/>
            <p:cNvPicPr>
              <a:picLocks noChangeAspect="1" noChangeArrowheads="1"/>
            </p:cNvPicPr>
            <p:nvPr/>
          </p:nvPicPr>
          <p:blipFill>
            <a:blip r:embed="rId3" cstate="print"/>
            <a:srcRect/>
            <a:stretch>
              <a:fillRect/>
            </a:stretch>
          </p:blipFill>
          <p:spPr bwMode="auto">
            <a:xfrm>
              <a:off x="464" y="1863"/>
              <a:ext cx="1205" cy="515"/>
            </a:xfrm>
            <a:prstGeom prst="rect">
              <a:avLst/>
            </a:prstGeom>
            <a:noFill/>
            <a:ln w="9525">
              <a:noFill/>
              <a:miter lim="800000"/>
              <a:headEnd/>
              <a:tailEnd/>
            </a:ln>
          </p:spPr>
        </p:pic>
        <p:sp>
          <p:nvSpPr>
            <p:cNvPr id="30741" name="Line 8"/>
            <p:cNvSpPr>
              <a:spLocks noChangeShapeType="1"/>
            </p:cNvSpPr>
            <p:nvPr/>
          </p:nvSpPr>
          <p:spPr bwMode="auto">
            <a:xfrm>
              <a:off x="853" y="2130"/>
              <a:ext cx="426" cy="0"/>
            </a:xfrm>
            <a:prstGeom prst="line">
              <a:avLst/>
            </a:prstGeom>
            <a:noFill/>
            <a:ln w="38100">
              <a:solidFill>
                <a:schemeClr val="bg1"/>
              </a:solidFill>
              <a:round/>
              <a:headEnd/>
              <a:tailEnd type="arrow" w="med" len="med"/>
            </a:ln>
          </p:spPr>
          <p:txBody>
            <a:bodyPr/>
            <a:lstStyle/>
            <a:p>
              <a:pPr>
                <a:defRPr/>
              </a:pPr>
              <a:endParaRPr lang="en-US"/>
            </a:p>
          </p:txBody>
        </p:sp>
        <p:sp>
          <p:nvSpPr>
            <p:cNvPr id="30742" name="Text Box 9"/>
            <p:cNvSpPr txBox="1">
              <a:spLocks noChangeArrowheads="1"/>
            </p:cNvSpPr>
            <p:nvPr/>
          </p:nvSpPr>
          <p:spPr bwMode="auto">
            <a:xfrm>
              <a:off x="1252" y="2009"/>
              <a:ext cx="294"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u</a:t>
              </a:r>
              <a:r>
                <a:rPr lang="en-US" altLang="en-US" sz="2400" baseline="-25000">
                  <a:solidFill>
                    <a:schemeClr val="bg1"/>
                  </a:solidFill>
                  <a:latin typeface="Arial" charset="0"/>
                </a:rPr>
                <a:t>1</a:t>
              </a:r>
              <a:endParaRPr lang="en-US" altLang="en-US" sz="2400" i="1">
                <a:solidFill>
                  <a:schemeClr val="bg1"/>
                </a:solidFill>
                <a:latin typeface="Arial" charset="0"/>
              </a:endParaRPr>
            </a:p>
          </p:txBody>
        </p:sp>
      </p:grpSp>
      <p:grpSp>
        <p:nvGrpSpPr>
          <p:cNvPr id="4" name="Group 10"/>
          <p:cNvGrpSpPr>
            <a:grpSpLocks/>
          </p:cNvGrpSpPr>
          <p:nvPr/>
        </p:nvGrpSpPr>
        <p:grpSpPr bwMode="auto">
          <a:xfrm>
            <a:off x="3152775" y="4006850"/>
            <a:ext cx="1912938" cy="817563"/>
            <a:chOff x="2139" y="1867"/>
            <a:chExt cx="1205" cy="515"/>
          </a:xfrm>
          <a:effectLst>
            <a:outerShdw blurRad="50800" dist="38100" dir="2700000" algn="tl" rotWithShape="0">
              <a:prstClr val="black">
                <a:alpha val="40000"/>
              </a:prstClr>
            </a:outerShdw>
          </a:effectLst>
        </p:grpSpPr>
        <p:pic>
          <p:nvPicPr>
            <p:cNvPr id="30737" name="Picture 11" descr="tn00175_[1]"/>
            <p:cNvPicPr>
              <a:picLocks noChangeAspect="1" noChangeArrowheads="1"/>
            </p:cNvPicPr>
            <p:nvPr/>
          </p:nvPicPr>
          <p:blipFill>
            <a:blip r:embed="rId3" cstate="print"/>
            <a:srcRect/>
            <a:stretch>
              <a:fillRect/>
            </a:stretch>
          </p:blipFill>
          <p:spPr bwMode="auto">
            <a:xfrm>
              <a:off x="2139" y="1867"/>
              <a:ext cx="1205" cy="515"/>
            </a:xfrm>
            <a:prstGeom prst="rect">
              <a:avLst/>
            </a:prstGeom>
            <a:noFill/>
            <a:ln w="9525">
              <a:noFill/>
              <a:miter lim="800000"/>
              <a:headEnd/>
              <a:tailEnd/>
            </a:ln>
          </p:spPr>
        </p:pic>
        <p:sp>
          <p:nvSpPr>
            <p:cNvPr id="30738" name="Line 12"/>
            <p:cNvSpPr>
              <a:spLocks noChangeShapeType="1"/>
            </p:cNvSpPr>
            <p:nvPr/>
          </p:nvSpPr>
          <p:spPr bwMode="auto">
            <a:xfrm>
              <a:off x="2597" y="2139"/>
              <a:ext cx="300" cy="0"/>
            </a:xfrm>
            <a:prstGeom prst="line">
              <a:avLst/>
            </a:prstGeom>
            <a:noFill/>
            <a:ln w="38100">
              <a:solidFill>
                <a:schemeClr val="bg1"/>
              </a:solidFill>
              <a:round/>
              <a:headEnd/>
              <a:tailEnd type="arrow" w="med" len="med"/>
            </a:ln>
          </p:spPr>
          <p:txBody>
            <a:bodyPr/>
            <a:lstStyle/>
            <a:p>
              <a:pPr>
                <a:defRPr/>
              </a:pPr>
              <a:endParaRPr lang="en-US"/>
            </a:p>
          </p:txBody>
        </p:sp>
        <p:sp>
          <p:nvSpPr>
            <p:cNvPr id="30739" name="Text Box 13"/>
            <p:cNvSpPr txBox="1">
              <a:spLocks noChangeArrowheads="1"/>
            </p:cNvSpPr>
            <p:nvPr/>
          </p:nvSpPr>
          <p:spPr bwMode="auto">
            <a:xfrm>
              <a:off x="2862" y="2018"/>
              <a:ext cx="294"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u</a:t>
              </a:r>
              <a:r>
                <a:rPr lang="en-US" altLang="en-US" sz="2400" baseline="-25000">
                  <a:solidFill>
                    <a:schemeClr val="bg1"/>
                  </a:solidFill>
                  <a:latin typeface="Arial" charset="0"/>
                </a:rPr>
                <a:t>2</a:t>
              </a:r>
              <a:endParaRPr lang="en-US" altLang="en-US" sz="2400" i="1">
                <a:solidFill>
                  <a:schemeClr val="bg1"/>
                </a:solidFill>
                <a:latin typeface="Arial" charset="0"/>
              </a:endParaRPr>
            </a:p>
          </p:txBody>
        </p:sp>
      </p:grpSp>
      <p:grpSp>
        <p:nvGrpSpPr>
          <p:cNvPr id="5" name="Group 14"/>
          <p:cNvGrpSpPr>
            <a:grpSpLocks/>
          </p:cNvGrpSpPr>
          <p:nvPr/>
        </p:nvGrpSpPr>
        <p:grpSpPr bwMode="auto">
          <a:xfrm>
            <a:off x="2100263" y="3994150"/>
            <a:ext cx="3808412" cy="823913"/>
            <a:chOff x="457" y="2784"/>
            <a:chExt cx="2399" cy="519"/>
          </a:xfrm>
          <a:effectLst>
            <a:outerShdw blurRad="50800" dist="38100" dir="2700000" algn="tl" rotWithShape="0">
              <a:prstClr val="black">
                <a:alpha val="40000"/>
              </a:prstClr>
            </a:outerShdw>
          </a:effectLst>
        </p:grpSpPr>
        <p:pic>
          <p:nvPicPr>
            <p:cNvPr id="30731" name="Picture 15" descr="tn00175_[1]"/>
            <p:cNvPicPr>
              <a:picLocks noChangeAspect="1" noChangeArrowheads="1"/>
            </p:cNvPicPr>
            <p:nvPr/>
          </p:nvPicPr>
          <p:blipFill>
            <a:blip r:embed="rId3" cstate="print"/>
            <a:srcRect/>
            <a:stretch>
              <a:fillRect/>
            </a:stretch>
          </p:blipFill>
          <p:spPr bwMode="auto">
            <a:xfrm>
              <a:off x="457" y="2788"/>
              <a:ext cx="1205" cy="515"/>
            </a:xfrm>
            <a:prstGeom prst="rect">
              <a:avLst/>
            </a:prstGeom>
            <a:noFill/>
            <a:ln w="9525">
              <a:noFill/>
              <a:miter lim="800000"/>
              <a:headEnd/>
              <a:tailEnd/>
            </a:ln>
          </p:spPr>
        </p:pic>
        <p:sp>
          <p:nvSpPr>
            <p:cNvPr id="30732" name="Line 16"/>
            <p:cNvSpPr>
              <a:spLocks noChangeShapeType="1"/>
            </p:cNvSpPr>
            <p:nvPr/>
          </p:nvSpPr>
          <p:spPr bwMode="auto">
            <a:xfrm>
              <a:off x="846" y="3055"/>
              <a:ext cx="426" cy="0"/>
            </a:xfrm>
            <a:prstGeom prst="line">
              <a:avLst/>
            </a:prstGeom>
            <a:noFill/>
            <a:ln w="38100">
              <a:solidFill>
                <a:schemeClr val="bg1"/>
              </a:solidFill>
              <a:round/>
              <a:headEnd/>
              <a:tailEnd type="arrow" w="med" len="med"/>
            </a:ln>
          </p:spPr>
          <p:txBody>
            <a:bodyPr/>
            <a:lstStyle/>
            <a:p>
              <a:pPr>
                <a:defRPr/>
              </a:pPr>
              <a:endParaRPr lang="en-US"/>
            </a:p>
          </p:txBody>
        </p:sp>
        <p:sp>
          <p:nvSpPr>
            <p:cNvPr id="30733" name="Text Box 17"/>
            <p:cNvSpPr txBox="1">
              <a:spLocks noChangeArrowheads="1"/>
            </p:cNvSpPr>
            <p:nvPr/>
          </p:nvSpPr>
          <p:spPr bwMode="auto">
            <a:xfrm>
              <a:off x="1245" y="2934"/>
              <a:ext cx="212"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v</a:t>
              </a:r>
            </a:p>
          </p:txBody>
        </p:sp>
        <p:pic>
          <p:nvPicPr>
            <p:cNvPr id="30734" name="Picture 18" descr="tn00175_[1]"/>
            <p:cNvPicPr>
              <a:picLocks noChangeAspect="1" noChangeArrowheads="1"/>
            </p:cNvPicPr>
            <p:nvPr/>
          </p:nvPicPr>
          <p:blipFill>
            <a:blip r:embed="rId3" cstate="print"/>
            <a:srcRect/>
            <a:stretch>
              <a:fillRect/>
            </a:stretch>
          </p:blipFill>
          <p:spPr bwMode="auto">
            <a:xfrm>
              <a:off x="1651" y="2784"/>
              <a:ext cx="1205" cy="515"/>
            </a:xfrm>
            <a:prstGeom prst="rect">
              <a:avLst/>
            </a:prstGeom>
            <a:noFill/>
            <a:ln w="9525">
              <a:noFill/>
              <a:miter lim="800000"/>
              <a:headEnd/>
              <a:tailEnd/>
            </a:ln>
          </p:spPr>
        </p:pic>
        <p:sp>
          <p:nvSpPr>
            <p:cNvPr id="30735" name="Text Box 19"/>
            <p:cNvSpPr txBox="1">
              <a:spLocks noChangeArrowheads="1"/>
            </p:cNvSpPr>
            <p:nvPr/>
          </p:nvSpPr>
          <p:spPr bwMode="auto">
            <a:xfrm>
              <a:off x="2374" y="2935"/>
              <a:ext cx="212" cy="288"/>
            </a:xfrm>
            <a:prstGeom prst="rect">
              <a:avLst/>
            </a:prstGeom>
            <a:noFill/>
            <a:ln w="9525">
              <a:noFill/>
              <a:miter lim="800000"/>
              <a:headEnd/>
              <a:tailEnd/>
            </a:ln>
          </p:spPr>
          <p:txBody>
            <a:bodyPr wrap="none">
              <a:spAutoFit/>
            </a:bodyPr>
            <a:lstStyle/>
            <a:p>
              <a:pPr>
                <a:defRPr/>
              </a:pPr>
              <a:r>
                <a:rPr lang="en-US" altLang="en-US" sz="2400" i="1">
                  <a:solidFill>
                    <a:schemeClr val="bg1"/>
                  </a:solidFill>
                  <a:latin typeface="Arial" charset="0"/>
                </a:rPr>
                <a:t>v</a:t>
              </a:r>
            </a:p>
          </p:txBody>
        </p:sp>
        <p:sp>
          <p:nvSpPr>
            <p:cNvPr id="30736" name="Line 20"/>
            <p:cNvSpPr>
              <a:spLocks noChangeShapeType="1"/>
            </p:cNvSpPr>
            <p:nvPr/>
          </p:nvSpPr>
          <p:spPr bwMode="auto">
            <a:xfrm>
              <a:off x="2016" y="3064"/>
              <a:ext cx="426" cy="0"/>
            </a:xfrm>
            <a:prstGeom prst="line">
              <a:avLst/>
            </a:prstGeom>
            <a:noFill/>
            <a:ln w="38100">
              <a:solidFill>
                <a:schemeClr val="bg1"/>
              </a:solidFill>
              <a:round/>
              <a:headEnd/>
              <a:tailEnd type="arrow" w="med" len="med"/>
            </a:ln>
          </p:spPr>
          <p:txBody>
            <a:bodyP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64900">
                                            <p:txEl>
                                              <p:pRg st="0" end="0"/>
                                            </p:txEl>
                                          </p:spTgt>
                                        </p:tgtEl>
                                        <p:attrNameLst>
                                          <p:attrName>style.visibility</p:attrName>
                                        </p:attrNameLst>
                                      </p:cBhvr>
                                      <p:to>
                                        <p:strVal val="visible"/>
                                      </p:to>
                                    </p:set>
                                    <p:anim calcmode="lin" valueType="num">
                                      <p:cBhvr additive="base">
                                        <p:cTn id="7" dur="500" fill="hold"/>
                                        <p:tgtEl>
                                          <p:spTgt spid="46490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4900">
                                            <p:txEl>
                                              <p:pRg st="0" end="0"/>
                                            </p:txEl>
                                          </p:spTgt>
                                        </p:tgtEl>
                                        <p:attrNameLst>
                                          <p:attrName>ppt_y</p:attrName>
                                        </p:attrNameLst>
                                      </p:cBhvr>
                                      <p:tavLst>
                                        <p:tav tm="0">
                                          <p:val>
                                            <p:strVal val="1+#ppt_h/2"/>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464901"/>
                                        </p:tgtEl>
                                        <p:attrNameLst>
                                          <p:attrName>style.visibility</p:attrName>
                                        </p:attrNameLst>
                                      </p:cBhvr>
                                      <p:to>
                                        <p:strVal val="visible"/>
                                      </p:to>
                                    </p:set>
                                    <p:animEffect transition="in" filter="wipe(left)">
                                      <p:cBhvr>
                                        <p:cTn id="11" dur="500"/>
                                        <p:tgtEl>
                                          <p:spTgt spid="464901"/>
                                        </p:tgtEl>
                                      </p:cBhvr>
                                    </p:animEffect>
                                  </p:childTnLst>
                                </p:cTn>
                              </p:par>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10"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par>
                          <p:cTn id="18" fill="hold" nodeType="withGroup">
                            <p:stCondLst>
                              <p:cond delay="500"/>
                            </p:stCondLst>
                            <p:childTnLst>
                              <p:par>
                                <p:cTn id="19" presetID="63" presetClass="path" presetSubtype="0" fill="hold" nodeType="afterEffect">
                                  <p:stCondLst>
                                    <p:cond delay="0"/>
                                  </p:stCondLst>
                                  <p:childTnLst>
                                    <p:animMotion origin="layout" path="M -3.88889E-6 -3.33333E-6 L 0.22882 -3.33333E-6 " pathEditMode="relative" rAng="0" ptsTypes="AA">
                                      <p:cBhvr>
                                        <p:cTn id="20" dur="2000" fill="hold"/>
                                        <p:tgtEl>
                                          <p:spTgt spid="3"/>
                                        </p:tgtEl>
                                        <p:attrNameLst>
                                          <p:attrName>ppt_x</p:attrName>
                                          <p:attrName>ppt_y</p:attrName>
                                        </p:attrNameLst>
                                      </p:cBhvr>
                                      <p:rCtr x="114" y="0"/>
                                    </p:animMotion>
                                  </p:childTnLst>
                                </p:cTn>
                              </p:par>
                              <p:par>
                                <p:cTn id="21" presetID="63" presetClass="path" presetSubtype="0" fill="hold" nodeType="withEffect">
                                  <p:stCondLst>
                                    <p:cond delay="0"/>
                                  </p:stCondLst>
                                  <p:childTnLst>
                                    <p:animMotion origin="layout" path="M 3.05556E-6 -3.7037E-7 L 0.09201 -0.00162 " pathEditMode="relative" rAng="0" ptsTypes="AA">
                                      <p:cBhvr>
                                        <p:cTn id="22" dur="2000" fill="hold"/>
                                        <p:tgtEl>
                                          <p:spTgt spid="4"/>
                                        </p:tgtEl>
                                        <p:attrNameLst>
                                          <p:attrName>ppt_x</p:attrName>
                                          <p:attrName>ppt_y</p:attrName>
                                        </p:attrNameLst>
                                      </p:cBhvr>
                                      <p:rCtr x="46" y="-1"/>
                                    </p:animMotion>
                                  </p:childTnLst>
                                </p:cTn>
                              </p:par>
                            </p:childTnLst>
                          </p:cTn>
                        </p:par>
                        <p:par>
                          <p:cTn id="23" fill="hold" nodeType="afterGroup">
                            <p:stCondLst>
                              <p:cond delay="2500"/>
                            </p:stCondLst>
                            <p:childTnLst>
                              <p:par>
                                <p:cTn id="24" presetID="10" presetClass="entr" presetSubtype="0"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10" presetClass="exit" presetSubtype="0" fill="hold" nodeType="withEffect">
                                  <p:stCondLst>
                                    <p:cond delay="0"/>
                                  </p:stCondLst>
                                  <p:childTnLst>
                                    <p:animEffect transition="out" filter="fade">
                                      <p:cBhvr>
                                        <p:cTn id="28" dur="500"/>
                                        <p:tgtEl>
                                          <p:spTgt spid="3"/>
                                        </p:tgtEl>
                                      </p:cBhvr>
                                    </p:animEffect>
                                    <p:set>
                                      <p:cBhvr>
                                        <p:cTn id="29" dur="1" fill="hold">
                                          <p:stCondLst>
                                            <p:cond delay="499"/>
                                          </p:stCondLst>
                                        </p:cTn>
                                        <p:tgtEl>
                                          <p:spTgt spid="3"/>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4"/>
                                        </p:tgtEl>
                                      </p:cBhvr>
                                    </p:animEffect>
                                    <p:set>
                                      <p:cBhvr>
                                        <p:cTn id="32" dur="1" fill="hold">
                                          <p:stCondLst>
                                            <p:cond delay="499"/>
                                          </p:stCondLst>
                                        </p:cTn>
                                        <p:tgtEl>
                                          <p:spTgt spid="4"/>
                                        </p:tgtEl>
                                        <p:attrNameLst>
                                          <p:attrName>style.visibility</p:attrName>
                                        </p:attrNameLst>
                                      </p:cBhvr>
                                      <p:to>
                                        <p:strVal val="hidden"/>
                                      </p:to>
                                    </p:set>
                                  </p:childTnLst>
                                </p:cTn>
                              </p:par>
                              <p:par>
                                <p:cTn id="33" presetID="63" presetClass="path" presetSubtype="0" fill="hold" nodeType="withEffect">
                                  <p:stCondLst>
                                    <p:cond delay="0"/>
                                  </p:stCondLst>
                                  <p:childTnLst>
                                    <p:animMotion origin="layout" path="M 3.88889E-6 4.81481E-6 L 0.4967 4.81481E-6 " pathEditMode="relative" rAng="0" ptsTypes="AA">
                                      <p:cBhvr>
                                        <p:cTn id="34" dur="5000" fill="hold"/>
                                        <p:tgtEl>
                                          <p:spTgt spid="5"/>
                                        </p:tgtEl>
                                        <p:attrNameLst>
                                          <p:attrName>ppt_x</p:attrName>
                                          <p:attrName>ppt_y</p:attrName>
                                        </p:attrNameLst>
                                      </p:cBhvr>
                                      <p:rCtr x="248" y="0"/>
                                    </p:animMotion>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464900">
                                            <p:txEl>
                                              <p:pRg st="3" end="3"/>
                                            </p:txEl>
                                          </p:spTgt>
                                        </p:tgtEl>
                                        <p:attrNameLst>
                                          <p:attrName>style.visibility</p:attrName>
                                        </p:attrNameLst>
                                      </p:cBhvr>
                                      <p:to>
                                        <p:strVal val="visible"/>
                                      </p:to>
                                    </p:set>
                                    <p:anim calcmode="lin" valueType="num">
                                      <p:cBhvr additive="base">
                                        <p:cTn id="39" dur="500" fill="hold"/>
                                        <p:tgtEl>
                                          <p:spTgt spid="464900">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6490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464900">
                                            <p:txEl>
                                              <p:pRg st="4" end="4"/>
                                            </p:txEl>
                                          </p:spTgt>
                                        </p:tgtEl>
                                        <p:attrNameLst>
                                          <p:attrName>style.visibility</p:attrName>
                                        </p:attrNameLst>
                                      </p:cBhvr>
                                      <p:to>
                                        <p:strVal val="visible"/>
                                      </p:to>
                                    </p:set>
                                    <p:anim calcmode="lin" valueType="num">
                                      <p:cBhvr additive="base">
                                        <p:cTn id="45" dur="500" fill="hold"/>
                                        <p:tgtEl>
                                          <p:spTgt spid="464900">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6490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464900">
                                            <p:txEl>
                                              <p:pRg st="5" end="5"/>
                                            </p:txEl>
                                          </p:spTgt>
                                        </p:tgtEl>
                                        <p:attrNameLst>
                                          <p:attrName>style.visibility</p:attrName>
                                        </p:attrNameLst>
                                      </p:cBhvr>
                                      <p:to>
                                        <p:strVal val="visible"/>
                                      </p:to>
                                    </p:set>
                                    <p:anim calcmode="lin" valueType="num">
                                      <p:cBhvr additive="base">
                                        <p:cTn id="51" dur="500" fill="hold"/>
                                        <p:tgtEl>
                                          <p:spTgt spid="464900">
                                            <p:txEl>
                                              <p:pRg st="5" end="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6490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464900">
                                            <p:txEl>
                                              <p:pRg st="6" end="6"/>
                                            </p:txEl>
                                          </p:spTgt>
                                        </p:tgtEl>
                                        <p:attrNameLst>
                                          <p:attrName>style.visibility</p:attrName>
                                        </p:attrNameLst>
                                      </p:cBhvr>
                                      <p:to>
                                        <p:strVal val="visible"/>
                                      </p:to>
                                    </p:set>
                                    <p:anim calcmode="lin" valueType="num">
                                      <p:cBhvr additive="base">
                                        <p:cTn id="57" dur="500" fill="hold"/>
                                        <p:tgtEl>
                                          <p:spTgt spid="464900">
                                            <p:txEl>
                                              <p:pRg st="6" end="6"/>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46490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1"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ChangeArrowheads="1"/>
          </p:cNvSpPr>
          <p:nvPr/>
        </p:nvSpPr>
        <p:spPr bwMode="auto">
          <a:xfrm>
            <a:off x="685800" y="1549400"/>
            <a:ext cx="7772400" cy="461963"/>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rPr>
              <a:t>Quantitatively analysing inelastic collisions</a:t>
            </a:r>
            <a:r>
              <a:rPr lang="en-US" sz="2400" i="1">
                <a:solidFill>
                  <a:srgbClr val="333399"/>
                </a:solidFill>
                <a:latin typeface="Arial" charset="0"/>
              </a:rPr>
              <a:t> </a:t>
            </a:r>
          </a:p>
        </p:txBody>
      </p:sp>
      <p:sp>
        <p:nvSpPr>
          <p:cNvPr id="473092" name="Rectangle 4"/>
          <p:cNvSpPr>
            <a:spLocks noChangeArrowheads="1"/>
          </p:cNvSpPr>
          <p:nvPr/>
        </p:nvSpPr>
        <p:spPr bwMode="auto">
          <a:xfrm>
            <a:off x="671513" y="1982788"/>
            <a:ext cx="7797800" cy="4875212"/>
          </a:xfrm>
          <a:prstGeom prst="rect">
            <a:avLst/>
          </a:prstGeom>
          <a:solidFill>
            <a:srgbClr val="FFFFCC"/>
          </a:solidFill>
          <a:ln w="9525">
            <a:noFill/>
            <a:miter lim="800000"/>
            <a:headEnd/>
            <a:tailEnd/>
          </a:ln>
        </p:spPr>
        <p:txBody>
          <a:bodyPr/>
          <a:lstStyle/>
          <a:p>
            <a:pPr>
              <a:spcBef>
                <a:spcPct val="20000"/>
              </a:spcBef>
              <a:defRPr/>
            </a:pPr>
            <a:r>
              <a:rPr lang="en-US" altLang="en-US" sz="2400" dirty="0">
                <a:latin typeface="+mn-lt"/>
                <a:sym typeface="Symbol" pitchFamily="18" charset="2"/>
              </a:rPr>
              <a:t>EXAMPLE: Suppose a .020-kg bullet traveling horizontally at 300. m/s strikes a 4.0-kg block of wood resting on a wood floor. How fast is the block/bullet combo moving </a:t>
            </a:r>
            <a:r>
              <a:rPr lang="en-US" altLang="en-US" sz="2400" i="1" dirty="0">
                <a:latin typeface="+mn-lt"/>
                <a:sym typeface="Symbol" pitchFamily="18" charset="2"/>
              </a:rPr>
              <a:t>immediately</a:t>
            </a:r>
            <a:r>
              <a:rPr lang="en-US" altLang="en-US" sz="2400" dirty="0">
                <a:latin typeface="+mn-lt"/>
                <a:sym typeface="Symbol" pitchFamily="18" charset="2"/>
              </a:rPr>
              <a:t> after collision?</a:t>
            </a:r>
          </a:p>
          <a:p>
            <a:pPr>
              <a:spcBef>
                <a:spcPct val="20000"/>
              </a:spcBef>
              <a:defRPr/>
            </a:pPr>
            <a:r>
              <a:rPr lang="en-US" altLang="en-US" sz="2400" dirty="0">
                <a:latin typeface="+mn-lt"/>
                <a:sym typeface="Symbol" pitchFamily="18" charset="2"/>
              </a:rPr>
              <a:t>SOLUTION:</a:t>
            </a:r>
          </a:p>
          <a:p>
            <a:pPr>
              <a:spcBef>
                <a:spcPct val="20000"/>
              </a:spcBef>
              <a:defRPr/>
            </a:pPr>
            <a:r>
              <a:rPr lang="en-US" altLang="en-US" sz="2400" dirty="0">
                <a:latin typeface="+mn-lt"/>
                <a:sym typeface="Symbol" pitchFamily="18" charset="2"/>
              </a:rPr>
              <a:t>If we consider the bullet-block combo as our system, there are no external forces in the x-direction at collision.  Thus </a:t>
            </a:r>
            <a:r>
              <a:rPr lang="en-US" altLang="en-US" sz="2400" i="1" dirty="0" err="1">
                <a:latin typeface="+mn-lt"/>
              </a:rPr>
              <a:t>p</a:t>
            </a:r>
            <a:r>
              <a:rPr lang="en-US" altLang="en-US" sz="2400" i="1" baseline="-25000" dirty="0" err="1">
                <a:latin typeface="+mn-lt"/>
              </a:rPr>
              <a:t>f</a:t>
            </a:r>
            <a:r>
              <a:rPr lang="en-US" altLang="en-US" sz="2400" dirty="0">
                <a:latin typeface="+mn-lt"/>
              </a:rPr>
              <a:t> = </a:t>
            </a:r>
            <a:r>
              <a:rPr lang="en-US" altLang="en-US" sz="2400" i="1" dirty="0">
                <a:latin typeface="+mn-lt"/>
              </a:rPr>
              <a:t>p</a:t>
            </a:r>
            <a:r>
              <a:rPr lang="en-US" altLang="en-US" sz="2400" baseline="-25000" dirty="0">
                <a:latin typeface="+mn-lt"/>
              </a:rPr>
              <a:t>0</a:t>
            </a:r>
            <a:r>
              <a:rPr lang="en-US" altLang="en-US" sz="2400" dirty="0">
                <a:latin typeface="+mn-lt"/>
              </a:rPr>
              <a:t> so that</a:t>
            </a:r>
          </a:p>
          <a:p>
            <a:pPr>
              <a:spcBef>
                <a:spcPct val="20000"/>
              </a:spcBef>
              <a:defRPr/>
            </a:pPr>
            <a:r>
              <a:rPr lang="en-US" altLang="en-US" sz="2400" i="1" dirty="0">
                <a:latin typeface="+mn-lt"/>
              </a:rPr>
              <a:t>   </a:t>
            </a:r>
            <a:r>
              <a:rPr lang="en-US" altLang="en-US" sz="2400" i="1" dirty="0" err="1">
                <a:latin typeface="+mn-lt"/>
              </a:rPr>
              <a:t>mv</a:t>
            </a:r>
            <a:r>
              <a:rPr lang="en-US" altLang="en-US" sz="2400" i="1" baseline="-25000" dirty="0" err="1">
                <a:latin typeface="+mn-lt"/>
              </a:rPr>
              <a:t>f</a:t>
            </a:r>
            <a:r>
              <a:rPr lang="en-US" altLang="en-US" sz="2400" dirty="0">
                <a:latin typeface="+mn-lt"/>
              </a:rPr>
              <a:t> + </a:t>
            </a:r>
            <a:r>
              <a:rPr lang="en-US" altLang="en-US" sz="2400" i="1" dirty="0" err="1">
                <a:latin typeface="+mn-lt"/>
              </a:rPr>
              <a:t>MV</a:t>
            </a:r>
            <a:r>
              <a:rPr lang="en-US" altLang="en-US" sz="2400" i="1" baseline="-25000" dirty="0" err="1">
                <a:latin typeface="+mn-lt"/>
              </a:rPr>
              <a:t>f</a:t>
            </a:r>
            <a:r>
              <a:rPr lang="en-US" altLang="en-US" sz="2400" i="1" dirty="0">
                <a:latin typeface="+mn-lt"/>
              </a:rPr>
              <a:t> </a:t>
            </a:r>
            <a:r>
              <a:rPr lang="en-US" altLang="en-US" sz="2400" dirty="0">
                <a:latin typeface="+mn-lt"/>
              </a:rPr>
              <a:t>=     </a:t>
            </a:r>
            <a:r>
              <a:rPr lang="en-US" altLang="en-US" sz="2400" i="1" dirty="0" err="1">
                <a:latin typeface="+mn-lt"/>
              </a:rPr>
              <a:t>mv</a:t>
            </a:r>
            <a:r>
              <a:rPr lang="en-US" altLang="en-US" sz="2400" i="1" baseline="-25000" dirty="0" err="1">
                <a:latin typeface="+mn-lt"/>
              </a:rPr>
              <a:t>i</a:t>
            </a:r>
            <a:r>
              <a:rPr lang="en-US" altLang="en-US" sz="2400" dirty="0">
                <a:latin typeface="+mn-lt"/>
              </a:rPr>
              <a:t>       + </a:t>
            </a:r>
            <a:r>
              <a:rPr lang="en-US" altLang="en-US" sz="2400" i="1" dirty="0" err="1">
                <a:latin typeface="+mn-lt"/>
              </a:rPr>
              <a:t>MV</a:t>
            </a:r>
            <a:r>
              <a:rPr lang="en-US" altLang="en-US" sz="2400" i="1" baseline="-25000" dirty="0" err="1">
                <a:latin typeface="+mn-lt"/>
              </a:rPr>
              <a:t>i</a:t>
            </a:r>
            <a:endParaRPr lang="en-US" altLang="en-US" sz="2400" i="1" baseline="-25000" dirty="0">
              <a:latin typeface="+mn-lt"/>
            </a:endParaRPr>
          </a:p>
          <a:p>
            <a:pPr>
              <a:spcBef>
                <a:spcPct val="20000"/>
              </a:spcBef>
              <a:buFont typeface="Symbol" pitchFamily="18" charset="2"/>
              <a:buNone/>
              <a:defRPr/>
            </a:pPr>
            <a:r>
              <a:rPr lang="en-US" altLang="en-US" sz="2400" dirty="0">
                <a:latin typeface="+mn-lt"/>
                <a:sym typeface="Symbol" pitchFamily="18" charset="2"/>
              </a:rPr>
              <a:t> </a:t>
            </a:r>
            <a:r>
              <a:rPr lang="en-US" altLang="en-US" sz="2400" dirty="0">
                <a:latin typeface="+mn-lt"/>
              </a:rPr>
              <a:t>.02</a:t>
            </a:r>
            <a:r>
              <a:rPr lang="en-US" altLang="en-US" sz="2400" i="1" dirty="0">
                <a:latin typeface="+mn-lt"/>
              </a:rPr>
              <a:t>v </a:t>
            </a:r>
            <a:r>
              <a:rPr lang="en-US" altLang="en-US" sz="2400" i="1" baseline="-25000" dirty="0">
                <a:latin typeface="+mn-lt"/>
              </a:rPr>
              <a:t> </a:t>
            </a:r>
            <a:r>
              <a:rPr lang="en-US" altLang="en-US" sz="2400" dirty="0">
                <a:latin typeface="+mn-lt"/>
              </a:rPr>
              <a:t>+ 4 </a:t>
            </a:r>
            <a:r>
              <a:rPr lang="en-US" altLang="en-US" sz="2400" i="1" dirty="0">
                <a:latin typeface="+mn-lt"/>
              </a:rPr>
              <a:t>v  </a:t>
            </a:r>
            <a:r>
              <a:rPr lang="en-US" altLang="en-US" sz="2400" dirty="0">
                <a:latin typeface="+mn-lt"/>
              </a:rPr>
              <a:t>= (.02)(300) + 4(0)</a:t>
            </a:r>
          </a:p>
          <a:p>
            <a:pPr>
              <a:lnSpc>
                <a:spcPct val="90000"/>
              </a:lnSpc>
              <a:spcBef>
                <a:spcPct val="20000"/>
              </a:spcBef>
              <a:defRPr/>
            </a:pPr>
            <a:r>
              <a:rPr lang="en-US" altLang="en-US" sz="2400" dirty="0">
                <a:latin typeface="+mn-lt"/>
                <a:sym typeface="Symbol" pitchFamily="18" charset="2"/>
              </a:rPr>
              <a:t>        </a:t>
            </a:r>
            <a:r>
              <a:rPr lang="en-US" altLang="en-US" sz="2400" baseline="-25000" dirty="0">
                <a:latin typeface="+mn-lt"/>
                <a:sym typeface="Symbol" pitchFamily="18" charset="2"/>
              </a:rPr>
              <a:t> </a:t>
            </a:r>
            <a:r>
              <a:rPr lang="en-US" altLang="en-US" sz="2400" dirty="0">
                <a:latin typeface="+mn-lt"/>
                <a:sym typeface="Symbol" pitchFamily="18" charset="2"/>
              </a:rPr>
              <a:t> </a:t>
            </a:r>
            <a:r>
              <a:rPr lang="en-US" altLang="en-US" sz="2400" dirty="0">
                <a:latin typeface="+mn-lt"/>
              </a:rPr>
              <a:t>4.02</a:t>
            </a:r>
            <a:r>
              <a:rPr lang="en-US" altLang="en-US" sz="2400" i="1" dirty="0">
                <a:latin typeface="+mn-lt"/>
              </a:rPr>
              <a:t>v </a:t>
            </a:r>
            <a:r>
              <a:rPr lang="en-US" altLang="en-US" sz="2400" dirty="0">
                <a:latin typeface="+mn-lt"/>
              </a:rPr>
              <a:t>= 6</a:t>
            </a:r>
          </a:p>
          <a:p>
            <a:pPr>
              <a:lnSpc>
                <a:spcPct val="90000"/>
              </a:lnSpc>
              <a:spcBef>
                <a:spcPct val="20000"/>
              </a:spcBef>
              <a:defRPr/>
            </a:pPr>
            <a:r>
              <a:rPr lang="en-US" altLang="en-US" sz="2400" dirty="0">
                <a:latin typeface="+mn-lt"/>
                <a:sym typeface="Symbol" pitchFamily="18" charset="2"/>
              </a:rPr>
              <a:t>                 </a:t>
            </a:r>
            <a:r>
              <a:rPr lang="en-US" altLang="en-US" sz="2400" i="1" dirty="0">
                <a:latin typeface="+mn-lt"/>
              </a:rPr>
              <a:t>v </a:t>
            </a:r>
            <a:r>
              <a:rPr lang="en-US" altLang="en-US" sz="2400" dirty="0">
                <a:latin typeface="+mn-lt"/>
              </a:rPr>
              <a:t>= 1.5 m/s</a:t>
            </a:r>
          </a:p>
        </p:txBody>
      </p:sp>
      <p:sp>
        <p:nvSpPr>
          <p:cNvPr id="473105" name="Rectangle 17" descr="Oak"/>
          <p:cNvSpPr>
            <a:spLocks noChangeArrowheads="1"/>
          </p:cNvSpPr>
          <p:nvPr/>
        </p:nvSpPr>
        <p:spPr bwMode="auto">
          <a:xfrm>
            <a:off x="5510213" y="844550"/>
            <a:ext cx="3633787" cy="117475"/>
          </a:xfrm>
          <a:prstGeom prst="rect">
            <a:avLst/>
          </a:prstGeom>
          <a:blipFill dpi="0" rotWithShape="1">
            <a:blip r:embed="rId3" cstate="print"/>
            <a:srcRect/>
            <a:tile tx="0" ty="0" sx="100000" sy="100000" flip="none" algn="tl"/>
          </a:blipFill>
          <a:ln w="9525">
            <a:solidFill>
              <a:schemeClr val="tx1"/>
            </a:solidFill>
            <a:miter lim="800000"/>
            <a:headEnd/>
            <a:tailEnd/>
          </a:ln>
        </p:spPr>
        <p:txBody>
          <a:bodyPr wrap="none" anchor="ctr"/>
          <a:lstStyle/>
          <a:p>
            <a:endParaRPr lang="en-US" altLang="en-US"/>
          </a:p>
        </p:txBody>
      </p:sp>
      <p:sp>
        <p:nvSpPr>
          <p:cNvPr id="473106" name="Rectangle 18" descr="Medium wood"/>
          <p:cNvSpPr>
            <a:spLocks noChangeArrowheads="1"/>
          </p:cNvSpPr>
          <p:nvPr/>
        </p:nvSpPr>
        <p:spPr bwMode="auto">
          <a:xfrm>
            <a:off x="5667375" y="190500"/>
            <a:ext cx="655638" cy="655638"/>
          </a:xfrm>
          <a:prstGeom prst="rect">
            <a:avLst/>
          </a:prstGeom>
          <a:blipFill dpi="0" rotWithShape="1">
            <a:blip r:embed="rId4" cstate="print"/>
            <a:srcRect/>
            <a:tile tx="0" ty="0" sx="100000" sy="100000" flip="none" algn="tl"/>
          </a:blipFill>
          <a:ln w="9525">
            <a:solidFill>
              <a:schemeClr val="tx1"/>
            </a:solidFill>
            <a:miter lim="800000"/>
            <a:headEnd/>
            <a:tailEnd/>
          </a:ln>
        </p:spPr>
        <p:txBody>
          <a:bodyPr wrap="none" anchor="ctr"/>
          <a:lstStyle/>
          <a:p>
            <a:endParaRPr lang="en-US" altLang="en-US"/>
          </a:p>
        </p:txBody>
      </p:sp>
      <p:sp>
        <p:nvSpPr>
          <p:cNvPr id="473107" name="Line 19"/>
          <p:cNvSpPr>
            <a:spLocks noChangeShapeType="1"/>
          </p:cNvSpPr>
          <p:nvPr/>
        </p:nvSpPr>
        <p:spPr bwMode="auto">
          <a:xfrm>
            <a:off x="5667375" y="403225"/>
            <a:ext cx="334963" cy="0"/>
          </a:xfrm>
          <a:prstGeom prst="line">
            <a:avLst/>
          </a:prstGeom>
          <a:noFill/>
          <a:ln w="76200">
            <a:solidFill>
              <a:srgbClr val="FFFF00"/>
            </a:solidFill>
            <a:round/>
            <a:headEnd/>
            <a:tailEnd/>
          </a:ln>
        </p:spPr>
        <p:txBody>
          <a:bodyPr/>
          <a:lstStyle/>
          <a:p>
            <a:endParaRPr lang="en-US"/>
          </a:p>
        </p:txBody>
      </p:sp>
      <p:sp>
        <p:nvSpPr>
          <p:cNvPr id="473108" name="Line 20"/>
          <p:cNvSpPr>
            <a:spLocks noChangeShapeType="1"/>
          </p:cNvSpPr>
          <p:nvPr/>
        </p:nvSpPr>
        <p:spPr bwMode="auto">
          <a:xfrm>
            <a:off x="5821363" y="403225"/>
            <a:ext cx="182562" cy="0"/>
          </a:xfrm>
          <a:prstGeom prst="line">
            <a:avLst/>
          </a:prstGeom>
          <a:noFill/>
          <a:ln w="57150">
            <a:solidFill>
              <a:schemeClr val="bg2"/>
            </a:solidFill>
            <a:round/>
            <a:headEnd/>
            <a:tailEnd/>
          </a:ln>
        </p:spPr>
        <p:txBody>
          <a:bodyPr/>
          <a:lstStyle/>
          <a:p>
            <a:endParaRPr lang="en-US"/>
          </a:p>
        </p:txBody>
      </p:sp>
      <p:sp>
        <p:nvSpPr>
          <p:cNvPr id="473109" name="Text Box 21"/>
          <p:cNvSpPr txBox="1">
            <a:spLocks noChangeArrowheads="1"/>
          </p:cNvSpPr>
          <p:nvPr/>
        </p:nvSpPr>
        <p:spPr bwMode="auto">
          <a:xfrm>
            <a:off x="5518150" y="4987925"/>
            <a:ext cx="3344863" cy="1570038"/>
          </a:xfrm>
          <a:prstGeom prst="rect">
            <a:avLst/>
          </a:prstGeom>
          <a:noFill/>
          <a:ln w="12700">
            <a:noFill/>
            <a:miter lim="800000"/>
            <a:headEnd/>
            <a:tailEnd/>
          </a:ln>
        </p:spPr>
        <p:txBody>
          <a:bodyPr>
            <a:spAutoFit/>
          </a:bodyPr>
          <a:lstStyle/>
          <a:p>
            <a:pPr>
              <a:defRPr/>
            </a:pPr>
            <a:r>
              <a:rPr lang="en-US" altLang="en-US" sz="2400" dirty="0">
                <a:solidFill>
                  <a:schemeClr val="hlink"/>
                </a:solidFill>
                <a:latin typeface="+mn-lt"/>
              </a:rPr>
              <a:t>the bullet and the block move at the same speed after collision (completely inelastic)</a:t>
            </a:r>
          </a:p>
        </p:txBody>
      </p:sp>
      <p:sp>
        <p:nvSpPr>
          <p:cNvPr id="473110" name="Line 22"/>
          <p:cNvSpPr>
            <a:spLocks noChangeShapeType="1"/>
          </p:cNvSpPr>
          <p:nvPr/>
        </p:nvSpPr>
        <p:spPr bwMode="auto">
          <a:xfrm>
            <a:off x="1246188" y="5945188"/>
            <a:ext cx="152400" cy="0"/>
          </a:xfrm>
          <a:prstGeom prst="line">
            <a:avLst/>
          </a:prstGeom>
          <a:noFill/>
          <a:ln w="57150">
            <a:solidFill>
              <a:schemeClr val="hlink"/>
            </a:solidFill>
            <a:round/>
            <a:headEnd/>
            <a:tailEnd/>
          </a:ln>
        </p:spPr>
        <p:txBody>
          <a:bodyPr/>
          <a:lstStyle/>
          <a:p>
            <a:endParaRPr lang="en-US"/>
          </a:p>
        </p:txBody>
      </p:sp>
      <p:sp>
        <p:nvSpPr>
          <p:cNvPr id="473111" name="Line 23"/>
          <p:cNvSpPr>
            <a:spLocks noChangeShapeType="1"/>
          </p:cNvSpPr>
          <p:nvPr/>
        </p:nvSpPr>
        <p:spPr bwMode="auto">
          <a:xfrm>
            <a:off x="2065338" y="5945188"/>
            <a:ext cx="152400" cy="0"/>
          </a:xfrm>
          <a:prstGeom prst="line">
            <a:avLst/>
          </a:prstGeom>
          <a:noFill/>
          <a:ln w="57150">
            <a:solidFill>
              <a:schemeClr val="hlink"/>
            </a:solidFill>
            <a:round/>
            <a:headEnd/>
            <a:tailEnd/>
          </a:ln>
        </p:spPr>
        <p:txBody>
          <a:bodyPr/>
          <a:lstStyle/>
          <a:p>
            <a:endParaRPr lang="en-US"/>
          </a:p>
        </p:txBody>
      </p:sp>
      <p:sp>
        <p:nvSpPr>
          <p:cNvPr id="473112" name="Line 24"/>
          <p:cNvSpPr>
            <a:spLocks noChangeShapeType="1"/>
          </p:cNvSpPr>
          <p:nvPr/>
        </p:nvSpPr>
        <p:spPr bwMode="auto">
          <a:xfrm>
            <a:off x="1304925" y="5973763"/>
            <a:ext cx="4176713" cy="0"/>
          </a:xfrm>
          <a:prstGeom prst="line">
            <a:avLst/>
          </a:prstGeom>
          <a:noFill/>
          <a:ln w="9525">
            <a:solidFill>
              <a:schemeClr val="hlink"/>
            </a:solidFill>
            <a:round/>
            <a:headEnd/>
            <a:tailEn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73092">
                                            <p:txEl>
                                              <p:pRg st="0" end="0"/>
                                            </p:txEl>
                                          </p:spTgt>
                                        </p:tgtEl>
                                        <p:attrNameLst>
                                          <p:attrName>style.visibility</p:attrName>
                                        </p:attrNameLst>
                                      </p:cBhvr>
                                      <p:to>
                                        <p:strVal val="visible"/>
                                      </p:to>
                                    </p:set>
                                    <p:anim calcmode="lin" valueType="num">
                                      <p:cBhvr additive="base">
                                        <p:cTn id="7" dur="500" fill="hold"/>
                                        <p:tgtEl>
                                          <p:spTgt spid="47309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30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73105"/>
                                        </p:tgtEl>
                                        <p:attrNameLst>
                                          <p:attrName>style.visibility</p:attrName>
                                        </p:attrNameLst>
                                      </p:cBhvr>
                                      <p:to>
                                        <p:strVal val="visible"/>
                                      </p:to>
                                    </p:set>
                                    <p:animEffect transition="in" filter="fade">
                                      <p:cBhvr>
                                        <p:cTn id="13" dur="500"/>
                                        <p:tgtEl>
                                          <p:spTgt spid="47310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73106"/>
                                        </p:tgtEl>
                                        <p:attrNameLst>
                                          <p:attrName>style.visibility</p:attrName>
                                        </p:attrNameLst>
                                      </p:cBhvr>
                                      <p:to>
                                        <p:strVal val="visible"/>
                                      </p:to>
                                    </p:set>
                                    <p:animEffect transition="in" filter="fade">
                                      <p:cBhvr>
                                        <p:cTn id="18" dur="500"/>
                                        <p:tgtEl>
                                          <p:spTgt spid="47310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473108"/>
                                        </p:tgtEl>
                                        <p:attrNameLst>
                                          <p:attrName>style.visibility</p:attrName>
                                        </p:attrNameLst>
                                      </p:cBhvr>
                                      <p:to>
                                        <p:strVal val="visible"/>
                                      </p:to>
                                    </p:set>
                                    <p:anim calcmode="lin" valueType="num">
                                      <p:cBhvr additive="base">
                                        <p:cTn id="23" dur="500" fill="hold"/>
                                        <p:tgtEl>
                                          <p:spTgt spid="473108"/>
                                        </p:tgtEl>
                                        <p:attrNameLst>
                                          <p:attrName>ppt_x</p:attrName>
                                        </p:attrNameLst>
                                      </p:cBhvr>
                                      <p:tavLst>
                                        <p:tav tm="0">
                                          <p:val>
                                            <p:strVal val="0-#ppt_w/2"/>
                                          </p:val>
                                        </p:tav>
                                        <p:tav tm="100000">
                                          <p:val>
                                            <p:strVal val="#ppt_x"/>
                                          </p:val>
                                        </p:tav>
                                      </p:tavLst>
                                    </p:anim>
                                    <p:anim calcmode="lin" valueType="num">
                                      <p:cBhvr additive="base">
                                        <p:cTn id="24" dur="500" fill="hold"/>
                                        <p:tgtEl>
                                          <p:spTgt spid="473108"/>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473107"/>
                                        </p:tgtEl>
                                        <p:attrNameLst>
                                          <p:attrName>style.visibility</p:attrName>
                                        </p:attrNameLst>
                                      </p:cBhvr>
                                      <p:to>
                                        <p:strVal val="visible"/>
                                      </p:to>
                                    </p:set>
                                    <p:animEffect transition="in" filter="fade">
                                      <p:cBhvr>
                                        <p:cTn id="28" dur="500"/>
                                        <p:tgtEl>
                                          <p:spTgt spid="473107"/>
                                        </p:tgtEl>
                                      </p:cBhvr>
                                    </p:animEffect>
                                  </p:childTnLst>
                                </p:cTn>
                              </p:par>
                              <p:par>
                                <p:cTn id="29" presetID="63" presetClass="path" presetSubtype="0" accel="50000" decel="50000" fill="hold" grpId="1" nodeType="withEffect">
                                  <p:stCondLst>
                                    <p:cond delay="0"/>
                                  </p:stCondLst>
                                  <p:childTnLst>
                                    <p:animMotion origin="layout" path="M 0 0  L 0.25 0  E" pathEditMode="relative" ptsTypes="">
                                      <p:cBhvr>
                                        <p:cTn id="30" dur="2000" fill="hold"/>
                                        <p:tgtEl>
                                          <p:spTgt spid="473106"/>
                                        </p:tgtEl>
                                        <p:attrNameLst>
                                          <p:attrName>ppt_x</p:attrName>
                                          <p:attrName>ppt_y</p:attrName>
                                        </p:attrNameLst>
                                      </p:cBhvr>
                                    </p:animMotion>
                                  </p:childTnLst>
                                </p:cTn>
                              </p:par>
                              <p:par>
                                <p:cTn id="31" presetID="63" presetClass="path" presetSubtype="0" accel="50000" decel="50000" fill="hold" grpId="1" nodeType="withEffect">
                                  <p:stCondLst>
                                    <p:cond delay="0"/>
                                  </p:stCondLst>
                                  <p:childTnLst>
                                    <p:animMotion origin="layout" path="M 0 0  L 0.25 0  E" pathEditMode="relative" ptsTypes="">
                                      <p:cBhvr>
                                        <p:cTn id="32" dur="2000" fill="hold"/>
                                        <p:tgtEl>
                                          <p:spTgt spid="473107"/>
                                        </p:tgtEl>
                                        <p:attrNameLst>
                                          <p:attrName>ppt_x</p:attrName>
                                          <p:attrName>ppt_y</p:attrName>
                                        </p:attrNameLst>
                                      </p:cBhvr>
                                    </p:animMotion>
                                  </p:childTnLst>
                                </p:cTn>
                              </p:par>
                              <p:par>
                                <p:cTn id="33" presetID="63" presetClass="path" presetSubtype="0" accel="50000" decel="50000" fill="hold" grpId="1" nodeType="withEffect">
                                  <p:stCondLst>
                                    <p:cond delay="0"/>
                                  </p:stCondLst>
                                  <p:childTnLst>
                                    <p:animMotion origin="layout" path="M 0 0  L 0.25 0  E" pathEditMode="relative" ptsTypes="">
                                      <p:cBhvr>
                                        <p:cTn id="34" dur="2000" fill="hold"/>
                                        <p:tgtEl>
                                          <p:spTgt spid="473108"/>
                                        </p:tgtEl>
                                        <p:attrNameLst>
                                          <p:attrName>ppt_x</p:attrName>
                                          <p:attrName>ppt_y</p:attrName>
                                        </p:attrNameLst>
                                      </p:cBhvr>
                                    </p:animMotion>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473092">
                                            <p:txEl>
                                              <p:pRg st="1" end="1"/>
                                            </p:txEl>
                                          </p:spTgt>
                                        </p:tgtEl>
                                        <p:attrNameLst>
                                          <p:attrName>style.visibility</p:attrName>
                                        </p:attrNameLst>
                                      </p:cBhvr>
                                      <p:to>
                                        <p:strVal val="visible"/>
                                      </p:to>
                                    </p:set>
                                    <p:anim calcmode="lin" valueType="num">
                                      <p:cBhvr additive="base">
                                        <p:cTn id="39" dur="500" fill="hold"/>
                                        <p:tgtEl>
                                          <p:spTgt spid="473092">
                                            <p:txEl>
                                              <p:pRg st="1" end="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7309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473092">
                                            <p:txEl>
                                              <p:pRg st="2" end="2"/>
                                            </p:txEl>
                                          </p:spTgt>
                                        </p:tgtEl>
                                        <p:attrNameLst>
                                          <p:attrName>style.visibility</p:attrName>
                                        </p:attrNameLst>
                                      </p:cBhvr>
                                      <p:to>
                                        <p:strVal val="visible"/>
                                      </p:to>
                                    </p:set>
                                    <p:anim calcmode="lin" valueType="num">
                                      <p:cBhvr additive="base">
                                        <p:cTn id="45" dur="500" fill="hold"/>
                                        <p:tgtEl>
                                          <p:spTgt spid="473092">
                                            <p:txEl>
                                              <p:pRg st="2" end="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7309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nodeType="clickEffect">
                                  <p:stCondLst>
                                    <p:cond delay="0"/>
                                  </p:stCondLst>
                                  <p:childTnLst>
                                    <p:set>
                                      <p:cBhvr>
                                        <p:cTn id="50" dur="1" fill="hold">
                                          <p:stCondLst>
                                            <p:cond delay="0"/>
                                          </p:stCondLst>
                                        </p:cTn>
                                        <p:tgtEl>
                                          <p:spTgt spid="473092">
                                            <p:txEl>
                                              <p:pRg st="3" end="3"/>
                                            </p:txEl>
                                          </p:spTgt>
                                        </p:tgtEl>
                                        <p:attrNameLst>
                                          <p:attrName>style.visibility</p:attrName>
                                        </p:attrNameLst>
                                      </p:cBhvr>
                                      <p:to>
                                        <p:strVal val="visible"/>
                                      </p:to>
                                    </p:set>
                                    <p:anim calcmode="lin" valueType="num">
                                      <p:cBhvr additive="base">
                                        <p:cTn id="51" dur="500" fill="hold"/>
                                        <p:tgtEl>
                                          <p:spTgt spid="473092">
                                            <p:txEl>
                                              <p:pRg st="3" end="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7309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nodeType="clickEffect">
                                  <p:stCondLst>
                                    <p:cond delay="0"/>
                                  </p:stCondLst>
                                  <p:childTnLst>
                                    <p:set>
                                      <p:cBhvr>
                                        <p:cTn id="56" dur="1" fill="hold">
                                          <p:stCondLst>
                                            <p:cond delay="0"/>
                                          </p:stCondLst>
                                        </p:cTn>
                                        <p:tgtEl>
                                          <p:spTgt spid="473092">
                                            <p:txEl>
                                              <p:pRg st="4" end="4"/>
                                            </p:txEl>
                                          </p:spTgt>
                                        </p:tgtEl>
                                        <p:attrNameLst>
                                          <p:attrName>style.visibility</p:attrName>
                                        </p:attrNameLst>
                                      </p:cBhvr>
                                      <p:to>
                                        <p:strVal val="visible"/>
                                      </p:to>
                                    </p:set>
                                    <p:anim calcmode="lin" valueType="num">
                                      <p:cBhvr additive="base">
                                        <p:cTn id="57" dur="500" fill="hold"/>
                                        <p:tgtEl>
                                          <p:spTgt spid="473092">
                                            <p:txEl>
                                              <p:pRg st="4" end="4"/>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47309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473110"/>
                                        </p:tgtEl>
                                        <p:attrNameLst>
                                          <p:attrName>style.visibility</p:attrName>
                                        </p:attrNameLst>
                                      </p:cBhvr>
                                      <p:to>
                                        <p:strVal val="visible"/>
                                      </p:to>
                                    </p:set>
                                    <p:anim calcmode="lin" valueType="num">
                                      <p:cBhvr additive="base">
                                        <p:cTn id="63" dur="500" fill="hold"/>
                                        <p:tgtEl>
                                          <p:spTgt spid="473110"/>
                                        </p:tgtEl>
                                        <p:attrNameLst>
                                          <p:attrName>ppt_x</p:attrName>
                                        </p:attrNameLst>
                                      </p:cBhvr>
                                      <p:tavLst>
                                        <p:tav tm="0">
                                          <p:val>
                                            <p:strVal val="0-#ppt_w/2"/>
                                          </p:val>
                                        </p:tav>
                                        <p:tav tm="100000">
                                          <p:val>
                                            <p:strVal val="#ppt_x"/>
                                          </p:val>
                                        </p:tav>
                                      </p:tavLst>
                                    </p:anim>
                                    <p:anim calcmode="lin" valueType="num">
                                      <p:cBhvr additive="base">
                                        <p:cTn id="64" dur="500" fill="hold"/>
                                        <p:tgtEl>
                                          <p:spTgt spid="473110"/>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473111"/>
                                        </p:tgtEl>
                                        <p:attrNameLst>
                                          <p:attrName>style.visibility</p:attrName>
                                        </p:attrNameLst>
                                      </p:cBhvr>
                                      <p:to>
                                        <p:strVal val="visible"/>
                                      </p:to>
                                    </p:set>
                                    <p:anim calcmode="lin" valueType="num">
                                      <p:cBhvr additive="base">
                                        <p:cTn id="67" dur="500" fill="hold"/>
                                        <p:tgtEl>
                                          <p:spTgt spid="473111"/>
                                        </p:tgtEl>
                                        <p:attrNameLst>
                                          <p:attrName>ppt_x</p:attrName>
                                        </p:attrNameLst>
                                      </p:cBhvr>
                                      <p:tavLst>
                                        <p:tav tm="0">
                                          <p:val>
                                            <p:strVal val="0-#ppt_w/2"/>
                                          </p:val>
                                        </p:tav>
                                        <p:tav tm="100000">
                                          <p:val>
                                            <p:strVal val="#ppt_x"/>
                                          </p:val>
                                        </p:tav>
                                      </p:tavLst>
                                    </p:anim>
                                    <p:anim calcmode="lin" valueType="num">
                                      <p:cBhvr additive="base">
                                        <p:cTn id="68" dur="500" fill="hold"/>
                                        <p:tgtEl>
                                          <p:spTgt spid="473111"/>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0"/>
                                  </p:stCondLst>
                                  <p:childTnLst>
                                    <p:set>
                                      <p:cBhvr>
                                        <p:cTn id="70" dur="1" fill="hold">
                                          <p:stCondLst>
                                            <p:cond delay="0"/>
                                          </p:stCondLst>
                                        </p:cTn>
                                        <p:tgtEl>
                                          <p:spTgt spid="473112"/>
                                        </p:tgtEl>
                                        <p:attrNameLst>
                                          <p:attrName>style.visibility</p:attrName>
                                        </p:attrNameLst>
                                      </p:cBhvr>
                                      <p:to>
                                        <p:strVal val="visible"/>
                                      </p:to>
                                    </p:set>
                                    <p:anim calcmode="lin" valueType="num">
                                      <p:cBhvr additive="base">
                                        <p:cTn id="71" dur="500" fill="hold"/>
                                        <p:tgtEl>
                                          <p:spTgt spid="473112"/>
                                        </p:tgtEl>
                                        <p:attrNameLst>
                                          <p:attrName>ppt_x</p:attrName>
                                        </p:attrNameLst>
                                      </p:cBhvr>
                                      <p:tavLst>
                                        <p:tav tm="0">
                                          <p:val>
                                            <p:strVal val="0-#ppt_w/2"/>
                                          </p:val>
                                        </p:tav>
                                        <p:tav tm="100000">
                                          <p:val>
                                            <p:strVal val="#ppt_x"/>
                                          </p:val>
                                        </p:tav>
                                      </p:tavLst>
                                    </p:anim>
                                    <p:anim calcmode="lin" valueType="num">
                                      <p:cBhvr additive="base">
                                        <p:cTn id="72" dur="500" fill="hold"/>
                                        <p:tgtEl>
                                          <p:spTgt spid="473112"/>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0"/>
                                  </p:stCondLst>
                                  <p:childTnLst>
                                    <p:set>
                                      <p:cBhvr>
                                        <p:cTn id="74" dur="1" fill="hold">
                                          <p:stCondLst>
                                            <p:cond delay="0"/>
                                          </p:stCondLst>
                                        </p:cTn>
                                        <p:tgtEl>
                                          <p:spTgt spid="473109"/>
                                        </p:tgtEl>
                                        <p:attrNameLst>
                                          <p:attrName>style.visibility</p:attrName>
                                        </p:attrNameLst>
                                      </p:cBhvr>
                                      <p:to>
                                        <p:strVal val="visible"/>
                                      </p:to>
                                    </p:set>
                                    <p:anim calcmode="lin" valueType="num">
                                      <p:cBhvr additive="base">
                                        <p:cTn id="75" dur="500" fill="hold"/>
                                        <p:tgtEl>
                                          <p:spTgt spid="473109"/>
                                        </p:tgtEl>
                                        <p:attrNameLst>
                                          <p:attrName>ppt_x</p:attrName>
                                        </p:attrNameLst>
                                      </p:cBhvr>
                                      <p:tavLst>
                                        <p:tav tm="0">
                                          <p:val>
                                            <p:strVal val="0-#ppt_w/2"/>
                                          </p:val>
                                        </p:tav>
                                        <p:tav tm="100000">
                                          <p:val>
                                            <p:strVal val="#ppt_x"/>
                                          </p:val>
                                        </p:tav>
                                      </p:tavLst>
                                    </p:anim>
                                    <p:anim calcmode="lin" valueType="num">
                                      <p:cBhvr additive="base">
                                        <p:cTn id="76" dur="500" fill="hold"/>
                                        <p:tgtEl>
                                          <p:spTgt spid="473109"/>
                                        </p:tgtEl>
                                        <p:attrNameLst>
                                          <p:attrName>ppt_y</p:attrName>
                                        </p:attrNameLst>
                                      </p:cBhvr>
                                      <p:tavLst>
                                        <p:tav tm="0">
                                          <p:val>
                                            <p:strVal val="#ppt_y"/>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 presetClass="entr" presetSubtype="4" fill="hold" nodeType="clickEffect">
                                  <p:stCondLst>
                                    <p:cond delay="0"/>
                                  </p:stCondLst>
                                  <p:childTnLst>
                                    <p:set>
                                      <p:cBhvr>
                                        <p:cTn id="80" dur="1" fill="hold">
                                          <p:stCondLst>
                                            <p:cond delay="0"/>
                                          </p:stCondLst>
                                        </p:cTn>
                                        <p:tgtEl>
                                          <p:spTgt spid="473092">
                                            <p:txEl>
                                              <p:pRg st="5" end="5"/>
                                            </p:txEl>
                                          </p:spTgt>
                                        </p:tgtEl>
                                        <p:attrNameLst>
                                          <p:attrName>style.visibility</p:attrName>
                                        </p:attrNameLst>
                                      </p:cBhvr>
                                      <p:to>
                                        <p:strVal val="visible"/>
                                      </p:to>
                                    </p:set>
                                    <p:anim calcmode="lin" valueType="num">
                                      <p:cBhvr additive="base">
                                        <p:cTn id="81" dur="500" fill="hold"/>
                                        <p:tgtEl>
                                          <p:spTgt spid="473092">
                                            <p:txEl>
                                              <p:pRg st="5" end="5"/>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47309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2" presetClass="entr" presetSubtype="4" fill="hold" nodeType="clickEffect">
                                  <p:stCondLst>
                                    <p:cond delay="0"/>
                                  </p:stCondLst>
                                  <p:childTnLst>
                                    <p:set>
                                      <p:cBhvr>
                                        <p:cTn id="86" dur="1" fill="hold">
                                          <p:stCondLst>
                                            <p:cond delay="0"/>
                                          </p:stCondLst>
                                        </p:cTn>
                                        <p:tgtEl>
                                          <p:spTgt spid="473092">
                                            <p:txEl>
                                              <p:pRg st="6" end="6"/>
                                            </p:txEl>
                                          </p:spTgt>
                                        </p:tgtEl>
                                        <p:attrNameLst>
                                          <p:attrName>style.visibility</p:attrName>
                                        </p:attrNameLst>
                                      </p:cBhvr>
                                      <p:to>
                                        <p:strVal val="visible"/>
                                      </p:to>
                                    </p:set>
                                    <p:anim calcmode="lin" valueType="num">
                                      <p:cBhvr additive="base">
                                        <p:cTn id="87" dur="500" fill="hold"/>
                                        <p:tgtEl>
                                          <p:spTgt spid="473092">
                                            <p:txEl>
                                              <p:pRg st="6" end="6"/>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47309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3105" grpId="0" animBg="1"/>
      <p:bldP spid="473106" grpId="0" animBg="1"/>
      <p:bldP spid="473106" grpId="1" animBg="1"/>
      <p:bldP spid="473107" grpId="0" animBg="1"/>
      <p:bldP spid="473107" grpId="1" animBg="1"/>
      <p:bldP spid="473108" grpId="0" animBg="1"/>
      <p:bldP spid="473108" grpId="1" animBg="1"/>
      <p:bldP spid="473109" grpId="0"/>
      <p:bldP spid="473110" grpId="0" animBg="1"/>
      <p:bldP spid="473111" grpId="0" animBg="1"/>
      <p:bldP spid="47311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ChangeArrowheads="1"/>
          </p:cNvSpPr>
          <p:nvPr/>
        </p:nvSpPr>
        <p:spPr bwMode="auto">
          <a:xfrm>
            <a:off x="685800" y="1549400"/>
            <a:ext cx="7772400" cy="461963"/>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rPr>
              <a:t>Quantitatively analysing inelastic collisions</a:t>
            </a:r>
            <a:r>
              <a:rPr lang="en-US" sz="2400" i="1">
                <a:solidFill>
                  <a:srgbClr val="333399"/>
                </a:solidFill>
                <a:latin typeface="Arial" charset="0"/>
              </a:rPr>
              <a:t> </a:t>
            </a:r>
          </a:p>
        </p:txBody>
      </p:sp>
      <p:sp>
        <p:nvSpPr>
          <p:cNvPr id="473092" name="Rectangle 4"/>
          <p:cNvSpPr>
            <a:spLocks noChangeArrowheads="1"/>
          </p:cNvSpPr>
          <p:nvPr/>
        </p:nvSpPr>
        <p:spPr bwMode="auto">
          <a:xfrm>
            <a:off x="671513" y="1982788"/>
            <a:ext cx="7797800" cy="4875212"/>
          </a:xfrm>
          <a:prstGeom prst="rect">
            <a:avLst/>
          </a:prstGeom>
          <a:solidFill>
            <a:srgbClr val="FFFFCC"/>
          </a:solidFill>
          <a:ln w="9525">
            <a:noFill/>
            <a:miter lim="800000"/>
            <a:headEnd/>
            <a:tailEnd/>
          </a:ln>
        </p:spPr>
        <p:txBody>
          <a:bodyPr/>
          <a:lstStyle/>
          <a:p>
            <a:pPr>
              <a:spcBef>
                <a:spcPct val="20000"/>
              </a:spcBef>
              <a:defRPr/>
            </a:pPr>
            <a:r>
              <a:rPr lang="en-US" altLang="en-US" sz="2400" dirty="0">
                <a:latin typeface="+mn-lt"/>
                <a:sym typeface="Symbol" pitchFamily="18" charset="2"/>
              </a:rPr>
              <a:t>EXAMPLE: Suppose a .020-kg bullet traveling horizontally at 300. m/s strikes a 4.0-kg block of wood resting on a wood floor. The block/bullet combo slides 6 m before coming to a stop. Find the friction </a:t>
            </a:r>
            <a:r>
              <a:rPr lang="en-US" altLang="en-US" sz="2400" b="1" dirty="0">
                <a:solidFill>
                  <a:srgbClr val="FF0000"/>
                </a:solidFill>
                <a:latin typeface="+mn-lt"/>
                <a:sym typeface="Symbol" pitchFamily="18" charset="2"/>
              </a:rPr>
              <a:t>f</a:t>
            </a:r>
            <a:r>
              <a:rPr lang="en-US" altLang="en-US" sz="2400" dirty="0">
                <a:latin typeface="+mn-lt"/>
                <a:sym typeface="Symbol" pitchFamily="18" charset="2"/>
              </a:rPr>
              <a:t> between the block and the floor.</a:t>
            </a:r>
          </a:p>
          <a:p>
            <a:pPr>
              <a:spcBef>
                <a:spcPct val="20000"/>
              </a:spcBef>
              <a:defRPr/>
            </a:pPr>
            <a:r>
              <a:rPr lang="en-US" altLang="en-US" sz="2400" dirty="0">
                <a:latin typeface="+mn-lt"/>
                <a:sym typeface="Symbol" pitchFamily="18" charset="2"/>
              </a:rPr>
              <a:t>SOLUTION: Use the work-kinetic energy theorem:</a:t>
            </a:r>
            <a:endParaRPr lang="en-US" altLang="en-US" sz="2400" dirty="0">
              <a:latin typeface="+mn-lt"/>
            </a:endParaRPr>
          </a:p>
          <a:p>
            <a:pPr>
              <a:spcBef>
                <a:spcPct val="20000"/>
              </a:spcBef>
              <a:defRPr/>
            </a:pPr>
            <a:r>
              <a:rPr lang="en-US" altLang="en-US" sz="2400" i="1" dirty="0">
                <a:latin typeface="+mn-lt"/>
              </a:rPr>
              <a:t>                                              </a:t>
            </a:r>
            <a:r>
              <a:rPr lang="en-US" altLang="en-US" sz="2400" i="1" baseline="-25000" dirty="0">
                <a:latin typeface="+mn-lt"/>
              </a:rPr>
              <a:t>  </a:t>
            </a:r>
            <a:r>
              <a:rPr lang="en-US" altLang="en-US" sz="2400" dirty="0">
                <a:latin typeface="+mn-lt"/>
                <a:cs typeface="Courier New" pitchFamily="49" charset="0"/>
              </a:rPr>
              <a:t>∆</a:t>
            </a:r>
            <a:r>
              <a:rPr lang="en-US" altLang="en-US" sz="2400" i="1" dirty="0">
                <a:latin typeface="+mn-lt"/>
              </a:rPr>
              <a:t>E</a:t>
            </a:r>
            <a:r>
              <a:rPr lang="en-US" altLang="en-US" sz="2400" baseline="-25000" dirty="0">
                <a:latin typeface="+mn-lt"/>
              </a:rPr>
              <a:t>K</a:t>
            </a:r>
            <a:r>
              <a:rPr lang="en-US" altLang="en-US" sz="2400" dirty="0">
                <a:latin typeface="+mn-lt"/>
                <a:cs typeface="Courier New" pitchFamily="49" charset="0"/>
              </a:rPr>
              <a:t> = </a:t>
            </a:r>
            <a:r>
              <a:rPr lang="en-US" altLang="en-US" sz="2400" i="1" dirty="0">
                <a:latin typeface="+mn-lt"/>
                <a:cs typeface="Courier New" pitchFamily="49" charset="0"/>
              </a:rPr>
              <a:t>W</a:t>
            </a:r>
            <a:endParaRPr lang="en-US" altLang="en-US" sz="2400" i="1" baseline="-25000" dirty="0">
              <a:latin typeface="+mn-lt"/>
            </a:endParaRPr>
          </a:p>
          <a:p>
            <a:pPr>
              <a:spcBef>
                <a:spcPct val="20000"/>
              </a:spcBef>
              <a:buFont typeface="Symbol" pitchFamily="18" charset="2"/>
              <a:buNone/>
              <a:defRPr/>
            </a:pPr>
            <a:r>
              <a:rPr lang="en-US" altLang="en-US" sz="2400" dirty="0">
                <a:latin typeface="+mn-lt"/>
                <a:sym typeface="Symbol" pitchFamily="18" charset="2"/>
              </a:rPr>
              <a:t>                   </a:t>
            </a:r>
            <a:r>
              <a:rPr lang="en-US" altLang="en-US" sz="2400" baseline="-25000" dirty="0">
                <a:latin typeface="+mn-lt"/>
                <a:sym typeface="Symbol" pitchFamily="18" charset="2"/>
              </a:rPr>
              <a:t> </a:t>
            </a:r>
            <a:r>
              <a:rPr lang="en-US" altLang="en-US" sz="2400" dirty="0">
                <a:latin typeface="+mn-lt"/>
                <a:cs typeface="Courier New" pitchFamily="49" charset="0"/>
              </a:rPr>
              <a:t>(1/2)</a:t>
            </a:r>
            <a:r>
              <a:rPr lang="en-US" altLang="en-US" sz="2400" i="1" dirty="0" err="1">
                <a:latin typeface="+mn-lt"/>
                <a:cs typeface="Courier New" pitchFamily="49" charset="0"/>
              </a:rPr>
              <a:t>mv</a:t>
            </a:r>
            <a:r>
              <a:rPr lang="en-US" altLang="en-US" sz="2400" baseline="30000" dirty="0">
                <a:latin typeface="+mn-lt"/>
                <a:cs typeface="Courier New" pitchFamily="49" charset="0"/>
              </a:rPr>
              <a:t> 2</a:t>
            </a:r>
            <a:r>
              <a:rPr lang="en-US" altLang="en-US" sz="2400" dirty="0">
                <a:latin typeface="+mn-lt"/>
                <a:cs typeface="Courier New" pitchFamily="49" charset="0"/>
              </a:rPr>
              <a:t> –  (1/2)</a:t>
            </a:r>
            <a:r>
              <a:rPr lang="en-US" altLang="en-US" sz="2400" i="1" dirty="0">
                <a:latin typeface="+mn-lt"/>
                <a:cs typeface="Courier New" pitchFamily="49" charset="0"/>
              </a:rPr>
              <a:t>mu</a:t>
            </a:r>
            <a:r>
              <a:rPr lang="en-US" altLang="en-US" sz="2400" baseline="30000" dirty="0">
                <a:latin typeface="+mn-lt"/>
                <a:cs typeface="Courier New" pitchFamily="49" charset="0"/>
              </a:rPr>
              <a:t> 2</a:t>
            </a:r>
            <a:r>
              <a:rPr lang="en-US" altLang="en-US" sz="2400" dirty="0">
                <a:latin typeface="+mn-lt"/>
                <a:cs typeface="Courier New" pitchFamily="49" charset="0"/>
              </a:rPr>
              <a:t> = </a:t>
            </a:r>
            <a:r>
              <a:rPr lang="en-US" altLang="en-US" sz="2400" i="1" dirty="0">
                <a:solidFill>
                  <a:srgbClr val="FF0000"/>
                </a:solidFill>
                <a:latin typeface="+mn-lt"/>
                <a:cs typeface="Courier New" pitchFamily="49" charset="0"/>
              </a:rPr>
              <a:t>f</a:t>
            </a:r>
            <a:r>
              <a:rPr lang="en-US" altLang="en-US" sz="2400" i="1" baseline="-25000" dirty="0">
                <a:solidFill>
                  <a:srgbClr val="FF0000"/>
                </a:solidFill>
                <a:latin typeface="+mn-lt"/>
                <a:cs typeface="Courier New" pitchFamily="49" charset="0"/>
              </a:rPr>
              <a:t> </a:t>
            </a:r>
            <a:r>
              <a:rPr lang="en-US" altLang="en-US" sz="2400" i="1" dirty="0">
                <a:solidFill>
                  <a:srgbClr val="002060"/>
                </a:solidFill>
                <a:latin typeface="+mn-lt"/>
                <a:cs typeface="Courier New" pitchFamily="49" charset="0"/>
              </a:rPr>
              <a:t>s</a:t>
            </a:r>
            <a:r>
              <a:rPr lang="en-US" altLang="en-US" sz="2400" i="1" baseline="-25000" dirty="0">
                <a:solidFill>
                  <a:srgbClr val="002060"/>
                </a:solidFill>
                <a:latin typeface="+mn-lt"/>
                <a:cs typeface="Courier New" pitchFamily="49" charset="0"/>
              </a:rPr>
              <a:t> </a:t>
            </a:r>
            <a:r>
              <a:rPr lang="en-US" altLang="en-US" sz="2400" baseline="-25000" dirty="0">
                <a:latin typeface="+mn-lt"/>
                <a:cs typeface="Courier New" pitchFamily="49" charset="0"/>
              </a:rPr>
              <a:t> </a:t>
            </a:r>
            <a:r>
              <a:rPr lang="en-US" altLang="en-US" sz="2400" dirty="0" err="1">
                <a:latin typeface="+mn-lt"/>
                <a:cs typeface="Courier New" pitchFamily="49" charset="0"/>
              </a:rPr>
              <a:t>cos</a:t>
            </a:r>
            <a:r>
              <a:rPr lang="en-US" altLang="en-US" sz="2400" baseline="-25000" dirty="0">
                <a:latin typeface="+mn-lt"/>
                <a:cs typeface="Courier New" pitchFamily="49" charset="0"/>
              </a:rPr>
              <a:t> </a:t>
            </a:r>
            <a:r>
              <a:rPr lang="en-US" altLang="en-US" sz="2400" i="1" dirty="0">
                <a:latin typeface="+mn-lt"/>
                <a:cs typeface="Courier New" pitchFamily="49" charset="0"/>
                <a:sym typeface="Symbol" pitchFamily="18" charset="2"/>
              </a:rPr>
              <a:t></a:t>
            </a:r>
            <a:endParaRPr lang="en-US" altLang="en-US" sz="2400" i="1" dirty="0">
              <a:latin typeface="+mn-lt"/>
              <a:sym typeface="Symbol" pitchFamily="18" charset="2"/>
            </a:endParaRPr>
          </a:p>
          <a:p>
            <a:pPr>
              <a:lnSpc>
                <a:spcPct val="90000"/>
              </a:lnSpc>
              <a:spcBef>
                <a:spcPct val="20000"/>
              </a:spcBef>
              <a:defRPr/>
            </a:pPr>
            <a:r>
              <a:rPr lang="en-US" altLang="en-US" sz="2400" dirty="0">
                <a:latin typeface="+mn-lt"/>
                <a:cs typeface="Courier New" pitchFamily="49" charset="0"/>
              </a:rPr>
              <a:t>(1/2)(4.02)(0)</a:t>
            </a:r>
            <a:r>
              <a:rPr lang="en-US" altLang="en-US" sz="2400" baseline="30000" dirty="0">
                <a:latin typeface="+mn-lt"/>
                <a:cs typeface="Courier New" pitchFamily="49" charset="0"/>
              </a:rPr>
              <a:t>2</a:t>
            </a:r>
            <a:r>
              <a:rPr lang="en-US" altLang="en-US" sz="2400" dirty="0">
                <a:latin typeface="+mn-lt"/>
                <a:cs typeface="Courier New" pitchFamily="49" charset="0"/>
              </a:rPr>
              <a:t> –  (1/2)(4.02)(1.5)</a:t>
            </a:r>
            <a:r>
              <a:rPr lang="en-US" altLang="en-US" sz="2400" baseline="30000" dirty="0">
                <a:latin typeface="+mn-lt"/>
                <a:cs typeface="Courier New" pitchFamily="49" charset="0"/>
              </a:rPr>
              <a:t>2</a:t>
            </a:r>
            <a:r>
              <a:rPr lang="en-US" altLang="en-US" sz="2400" dirty="0">
                <a:latin typeface="+mn-lt"/>
                <a:cs typeface="Courier New" pitchFamily="49" charset="0"/>
              </a:rPr>
              <a:t> = </a:t>
            </a:r>
            <a:r>
              <a:rPr lang="en-US" altLang="en-US" sz="2400" i="1" dirty="0">
                <a:solidFill>
                  <a:srgbClr val="FF0000"/>
                </a:solidFill>
                <a:latin typeface="+mn-lt"/>
                <a:cs typeface="Courier New" pitchFamily="49" charset="0"/>
              </a:rPr>
              <a:t>f </a:t>
            </a:r>
            <a:r>
              <a:rPr lang="en-US" altLang="en-US" sz="2400" dirty="0">
                <a:latin typeface="+mn-lt"/>
                <a:cs typeface="Courier New" pitchFamily="49" charset="0"/>
              </a:rPr>
              <a:t>(6)</a:t>
            </a:r>
            <a:r>
              <a:rPr lang="en-US" altLang="en-US" sz="2400" baseline="-25000" dirty="0">
                <a:latin typeface="+mn-lt"/>
                <a:cs typeface="Courier New" pitchFamily="49" charset="0"/>
              </a:rPr>
              <a:t> </a:t>
            </a:r>
            <a:r>
              <a:rPr lang="en-US" altLang="en-US" sz="2400" dirty="0" err="1">
                <a:latin typeface="+mn-lt"/>
                <a:cs typeface="Courier New" pitchFamily="49" charset="0"/>
              </a:rPr>
              <a:t>cos</a:t>
            </a:r>
            <a:r>
              <a:rPr lang="en-US" altLang="en-US" sz="2400" baseline="-25000" dirty="0">
                <a:latin typeface="+mn-lt"/>
                <a:cs typeface="Courier New" pitchFamily="49" charset="0"/>
              </a:rPr>
              <a:t> </a:t>
            </a:r>
            <a:r>
              <a:rPr lang="en-US" altLang="en-US" sz="2400" dirty="0">
                <a:latin typeface="+mn-lt"/>
                <a:cs typeface="Courier New" pitchFamily="49" charset="0"/>
                <a:sym typeface="Symbol" pitchFamily="18" charset="2"/>
              </a:rPr>
              <a:t>180°</a:t>
            </a:r>
          </a:p>
          <a:p>
            <a:pPr>
              <a:lnSpc>
                <a:spcPct val="90000"/>
              </a:lnSpc>
              <a:spcBef>
                <a:spcPct val="20000"/>
              </a:spcBef>
              <a:defRPr/>
            </a:pPr>
            <a:r>
              <a:rPr lang="en-US" altLang="en-US" sz="2400" dirty="0">
                <a:latin typeface="+mn-lt"/>
                <a:cs typeface="Courier New" pitchFamily="49" charset="0"/>
                <a:sym typeface="Symbol" pitchFamily="18" charset="2"/>
              </a:rPr>
              <a:t>               </a:t>
            </a:r>
            <a:r>
              <a:rPr lang="en-US" altLang="en-US" sz="2400" dirty="0">
                <a:latin typeface="+mn-lt"/>
                <a:cs typeface="Courier New" pitchFamily="49" charset="0"/>
              </a:rPr>
              <a:t>                         - 4.5225 = - 6</a:t>
            </a:r>
            <a:r>
              <a:rPr lang="en-US" altLang="en-US" sz="2400" i="1" dirty="0">
                <a:solidFill>
                  <a:srgbClr val="FF0000"/>
                </a:solidFill>
                <a:latin typeface="+mn-lt"/>
                <a:cs typeface="Courier New" pitchFamily="49" charset="0"/>
              </a:rPr>
              <a:t>f</a:t>
            </a:r>
            <a:endParaRPr lang="en-US" altLang="en-US" sz="2400" dirty="0">
              <a:solidFill>
                <a:srgbClr val="FF0000"/>
              </a:solidFill>
              <a:latin typeface="+mn-lt"/>
              <a:cs typeface="Courier New" pitchFamily="49" charset="0"/>
              <a:sym typeface="Symbol" pitchFamily="18" charset="2"/>
            </a:endParaRPr>
          </a:p>
          <a:p>
            <a:pPr>
              <a:lnSpc>
                <a:spcPct val="90000"/>
              </a:lnSpc>
              <a:spcBef>
                <a:spcPct val="20000"/>
              </a:spcBef>
              <a:defRPr/>
            </a:pPr>
            <a:r>
              <a:rPr lang="en-US" altLang="en-US" sz="2400" i="1" dirty="0">
                <a:latin typeface="+mn-lt"/>
                <a:cs typeface="Courier New" pitchFamily="49" charset="0"/>
                <a:sym typeface="Symbol" pitchFamily="18" charset="2"/>
              </a:rPr>
              <a:t>                                                   </a:t>
            </a:r>
            <a:r>
              <a:rPr lang="en-US" altLang="en-US" sz="2400" i="1" baseline="-25000" dirty="0">
                <a:latin typeface="+mn-lt"/>
                <a:cs typeface="Courier New" pitchFamily="49" charset="0"/>
                <a:sym typeface="Symbol" pitchFamily="18" charset="2"/>
              </a:rPr>
              <a:t> </a:t>
            </a:r>
            <a:r>
              <a:rPr lang="en-US" altLang="en-US" sz="2400" i="1" dirty="0">
                <a:latin typeface="+mn-lt"/>
                <a:cs typeface="Courier New" pitchFamily="49" charset="0"/>
                <a:sym typeface="Symbol" pitchFamily="18" charset="2"/>
              </a:rPr>
              <a:t> </a:t>
            </a:r>
            <a:r>
              <a:rPr lang="en-US" altLang="en-US" sz="2400" i="1" dirty="0">
                <a:solidFill>
                  <a:srgbClr val="FF0000"/>
                </a:solidFill>
                <a:latin typeface="+mn-lt"/>
                <a:cs typeface="Courier New" pitchFamily="49" charset="0"/>
                <a:sym typeface="Symbol" pitchFamily="18" charset="2"/>
              </a:rPr>
              <a:t>f</a:t>
            </a:r>
            <a:r>
              <a:rPr lang="en-US" altLang="en-US" sz="2400" dirty="0">
                <a:latin typeface="+mn-lt"/>
                <a:cs typeface="Courier New" pitchFamily="49" charset="0"/>
                <a:sym typeface="Symbol" pitchFamily="18" charset="2"/>
              </a:rPr>
              <a:t> = - 4.5225 </a:t>
            </a:r>
            <a:r>
              <a:rPr lang="en-US" altLang="en-US" sz="2400" i="1" dirty="0">
                <a:latin typeface="+mn-lt"/>
                <a:cs typeface="Courier New" pitchFamily="49" charset="0"/>
                <a:sym typeface="Symbol" pitchFamily="18" charset="2"/>
              </a:rPr>
              <a:t>/</a:t>
            </a:r>
            <a:r>
              <a:rPr lang="en-US" altLang="en-US" sz="2400" dirty="0">
                <a:latin typeface="+mn-lt"/>
                <a:cs typeface="Courier New" pitchFamily="49" charset="0"/>
                <a:sym typeface="Symbol" pitchFamily="18" charset="2"/>
              </a:rPr>
              <a:t> - 6</a:t>
            </a:r>
          </a:p>
          <a:p>
            <a:pPr>
              <a:lnSpc>
                <a:spcPct val="90000"/>
              </a:lnSpc>
              <a:spcBef>
                <a:spcPct val="20000"/>
              </a:spcBef>
              <a:defRPr/>
            </a:pPr>
            <a:r>
              <a:rPr lang="en-US" altLang="en-US" sz="2400" i="1" dirty="0">
                <a:latin typeface="+mn-lt"/>
                <a:cs typeface="Courier New" pitchFamily="49" charset="0"/>
                <a:sym typeface="Symbol" pitchFamily="18" charset="2"/>
              </a:rPr>
              <a:t>                                                  </a:t>
            </a:r>
            <a:r>
              <a:rPr lang="en-US" altLang="en-US" sz="2400" i="1" baseline="-25000" dirty="0">
                <a:latin typeface="+mn-lt"/>
                <a:cs typeface="Courier New" pitchFamily="49" charset="0"/>
                <a:sym typeface="Symbol" pitchFamily="18" charset="2"/>
              </a:rPr>
              <a:t> </a:t>
            </a:r>
            <a:r>
              <a:rPr lang="en-US" altLang="en-US" sz="2400" i="1" dirty="0">
                <a:latin typeface="+mn-lt"/>
                <a:cs typeface="Courier New" pitchFamily="49" charset="0"/>
                <a:sym typeface="Symbol" pitchFamily="18" charset="2"/>
              </a:rPr>
              <a:t>  </a:t>
            </a:r>
            <a:r>
              <a:rPr lang="en-US" altLang="en-US" sz="2400" i="1" dirty="0">
                <a:solidFill>
                  <a:srgbClr val="FF0000"/>
                </a:solidFill>
                <a:latin typeface="+mn-lt"/>
                <a:cs typeface="Courier New" pitchFamily="49" charset="0"/>
                <a:sym typeface="Symbol" pitchFamily="18" charset="2"/>
              </a:rPr>
              <a:t>f</a:t>
            </a:r>
            <a:r>
              <a:rPr lang="en-US" altLang="en-US" sz="2400" dirty="0">
                <a:latin typeface="+mn-lt"/>
                <a:cs typeface="Courier New" pitchFamily="49" charset="0"/>
                <a:sym typeface="Symbol" pitchFamily="18" charset="2"/>
              </a:rPr>
              <a:t> = 0.75 N.</a:t>
            </a:r>
          </a:p>
        </p:txBody>
      </p:sp>
      <p:sp>
        <p:nvSpPr>
          <p:cNvPr id="13" name="Rectangle 5" descr="Oak"/>
          <p:cNvSpPr>
            <a:spLocks noChangeArrowheads="1"/>
          </p:cNvSpPr>
          <p:nvPr/>
        </p:nvSpPr>
        <p:spPr bwMode="auto">
          <a:xfrm>
            <a:off x="5510213" y="844550"/>
            <a:ext cx="3633787" cy="117475"/>
          </a:xfrm>
          <a:prstGeom prst="rect">
            <a:avLst/>
          </a:prstGeom>
          <a:blipFill dpi="0" rotWithShape="1">
            <a:blip r:embed="rId3" cstate="print"/>
            <a:srcRect/>
            <a:tile tx="0" ty="0" sx="100000" sy="100000" flip="none" algn="tl"/>
          </a:blipFill>
          <a:ln w="9525">
            <a:solidFill>
              <a:schemeClr val="tx1"/>
            </a:solidFill>
            <a:miter lim="800000"/>
            <a:headEnd/>
            <a:tailEnd/>
          </a:ln>
        </p:spPr>
        <p:txBody>
          <a:bodyPr wrap="none" anchor="ctr"/>
          <a:lstStyle/>
          <a:p>
            <a:pPr>
              <a:defRPr/>
            </a:pPr>
            <a:endParaRPr lang="en-US" altLang="en-US" sz="2400">
              <a:latin typeface="+mn-lt"/>
            </a:endParaRPr>
          </a:p>
        </p:txBody>
      </p:sp>
      <p:sp>
        <p:nvSpPr>
          <p:cNvPr id="15" name="Rectangle 6" descr="Medium wood"/>
          <p:cNvSpPr>
            <a:spLocks noChangeArrowheads="1"/>
          </p:cNvSpPr>
          <p:nvPr/>
        </p:nvSpPr>
        <p:spPr bwMode="auto">
          <a:xfrm>
            <a:off x="5667375" y="190500"/>
            <a:ext cx="655638" cy="655638"/>
          </a:xfrm>
          <a:prstGeom prst="rect">
            <a:avLst/>
          </a:prstGeom>
          <a:blipFill dpi="0" rotWithShape="1">
            <a:blip r:embed="rId4" cstate="print"/>
            <a:srcRect/>
            <a:tile tx="0" ty="0" sx="100000" sy="100000" flip="none" algn="tl"/>
          </a:blipFill>
          <a:ln w="9525">
            <a:solidFill>
              <a:schemeClr val="tx1"/>
            </a:solidFill>
            <a:miter lim="800000"/>
            <a:headEnd/>
            <a:tailEnd/>
          </a:ln>
        </p:spPr>
        <p:txBody>
          <a:bodyPr wrap="none" anchor="ctr"/>
          <a:lstStyle/>
          <a:p>
            <a:pPr>
              <a:defRPr/>
            </a:pPr>
            <a:endParaRPr lang="en-US" altLang="en-US" sz="2400">
              <a:latin typeface="+mn-lt"/>
            </a:endParaRPr>
          </a:p>
        </p:txBody>
      </p:sp>
      <p:sp>
        <p:nvSpPr>
          <p:cNvPr id="16" name="Line 7"/>
          <p:cNvSpPr>
            <a:spLocks noChangeShapeType="1"/>
          </p:cNvSpPr>
          <p:nvPr/>
        </p:nvSpPr>
        <p:spPr bwMode="auto">
          <a:xfrm>
            <a:off x="5667375" y="403225"/>
            <a:ext cx="334963" cy="0"/>
          </a:xfrm>
          <a:prstGeom prst="line">
            <a:avLst/>
          </a:prstGeom>
          <a:noFill/>
          <a:ln w="76200">
            <a:solidFill>
              <a:srgbClr val="FFFF00"/>
            </a:solidFill>
            <a:round/>
            <a:headEnd/>
            <a:tailEnd/>
          </a:ln>
        </p:spPr>
        <p:txBody>
          <a:bodyPr/>
          <a:lstStyle/>
          <a:p>
            <a:pPr>
              <a:defRPr/>
            </a:pPr>
            <a:endParaRPr lang="en-US" sz="2400">
              <a:latin typeface="+mn-lt"/>
            </a:endParaRPr>
          </a:p>
        </p:txBody>
      </p:sp>
      <p:sp>
        <p:nvSpPr>
          <p:cNvPr id="17" name="Line 8"/>
          <p:cNvSpPr>
            <a:spLocks noChangeShapeType="1"/>
          </p:cNvSpPr>
          <p:nvPr/>
        </p:nvSpPr>
        <p:spPr bwMode="auto">
          <a:xfrm>
            <a:off x="5821363" y="403225"/>
            <a:ext cx="182562" cy="0"/>
          </a:xfrm>
          <a:prstGeom prst="line">
            <a:avLst/>
          </a:prstGeom>
          <a:noFill/>
          <a:ln w="57150">
            <a:solidFill>
              <a:schemeClr val="bg2"/>
            </a:solidFill>
            <a:round/>
            <a:headEnd/>
            <a:tailEnd/>
          </a:ln>
        </p:spPr>
        <p:txBody>
          <a:bodyPr/>
          <a:lstStyle/>
          <a:p>
            <a:pPr>
              <a:defRPr/>
            </a:pPr>
            <a:endParaRPr lang="en-US" sz="2400">
              <a:latin typeface="+mn-lt"/>
            </a:endParaRPr>
          </a:p>
        </p:txBody>
      </p:sp>
      <p:grpSp>
        <p:nvGrpSpPr>
          <p:cNvPr id="2" name="Group 15"/>
          <p:cNvGrpSpPr>
            <a:grpSpLocks/>
          </p:cNvGrpSpPr>
          <p:nvPr/>
        </p:nvGrpSpPr>
        <p:grpSpPr bwMode="auto">
          <a:xfrm>
            <a:off x="6003925" y="1004888"/>
            <a:ext cx="2320925" cy="461962"/>
            <a:chOff x="3767" y="633"/>
            <a:chExt cx="1462" cy="291"/>
          </a:xfrm>
        </p:grpSpPr>
        <p:sp>
          <p:nvSpPr>
            <p:cNvPr id="19" name="Line 13"/>
            <p:cNvSpPr>
              <a:spLocks noChangeShapeType="1"/>
            </p:cNvSpPr>
            <p:nvPr/>
          </p:nvSpPr>
          <p:spPr bwMode="auto">
            <a:xfrm>
              <a:off x="3767" y="652"/>
              <a:ext cx="1462" cy="0"/>
            </a:xfrm>
            <a:prstGeom prst="line">
              <a:avLst/>
            </a:prstGeom>
            <a:noFill/>
            <a:ln w="38100">
              <a:solidFill>
                <a:schemeClr val="accent2"/>
              </a:solidFill>
              <a:round/>
              <a:headEnd/>
              <a:tailEnd type="arrow" w="med" len="med"/>
            </a:ln>
          </p:spPr>
          <p:txBody>
            <a:bodyPr/>
            <a:lstStyle/>
            <a:p>
              <a:pPr>
                <a:defRPr/>
              </a:pPr>
              <a:endParaRPr lang="en-US" sz="2400">
                <a:latin typeface="+mn-lt"/>
              </a:endParaRPr>
            </a:p>
          </p:txBody>
        </p:sp>
        <p:sp>
          <p:nvSpPr>
            <p:cNvPr id="20" name="Text Box 14"/>
            <p:cNvSpPr txBox="1">
              <a:spLocks noChangeArrowheads="1"/>
            </p:cNvSpPr>
            <p:nvPr/>
          </p:nvSpPr>
          <p:spPr bwMode="auto">
            <a:xfrm>
              <a:off x="4338" y="633"/>
              <a:ext cx="213" cy="291"/>
            </a:xfrm>
            <a:prstGeom prst="rect">
              <a:avLst/>
            </a:prstGeom>
            <a:noFill/>
            <a:ln w="9525">
              <a:noFill/>
              <a:miter lim="800000"/>
              <a:headEnd/>
              <a:tailEnd/>
            </a:ln>
          </p:spPr>
          <p:txBody>
            <a:bodyPr wrap="none">
              <a:spAutoFit/>
            </a:bodyPr>
            <a:lstStyle/>
            <a:p>
              <a:pPr>
                <a:defRPr/>
              </a:pPr>
              <a:r>
                <a:rPr lang="en-US" altLang="en-US" sz="2400" i="1" dirty="0">
                  <a:solidFill>
                    <a:schemeClr val="accent2"/>
                  </a:solidFill>
                  <a:latin typeface="+mn-lt"/>
                </a:rPr>
                <a:t>s</a:t>
              </a:r>
            </a:p>
          </p:txBody>
        </p:sp>
      </p:grpSp>
      <p:grpSp>
        <p:nvGrpSpPr>
          <p:cNvPr id="3" name="Group 18"/>
          <p:cNvGrpSpPr>
            <a:grpSpLocks/>
          </p:cNvGrpSpPr>
          <p:nvPr/>
        </p:nvGrpSpPr>
        <p:grpSpPr bwMode="auto">
          <a:xfrm>
            <a:off x="4986338" y="488950"/>
            <a:ext cx="1004887" cy="461963"/>
            <a:chOff x="3141" y="308"/>
            <a:chExt cx="633" cy="291"/>
          </a:xfrm>
        </p:grpSpPr>
        <p:sp>
          <p:nvSpPr>
            <p:cNvPr id="22" name="Line 16"/>
            <p:cNvSpPr>
              <a:spLocks noChangeShapeType="1"/>
            </p:cNvSpPr>
            <p:nvPr/>
          </p:nvSpPr>
          <p:spPr bwMode="auto">
            <a:xfrm flipH="1">
              <a:off x="3304" y="523"/>
              <a:ext cx="470" cy="0"/>
            </a:xfrm>
            <a:prstGeom prst="line">
              <a:avLst/>
            </a:prstGeom>
            <a:noFill/>
            <a:ln w="57150">
              <a:solidFill>
                <a:srgbClr val="FF3300"/>
              </a:solidFill>
              <a:round/>
              <a:headEnd/>
              <a:tailEnd type="arrow" w="med" len="med"/>
            </a:ln>
          </p:spPr>
          <p:txBody>
            <a:bodyPr/>
            <a:lstStyle/>
            <a:p>
              <a:pPr>
                <a:defRPr/>
              </a:pPr>
              <a:endParaRPr lang="en-US" sz="2400">
                <a:latin typeface="+mn-lt"/>
              </a:endParaRPr>
            </a:p>
          </p:txBody>
        </p:sp>
        <p:sp>
          <p:nvSpPr>
            <p:cNvPr id="23" name="Text Box 17"/>
            <p:cNvSpPr txBox="1">
              <a:spLocks noChangeArrowheads="1"/>
            </p:cNvSpPr>
            <p:nvPr/>
          </p:nvSpPr>
          <p:spPr bwMode="auto">
            <a:xfrm>
              <a:off x="3141" y="308"/>
              <a:ext cx="181" cy="291"/>
            </a:xfrm>
            <a:prstGeom prst="rect">
              <a:avLst/>
            </a:prstGeom>
            <a:noFill/>
            <a:ln w="9525">
              <a:noFill/>
              <a:miter lim="800000"/>
              <a:headEnd/>
              <a:tailEnd/>
            </a:ln>
          </p:spPr>
          <p:txBody>
            <a:bodyPr wrap="none">
              <a:spAutoFit/>
            </a:bodyPr>
            <a:lstStyle/>
            <a:p>
              <a:pPr>
                <a:defRPr/>
              </a:pPr>
              <a:r>
                <a:rPr lang="en-US" altLang="en-US" sz="2400" b="1" dirty="0">
                  <a:solidFill>
                    <a:srgbClr val="FF3300"/>
                  </a:solidFill>
                  <a:latin typeface="+mn-lt"/>
                </a:rPr>
                <a:t>f</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73092">
                                            <p:txEl>
                                              <p:pRg st="0" end="0"/>
                                            </p:txEl>
                                          </p:spTgt>
                                        </p:tgtEl>
                                        <p:attrNameLst>
                                          <p:attrName>style.visibility</p:attrName>
                                        </p:attrNameLst>
                                      </p:cBhvr>
                                      <p:to>
                                        <p:strVal val="visible"/>
                                      </p:to>
                                    </p:set>
                                    <p:anim calcmode="lin" valueType="num">
                                      <p:cBhvr additive="base">
                                        <p:cTn id="7" dur="500" fill="hold"/>
                                        <p:tgtEl>
                                          <p:spTgt spid="47309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30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0-#ppt_w/2"/>
                                          </p:val>
                                        </p:tav>
                                        <p:tav tm="100000">
                                          <p:val>
                                            <p:strVal val="#ppt_x"/>
                                          </p:val>
                                        </p:tav>
                                      </p:tavLst>
                                    </p:anim>
                                    <p:anim calcmode="lin" valueType="num">
                                      <p:cBhvr additive="base">
                                        <p:cTn id="24" dur="500" fill="hold"/>
                                        <p:tgtEl>
                                          <p:spTgt spid="17"/>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63" presetClass="path" presetSubtype="0" accel="50000" decel="50000" fill="hold" grpId="1" nodeType="withEffect">
                                  <p:stCondLst>
                                    <p:cond delay="0"/>
                                  </p:stCondLst>
                                  <p:childTnLst>
                                    <p:animMotion origin="layout" path="M 0 0  L 0.25 0  E" pathEditMode="relative" ptsTypes="">
                                      <p:cBhvr>
                                        <p:cTn id="30" dur="2000" fill="hold"/>
                                        <p:tgtEl>
                                          <p:spTgt spid="15"/>
                                        </p:tgtEl>
                                        <p:attrNameLst>
                                          <p:attrName>ppt_x</p:attrName>
                                          <p:attrName>ppt_y</p:attrName>
                                        </p:attrNameLst>
                                      </p:cBhvr>
                                    </p:animMotion>
                                  </p:childTnLst>
                                </p:cTn>
                              </p:par>
                              <p:par>
                                <p:cTn id="31" presetID="10"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500"/>
                                        <p:tgtEl>
                                          <p:spTgt spid="3"/>
                                        </p:tgtEl>
                                      </p:cBhvr>
                                    </p:animEffect>
                                  </p:childTnLst>
                                </p:cTn>
                              </p:par>
                              <p:par>
                                <p:cTn id="34" presetID="63" presetClass="path" presetSubtype="0" accel="50000" decel="50000" fill="hold" nodeType="withEffect">
                                  <p:stCondLst>
                                    <p:cond delay="0"/>
                                  </p:stCondLst>
                                  <p:childTnLst>
                                    <p:animMotion origin="layout" path="M 0 0  L 0.25 0  E" pathEditMode="relative" ptsTypes="">
                                      <p:cBhvr>
                                        <p:cTn id="35" dur="2000" fill="hold"/>
                                        <p:tgtEl>
                                          <p:spTgt spid="16"/>
                                        </p:tgtEl>
                                        <p:attrNameLst>
                                          <p:attrName>ppt_x</p:attrName>
                                          <p:attrName>ppt_y</p:attrName>
                                        </p:attrNameLst>
                                      </p:cBhvr>
                                    </p:animMotion>
                                  </p:childTnLst>
                                </p:cTn>
                              </p:par>
                              <p:par>
                                <p:cTn id="36" presetID="63" presetClass="path" presetSubtype="0" accel="50000" decel="50000" fill="hold" nodeType="withEffect">
                                  <p:stCondLst>
                                    <p:cond delay="0"/>
                                  </p:stCondLst>
                                  <p:childTnLst>
                                    <p:animMotion origin="layout" path="M 0 0  L 0.25 0  E" pathEditMode="relative" ptsTypes="">
                                      <p:cBhvr>
                                        <p:cTn id="37" dur="2000" fill="hold"/>
                                        <p:tgtEl>
                                          <p:spTgt spid="17"/>
                                        </p:tgtEl>
                                        <p:attrNameLst>
                                          <p:attrName>ppt_x</p:attrName>
                                          <p:attrName>ppt_y</p:attrName>
                                        </p:attrNameLst>
                                      </p:cBhvr>
                                    </p:animMotion>
                                  </p:childTnLst>
                                </p:cTn>
                              </p:par>
                              <p:par>
                                <p:cTn id="38" presetID="63" presetClass="path" presetSubtype="0" accel="50000" decel="50000" fill="hold" nodeType="withEffect">
                                  <p:stCondLst>
                                    <p:cond delay="0"/>
                                  </p:stCondLst>
                                  <p:childTnLst>
                                    <p:animMotion origin="layout" path="M 0 0  L 0.25 0  E" pathEditMode="relative" ptsTypes="">
                                      <p:cBhvr>
                                        <p:cTn id="39" dur="2000" fill="hold"/>
                                        <p:tgtEl>
                                          <p:spTgt spid="3"/>
                                        </p:tgtEl>
                                        <p:attrNameLst>
                                          <p:attrName>ppt_x</p:attrName>
                                          <p:attrName>ppt_y</p:attrName>
                                        </p:attrNameLst>
                                      </p:cBhvr>
                                    </p:animMotion>
                                  </p:childTnLst>
                                </p:cTn>
                              </p:par>
                              <p:par>
                                <p:cTn id="40" presetID="22" presetClass="entr" presetSubtype="8" fill="hold" nodeType="with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20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73092">
                                            <p:txEl>
                                              <p:pRg st="1" end="1"/>
                                            </p:txEl>
                                          </p:spTgt>
                                        </p:tgtEl>
                                        <p:attrNameLst>
                                          <p:attrName>style.visibility</p:attrName>
                                        </p:attrNameLst>
                                      </p:cBhvr>
                                      <p:to>
                                        <p:strVal val="visible"/>
                                      </p:to>
                                    </p:set>
                                    <p:anim calcmode="lin" valueType="num">
                                      <p:cBhvr additive="base">
                                        <p:cTn id="47" dur="500" fill="hold"/>
                                        <p:tgtEl>
                                          <p:spTgt spid="473092">
                                            <p:txEl>
                                              <p:pRg st="1" end="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7309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473092">
                                            <p:txEl>
                                              <p:pRg st="2" end="2"/>
                                            </p:txEl>
                                          </p:spTgt>
                                        </p:tgtEl>
                                        <p:attrNameLst>
                                          <p:attrName>style.visibility</p:attrName>
                                        </p:attrNameLst>
                                      </p:cBhvr>
                                      <p:to>
                                        <p:strVal val="visible"/>
                                      </p:to>
                                    </p:set>
                                    <p:anim calcmode="lin" valueType="num">
                                      <p:cBhvr additive="base">
                                        <p:cTn id="53" dur="500" fill="hold"/>
                                        <p:tgtEl>
                                          <p:spTgt spid="473092">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7309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473092">
                                            <p:txEl>
                                              <p:pRg st="3" end="3"/>
                                            </p:txEl>
                                          </p:spTgt>
                                        </p:tgtEl>
                                        <p:attrNameLst>
                                          <p:attrName>style.visibility</p:attrName>
                                        </p:attrNameLst>
                                      </p:cBhvr>
                                      <p:to>
                                        <p:strVal val="visible"/>
                                      </p:to>
                                    </p:set>
                                    <p:anim calcmode="lin" valueType="num">
                                      <p:cBhvr additive="base">
                                        <p:cTn id="59" dur="500" fill="hold"/>
                                        <p:tgtEl>
                                          <p:spTgt spid="473092">
                                            <p:txEl>
                                              <p:pRg st="3" end="3"/>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7309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473092">
                                            <p:txEl>
                                              <p:pRg st="4" end="4"/>
                                            </p:txEl>
                                          </p:spTgt>
                                        </p:tgtEl>
                                        <p:attrNameLst>
                                          <p:attrName>style.visibility</p:attrName>
                                        </p:attrNameLst>
                                      </p:cBhvr>
                                      <p:to>
                                        <p:strVal val="visible"/>
                                      </p:to>
                                    </p:set>
                                    <p:anim calcmode="lin" valueType="num">
                                      <p:cBhvr additive="base">
                                        <p:cTn id="65" dur="500" fill="hold"/>
                                        <p:tgtEl>
                                          <p:spTgt spid="473092">
                                            <p:txEl>
                                              <p:pRg st="4" end="4"/>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47309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473092">
                                            <p:txEl>
                                              <p:pRg st="5" end="5"/>
                                            </p:txEl>
                                          </p:spTgt>
                                        </p:tgtEl>
                                        <p:attrNameLst>
                                          <p:attrName>style.visibility</p:attrName>
                                        </p:attrNameLst>
                                      </p:cBhvr>
                                      <p:to>
                                        <p:strVal val="visible"/>
                                      </p:to>
                                    </p:set>
                                    <p:anim calcmode="lin" valueType="num">
                                      <p:cBhvr additive="base">
                                        <p:cTn id="71" dur="500" fill="hold"/>
                                        <p:tgtEl>
                                          <p:spTgt spid="473092">
                                            <p:txEl>
                                              <p:pRg st="5" end="5"/>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47309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473092">
                                            <p:txEl>
                                              <p:pRg st="6" end="6"/>
                                            </p:txEl>
                                          </p:spTgt>
                                        </p:tgtEl>
                                        <p:attrNameLst>
                                          <p:attrName>style.visibility</p:attrName>
                                        </p:attrNameLst>
                                      </p:cBhvr>
                                      <p:to>
                                        <p:strVal val="visible"/>
                                      </p:to>
                                    </p:set>
                                    <p:anim calcmode="lin" valueType="num">
                                      <p:cBhvr additive="base">
                                        <p:cTn id="77" dur="500" fill="hold"/>
                                        <p:tgtEl>
                                          <p:spTgt spid="473092">
                                            <p:txEl>
                                              <p:pRg st="6" end="6"/>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47309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473092">
                                            <p:txEl>
                                              <p:pRg st="7" end="7"/>
                                            </p:txEl>
                                          </p:spTgt>
                                        </p:tgtEl>
                                        <p:attrNameLst>
                                          <p:attrName>style.visibility</p:attrName>
                                        </p:attrNameLst>
                                      </p:cBhvr>
                                      <p:to>
                                        <p:strVal val="visible"/>
                                      </p:to>
                                    </p:set>
                                    <p:anim calcmode="lin" valueType="num">
                                      <p:cBhvr additive="base">
                                        <p:cTn id="83" dur="500" fill="hold"/>
                                        <p:tgtEl>
                                          <p:spTgt spid="473092">
                                            <p:txEl>
                                              <p:pRg st="7" end="7"/>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47309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5" grpId="1"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ChangeArrowheads="1"/>
          </p:cNvSpPr>
          <p:nvPr/>
        </p:nvSpPr>
        <p:spPr bwMode="auto">
          <a:xfrm>
            <a:off x="685800" y="1549400"/>
            <a:ext cx="7772400" cy="461963"/>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rPr>
              <a:t>Quantitatively analysing inelastic collisions</a:t>
            </a:r>
            <a:r>
              <a:rPr lang="en-US" sz="2400" i="1">
                <a:solidFill>
                  <a:srgbClr val="333399"/>
                </a:solidFill>
                <a:latin typeface="Arial" charset="0"/>
              </a:rPr>
              <a:t> </a:t>
            </a:r>
          </a:p>
        </p:txBody>
      </p:sp>
      <p:sp>
        <p:nvSpPr>
          <p:cNvPr id="473092" name="Rectangle 4"/>
          <p:cNvSpPr>
            <a:spLocks noChangeArrowheads="1"/>
          </p:cNvSpPr>
          <p:nvPr/>
        </p:nvSpPr>
        <p:spPr bwMode="auto">
          <a:xfrm>
            <a:off x="671513" y="1982788"/>
            <a:ext cx="7797800" cy="4875212"/>
          </a:xfrm>
          <a:prstGeom prst="rect">
            <a:avLst/>
          </a:prstGeom>
          <a:solidFill>
            <a:srgbClr val="FFFFCC"/>
          </a:solidFill>
          <a:ln w="9525">
            <a:noFill/>
            <a:miter lim="800000"/>
            <a:headEnd/>
            <a:tailEnd/>
          </a:ln>
        </p:spPr>
        <p:txBody>
          <a:bodyPr/>
          <a:lstStyle/>
          <a:p>
            <a:pPr>
              <a:spcBef>
                <a:spcPct val="20000"/>
              </a:spcBef>
              <a:defRPr/>
            </a:pPr>
            <a:r>
              <a:rPr lang="en-US" altLang="en-US" sz="2400" dirty="0">
                <a:latin typeface="+mn-lt"/>
                <a:sym typeface="Symbol" pitchFamily="18" charset="2"/>
              </a:rPr>
              <a:t>EXAMPLE: Suppose a .020-kg bullet traveling horizontally at 300. m/s strikes a 4.0-kg block of wood resting on a wood floor. The block/bullet combo slides 6 m before coming to a stop. Find the dynamic friction coefficient  </a:t>
            </a:r>
            <a:r>
              <a:rPr lang="en-US" altLang="en-US" sz="2400" i="1" dirty="0">
                <a:solidFill>
                  <a:srgbClr val="000000"/>
                </a:solidFill>
                <a:latin typeface="Arial"/>
                <a:sym typeface="Symbol" pitchFamily="18" charset="2"/>
              </a:rPr>
              <a:t>µ</a:t>
            </a:r>
            <a:r>
              <a:rPr lang="en-US" altLang="en-US" sz="2400" baseline="-25000" dirty="0">
                <a:solidFill>
                  <a:srgbClr val="000000"/>
                </a:solidFill>
                <a:latin typeface="Arial"/>
                <a:sym typeface="Symbol" pitchFamily="18" charset="2"/>
              </a:rPr>
              <a:t>d</a:t>
            </a:r>
            <a:r>
              <a:rPr lang="en-US" altLang="en-US" sz="2400" dirty="0">
                <a:latin typeface="+mn-lt"/>
                <a:sym typeface="Symbol" pitchFamily="18" charset="2"/>
              </a:rPr>
              <a:t> between the block and the floor.</a:t>
            </a:r>
          </a:p>
          <a:p>
            <a:pPr>
              <a:spcBef>
                <a:spcPct val="20000"/>
              </a:spcBef>
              <a:defRPr/>
            </a:pPr>
            <a:r>
              <a:rPr lang="en-US" altLang="en-US" sz="2400" dirty="0">
                <a:latin typeface="+mn-lt"/>
                <a:sym typeface="Symbol" pitchFamily="18" charset="2"/>
              </a:rPr>
              <a:t>SOLUTION: Use </a:t>
            </a:r>
            <a:r>
              <a:rPr lang="en-US" altLang="en-US" sz="2400" i="1" dirty="0">
                <a:solidFill>
                  <a:srgbClr val="FF0000"/>
                </a:solidFill>
                <a:latin typeface="+mn-lt"/>
                <a:sym typeface="Symbol" pitchFamily="18" charset="2"/>
              </a:rPr>
              <a:t>f</a:t>
            </a:r>
            <a:r>
              <a:rPr lang="en-US" altLang="en-US" sz="2400" i="1" dirty="0">
                <a:latin typeface="+mn-lt"/>
                <a:sym typeface="Symbol" pitchFamily="18" charset="2"/>
              </a:rPr>
              <a:t> </a:t>
            </a:r>
            <a:r>
              <a:rPr lang="en-US" altLang="en-US" sz="2400" dirty="0">
                <a:latin typeface="+mn-lt"/>
                <a:sym typeface="Symbol" pitchFamily="18" charset="2"/>
              </a:rPr>
              <a:t>= </a:t>
            </a:r>
            <a:r>
              <a:rPr lang="en-US" altLang="en-US" sz="2400" i="1" dirty="0">
                <a:latin typeface="+mn-lt"/>
                <a:sym typeface="Symbol" pitchFamily="18" charset="2"/>
              </a:rPr>
              <a:t>µ</a:t>
            </a:r>
            <a:r>
              <a:rPr lang="en-US" altLang="en-US" sz="2400" baseline="-25000" dirty="0" err="1">
                <a:latin typeface="+mn-lt"/>
                <a:sym typeface="Symbol" pitchFamily="18" charset="2"/>
              </a:rPr>
              <a:t>d</a:t>
            </a:r>
            <a:r>
              <a:rPr lang="en-US" altLang="en-US" sz="2400" i="1" dirty="0" err="1">
                <a:solidFill>
                  <a:srgbClr val="009999"/>
                </a:solidFill>
                <a:latin typeface="+mn-lt"/>
                <a:sym typeface="Symbol" pitchFamily="18" charset="2"/>
              </a:rPr>
              <a:t>R</a:t>
            </a:r>
            <a:r>
              <a:rPr lang="en-US" altLang="en-US" sz="2400" dirty="0">
                <a:latin typeface="+mn-lt"/>
                <a:sym typeface="Symbol" pitchFamily="18" charset="2"/>
              </a:rPr>
              <a:t>:</a:t>
            </a:r>
            <a:endParaRPr lang="en-US" altLang="en-US" sz="2400" dirty="0">
              <a:latin typeface="+mn-lt"/>
            </a:endParaRPr>
          </a:p>
          <a:p>
            <a:pPr>
              <a:spcBef>
                <a:spcPct val="20000"/>
              </a:spcBef>
              <a:defRPr/>
            </a:pPr>
            <a:r>
              <a:rPr lang="en-US" altLang="en-US" sz="2400" dirty="0">
                <a:solidFill>
                  <a:srgbClr val="000000"/>
                </a:solidFill>
                <a:latin typeface="Arial"/>
                <a:sym typeface="Symbol" pitchFamily="18" charset="2"/>
              </a:rPr>
              <a:t></a:t>
            </a:r>
            <a:r>
              <a:rPr lang="en-US" altLang="en-US" sz="2400" dirty="0">
                <a:latin typeface="Arial" charset="0"/>
                <a:sym typeface="Symbol"/>
              </a:rPr>
              <a:t>Make a free-body diagram to                                                 find </a:t>
            </a:r>
            <a:r>
              <a:rPr lang="en-US" altLang="en-US" sz="2400" i="1" dirty="0">
                <a:solidFill>
                  <a:srgbClr val="009999"/>
                </a:solidFill>
                <a:latin typeface="Arial" charset="0"/>
                <a:sym typeface="Symbol"/>
              </a:rPr>
              <a:t>R</a:t>
            </a:r>
            <a:r>
              <a:rPr lang="en-US" altLang="en-US" sz="2400" dirty="0">
                <a:latin typeface="Arial" charset="0"/>
                <a:sym typeface="Symbol"/>
              </a:rPr>
              <a:t>:</a:t>
            </a:r>
            <a:endParaRPr lang="en-US" altLang="en-US" sz="2400" i="1" baseline="-25000" dirty="0">
              <a:latin typeface="+mn-lt"/>
            </a:endParaRPr>
          </a:p>
          <a:p>
            <a:pPr>
              <a:spcBef>
                <a:spcPct val="20000"/>
              </a:spcBef>
              <a:buFont typeface="Symbol" pitchFamily="18" charset="2"/>
              <a:buNone/>
              <a:defRPr/>
            </a:pPr>
            <a:r>
              <a:rPr lang="en-US" altLang="en-US" sz="2400" dirty="0">
                <a:solidFill>
                  <a:srgbClr val="000000"/>
                </a:solidFill>
                <a:latin typeface="Arial"/>
                <a:sym typeface="Symbol" pitchFamily="18" charset="2"/>
              </a:rPr>
              <a:t></a:t>
            </a:r>
            <a:r>
              <a:rPr lang="en-US" altLang="en-US" sz="2400" dirty="0">
                <a:latin typeface="Arial" charset="0"/>
                <a:sym typeface="Symbol"/>
              </a:rPr>
              <a:t>Note that </a:t>
            </a:r>
            <a:r>
              <a:rPr lang="en-US" altLang="en-US" sz="2400" i="1" dirty="0">
                <a:solidFill>
                  <a:srgbClr val="009999"/>
                </a:solidFill>
                <a:latin typeface="Arial" charset="0"/>
                <a:sym typeface="Symbol"/>
              </a:rPr>
              <a:t>R</a:t>
            </a:r>
            <a:r>
              <a:rPr lang="en-US" altLang="en-US" sz="2400" dirty="0">
                <a:latin typeface="Arial" charset="0"/>
                <a:sym typeface="Symbol"/>
              </a:rPr>
              <a:t> = </a:t>
            </a:r>
            <a:r>
              <a:rPr lang="en-US" altLang="en-US" sz="2400" i="1" dirty="0">
                <a:latin typeface="Arial" charset="0"/>
                <a:sym typeface="Symbol"/>
              </a:rPr>
              <a:t>W = mg</a:t>
            </a:r>
            <a:r>
              <a:rPr lang="en-US" altLang="en-US" sz="2400" dirty="0">
                <a:latin typeface="Arial" charset="0"/>
                <a:sym typeface="Symbol"/>
              </a:rPr>
              <a:t> </a:t>
            </a:r>
          </a:p>
          <a:p>
            <a:pPr>
              <a:spcBef>
                <a:spcPct val="20000"/>
              </a:spcBef>
              <a:buFont typeface="Symbol" pitchFamily="18" charset="2"/>
              <a:buNone/>
              <a:defRPr/>
            </a:pPr>
            <a:r>
              <a:rPr lang="en-US" altLang="en-US" sz="2400" dirty="0">
                <a:latin typeface="Arial" charset="0"/>
                <a:sym typeface="Symbol"/>
              </a:rPr>
              <a:t>                             = (4.00 + 0.020)(10) = 40.2 N.</a:t>
            </a:r>
          </a:p>
          <a:p>
            <a:pPr>
              <a:spcBef>
                <a:spcPct val="20000"/>
              </a:spcBef>
              <a:buFont typeface="Symbol" pitchFamily="18" charset="2"/>
              <a:buNone/>
              <a:defRPr/>
            </a:pPr>
            <a:r>
              <a:rPr lang="en-US" altLang="en-US" sz="2400" dirty="0">
                <a:solidFill>
                  <a:srgbClr val="000000"/>
                </a:solidFill>
                <a:latin typeface="Arial"/>
                <a:sym typeface="Symbol" pitchFamily="18" charset="2"/>
              </a:rPr>
              <a:t></a:t>
            </a:r>
            <a:r>
              <a:rPr lang="en-US" altLang="en-US" sz="2400" dirty="0">
                <a:latin typeface="Arial" charset="0"/>
                <a:sym typeface="Symbol"/>
              </a:rPr>
              <a:t>Thus</a:t>
            </a:r>
          </a:p>
          <a:p>
            <a:pPr>
              <a:spcBef>
                <a:spcPct val="20000"/>
              </a:spcBef>
              <a:defRPr/>
            </a:pPr>
            <a:r>
              <a:rPr lang="en-US" altLang="en-US" sz="2400" i="1" dirty="0">
                <a:solidFill>
                  <a:srgbClr val="000000"/>
                </a:solidFill>
                <a:latin typeface="Arial"/>
                <a:sym typeface="Symbol" pitchFamily="18" charset="2"/>
              </a:rPr>
              <a:t>                    µ</a:t>
            </a:r>
            <a:r>
              <a:rPr lang="en-US" altLang="en-US" sz="2400" baseline="-25000" dirty="0">
                <a:solidFill>
                  <a:srgbClr val="000000"/>
                </a:solidFill>
                <a:latin typeface="Arial"/>
                <a:sym typeface="Symbol" pitchFamily="18" charset="2"/>
              </a:rPr>
              <a:t>d</a:t>
            </a:r>
            <a:r>
              <a:rPr lang="en-US" altLang="en-US" sz="2400" dirty="0">
                <a:solidFill>
                  <a:srgbClr val="000000"/>
                </a:solidFill>
                <a:latin typeface="Arial"/>
                <a:sym typeface="Symbol" pitchFamily="18" charset="2"/>
              </a:rPr>
              <a:t> = </a:t>
            </a:r>
            <a:r>
              <a:rPr lang="en-US" altLang="en-US" sz="2400" i="1" dirty="0">
                <a:solidFill>
                  <a:srgbClr val="FF0000"/>
                </a:solidFill>
                <a:latin typeface="Arial"/>
                <a:sym typeface="Symbol" pitchFamily="18" charset="2"/>
              </a:rPr>
              <a:t>f</a:t>
            </a:r>
            <a:r>
              <a:rPr lang="en-US" altLang="en-US" sz="2400" i="1" dirty="0">
                <a:solidFill>
                  <a:srgbClr val="000000"/>
                </a:solidFill>
                <a:latin typeface="Arial"/>
                <a:sym typeface="Symbol" pitchFamily="18" charset="2"/>
              </a:rPr>
              <a:t> / </a:t>
            </a:r>
            <a:r>
              <a:rPr lang="en-US" altLang="en-US" sz="2400" i="1" dirty="0">
                <a:solidFill>
                  <a:srgbClr val="009999"/>
                </a:solidFill>
                <a:latin typeface="Arial"/>
                <a:sym typeface="Symbol" pitchFamily="18" charset="2"/>
              </a:rPr>
              <a:t>R</a:t>
            </a:r>
            <a:r>
              <a:rPr lang="en-US" altLang="en-US" sz="2400" i="1" dirty="0">
                <a:solidFill>
                  <a:srgbClr val="000000"/>
                </a:solidFill>
                <a:latin typeface="Arial"/>
                <a:sym typeface="Symbol" pitchFamily="18" charset="2"/>
              </a:rPr>
              <a:t> </a:t>
            </a:r>
            <a:r>
              <a:rPr lang="en-US" altLang="en-US" sz="2400" dirty="0">
                <a:solidFill>
                  <a:srgbClr val="000000"/>
                </a:solidFill>
                <a:latin typeface="Arial"/>
                <a:sym typeface="Symbol" pitchFamily="18" charset="2"/>
              </a:rPr>
              <a:t>= 0.75 </a:t>
            </a:r>
            <a:r>
              <a:rPr lang="en-US" altLang="en-US" sz="2400" i="1" dirty="0">
                <a:solidFill>
                  <a:srgbClr val="000000"/>
                </a:solidFill>
                <a:latin typeface="Arial"/>
                <a:sym typeface="Symbol" pitchFamily="18" charset="2"/>
              </a:rPr>
              <a:t>/</a:t>
            </a:r>
            <a:r>
              <a:rPr lang="en-US" altLang="en-US" sz="2400" dirty="0">
                <a:solidFill>
                  <a:srgbClr val="000000"/>
                </a:solidFill>
                <a:latin typeface="Arial"/>
                <a:sym typeface="Symbol" pitchFamily="18" charset="2"/>
              </a:rPr>
              <a:t>  40.2 = 0.19.</a:t>
            </a:r>
            <a:endParaRPr lang="en-US" altLang="en-US" sz="2400" i="1" dirty="0">
              <a:latin typeface="+mn-lt"/>
              <a:cs typeface="Courier New" pitchFamily="49" charset="0"/>
              <a:sym typeface="Symbol" pitchFamily="18" charset="2"/>
            </a:endParaRPr>
          </a:p>
        </p:txBody>
      </p:sp>
      <p:sp>
        <p:nvSpPr>
          <p:cNvPr id="13" name="Rectangle 5" descr="Oak"/>
          <p:cNvSpPr>
            <a:spLocks noChangeArrowheads="1"/>
          </p:cNvSpPr>
          <p:nvPr/>
        </p:nvSpPr>
        <p:spPr bwMode="auto">
          <a:xfrm>
            <a:off x="5510213" y="844550"/>
            <a:ext cx="3633787" cy="117475"/>
          </a:xfrm>
          <a:prstGeom prst="rect">
            <a:avLst/>
          </a:prstGeom>
          <a:blipFill dpi="0" rotWithShape="1">
            <a:blip r:embed="rId3" cstate="print"/>
            <a:srcRect/>
            <a:tile tx="0" ty="0" sx="100000" sy="100000" flip="none" algn="tl"/>
          </a:blipFill>
          <a:ln w="9525">
            <a:solidFill>
              <a:schemeClr val="tx1"/>
            </a:solidFill>
            <a:miter lim="800000"/>
            <a:headEnd/>
            <a:tailEnd/>
          </a:ln>
        </p:spPr>
        <p:txBody>
          <a:bodyPr wrap="none" anchor="ctr"/>
          <a:lstStyle/>
          <a:p>
            <a:pPr>
              <a:defRPr/>
            </a:pPr>
            <a:endParaRPr lang="en-US" altLang="en-US" sz="2400">
              <a:latin typeface="+mn-lt"/>
            </a:endParaRPr>
          </a:p>
        </p:txBody>
      </p:sp>
      <p:sp>
        <p:nvSpPr>
          <p:cNvPr id="15" name="Rectangle 6" descr="Medium wood"/>
          <p:cNvSpPr>
            <a:spLocks noChangeArrowheads="1"/>
          </p:cNvSpPr>
          <p:nvPr/>
        </p:nvSpPr>
        <p:spPr bwMode="auto">
          <a:xfrm>
            <a:off x="5667375" y="190500"/>
            <a:ext cx="655638" cy="655638"/>
          </a:xfrm>
          <a:prstGeom prst="rect">
            <a:avLst/>
          </a:prstGeom>
          <a:blipFill dpi="0" rotWithShape="1">
            <a:blip r:embed="rId4" cstate="print"/>
            <a:srcRect/>
            <a:tile tx="0" ty="0" sx="100000" sy="100000" flip="none" algn="tl"/>
          </a:blipFill>
          <a:ln w="9525">
            <a:solidFill>
              <a:schemeClr val="tx1"/>
            </a:solidFill>
            <a:miter lim="800000"/>
            <a:headEnd/>
            <a:tailEnd/>
          </a:ln>
        </p:spPr>
        <p:txBody>
          <a:bodyPr wrap="none" anchor="ctr"/>
          <a:lstStyle/>
          <a:p>
            <a:pPr>
              <a:defRPr/>
            </a:pPr>
            <a:endParaRPr lang="en-US" altLang="en-US" sz="2400">
              <a:latin typeface="+mn-lt"/>
            </a:endParaRPr>
          </a:p>
        </p:txBody>
      </p:sp>
      <p:sp>
        <p:nvSpPr>
          <p:cNvPr id="16" name="Line 7"/>
          <p:cNvSpPr>
            <a:spLocks noChangeShapeType="1"/>
          </p:cNvSpPr>
          <p:nvPr/>
        </p:nvSpPr>
        <p:spPr bwMode="auto">
          <a:xfrm>
            <a:off x="5667375" y="403225"/>
            <a:ext cx="334963" cy="0"/>
          </a:xfrm>
          <a:prstGeom prst="line">
            <a:avLst/>
          </a:prstGeom>
          <a:noFill/>
          <a:ln w="76200">
            <a:solidFill>
              <a:srgbClr val="FFFF00"/>
            </a:solidFill>
            <a:round/>
            <a:headEnd/>
            <a:tailEnd/>
          </a:ln>
        </p:spPr>
        <p:txBody>
          <a:bodyPr/>
          <a:lstStyle/>
          <a:p>
            <a:pPr>
              <a:defRPr/>
            </a:pPr>
            <a:endParaRPr lang="en-US" sz="2400">
              <a:latin typeface="+mn-lt"/>
            </a:endParaRPr>
          </a:p>
        </p:txBody>
      </p:sp>
      <p:sp>
        <p:nvSpPr>
          <p:cNvPr id="17" name="Line 8"/>
          <p:cNvSpPr>
            <a:spLocks noChangeShapeType="1"/>
          </p:cNvSpPr>
          <p:nvPr/>
        </p:nvSpPr>
        <p:spPr bwMode="auto">
          <a:xfrm>
            <a:off x="5821363" y="403225"/>
            <a:ext cx="182562" cy="0"/>
          </a:xfrm>
          <a:prstGeom prst="line">
            <a:avLst/>
          </a:prstGeom>
          <a:noFill/>
          <a:ln w="57150">
            <a:solidFill>
              <a:schemeClr val="bg2"/>
            </a:solidFill>
            <a:round/>
            <a:headEnd/>
            <a:tailEnd/>
          </a:ln>
        </p:spPr>
        <p:txBody>
          <a:bodyPr/>
          <a:lstStyle/>
          <a:p>
            <a:pPr>
              <a:defRPr/>
            </a:pPr>
            <a:endParaRPr lang="en-US" sz="2400">
              <a:latin typeface="+mn-lt"/>
            </a:endParaRPr>
          </a:p>
        </p:txBody>
      </p:sp>
      <p:grpSp>
        <p:nvGrpSpPr>
          <p:cNvPr id="2" name="Group 15"/>
          <p:cNvGrpSpPr>
            <a:grpSpLocks/>
          </p:cNvGrpSpPr>
          <p:nvPr/>
        </p:nvGrpSpPr>
        <p:grpSpPr bwMode="auto">
          <a:xfrm>
            <a:off x="6003925" y="1004888"/>
            <a:ext cx="2320925" cy="461962"/>
            <a:chOff x="3767" y="633"/>
            <a:chExt cx="1462" cy="291"/>
          </a:xfrm>
        </p:grpSpPr>
        <p:sp>
          <p:nvSpPr>
            <p:cNvPr id="19" name="Line 13"/>
            <p:cNvSpPr>
              <a:spLocks noChangeShapeType="1"/>
            </p:cNvSpPr>
            <p:nvPr/>
          </p:nvSpPr>
          <p:spPr bwMode="auto">
            <a:xfrm>
              <a:off x="3767" y="652"/>
              <a:ext cx="1462" cy="0"/>
            </a:xfrm>
            <a:prstGeom prst="line">
              <a:avLst/>
            </a:prstGeom>
            <a:noFill/>
            <a:ln w="38100">
              <a:solidFill>
                <a:schemeClr val="accent2"/>
              </a:solidFill>
              <a:round/>
              <a:headEnd/>
              <a:tailEnd type="arrow" w="med" len="med"/>
            </a:ln>
          </p:spPr>
          <p:txBody>
            <a:bodyPr/>
            <a:lstStyle/>
            <a:p>
              <a:pPr>
                <a:defRPr/>
              </a:pPr>
              <a:endParaRPr lang="en-US" sz="2400">
                <a:latin typeface="+mn-lt"/>
              </a:endParaRPr>
            </a:p>
          </p:txBody>
        </p:sp>
        <p:sp>
          <p:nvSpPr>
            <p:cNvPr id="20" name="Text Box 14"/>
            <p:cNvSpPr txBox="1">
              <a:spLocks noChangeArrowheads="1"/>
            </p:cNvSpPr>
            <p:nvPr/>
          </p:nvSpPr>
          <p:spPr bwMode="auto">
            <a:xfrm>
              <a:off x="4338" y="633"/>
              <a:ext cx="213" cy="291"/>
            </a:xfrm>
            <a:prstGeom prst="rect">
              <a:avLst/>
            </a:prstGeom>
            <a:noFill/>
            <a:ln w="9525">
              <a:noFill/>
              <a:miter lim="800000"/>
              <a:headEnd/>
              <a:tailEnd/>
            </a:ln>
          </p:spPr>
          <p:txBody>
            <a:bodyPr wrap="none">
              <a:spAutoFit/>
            </a:bodyPr>
            <a:lstStyle/>
            <a:p>
              <a:pPr>
                <a:defRPr/>
              </a:pPr>
              <a:r>
                <a:rPr lang="en-US" altLang="en-US" sz="2400" i="1" dirty="0">
                  <a:solidFill>
                    <a:schemeClr val="accent2"/>
                  </a:solidFill>
                  <a:latin typeface="+mn-lt"/>
                </a:rPr>
                <a:t>s</a:t>
              </a:r>
            </a:p>
          </p:txBody>
        </p:sp>
      </p:grpSp>
      <p:grpSp>
        <p:nvGrpSpPr>
          <p:cNvPr id="3" name="Group 18"/>
          <p:cNvGrpSpPr>
            <a:grpSpLocks/>
          </p:cNvGrpSpPr>
          <p:nvPr/>
        </p:nvGrpSpPr>
        <p:grpSpPr bwMode="auto">
          <a:xfrm>
            <a:off x="4986338" y="488950"/>
            <a:ext cx="1004887" cy="461963"/>
            <a:chOff x="3141" y="308"/>
            <a:chExt cx="633" cy="291"/>
          </a:xfrm>
        </p:grpSpPr>
        <p:sp>
          <p:nvSpPr>
            <p:cNvPr id="22" name="Line 16"/>
            <p:cNvSpPr>
              <a:spLocks noChangeShapeType="1"/>
            </p:cNvSpPr>
            <p:nvPr/>
          </p:nvSpPr>
          <p:spPr bwMode="auto">
            <a:xfrm flipH="1">
              <a:off x="3304" y="523"/>
              <a:ext cx="470" cy="0"/>
            </a:xfrm>
            <a:prstGeom prst="line">
              <a:avLst/>
            </a:prstGeom>
            <a:noFill/>
            <a:ln w="57150">
              <a:solidFill>
                <a:srgbClr val="FF3300"/>
              </a:solidFill>
              <a:round/>
              <a:headEnd/>
              <a:tailEnd type="arrow" w="med" len="med"/>
            </a:ln>
          </p:spPr>
          <p:txBody>
            <a:bodyPr/>
            <a:lstStyle/>
            <a:p>
              <a:pPr>
                <a:defRPr/>
              </a:pPr>
              <a:endParaRPr lang="en-US" sz="2400">
                <a:latin typeface="+mn-lt"/>
              </a:endParaRPr>
            </a:p>
          </p:txBody>
        </p:sp>
        <p:sp>
          <p:nvSpPr>
            <p:cNvPr id="23" name="Text Box 17"/>
            <p:cNvSpPr txBox="1">
              <a:spLocks noChangeArrowheads="1"/>
            </p:cNvSpPr>
            <p:nvPr/>
          </p:nvSpPr>
          <p:spPr bwMode="auto">
            <a:xfrm>
              <a:off x="3141" y="308"/>
              <a:ext cx="181" cy="291"/>
            </a:xfrm>
            <a:prstGeom prst="rect">
              <a:avLst/>
            </a:prstGeom>
            <a:noFill/>
            <a:ln w="9525">
              <a:noFill/>
              <a:miter lim="800000"/>
              <a:headEnd/>
              <a:tailEnd/>
            </a:ln>
          </p:spPr>
          <p:txBody>
            <a:bodyPr wrap="none">
              <a:spAutoFit/>
            </a:bodyPr>
            <a:lstStyle/>
            <a:p>
              <a:pPr>
                <a:defRPr/>
              </a:pPr>
              <a:r>
                <a:rPr lang="en-US" altLang="en-US" sz="2400" b="1" dirty="0">
                  <a:solidFill>
                    <a:srgbClr val="FF3300"/>
                  </a:solidFill>
                  <a:latin typeface="+mn-lt"/>
                </a:rPr>
                <a:t>f</a:t>
              </a:r>
            </a:p>
          </p:txBody>
        </p:sp>
      </p:grpSp>
      <p:grpSp>
        <p:nvGrpSpPr>
          <p:cNvPr id="4" name="Group 28"/>
          <p:cNvGrpSpPr>
            <a:grpSpLocks/>
          </p:cNvGrpSpPr>
          <p:nvPr/>
        </p:nvGrpSpPr>
        <p:grpSpPr bwMode="auto">
          <a:xfrm>
            <a:off x="4986338" y="4197350"/>
            <a:ext cx="4157662" cy="771525"/>
            <a:chOff x="5138738" y="342900"/>
            <a:chExt cx="4157662" cy="771525"/>
          </a:xfrm>
        </p:grpSpPr>
        <p:sp>
          <p:nvSpPr>
            <p:cNvPr id="18" name="Rectangle 5" descr="Oak"/>
            <p:cNvSpPr>
              <a:spLocks noChangeArrowheads="1"/>
            </p:cNvSpPr>
            <p:nvPr/>
          </p:nvSpPr>
          <p:spPr bwMode="auto">
            <a:xfrm>
              <a:off x="5662613" y="996950"/>
              <a:ext cx="3633787" cy="117475"/>
            </a:xfrm>
            <a:prstGeom prst="rect">
              <a:avLst/>
            </a:prstGeom>
            <a:blipFill dpi="0" rotWithShape="1">
              <a:blip r:embed="rId3" cstate="print"/>
              <a:srcRect/>
              <a:tile tx="0" ty="0" sx="100000" sy="100000" flip="none" algn="tl"/>
            </a:blipFill>
            <a:ln w="9525">
              <a:solidFill>
                <a:schemeClr val="tx1"/>
              </a:solidFill>
              <a:miter lim="800000"/>
              <a:headEnd/>
              <a:tailEnd/>
            </a:ln>
          </p:spPr>
          <p:txBody>
            <a:bodyPr wrap="none" anchor="ctr"/>
            <a:lstStyle/>
            <a:p>
              <a:pPr>
                <a:defRPr/>
              </a:pPr>
              <a:endParaRPr lang="en-US" altLang="en-US" sz="2400">
                <a:latin typeface="+mn-lt"/>
              </a:endParaRPr>
            </a:p>
          </p:txBody>
        </p:sp>
        <p:sp>
          <p:nvSpPr>
            <p:cNvPr id="21" name="Rectangle 6" descr="Medium wood"/>
            <p:cNvSpPr>
              <a:spLocks noChangeArrowheads="1"/>
            </p:cNvSpPr>
            <p:nvPr/>
          </p:nvSpPr>
          <p:spPr bwMode="auto">
            <a:xfrm>
              <a:off x="5819775" y="342900"/>
              <a:ext cx="655638" cy="655638"/>
            </a:xfrm>
            <a:prstGeom prst="rect">
              <a:avLst/>
            </a:prstGeom>
            <a:blipFill dpi="0" rotWithShape="1">
              <a:blip r:embed="rId4" cstate="print"/>
              <a:srcRect/>
              <a:tile tx="0" ty="0" sx="100000" sy="100000" flip="none" algn="tl"/>
            </a:blipFill>
            <a:ln w="9525">
              <a:solidFill>
                <a:schemeClr val="tx1"/>
              </a:solidFill>
              <a:miter lim="800000"/>
              <a:headEnd/>
              <a:tailEnd/>
            </a:ln>
          </p:spPr>
          <p:txBody>
            <a:bodyPr wrap="none" anchor="ctr"/>
            <a:lstStyle/>
            <a:p>
              <a:pPr>
                <a:defRPr/>
              </a:pPr>
              <a:endParaRPr lang="en-US" altLang="en-US" sz="2400">
                <a:latin typeface="+mn-lt"/>
              </a:endParaRPr>
            </a:p>
          </p:txBody>
        </p:sp>
        <p:sp>
          <p:nvSpPr>
            <p:cNvPr id="24" name="Line 7"/>
            <p:cNvSpPr>
              <a:spLocks noChangeShapeType="1"/>
            </p:cNvSpPr>
            <p:nvPr/>
          </p:nvSpPr>
          <p:spPr bwMode="auto">
            <a:xfrm>
              <a:off x="5819775" y="555625"/>
              <a:ext cx="334963" cy="0"/>
            </a:xfrm>
            <a:prstGeom prst="line">
              <a:avLst/>
            </a:prstGeom>
            <a:noFill/>
            <a:ln w="76200">
              <a:solidFill>
                <a:srgbClr val="FFFF00"/>
              </a:solidFill>
              <a:round/>
              <a:headEnd/>
              <a:tailEnd/>
            </a:ln>
          </p:spPr>
          <p:txBody>
            <a:bodyPr/>
            <a:lstStyle/>
            <a:p>
              <a:pPr>
                <a:defRPr/>
              </a:pPr>
              <a:endParaRPr lang="en-US" sz="2400">
                <a:latin typeface="+mn-lt"/>
              </a:endParaRPr>
            </a:p>
          </p:txBody>
        </p:sp>
        <p:sp>
          <p:nvSpPr>
            <p:cNvPr id="25" name="Line 8"/>
            <p:cNvSpPr>
              <a:spLocks noChangeShapeType="1"/>
            </p:cNvSpPr>
            <p:nvPr/>
          </p:nvSpPr>
          <p:spPr bwMode="auto">
            <a:xfrm>
              <a:off x="5973763" y="555625"/>
              <a:ext cx="182562" cy="0"/>
            </a:xfrm>
            <a:prstGeom prst="line">
              <a:avLst/>
            </a:prstGeom>
            <a:noFill/>
            <a:ln w="57150">
              <a:solidFill>
                <a:schemeClr val="bg2"/>
              </a:solidFill>
              <a:round/>
              <a:headEnd/>
              <a:tailEnd/>
            </a:ln>
          </p:spPr>
          <p:txBody>
            <a:bodyPr/>
            <a:lstStyle/>
            <a:p>
              <a:pPr>
                <a:defRPr/>
              </a:pPr>
              <a:endParaRPr lang="en-US" sz="2400">
                <a:latin typeface="+mn-lt"/>
              </a:endParaRPr>
            </a:p>
          </p:txBody>
        </p:sp>
        <p:grpSp>
          <p:nvGrpSpPr>
            <p:cNvPr id="50198" name="Group 18"/>
            <p:cNvGrpSpPr>
              <a:grpSpLocks/>
            </p:cNvGrpSpPr>
            <p:nvPr/>
          </p:nvGrpSpPr>
          <p:grpSpPr bwMode="auto">
            <a:xfrm>
              <a:off x="5138738" y="641351"/>
              <a:ext cx="1004887" cy="461963"/>
              <a:chOff x="3141" y="308"/>
              <a:chExt cx="633" cy="291"/>
            </a:xfrm>
          </p:grpSpPr>
          <p:sp>
            <p:nvSpPr>
              <p:cNvPr id="27" name="Line 16"/>
              <p:cNvSpPr>
                <a:spLocks noChangeShapeType="1"/>
              </p:cNvSpPr>
              <p:nvPr/>
            </p:nvSpPr>
            <p:spPr bwMode="auto">
              <a:xfrm flipH="1">
                <a:off x="3304" y="523"/>
                <a:ext cx="470" cy="0"/>
              </a:xfrm>
              <a:prstGeom prst="line">
                <a:avLst/>
              </a:prstGeom>
              <a:noFill/>
              <a:ln w="57150">
                <a:solidFill>
                  <a:srgbClr val="FF3300"/>
                </a:solidFill>
                <a:round/>
                <a:headEnd/>
                <a:tailEnd type="arrow" w="med" len="med"/>
              </a:ln>
            </p:spPr>
            <p:txBody>
              <a:bodyPr/>
              <a:lstStyle/>
              <a:p>
                <a:pPr>
                  <a:defRPr/>
                </a:pPr>
                <a:endParaRPr lang="en-US" sz="2400">
                  <a:latin typeface="+mn-lt"/>
                </a:endParaRPr>
              </a:p>
            </p:txBody>
          </p:sp>
          <p:sp>
            <p:nvSpPr>
              <p:cNvPr id="28" name="Text Box 17"/>
              <p:cNvSpPr txBox="1">
                <a:spLocks noChangeArrowheads="1"/>
              </p:cNvSpPr>
              <p:nvPr/>
            </p:nvSpPr>
            <p:spPr bwMode="auto">
              <a:xfrm>
                <a:off x="3141" y="308"/>
                <a:ext cx="181" cy="291"/>
              </a:xfrm>
              <a:prstGeom prst="rect">
                <a:avLst/>
              </a:prstGeom>
              <a:noFill/>
              <a:ln w="9525">
                <a:noFill/>
                <a:miter lim="800000"/>
                <a:headEnd/>
                <a:tailEnd/>
              </a:ln>
            </p:spPr>
            <p:txBody>
              <a:bodyPr wrap="none">
                <a:spAutoFit/>
              </a:bodyPr>
              <a:lstStyle/>
              <a:p>
                <a:pPr>
                  <a:defRPr/>
                </a:pPr>
                <a:r>
                  <a:rPr lang="en-US" altLang="en-US" sz="2400" b="1" dirty="0">
                    <a:solidFill>
                      <a:srgbClr val="FF3300"/>
                    </a:solidFill>
                    <a:latin typeface="+mn-lt"/>
                  </a:rPr>
                  <a:t>f</a:t>
                </a:r>
              </a:p>
            </p:txBody>
          </p:sp>
        </p:grpSp>
      </p:grpSp>
      <p:grpSp>
        <p:nvGrpSpPr>
          <p:cNvPr id="6" name="Group 35"/>
          <p:cNvGrpSpPr>
            <a:grpSpLocks/>
          </p:cNvGrpSpPr>
          <p:nvPr/>
        </p:nvGrpSpPr>
        <p:grpSpPr bwMode="auto">
          <a:xfrm>
            <a:off x="5964238" y="4573588"/>
            <a:ext cx="676275" cy="900112"/>
            <a:chOff x="5992837" y="4573588"/>
            <a:chExt cx="675251" cy="899538"/>
          </a:xfrm>
        </p:grpSpPr>
        <p:cxnSp>
          <p:nvCxnSpPr>
            <p:cNvPr id="31" name="Straight Arrow Connector 30"/>
            <p:cNvCxnSpPr/>
            <p:nvPr/>
          </p:nvCxnSpPr>
          <p:spPr>
            <a:xfrm rot="5400000">
              <a:off x="5543861" y="5022564"/>
              <a:ext cx="899538" cy="1585"/>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6049900" y="4924201"/>
              <a:ext cx="618188" cy="461668"/>
            </a:xfrm>
            <a:prstGeom prst="rect">
              <a:avLst/>
            </a:prstGeom>
            <a:noFill/>
          </p:spPr>
          <p:txBody>
            <a:bodyPr>
              <a:spAutoFit/>
            </a:bodyPr>
            <a:lstStyle/>
            <a:p>
              <a:pPr>
                <a:defRPr/>
              </a:pPr>
              <a:r>
                <a:rPr lang="en-US" sz="2400" b="1" dirty="0">
                  <a:latin typeface="+mn-lt"/>
                </a:rPr>
                <a:t>W</a:t>
              </a:r>
            </a:p>
          </p:txBody>
        </p:sp>
      </p:grpSp>
      <p:grpSp>
        <p:nvGrpSpPr>
          <p:cNvPr id="7" name="Group 36"/>
          <p:cNvGrpSpPr>
            <a:grpSpLocks/>
          </p:cNvGrpSpPr>
          <p:nvPr/>
        </p:nvGrpSpPr>
        <p:grpSpPr bwMode="auto">
          <a:xfrm>
            <a:off x="6018213" y="3740150"/>
            <a:ext cx="703262" cy="1125538"/>
            <a:chOff x="7369126" y="3641189"/>
            <a:chExt cx="703386" cy="1126208"/>
          </a:xfrm>
        </p:grpSpPr>
        <p:cxnSp>
          <p:nvCxnSpPr>
            <p:cNvPr id="34" name="Straight Arrow Connector 33"/>
            <p:cNvCxnSpPr/>
            <p:nvPr/>
          </p:nvCxnSpPr>
          <p:spPr>
            <a:xfrm rot="5400000">
              <a:off x="6920390" y="4317073"/>
              <a:ext cx="899060" cy="1587"/>
            </a:xfrm>
            <a:prstGeom prst="straightConnector1">
              <a:avLst/>
            </a:prstGeom>
            <a:ln w="57150">
              <a:solidFill>
                <a:srgbClr val="009999"/>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7453278" y="3641189"/>
              <a:ext cx="619234" cy="462238"/>
            </a:xfrm>
            <a:prstGeom prst="rect">
              <a:avLst/>
            </a:prstGeom>
            <a:noFill/>
          </p:spPr>
          <p:txBody>
            <a:bodyPr>
              <a:spAutoFit/>
            </a:bodyPr>
            <a:lstStyle/>
            <a:p>
              <a:pPr>
                <a:defRPr/>
              </a:pPr>
              <a:r>
                <a:rPr lang="en-US" sz="2400" b="1" dirty="0">
                  <a:solidFill>
                    <a:srgbClr val="009999"/>
                  </a:solidFill>
                  <a:latin typeface="+mn-lt"/>
                </a:rPr>
                <a:t>R</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73092">
                                            <p:txEl>
                                              <p:pRg st="0" end="0"/>
                                            </p:txEl>
                                          </p:spTgt>
                                        </p:tgtEl>
                                        <p:attrNameLst>
                                          <p:attrName>style.visibility</p:attrName>
                                        </p:attrNameLst>
                                      </p:cBhvr>
                                      <p:to>
                                        <p:strVal val="visible"/>
                                      </p:to>
                                    </p:set>
                                    <p:anim calcmode="lin" valueType="num">
                                      <p:cBhvr additive="base">
                                        <p:cTn id="7" dur="500" fill="hold"/>
                                        <p:tgtEl>
                                          <p:spTgt spid="47309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30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0-#ppt_w/2"/>
                                          </p:val>
                                        </p:tav>
                                        <p:tav tm="100000">
                                          <p:val>
                                            <p:strVal val="#ppt_x"/>
                                          </p:val>
                                        </p:tav>
                                      </p:tavLst>
                                    </p:anim>
                                    <p:anim calcmode="lin" valueType="num">
                                      <p:cBhvr additive="base">
                                        <p:cTn id="24" dur="500" fill="hold"/>
                                        <p:tgtEl>
                                          <p:spTgt spid="17"/>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63" presetClass="path" presetSubtype="0" accel="50000" decel="50000" fill="hold" grpId="1" nodeType="withEffect">
                                  <p:stCondLst>
                                    <p:cond delay="0"/>
                                  </p:stCondLst>
                                  <p:childTnLst>
                                    <p:animMotion origin="layout" path="M 0 0  L 0.25 0  E" pathEditMode="relative" ptsTypes="">
                                      <p:cBhvr>
                                        <p:cTn id="30" dur="2000" fill="hold"/>
                                        <p:tgtEl>
                                          <p:spTgt spid="15"/>
                                        </p:tgtEl>
                                        <p:attrNameLst>
                                          <p:attrName>ppt_x</p:attrName>
                                          <p:attrName>ppt_y</p:attrName>
                                        </p:attrNameLst>
                                      </p:cBhvr>
                                    </p:animMotion>
                                  </p:childTnLst>
                                </p:cTn>
                              </p:par>
                              <p:par>
                                <p:cTn id="31" presetID="10"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500"/>
                                        <p:tgtEl>
                                          <p:spTgt spid="3"/>
                                        </p:tgtEl>
                                      </p:cBhvr>
                                    </p:animEffect>
                                  </p:childTnLst>
                                </p:cTn>
                              </p:par>
                              <p:par>
                                <p:cTn id="34" presetID="63" presetClass="path" presetSubtype="0" accel="50000" decel="50000" fill="hold" nodeType="withEffect">
                                  <p:stCondLst>
                                    <p:cond delay="0"/>
                                  </p:stCondLst>
                                  <p:childTnLst>
                                    <p:animMotion origin="layout" path="M 0 0  L 0.25 0  E" pathEditMode="relative" ptsTypes="">
                                      <p:cBhvr>
                                        <p:cTn id="35" dur="2000" fill="hold"/>
                                        <p:tgtEl>
                                          <p:spTgt spid="16"/>
                                        </p:tgtEl>
                                        <p:attrNameLst>
                                          <p:attrName>ppt_x</p:attrName>
                                          <p:attrName>ppt_y</p:attrName>
                                        </p:attrNameLst>
                                      </p:cBhvr>
                                    </p:animMotion>
                                  </p:childTnLst>
                                </p:cTn>
                              </p:par>
                              <p:par>
                                <p:cTn id="36" presetID="63" presetClass="path" presetSubtype="0" accel="50000" decel="50000" fill="hold" nodeType="withEffect">
                                  <p:stCondLst>
                                    <p:cond delay="0"/>
                                  </p:stCondLst>
                                  <p:childTnLst>
                                    <p:animMotion origin="layout" path="M 0 0  L 0.25 0  E" pathEditMode="relative" ptsTypes="">
                                      <p:cBhvr>
                                        <p:cTn id="37" dur="2000" fill="hold"/>
                                        <p:tgtEl>
                                          <p:spTgt spid="17"/>
                                        </p:tgtEl>
                                        <p:attrNameLst>
                                          <p:attrName>ppt_x</p:attrName>
                                          <p:attrName>ppt_y</p:attrName>
                                        </p:attrNameLst>
                                      </p:cBhvr>
                                    </p:animMotion>
                                  </p:childTnLst>
                                </p:cTn>
                              </p:par>
                              <p:par>
                                <p:cTn id="38" presetID="63" presetClass="path" presetSubtype="0" accel="50000" decel="50000" fill="hold" nodeType="withEffect">
                                  <p:stCondLst>
                                    <p:cond delay="0"/>
                                  </p:stCondLst>
                                  <p:childTnLst>
                                    <p:animMotion origin="layout" path="M 0 0  L 0.25 0  E" pathEditMode="relative" ptsTypes="">
                                      <p:cBhvr>
                                        <p:cTn id="39" dur="2000" fill="hold"/>
                                        <p:tgtEl>
                                          <p:spTgt spid="3"/>
                                        </p:tgtEl>
                                        <p:attrNameLst>
                                          <p:attrName>ppt_x</p:attrName>
                                          <p:attrName>ppt_y</p:attrName>
                                        </p:attrNameLst>
                                      </p:cBhvr>
                                    </p:animMotion>
                                  </p:childTnLst>
                                </p:cTn>
                              </p:par>
                              <p:par>
                                <p:cTn id="40" presetID="22" presetClass="entr" presetSubtype="8" fill="hold" nodeType="with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20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73092">
                                            <p:txEl>
                                              <p:pRg st="1" end="1"/>
                                            </p:txEl>
                                          </p:spTgt>
                                        </p:tgtEl>
                                        <p:attrNameLst>
                                          <p:attrName>style.visibility</p:attrName>
                                        </p:attrNameLst>
                                      </p:cBhvr>
                                      <p:to>
                                        <p:strVal val="visible"/>
                                      </p:to>
                                    </p:set>
                                    <p:anim calcmode="lin" valueType="num">
                                      <p:cBhvr additive="base">
                                        <p:cTn id="47" dur="500" fill="hold"/>
                                        <p:tgtEl>
                                          <p:spTgt spid="473092">
                                            <p:txEl>
                                              <p:pRg st="1" end="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7309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473092">
                                            <p:txEl>
                                              <p:pRg st="2" end="2"/>
                                            </p:txEl>
                                          </p:spTgt>
                                        </p:tgtEl>
                                        <p:attrNameLst>
                                          <p:attrName>style.visibility</p:attrName>
                                        </p:attrNameLst>
                                      </p:cBhvr>
                                      <p:to>
                                        <p:strVal val="visible"/>
                                      </p:to>
                                    </p:set>
                                    <p:anim calcmode="lin" valueType="num">
                                      <p:cBhvr additive="base">
                                        <p:cTn id="53" dur="500" fill="hold"/>
                                        <p:tgtEl>
                                          <p:spTgt spid="473092">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7309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53" presetClass="entr" presetSubtype="0" fill="hold" nodeType="clickEffect">
                                  <p:stCondLst>
                                    <p:cond delay="0"/>
                                  </p:stCondLst>
                                  <p:childTnLst>
                                    <p:set>
                                      <p:cBhvr>
                                        <p:cTn id="58" dur="1" fill="hold">
                                          <p:stCondLst>
                                            <p:cond delay="0"/>
                                          </p:stCondLst>
                                        </p:cTn>
                                        <p:tgtEl>
                                          <p:spTgt spid="4"/>
                                        </p:tgtEl>
                                        <p:attrNameLst>
                                          <p:attrName>style.visibility</p:attrName>
                                        </p:attrNameLst>
                                      </p:cBhvr>
                                      <p:to>
                                        <p:strVal val="visible"/>
                                      </p:to>
                                    </p:set>
                                    <p:anim calcmode="lin" valueType="num">
                                      <p:cBhvr>
                                        <p:cTn id="59" dur="500" fill="hold"/>
                                        <p:tgtEl>
                                          <p:spTgt spid="4"/>
                                        </p:tgtEl>
                                        <p:attrNameLst>
                                          <p:attrName>ppt_w</p:attrName>
                                        </p:attrNameLst>
                                      </p:cBhvr>
                                      <p:tavLst>
                                        <p:tav tm="0">
                                          <p:val>
                                            <p:fltVal val="0"/>
                                          </p:val>
                                        </p:tav>
                                        <p:tav tm="100000">
                                          <p:val>
                                            <p:strVal val="#ppt_w"/>
                                          </p:val>
                                        </p:tav>
                                      </p:tavLst>
                                    </p:anim>
                                    <p:anim calcmode="lin" valueType="num">
                                      <p:cBhvr>
                                        <p:cTn id="60" dur="500" fill="hold"/>
                                        <p:tgtEl>
                                          <p:spTgt spid="4"/>
                                        </p:tgtEl>
                                        <p:attrNameLst>
                                          <p:attrName>ppt_h</p:attrName>
                                        </p:attrNameLst>
                                      </p:cBhvr>
                                      <p:tavLst>
                                        <p:tav tm="0">
                                          <p:val>
                                            <p:fltVal val="0"/>
                                          </p:val>
                                        </p:tav>
                                        <p:tav tm="100000">
                                          <p:val>
                                            <p:strVal val="#ppt_h"/>
                                          </p:val>
                                        </p:tav>
                                      </p:tavLst>
                                    </p:anim>
                                    <p:animEffect transition="in" filter="fade">
                                      <p:cBhvr>
                                        <p:cTn id="61" dur="500"/>
                                        <p:tgtEl>
                                          <p:spTgt spid="4"/>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0" fill="hold" nodeType="clickEffect">
                                  <p:stCondLst>
                                    <p:cond delay="0"/>
                                  </p:stCondLst>
                                  <p:childTnLst>
                                    <p:set>
                                      <p:cBhvr>
                                        <p:cTn id="65" dur="1" fill="hold">
                                          <p:stCondLst>
                                            <p:cond delay="0"/>
                                          </p:stCondLst>
                                        </p:cTn>
                                        <p:tgtEl>
                                          <p:spTgt spid="6"/>
                                        </p:tgtEl>
                                        <p:attrNameLst>
                                          <p:attrName>style.visibility</p:attrName>
                                        </p:attrNameLst>
                                      </p:cBhvr>
                                      <p:to>
                                        <p:strVal val="visible"/>
                                      </p:to>
                                    </p:set>
                                    <p:anim calcmode="lin" valueType="num">
                                      <p:cBhvr>
                                        <p:cTn id="66" dur="500" fill="hold"/>
                                        <p:tgtEl>
                                          <p:spTgt spid="6"/>
                                        </p:tgtEl>
                                        <p:attrNameLst>
                                          <p:attrName>ppt_w</p:attrName>
                                        </p:attrNameLst>
                                      </p:cBhvr>
                                      <p:tavLst>
                                        <p:tav tm="0">
                                          <p:val>
                                            <p:fltVal val="0"/>
                                          </p:val>
                                        </p:tav>
                                        <p:tav tm="100000">
                                          <p:val>
                                            <p:strVal val="#ppt_w"/>
                                          </p:val>
                                        </p:tav>
                                      </p:tavLst>
                                    </p:anim>
                                    <p:anim calcmode="lin" valueType="num">
                                      <p:cBhvr>
                                        <p:cTn id="67" dur="500" fill="hold"/>
                                        <p:tgtEl>
                                          <p:spTgt spid="6"/>
                                        </p:tgtEl>
                                        <p:attrNameLst>
                                          <p:attrName>ppt_h</p:attrName>
                                        </p:attrNameLst>
                                      </p:cBhvr>
                                      <p:tavLst>
                                        <p:tav tm="0">
                                          <p:val>
                                            <p:fltVal val="0"/>
                                          </p:val>
                                        </p:tav>
                                        <p:tav tm="100000">
                                          <p:val>
                                            <p:strVal val="#ppt_h"/>
                                          </p:val>
                                        </p:tav>
                                      </p:tavLst>
                                    </p:anim>
                                    <p:animEffect transition="in" filter="fade">
                                      <p:cBhvr>
                                        <p:cTn id="68" dur="500"/>
                                        <p:tgtEl>
                                          <p:spTgt spid="6"/>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0" fill="hold" nodeType="clickEffect">
                                  <p:stCondLst>
                                    <p:cond delay="0"/>
                                  </p:stCondLst>
                                  <p:childTnLst>
                                    <p:set>
                                      <p:cBhvr>
                                        <p:cTn id="72" dur="1" fill="hold">
                                          <p:stCondLst>
                                            <p:cond delay="0"/>
                                          </p:stCondLst>
                                        </p:cTn>
                                        <p:tgtEl>
                                          <p:spTgt spid="7"/>
                                        </p:tgtEl>
                                        <p:attrNameLst>
                                          <p:attrName>style.visibility</p:attrName>
                                        </p:attrNameLst>
                                      </p:cBhvr>
                                      <p:to>
                                        <p:strVal val="visible"/>
                                      </p:to>
                                    </p:set>
                                    <p:anim calcmode="lin" valueType="num">
                                      <p:cBhvr>
                                        <p:cTn id="73" dur="500" fill="hold"/>
                                        <p:tgtEl>
                                          <p:spTgt spid="7"/>
                                        </p:tgtEl>
                                        <p:attrNameLst>
                                          <p:attrName>ppt_w</p:attrName>
                                        </p:attrNameLst>
                                      </p:cBhvr>
                                      <p:tavLst>
                                        <p:tav tm="0">
                                          <p:val>
                                            <p:fltVal val="0"/>
                                          </p:val>
                                        </p:tav>
                                        <p:tav tm="100000">
                                          <p:val>
                                            <p:strVal val="#ppt_w"/>
                                          </p:val>
                                        </p:tav>
                                      </p:tavLst>
                                    </p:anim>
                                    <p:anim calcmode="lin" valueType="num">
                                      <p:cBhvr>
                                        <p:cTn id="74" dur="500" fill="hold"/>
                                        <p:tgtEl>
                                          <p:spTgt spid="7"/>
                                        </p:tgtEl>
                                        <p:attrNameLst>
                                          <p:attrName>ppt_h</p:attrName>
                                        </p:attrNameLst>
                                      </p:cBhvr>
                                      <p:tavLst>
                                        <p:tav tm="0">
                                          <p:val>
                                            <p:fltVal val="0"/>
                                          </p:val>
                                        </p:tav>
                                        <p:tav tm="100000">
                                          <p:val>
                                            <p:strVal val="#ppt_h"/>
                                          </p:val>
                                        </p:tav>
                                      </p:tavLst>
                                    </p:anim>
                                    <p:animEffect transition="in" filter="fade">
                                      <p:cBhvr>
                                        <p:cTn id="75" dur="500"/>
                                        <p:tgtEl>
                                          <p:spTgt spid="7"/>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473092">
                                            <p:txEl>
                                              <p:pRg st="3" end="3"/>
                                            </p:txEl>
                                          </p:spTgt>
                                        </p:tgtEl>
                                        <p:attrNameLst>
                                          <p:attrName>style.visibility</p:attrName>
                                        </p:attrNameLst>
                                      </p:cBhvr>
                                      <p:to>
                                        <p:strVal val="visible"/>
                                      </p:to>
                                    </p:set>
                                    <p:anim calcmode="lin" valueType="num">
                                      <p:cBhvr additive="base">
                                        <p:cTn id="80" dur="500" fill="hold"/>
                                        <p:tgtEl>
                                          <p:spTgt spid="473092">
                                            <p:txEl>
                                              <p:pRg st="3" end="3"/>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47309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nodeType="clickEffect">
                                  <p:stCondLst>
                                    <p:cond delay="0"/>
                                  </p:stCondLst>
                                  <p:childTnLst>
                                    <p:set>
                                      <p:cBhvr>
                                        <p:cTn id="85" dur="1" fill="hold">
                                          <p:stCondLst>
                                            <p:cond delay="0"/>
                                          </p:stCondLst>
                                        </p:cTn>
                                        <p:tgtEl>
                                          <p:spTgt spid="473092">
                                            <p:txEl>
                                              <p:pRg st="4" end="4"/>
                                            </p:txEl>
                                          </p:spTgt>
                                        </p:tgtEl>
                                        <p:attrNameLst>
                                          <p:attrName>style.visibility</p:attrName>
                                        </p:attrNameLst>
                                      </p:cBhvr>
                                      <p:to>
                                        <p:strVal val="visible"/>
                                      </p:to>
                                    </p:set>
                                    <p:anim calcmode="lin" valueType="num">
                                      <p:cBhvr additive="base">
                                        <p:cTn id="86" dur="500" fill="hold"/>
                                        <p:tgtEl>
                                          <p:spTgt spid="473092">
                                            <p:txEl>
                                              <p:pRg st="4" end="4"/>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47309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473092">
                                            <p:txEl>
                                              <p:pRg st="5" end="5"/>
                                            </p:txEl>
                                          </p:spTgt>
                                        </p:tgtEl>
                                        <p:attrNameLst>
                                          <p:attrName>style.visibility</p:attrName>
                                        </p:attrNameLst>
                                      </p:cBhvr>
                                      <p:to>
                                        <p:strVal val="visible"/>
                                      </p:to>
                                    </p:set>
                                    <p:anim calcmode="lin" valueType="num">
                                      <p:cBhvr additive="base">
                                        <p:cTn id="92" dur="500" fill="hold"/>
                                        <p:tgtEl>
                                          <p:spTgt spid="473092">
                                            <p:txEl>
                                              <p:pRg st="5" end="5"/>
                                            </p:txEl>
                                          </p:spTgt>
                                        </p:tgtEl>
                                        <p:attrNameLst>
                                          <p:attrName>ppt_x</p:attrName>
                                        </p:attrNameLst>
                                      </p:cBhvr>
                                      <p:tavLst>
                                        <p:tav tm="0">
                                          <p:val>
                                            <p:strVal val="#ppt_x"/>
                                          </p:val>
                                        </p:tav>
                                        <p:tav tm="100000">
                                          <p:val>
                                            <p:strVal val="#ppt_x"/>
                                          </p:val>
                                        </p:tav>
                                      </p:tavLst>
                                    </p:anim>
                                    <p:anim calcmode="lin" valueType="num">
                                      <p:cBhvr additive="base">
                                        <p:cTn id="93" dur="500" fill="hold"/>
                                        <p:tgtEl>
                                          <p:spTgt spid="47309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2" presetClass="entr" presetSubtype="4" fill="hold" nodeType="clickEffect">
                                  <p:stCondLst>
                                    <p:cond delay="0"/>
                                  </p:stCondLst>
                                  <p:childTnLst>
                                    <p:set>
                                      <p:cBhvr>
                                        <p:cTn id="97" dur="1" fill="hold">
                                          <p:stCondLst>
                                            <p:cond delay="0"/>
                                          </p:stCondLst>
                                        </p:cTn>
                                        <p:tgtEl>
                                          <p:spTgt spid="473092">
                                            <p:txEl>
                                              <p:pRg st="6" end="6"/>
                                            </p:txEl>
                                          </p:spTgt>
                                        </p:tgtEl>
                                        <p:attrNameLst>
                                          <p:attrName>style.visibility</p:attrName>
                                        </p:attrNameLst>
                                      </p:cBhvr>
                                      <p:to>
                                        <p:strVal val="visible"/>
                                      </p:to>
                                    </p:set>
                                    <p:anim calcmode="lin" valueType="num">
                                      <p:cBhvr additive="base">
                                        <p:cTn id="98" dur="500" fill="hold"/>
                                        <p:tgtEl>
                                          <p:spTgt spid="473092">
                                            <p:txEl>
                                              <p:pRg st="6" end="6"/>
                                            </p:txEl>
                                          </p:spTgt>
                                        </p:tgtEl>
                                        <p:attrNameLst>
                                          <p:attrName>ppt_x</p:attrName>
                                        </p:attrNameLst>
                                      </p:cBhvr>
                                      <p:tavLst>
                                        <p:tav tm="0">
                                          <p:val>
                                            <p:strVal val="#ppt_x"/>
                                          </p:val>
                                        </p:tav>
                                        <p:tav tm="100000">
                                          <p:val>
                                            <p:strVal val="#ppt_x"/>
                                          </p:val>
                                        </p:tav>
                                      </p:tavLst>
                                    </p:anim>
                                    <p:anim calcmode="lin" valueType="num">
                                      <p:cBhvr additive="base">
                                        <p:cTn id="99" dur="500" fill="hold"/>
                                        <p:tgtEl>
                                          <p:spTgt spid="47309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5" grpId="1"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ChangeArrowheads="1"/>
          </p:cNvSpPr>
          <p:nvPr/>
        </p:nvSpPr>
        <p:spPr bwMode="auto">
          <a:xfrm>
            <a:off x="685800" y="1549400"/>
            <a:ext cx="7772400" cy="461963"/>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rPr>
              <a:t>Quantitatively analysing inelastic collisions</a:t>
            </a:r>
            <a:r>
              <a:rPr lang="en-US" sz="2400" i="1">
                <a:solidFill>
                  <a:srgbClr val="333399"/>
                </a:solidFill>
                <a:latin typeface="Arial" charset="0"/>
              </a:rPr>
              <a:t> </a:t>
            </a:r>
          </a:p>
        </p:txBody>
      </p:sp>
      <p:sp>
        <p:nvSpPr>
          <p:cNvPr id="473092" name="Rectangle 4"/>
          <p:cNvSpPr>
            <a:spLocks noChangeArrowheads="1"/>
          </p:cNvSpPr>
          <p:nvPr/>
        </p:nvSpPr>
        <p:spPr bwMode="auto">
          <a:xfrm>
            <a:off x="671513" y="1982788"/>
            <a:ext cx="7797800" cy="4875212"/>
          </a:xfrm>
          <a:prstGeom prst="rect">
            <a:avLst/>
          </a:prstGeom>
          <a:solidFill>
            <a:srgbClr val="FFFFCC"/>
          </a:solidFill>
          <a:ln w="9525">
            <a:noFill/>
            <a:miter lim="800000"/>
            <a:headEnd/>
            <a:tailEnd/>
          </a:ln>
        </p:spPr>
        <p:txBody>
          <a:bodyPr/>
          <a:lstStyle/>
          <a:p>
            <a:pPr>
              <a:spcBef>
                <a:spcPct val="20000"/>
              </a:spcBef>
              <a:defRPr/>
            </a:pPr>
            <a:r>
              <a:rPr lang="en-US" altLang="en-US" sz="2400" dirty="0">
                <a:latin typeface="+mn-lt"/>
                <a:sym typeface="Symbol" pitchFamily="18" charset="2"/>
              </a:rPr>
              <a:t>EXAMPLE: Suppose a .020-kg bullet traveling horizontally at 300. m/s strikes a 4.0-kg block of wood resting on a wood floor. If the bullet penetrates .060 m of the block, find the average force </a:t>
            </a:r>
            <a:r>
              <a:rPr lang="en-US" altLang="en-US" sz="2400" b="1" dirty="0">
                <a:solidFill>
                  <a:srgbClr val="FF0000"/>
                </a:solidFill>
                <a:latin typeface="+mn-lt"/>
                <a:sym typeface="Symbol" pitchFamily="18" charset="2"/>
              </a:rPr>
              <a:t>F</a:t>
            </a:r>
            <a:r>
              <a:rPr lang="en-US" altLang="en-US" sz="2400" dirty="0">
                <a:latin typeface="+mn-lt"/>
                <a:sym typeface="Symbol" pitchFamily="18" charset="2"/>
              </a:rPr>
              <a:t> acting on it during its collision. </a:t>
            </a:r>
          </a:p>
          <a:p>
            <a:pPr>
              <a:spcBef>
                <a:spcPct val="20000"/>
              </a:spcBef>
              <a:defRPr/>
            </a:pPr>
            <a:r>
              <a:rPr lang="en-US" altLang="en-US" sz="2400" dirty="0">
                <a:latin typeface="+mn-lt"/>
                <a:sym typeface="Symbol" pitchFamily="18" charset="2"/>
              </a:rPr>
              <a:t>SOLUTION: Use the work-kinetic energy theorem </a:t>
            </a:r>
            <a:r>
              <a:rPr lang="en-US" altLang="en-US" sz="2400" i="1" dirty="0">
                <a:latin typeface="+mn-lt"/>
                <a:sym typeface="Symbol" pitchFamily="18" charset="2"/>
              </a:rPr>
              <a:t>on only the bullet</a:t>
            </a:r>
            <a:r>
              <a:rPr lang="en-US" altLang="en-US" sz="2400" dirty="0">
                <a:latin typeface="+mn-lt"/>
                <a:sym typeface="Symbol" pitchFamily="18" charset="2"/>
              </a:rPr>
              <a:t>:</a:t>
            </a:r>
            <a:endParaRPr lang="en-US" altLang="en-US" sz="2400" dirty="0">
              <a:latin typeface="+mn-lt"/>
            </a:endParaRPr>
          </a:p>
          <a:p>
            <a:pPr>
              <a:spcBef>
                <a:spcPct val="20000"/>
              </a:spcBef>
              <a:defRPr/>
            </a:pPr>
            <a:r>
              <a:rPr lang="en-US" altLang="en-US" sz="2400" i="1" dirty="0">
                <a:latin typeface="+mn-lt"/>
              </a:rPr>
              <a:t>                                                </a:t>
            </a:r>
            <a:r>
              <a:rPr lang="en-US" altLang="en-US" sz="2400" dirty="0">
                <a:latin typeface="+mn-lt"/>
                <a:cs typeface="Courier New" pitchFamily="49" charset="0"/>
              </a:rPr>
              <a:t>∆</a:t>
            </a:r>
            <a:r>
              <a:rPr lang="en-US" altLang="en-US" sz="2400" i="1" dirty="0">
                <a:latin typeface="+mn-lt"/>
              </a:rPr>
              <a:t>E</a:t>
            </a:r>
            <a:r>
              <a:rPr lang="en-US" altLang="en-US" sz="2400" baseline="-25000" dirty="0">
                <a:latin typeface="+mn-lt"/>
              </a:rPr>
              <a:t>K</a:t>
            </a:r>
            <a:r>
              <a:rPr lang="en-US" altLang="en-US" sz="2400" dirty="0">
                <a:latin typeface="+mn-lt"/>
                <a:cs typeface="Courier New" pitchFamily="49" charset="0"/>
              </a:rPr>
              <a:t> = </a:t>
            </a:r>
            <a:r>
              <a:rPr lang="en-US" altLang="en-US" sz="2400" i="1" dirty="0">
                <a:latin typeface="+mn-lt"/>
                <a:cs typeface="Courier New" pitchFamily="49" charset="0"/>
              </a:rPr>
              <a:t>W</a:t>
            </a:r>
            <a:endParaRPr lang="en-US" altLang="en-US" sz="2400" i="1" baseline="-25000" dirty="0">
              <a:latin typeface="+mn-lt"/>
            </a:endParaRPr>
          </a:p>
          <a:p>
            <a:pPr>
              <a:spcBef>
                <a:spcPct val="20000"/>
              </a:spcBef>
              <a:buFont typeface="Symbol" pitchFamily="18" charset="2"/>
              <a:buNone/>
              <a:defRPr/>
            </a:pPr>
            <a:r>
              <a:rPr lang="en-US" altLang="en-US" sz="2400" dirty="0">
                <a:latin typeface="+mn-lt"/>
                <a:sym typeface="Symbol" pitchFamily="18" charset="2"/>
              </a:rPr>
              <a:t>                    </a:t>
            </a:r>
            <a:r>
              <a:rPr lang="en-US" altLang="en-US" sz="2400" baseline="-25000" dirty="0">
                <a:latin typeface="+mn-lt"/>
                <a:sym typeface="Symbol" pitchFamily="18" charset="2"/>
              </a:rPr>
              <a:t>  </a:t>
            </a:r>
            <a:r>
              <a:rPr lang="en-US" altLang="en-US" sz="2400" dirty="0">
                <a:latin typeface="+mn-lt"/>
                <a:cs typeface="Courier New" pitchFamily="49" charset="0"/>
              </a:rPr>
              <a:t>(1/2)</a:t>
            </a:r>
            <a:r>
              <a:rPr lang="en-US" altLang="en-US" sz="2400" i="1" dirty="0" err="1">
                <a:latin typeface="+mn-lt"/>
                <a:cs typeface="Courier New" pitchFamily="49" charset="0"/>
              </a:rPr>
              <a:t>mv</a:t>
            </a:r>
            <a:r>
              <a:rPr lang="en-US" altLang="en-US" sz="2400" baseline="30000" dirty="0">
                <a:latin typeface="+mn-lt"/>
                <a:cs typeface="Courier New" pitchFamily="49" charset="0"/>
              </a:rPr>
              <a:t> 2</a:t>
            </a:r>
            <a:r>
              <a:rPr lang="en-US" altLang="en-US" sz="2400" dirty="0">
                <a:latin typeface="+mn-lt"/>
                <a:cs typeface="Courier New" pitchFamily="49" charset="0"/>
              </a:rPr>
              <a:t> – (1/2)</a:t>
            </a:r>
            <a:r>
              <a:rPr lang="en-US" altLang="en-US" sz="2400" i="1" dirty="0">
                <a:latin typeface="+mn-lt"/>
                <a:cs typeface="Courier New" pitchFamily="49" charset="0"/>
              </a:rPr>
              <a:t>mu</a:t>
            </a:r>
            <a:r>
              <a:rPr lang="en-US" altLang="en-US" sz="2400" baseline="30000" dirty="0">
                <a:latin typeface="+mn-lt"/>
                <a:cs typeface="Courier New" pitchFamily="49" charset="0"/>
              </a:rPr>
              <a:t> 2</a:t>
            </a:r>
            <a:r>
              <a:rPr lang="en-US" altLang="en-US" sz="2400" dirty="0">
                <a:latin typeface="+mn-lt"/>
                <a:cs typeface="Courier New" pitchFamily="49" charset="0"/>
              </a:rPr>
              <a:t> = </a:t>
            </a:r>
            <a:r>
              <a:rPr lang="en-US" altLang="en-US" sz="2400" i="1" dirty="0">
                <a:solidFill>
                  <a:srgbClr val="FF0000"/>
                </a:solidFill>
                <a:latin typeface="+mn-lt"/>
                <a:cs typeface="Courier New" pitchFamily="49" charset="0"/>
              </a:rPr>
              <a:t>F</a:t>
            </a:r>
            <a:r>
              <a:rPr lang="en-US" altLang="en-US" sz="2400" i="1" baseline="-25000" dirty="0">
                <a:solidFill>
                  <a:srgbClr val="FF0000"/>
                </a:solidFill>
                <a:latin typeface="+mn-lt"/>
                <a:cs typeface="Courier New" pitchFamily="49" charset="0"/>
              </a:rPr>
              <a:t> </a:t>
            </a:r>
            <a:r>
              <a:rPr lang="en-US" altLang="en-US" sz="2400" i="1" dirty="0">
                <a:solidFill>
                  <a:srgbClr val="002060"/>
                </a:solidFill>
                <a:latin typeface="+mn-lt"/>
                <a:cs typeface="Courier New" pitchFamily="49" charset="0"/>
              </a:rPr>
              <a:t>s</a:t>
            </a:r>
            <a:r>
              <a:rPr lang="en-US" altLang="en-US" sz="2400" baseline="-25000" dirty="0">
                <a:latin typeface="+mn-lt"/>
                <a:cs typeface="Courier New" pitchFamily="49" charset="0"/>
              </a:rPr>
              <a:t> </a:t>
            </a:r>
            <a:r>
              <a:rPr lang="en-US" altLang="en-US" sz="2400" dirty="0" err="1">
                <a:latin typeface="+mn-lt"/>
                <a:cs typeface="Courier New" pitchFamily="49" charset="0"/>
              </a:rPr>
              <a:t>cos</a:t>
            </a:r>
            <a:r>
              <a:rPr lang="en-US" altLang="en-US" sz="2400" baseline="-25000" dirty="0">
                <a:latin typeface="+mn-lt"/>
                <a:cs typeface="Courier New" pitchFamily="49" charset="0"/>
              </a:rPr>
              <a:t> </a:t>
            </a:r>
            <a:r>
              <a:rPr lang="en-US" altLang="en-US" sz="2400" i="1" dirty="0">
                <a:latin typeface="+mn-lt"/>
                <a:cs typeface="Courier New" pitchFamily="49" charset="0"/>
                <a:sym typeface="Symbol" pitchFamily="18" charset="2"/>
              </a:rPr>
              <a:t></a:t>
            </a:r>
            <a:endParaRPr lang="en-US" altLang="en-US" sz="2400" i="1" dirty="0">
              <a:latin typeface="+mn-lt"/>
              <a:sym typeface="Symbol" pitchFamily="18" charset="2"/>
            </a:endParaRPr>
          </a:p>
          <a:p>
            <a:pPr>
              <a:lnSpc>
                <a:spcPct val="90000"/>
              </a:lnSpc>
              <a:spcBef>
                <a:spcPct val="20000"/>
              </a:spcBef>
              <a:defRPr/>
            </a:pPr>
            <a:r>
              <a:rPr lang="en-US" altLang="en-US" sz="2400" dirty="0">
                <a:latin typeface="+mn-lt"/>
                <a:cs typeface="Courier New" pitchFamily="49" charset="0"/>
              </a:rPr>
              <a:t>  (1/2)(.02)(1.5)</a:t>
            </a:r>
            <a:r>
              <a:rPr lang="en-US" altLang="en-US" sz="2400" baseline="30000" dirty="0">
                <a:latin typeface="+mn-lt"/>
                <a:cs typeface="Courier New" pitchFamily="49" charset="0"/>
              </a:rPr>
              <a:t>2</a:t>
            </a:r>
            <a:r>
              <a:rPr lang="en-US" altLang="en-US" sz="2400" dirty="0">
                <a:latin typeface="+mn-lt"/>
                <a:cs typeface="Courier New" pitchFamily="49" charset="0"/>
              </a:rPr>
              <a:t> – (1/2)(.02)(300)</a:t>
            </a:r>
            <a:r>
              <a:rPr lang="en-US" altLang="en-US" sz="2400" baseline="30000" dirty="0">
                <a:latin typeface="+mn-lt"/>
                <a:cs typeface="Courier New" pitchFamily="49" charset="0"/>
              </a:rPr>
              <a:t>2</a:t>
            </a:r>
            <a:r>
              <a:rPr lang="en-US" altLang="en-US" sz="2400" dirty="0">
                <a:latin typeface="+mn-lt"/>
                <a:cs typeface="Courier New" pitchFamily="49" charset="0"/>
              </a:rPr>
              <a:t> = - </a:t>
            </a:r>
            <a:r>
              <a:rPr lang="en-US" altLang="en-US" sz="2400" i="1" dirty="0">
                <a:solidFill>
                  <a:srgbClr val="FF0000"/>
                </a:solidFill>
                <a:latin typeface="+mn-lt"/>
                <a:cs typeface="Courier New" pitchFamily="49" charset="0"/>
              </a:rPr>
              <a:t>F </a:t>
            </a:r>
            <a:r>
              <a:rPr lang="en-US" altLang="en-US" sz="2400" dirty="0">
                <a:latin typeface="+mn-lt"/>
                <a:cs typeface="Courier New" pitchFamily="49" charset="0"/>
              </a:rPr>
              <a:t>(.06)</a:t>
            </a:r>
            <a:endParaRPr lang="en-US" altLang="en-US" sz="2400" dirty="0">
              <a:latin typeface="+mn-lt"/>
              <a:cs typeface="Courier New" pitchFamily="49" charset="0"/>
              <a:sym typeface="Symbol" pitchFamily="18" charset="2"/>
            </a:endParaRPr>
          </a:p>
          <a:p>
            <a:pPr>
              <a:lnSpc>
                <a:spcPct val="90000"/>
              </a:lnSpc>
              <a:spcBef>
                <a:spcPct val="20000"/>
              </a:spcBef>
              <a:defRPr/>
            </a:pPr>
            <a:r>
              <a:rPr lang="en-US" altLang="en-US" sz="2400" dirty="0">
                <a:latin typeface="+mn-lt"/>
                <a:cs typeface="Courier New" pitchFamily="49" charset="0"/>
                <a:sym typeface="Symbol" pitchFamily="18" charset="2"/>
              </a:rPr>
              <a:t>               </a:t>
            </a:r>
            <a:r>
              <a:rPr lang="en-US" altLang="en-US" sz="2400" dirty="0">
                <a:latin typeface="+mn-lt"/>
                <a:cs typeface="Courier New" pitchFamily="49" charset="0"/>
              </a:rPr>
              <a:t>                               - 900 = -</a:t>
            </a:r>
            <a:r>
              <a:rPr lang="en-US" altLang="en-US" sz="2400" baseline="30000" dirty="0">
                <a:latin typeface="+mn-lt"/>
                <a:cs typeface="Courier New" pitchFamily="49" charset="0"/>
              </a:rPr>
              <a:t> </a:t>
            </a:r>
            <a:r>
              <a:rPr lang="en-US" altLang="en-US" sz="2400" dirty="0">
                <a:latin typeface="+mn-lt"/>
                <a:cs typeface="Courier New" pitchFamily="49" charset="0"/>
              </a:rPr>
              <a:t>0.06</a:t>
            </a:r>
            <a:r>
              <a:rPr lang="en-US" altLang="en-US" sz="2400" i="1" dirty="0">
                <a:solidFill>
                  <a:srgbClr val="FF0000"/>
                </a:solidFill>
                <a:latin typeface="+mn-lt"/>
                <a:cs typeface="Courier New" pitchFamily="49" charset="0"/>
              </a:rPr>
              <a:t>F</a:t>
            </a:r>
          </a:p>
          <a:p>
            <a:pPr>
              <a:lnSpc>
                <a:spcPct val="90000"/>
              </a:lnSpc>
              <a:spcBef>
                <a:spcPct val="20000"/>
              </a:spcBef>
              <a:defRPr/>
            </a:pPr>
            <a:r>
              <a:rPr lang="en-US" altLang="en-US" sz="2400" i="1" dirty="0">
                <a:latin typeface="+mn-lt"/>
                <a:cs typeface="Courier New" pitchFamily="49" charset="0"/>
              </a:rPr>
              <a:t>                                                   </a:t>
            </a:r>
            <a:r>
              <a:rPr lang="en-US" altLang="en-US" sz="2400" i="1" baseline="-25000" dirty="0">
                <a:latin typeface="+mn-lt"/>
                <a:cs typeface="Courier New" pitchFamily="49" charset="0"/>
              </a:rPr>
              <a:t>  </a:t>
            </a:r>
            <a:r>
              <a:rPr lang="en-US" altLang="en-US" sz="2400" i="1" dirty="0">
                <a:solidFill>
                  <a:srgbClr val="FF0000"/>
                </a:solidFill>
                <a:latin typeface="+mn-lt"/>
                <a:cs typeface="Courier New" pitchFamily="49" charset="0"/>
              </a:rPr>
              <a:t>F</a:t>
            </a:r>
            <a:r>
              <a:rPr lang="en-US" altLang="en-US" sz="2400" i="1" dirty="0">
                <a:latin typeface="+mn-lt"/>
                <a:cs typeface="Courier New" pitchFamily="49" charset="0"/>
              </a:rPr>
              <a:t> </a:t>
            </a:r>
            <a:r>
              <a:rPr lang="en-US" altLang="en-US" sz="2400" dirty="0">
                <a:latin typeface="+mn-lt"/>
                <a:cs typeface="Courier New" pitchFamily="49" charset="0"/>
              </a:rPr>
              <a:t>= 15000 n.</a:t>
            </a:r>
            <a:endParaRPr lang="en-US" altLang="en-US" sz="2400" dirty="0">
              <a:latin typeface="+mn-lt"/>
              <a:cs typeface="Courier New" pitchFamily="49" charset="0"/>
              <a:sym typeface="Symbol" pitchFamily="18" charset="2"/>
            </a:endParaRPr>
          </a:p>
        </p:txBody>
      </p:sp>
      <p:sp>
        <p:nvSpPr>
          <p:cNvPr id="18" name="Rectangle 5" descr="Oak"/>
          <p:cNvSpPr>
            <a:spLocks noChangeArrowheads="1"/>
          </p:cNvSpPr>
          <p:nvPr/>
        </p:nvSpPr>
        <p:spPr bwMode="auto">
          <a:xfrm>
            <a:off x="5510213" y="844550"/>
            <a:ext cx="3633787" cy="117475"/>
          </a:xfrm>
          <a:prstGeom prst="rect">
            <a:avLst/>
          </a:prstGeom>
          <a:blipFill dpi="0" rotWithShape="1">
            <a:blip r:embed="rId3" cstate="print"/>
            <a:srcRect/>
            <a:tile tx="0" ty="0" sx="100000" sy="100000" flip="none" algn="tl"/>
          </a:blipFill>
          <a:ln w="9525">
            <a:solidFill>
              <a:schemeClr val="tx1"/>
            </a:solidFill>
            <a:miter lim="800000"/>
            <a:headEnd/>
            <a:tailEnd/>
          </a:ln>
        </p:spPr>
        <p:txBody>
          <a:bodyPr wrap="none" anchor="ctr"/>
          <a:lstStyle/>
          <a:p>
            <a:pPr>
              <a:defRPr/>
            </a:pPr>
            <a:endParaRPr lang="en-US" altLang="en-US" sz="2400">
              <a:latin typeface="+mn-lt"/>
            </a:endParaRPr>
          </a:p>
        </p:txBody>
      </p:sp>
      <p:sp>
        <p:nvSpPr>
          <p:cNvPr id="21" name="Rectangle 6" descr="Medium wood"/>
          <p:cNvSpPr>
            <a:spLocks noChangeArrowheads="1"/>
          </p:cNvSpPr>
          <p:nvPr/>
        </p:nvSpPr>
        <p:spPr bwMode="auto">
          <a:xfrm>
            <a:off x="5667375" y="190500"/>
            <a:ext cx="655638" cy="655638"/>
          </a:xfrm>
          <a:prstGeom prst="rect">
            <a:avLst/>
          </a:prstGeom>
          <a:blipFill dpi="0" rotWithShape="1">
            <a:blip r:embed="rId4" cstate="print"/>
            <a:srcRect/>
            <a:tile tx="0" ty="0" sx="100000" sy="100000" flip="none" algn="tl"/>
          </a:blipFill>
          <a:ln w="9525">
            <a:solidFill>
              <a:schemeClr val="tx1"/>
            </a:solidFill>
            <a:miter lim="800000"/>
            <a:headEnd/>
            <a:tailEnd/>
          </a:ln>
        </p:spPr>
        <p:txBody>
          <a:bodyPr wrap="none" anchor="ctr"/>
          <a:lstStyle/>
          <a:p>
            <a:pPr>
              <a:defRPr/>
            </a:pPr>
            <a:endParaRPr lang="en-US" altLang="en-US" sz="2400">
              <a:latin typeface="+mn-lt"/>
            </a:endParaRPr>
          </a:p>
        </p:txBody>
      </p:sp>
      <p:sp>
        <p:nvSpPr>
          <p:cNvPr id="24" name="Line 7"/>
          <p:cNvSpPr>
            <a:spLocks noChangeShapeType="1"/>
          </p:cNvSpPr>
          <p:nvPr/>
        </p:nvSpPr>
        <p:spPr bwMode="auto">
          <a:xfrm>
            <a:off x="5667375" y="403225"/>
            <a:ext cx="334963" cy="0"/>
          </a:xfrm>
          <a:prstGeom prst="line">
            <a:avLst/>
          </a:prstGeom>
          <a:noFill/>
          <a:ln w="76200">
            <a:solidFill>
              <a:srgbClr val="FFFF00"/>
            </a:solidFill>
            <a:round/>
            <a:headEnd/>
            <a:tailEnd/>
          </a:ln>
        </p:spPr>
        <p:txBody>
          <a:bodyPr/>
          <a:lstStyle/>
          <a:p>
            <a:pPr>
              <a:defRPr/>
            </a:pPr>
            <a:endParaRPr lang="en-US" sz="2400">
              <a:latin typeface="+mn-lt"/>
            </a:endParaRPr>
          </a:p>
        </p:txBody>
      </p:sp>
      <p:sp>
        <p:nvSpPr>
          <p:cNvPr id="25" name="Line 8"/>
          <p:cNvSpPr>
            <a:spLocks noChangeShapeType="1"/>
          </p:cNvSpPr>
          <p:nvPr/>
        </p:nvSpPr>
        <p:spPr bwMode="auto">
          <a:xfrm>
            <a:off x="5821363" y="403225"/>
            <a:ext cx="182562" cy="0"/>
          </a:xfrm>
          <a:prstGeom prst="line">
            <a:avLst/>
          </a:prstGeom>
          <a:noFill/>
          <a:ln w="57150">
            <a:solidFill>
              <a:schemeClr val="bg2"/>
            </a:solidFill>
            <a:round/>
            <a:headEnd/>
            <a:tailEnd/>
          </a:ln>
        </p:spPr>
        <p:txBody>
          <a:bodyPr/>
          <a:lstStyle/>
          <a:p>
            <a:pPr>
              <a:defRPr/>
            </a:pPr>
            <a:endParaRPr lang="en-US" sz="2400">
              <a:latin typeface="+mn-lt"/>
            </a:endParaRPr>
          </a:p>
        </p:txBody>
      </p:sp>
      <p:grpSp>
        <p:nvGrpSpPr>
          <p:cNvPr id="2" name="Group 20"/>
          <p:cNvGrpSpPr>
            <a:grpSpLocks/>
          </p:cNvGrpSpPr>
          <p:nvPr/>
        </p:nvGrpSpPr>
        <p:grpSpPr bwMode="auto">
          <a:xfrm>
            <a:off x="5002213" y="469900"/>
            <a:ext cx="1004887" cy="469900"/>
            <a:chOff x="4312" y="789"/>
            <a:chExt cx="633" cy="296"/>
          </a:xfrm>
        </p:grpSpPr>
        <p:sp>
          <p:nvSpPr>
            <p:cNvPr id="27" name="Line 15"/>
            <p:cNvSpPr>
              <a:spLocks noChangeShapeType="1"/>
            </p:cNvSpPr>
            <p:nvPr/>
          </p:nvSpPr>
          <p:spPr bwMode="auto">
            <a:xfrm>
              <a:off x="4732" y="809"/>
              <a:ext cx="213" cy="0"/>
            </a:xfrm>
            <a:prstGeom prst="line">
              <a:avLst/>
            </a:prstGeom>
            <a:noFill/>
            <a:ln w="38100">
              <a:solidFill>
                <a:schemeClr val="bg1"/>
              </a:solidFill>
              <a:round/>
              <a:headEnd/>
              <a:tailEnd type="arrow" w="med" len="med"/>
            </a:ln>
          </p:spPr>
          <p:txBody>
            <a:bodyPr/>
            <a:lstStyle/>
            <a:p>
              <a:pPr>
                <a:defRPr/>
              </a:pPr>
              <a:endParaRPr lang="en-US" sz="2400">
                <a:latin typeface="+mn-lt"/>
              </a:endParaRPr>
            </a:p>
          </p:txBody>
        </p:sp>
        <p:sp>
          <p:nvSpPr>
            <p:cNvPr id="28" name="Line 16"/>
            <p:cNvSpPr>
              <a:spLocks noChangeShapeType="1"/>
            </p:cNvSpPr>
            <p:nvPr/>
          </p:nvSpPr>
          <p:spPr bwMode="auto">
            <a:xfrm flipH="1">
              <a:off x="4312" y="808"/>
              <a:ext cx="414" cy="0"/>
            </a:xfrm>
            <a:prstGeom prst="line">
              <a:avLst/>
            </a:prstGeom>
            <a:noFill/>
            <a:ln w="38100">
              <a:solidFill>
                <a:srgbClr val="FF3300"/>
              </a:solidFill>
              <a:round/>
              <a:headEnd/>
              <a:tailEnd type="arrow" w="med" len="med"/>
            </a:ln>
          </p:spPr>
          <p:txBody>
            <a:bodyPr/>
            <a:lstStyle/>
            <a:p>
              <a:pPr>
                <a:defRPr/>
              </a:pPr>
              <a:endParaRPr lang="en-US" sz="2400">
                <a:latin typeface="+mn-lt"/>
              </a:endParaRPr>
            </a:p>
          </p:txBody>
        </p:sp>
        <p:sp>
          <p:nvSpPr>
            <p:cNvPr id="29" name="Text Box 17"/>
            <p:cNvSpPr txBox="1">
              <a:spLocks noChangeArrowheads="1"/>
            </p:cNvSpPr>
            <p:nvPr/>
          </p:nvSpPr>
          <p:spPr bwMode="auto">
            <a:xfrm>
              <a:off x="4720" y="794"/>
              <a:ext cx="224" cy="291"/>
            </a:xfrm>
            <a:prstGeom prst="rect">
              <a:avLst/>
            </a:prstGeom>
            <a:noFill/>
            <a:ln w="9525">
              <a:noFill/>
              <a:miter lim="800000"/>
              <a:headEnd/>
              <a:tailEnd/>
            </a:ln>
          </p:spPr>
          <p:txBody>
            <a:bodyPr>
              <a:spAutoFit/>
            </a:bodyPr>
            <a:lstStyle/>
            <a:p>
              <a:pPr>
                <a:spcBef>
                  <a:spcPct val="50000"/>
                </a:spcBef>
                <a:defRPr/>
              </a:pPr>
              <a:r>
                <a:rPr lang="en-US" altLang="en-US" sz="2400" b="1" dirty="0">
                  <a:solidFill>
                    <a:schemeClr val="bg1"/>
                  </a:solidFill>
                  <a:latin typeface="+mn-lt"/>
                </a:rPr>
                <a:t>s</a:t>
              </a:r>
            </a:p>
          </p:txBody>
        </p:sp>
        <p:sp>
          <p:nvSpPr>
            <p:cNvPr id="30" name="Text Box 18"/>
            <p:cNvSpPr txBox="1">
              <a:spLocks noChangeArrowheads="1"/>
            </p:cNvSpPr>
            <p:nvPr/>
          </p:nvSpPr>
          <p:spPr bwMode="auto">
            <a:xfrm>
              <a:off x="4461" y="789"/>
              <a:ext cx="234" cy="291"/>
            </a:xfrm>
            <a:prstGeom prst="rect">
              <a:avLst/>
            </a:prstGeom>
            <a:noFill/>
            <a:ln w="9525">
              <a:noFill/>
              <a:miter lim="800000"/>
              <a:headEnd/>
              <a:tailEnd/>
            </a:ln>
          </p:spPr>
          <p:txBody>
            <a:bodyPr wrap="none">
              <a:spAutoFit/>
            </a:bodyPr>
            <a:lstStyle/>
            <a:p>
              <a:pPr>
                <a:defRPr/>
              </a:pPr>
              <a:r>
                <a:rPr lang="en-US" altLang="en-US" sz="2400" b="1">
                  <a:solidFill>
                    <a:srgbClr val="FF3300"/>
                  </a:solidFill>
                  <a:latin typeface="+mn-lt"/>
                </a:rPr>
                <a:t>F</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73092">
                                            <p:txEl>
                                              <p:pRg st="0" end="0"/>
                                            </p:txEl>
                                          </p:spTgt>
                                        </p:tgtEl>
                                        <p:attrNameLst>
                                          <p:attrName>style.visibility</p:attrName>
                                        </p:attrNameLst>
                                      </p:cBhvr>
                                      <p:to>
                                        <p:strVal val="visible"/>
                                      </p:to>
                                    </p:set>
                                    <p:anim calcmode="lin" valueType="num">
                                      <p:cBhvr additive="base">
                                        <p:cTn id="7" dur="500" fill="hold"/>
                                        <p:tgtEl>
                                          <p:spTgt spid="47309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30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additive="base">
                                        <p:cTn id="23" dur="500" fill="hold"/>
                                        <p:tgtEl>
                                          <p:spTgt spid="25"/>
                                        </p:tgtEl>
                                        <p:attrNameLst>
                                          <p:attrName>ppt_x</p:attrName>
                                        </p:attrNameLst>
                                      </p:cBhvr>
                                      <p:tavLst>
                                        <p:tav tm="0">
                                          <p:val>
                                            <p:strVal val="0-#ppt_w/2"/>
                                          </p:val>
                                        </p:tav>
                                        <p:tav tm="100000">
                                          <p:val>
                                            <p:strVal val="#ppt_x"/>
                                          </p:val>
                                        </p:tav>
                                      </p:tavLst>
                                    </p:anim>
                                    <p:anim calcmode="lin" valueType="num">
                                      <p:cBhvr additive="base">
                                        <p:cTn id="24" dur="500" fill="hold"/>
                                        <p:tgtEl>
                                          <p:spTgt spid="25"/>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par>
                                <p:cTn id="29" presetID="10" presetClass="entr" presetSubtype="0" fill="hold" nodeType="with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500"/>
                                        <p:tgtEl>
                                          <p:spTgt spid="2"/>
                                        </p:tgtEl>
                                      </p:cBhvr>
                                    </p:animEffect>
                                  </p:childTnLst>
                                </p:cTn>
                              </p:par>
                              <p:par>
                                <p:cTn id="32" presetID="63" presetClass="path" presetSubtype="0" accel="50000" decel="50000" fill="hold" grpId="1" nodeType="withEffect">
                                  <p:stCondLst>
                                    <p:cond delay="0"/>
                                  </p:stCondLst>
                                  <p:childTnLst>
                                    <p:animMotion origin="layout" path="M 0 0  L 0.25 0  E" pathEditMode="relative" ptsTypes="">
                                      <p:cBhvr>
                                        <p:cTn id="33" dur="2000" fill="hold"/>
                                        <p:tgtEl>
                                          <p:spTgt spid="21"/>
                                        </p:tgtEl>
                                        <p:attrNameLst>
                                          <p:attrName>ppt_x</p:attrName>
                                          <p:attrName>ppt_y</p:attrName>
                                        </p:attrNameLst>
                                      </p:cBhvr>
                                    </p:animMotion>
                                  </p:childTnLst>
                                </p:cTn>
                              </p:par>
                              <p:par>
                                <p:cTn id="34" presetID="63" presetClass="path" presetSubtype="0" accel="50000" decel="50000" fill="hold" nodeType="withEffect">
                                  <p:stCondLst>
                                    <p:cond delay="0"/>
                                  </p:stCondLst>
                                  <p:childTnLst>
                                    <p:animMotion origin="layout" path="M 0 0  L 0.25 0  E" pathEditMode="relative" ptsTypes="">
                                      <p:cBhvr>
                                        <p:cTn id="35" dur="2000" fill="hold"/>
                                        <p:tgtEl>
                                          <p:spTgt spid="24"/>
                                        </p:tgtEl>
                                        <p:attrNameLst>
                                          <p:attrName>ppt_x</p:attrName>
                                          <p:attrName>ppt_y</p:attrName>
                                        </p:attrNameLst>
                                      </p:cBhvr>
                                    </p:animMotion>
                                  </p:childTnLst>
                                </p:cTn>
                              </p:par>
                              <p:par>
                                <p:cTn id="36" presetID="63" presetClass="path" presetSubtype="0" accel="50000" decel="50000" fill="hold" nodeType="withEffect">
                                  <p:stCondLst>
                                    <p:cond delay="0"/>
                                  </p:stCondLst>
                                  <p:childTnLst>
                                    <p:animMotion origin="layout" path="M 0 0  L 0.25 0  E" pathEditMode="relative" ptsTypes="">
                                      <p:cBhvr>
                                        <p:cTn id="37" dur="2000" fill="hold"/>
                                        <p:tgtEl>
                                          <p:spTgt spid="25"/>
                                        </p:tgtEl>
                                        <p:attrNameLst>
                                          <p:attrName>ppt_x</p:attrName>
                                          <p:attrName>ppt_y</p:attrName>
                                        </p:attrNameLst>
                                      </p:cBhvr>
                                    </p:animMotion>
                                  </p:childTnLst>
                                </p:cTn>
                              </p:par>
                              <p:par>
                                <p:cTn id="38" presetID="63" presetClass="path" presetSubtype="0" accel="50000" decel="50000" fill="hold" nodeType="withEffect">
                                  <p:stCondLst>
                                    <p:cond delay="0"/>
                                  </p:stCondLst>
                                  <p:childTnLst>
                                    <p:animMotion origin="layout" path="M 0 0  L 0.25 0  E" pathEditMode="relative" ptsTypes="">
                                      <p:cBhvr>
                                        <p:cTn id="39" dur="2000" fill="hold"/>
                                        <p:tgtEl>
                                          <p:spTgt spid="2"/>
                                        </p:tgtEl>
                                        <p:attrNameLst>
                                          <p:attrName>ppt_x</p:attrName>
                                          <p:attrName>ppt_y</p:attrName>
                                        </p:attrNameLst>
                                      </p:cBhvr>
                                    </p:animMotion>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473092">
                                            <p:txEl>
                                              <p:pRg st="1" end="1"/>
                                            </p:txEl>
                                          </p:spTgt>
                                        </p:tgtEl>
                                        <p:attrNameLst>
                                          <p:attrName>style.visibility</p:attrName>
                                        </p:attrNameLst>
                                      </p:cBhvr>
                                      <p:to>
                                        <p:strVal val="visible"/>
                                      </p:to>
                                    </p:set>
                                    <p:anim calcmode="lin" valueType="num">
                                      <p:cBhvr additive="base">
                                        <p:cTn id="44" dur="500" fill="hold"/>
                                        <p:tgtEl>
                                          <p:spTgt spid="473092">
                                            <p:txEl>
                                              <p:pRg st="1" end="1"/>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47309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473092">
                                            <p:txEl>
                                              <p:pRg st="2" end="2"/>
                                            </p:txEl>
                                          </p:spTgt>
                                        </p:tgtEl>
                                        <p:attrNameLst>
                                          <p:attrName>style.visibility</p:attrName>
                                        </p:attrNameLst>
                                      </p:cBhvr>
                                      <p:to>
                                        <p:strVal val="visible"/>
                                      </p:to>
                                    </p:set>
                                    <p:anim calcmode="lin" valueType="num">
                                      <p:cBhvr additive="base">
                                        <p:cTn id="50" dur="500" fill="hold"/>
                                        <p:tgtEl>
                                          <p:spTgt spid="473092">
                                            <p:txEl>
                                              <p:pRg st="2" end="2"/>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47309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473092">
                                            <p:txEl>
                                              <p:pRg st="3" end="3"/>
                                            </p:txEl>
                                          </p:spTgt>
                                        </p:tgtEl>
                                        <p:attrNameLst>
                                          <p:attrName>style.visibility</p:attrName>
                                        </p:attrNameLst>
                                      </p:cBhvr>
                                      <p:to>
                                        <p:strVal val="visible"/>
                                      </p:to>
                                    </p:set>
                                    <p:anim calcmode="lin" valueType="num">
                                      <p:cBhvr additive="base">
                                        <p:cTn id="56" dur="500" fill="hold"/>
                                        <p:tgtEl>
                                          <p:spTgt spid="473092">
                                            <p:txEl>
                                              <p:pRg st="3" end="3"/>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47309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473092">
                                            <p:txEl>
                                              <p:pRg st="4" end="4"/>
                                            </p:txEl>
                                          </p:spTgt>
                                        </p:tgtEl>
                                        <p:attrNameLst>
                                          <p:attrName>style.visibility</p:attrName>
                                        </p:attrNameLst>
                                      </p:cBhvr>
                                      <p:to>
                                        <p:strVal val="visible"/>
                                      </p:to>
                                    </p:set>
                                    <p:anim calcmode="lin" valueType="num">
                                      <p:cBhvr additive="base">
                                        <p:cTn id="62" dur="500" fill="hold"/>
                                        <p:tgtEl>
                                          <p:spTgt spid="473092">
                                            <p:txEl>
                                              <p:pRg st="4" end="4"/>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47309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473092">
                                            <p:txEl>
                                              <p:pRg st="5" end="5"/>
                                            </p:txEl>
                                          </p:spTgt>
                                        </p:tgtEl>
                                        <p:attrNameLst>
                                          <p:attrName>style.visibility</p:attrName>
                                        </p:attrNameLst>
                                      </p:cBhvr>
                                      <p:to>
                                        <p:strVal val="visible"/>
                                      </p:to>
                                    </p:set>
                                    <p:anim calcmode="lin" valueType="num">
                                      <p:cBhvr additive="base">
                                        <p:cTn id="68" dur="500" fill="hold"/>
                                        <p:tgtEl>
                                          <p:spTgt spid="473092">
                                            <p:txEl>
                                              <p:pRg st="5" end="5"/>
                                            </p:txEl>
                                          </p:spTgt>
                                        </p:tgtEl>
                                        <p:attrNameLst>
                                          <p:attrName>ppt_x</p:attrName>
                                        </p:attrNameLst>
                                      </p:cBhvr>
                                      <p:tavLst>
                                        <p:tav tm="0">
                                          <p:val>
                                            <p:strVal val="#ppt_x"/>
                                          </p:val>
                                        </p:tav>
                                        <p:tav tm="100000">
                                          <p:val>
                                            <p:strVal val="#ppt_x"/>
                                          </p:val>
                                        </p:tav>
                                      </p:tavLst>
                                    </p:anim>
                                    <p:anim calcmode="lin" valueType="num">
                                      <p:cBhvr additive="base">
                                        <p:cTn id="69" dur="500" fill="hold"/>
                                        <p:tgtEl>
                                          <p:spTgt spid="47309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nodeType="clickEffect">
                                  <p:stCondLst>
                                    <p:cond delay="0"/>
                                  </p:stCondLst>
                                  <p:childTnLst>
                                    <p:set>
                                      <p:cBhvr>
                                        <p:cTn id="73" dur="1" fill="hold">
                                          <p:stCondLst>
                                            <p:cond delay="0"/>
                                          </p:stCondLst>
                                        </p:cTn>
                                        <p:tgtEl>
                                          <p:spTgt spid="473092">
                                            <p:txEl>
                                              <p:pRg st="6" end="6"/>
                                            </p:txEl>
                                          </p:spTgt>
                                        </p:tgtEl>
                                        <p:attrNameLst>
                                          <p:attrName>style.visibility</p:attrName>
                                        </p:attrNameLst>
                                      </p:cBhvr>
                                      <p:to>
                                        <p:strVal val="visible"/>
                                      </p:to>
                                    </p:set>
                                    <p:anim calcmode="lin" valueType="num">
                                      <p:cBhvr additive="base">
                                        <p:cTn id="74" dur="500" fill="hold"/>
                                        <p:tgtEl>
                                          <p:spTgt spid="473092">
                                            <p:txEl>
                                              <p:pRg st="6" end="6"/>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47309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animBg="1"/>
      <p:bldP spid="21" grpId="1"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28600"/>
            <a:ext cx="9144000" cy="2862322"/>
          </a:xfrm>
          <a:prstGeom prst="rect">
            <a:avLst/>
          </a:prstGeom>
          <a:noFill/>
        </p:spPr>
        <p:txBody>
          <a:bodyPr wrap="square" rtlCol="0">
            <a:spAutoFit/>
          </a:bodyPr>
          <a:lstStyle/>
          <a:p>
            <a:pPr algn="just"/>
            <a:r>
              <a:rPr lang="en-US" sz="3600" dirty="0"/>
              <a:t>Two bodies, one of mass 4kg and the other 6 kg, approach each other with speeds of 2m/s and 8m/s respectively. They collide head on in a perfectly elastic collision. Find their velocities after collision.</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28600"/>
            <a:ext cx="9144000" cy="2862322"/>
          </a:xfrm>
          <a:prstGeom prst="rect">
            <a:avLst/>
          </a:prstGeom>
          <a:noFill/>
        </p:spPr>
        <p:txBody>
          <a:bodyPr wrap="square" rtlCol="0">
            <a:spAutoFit/>
          </a:bodyPr>
          <a:lstStyle/>
          <a:p>
            <a:pPr algn="just"/>
            <a:r>
              <a:rPr lang="en-US" sz="3600" dirty="0"/>
              <a:t>A 100 g mass moving with a velocity of 20 m/s strikes a wall and is brought to rest in 0.15 s. Find the impulse due to the force exerted on the body by the wall. Calculate the average stopping force on the body.</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90309"/>
            <a:ext cx="9144000" cy="4524315"/>
          </a:xfrm>
          <a:prstGeom prst="rect">
            <a:avLst/>
          </a:prstGeom>
        </p:spPr>
        <p:txBody>
          <a:bodyPr wrap="square">
            <a:spAutoFit/>
          </a:bodyPr>
          <a:lstStyle/>
          <a:p>
            <a:pPr algn="just"/>
            <a:r>
              <a:rPr lang="en-US" sz="3600" dirty="0"/>
              <a:t>An 1 800-kg car stopped at a traffic light is struck from the rear by a 900-kg car, and the two become entangled, moving along the same path as that of the originally moving car. If the smaller car were moving at 20.0 m/s before the collision, what is the velocity of the entangled cars after the collision?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9144000" cy="6494085"/>
          </a:xfrm>
          <a:prstGeom prst="rect">
            <a:avLst/>
          </a:prstGeom>
        </p:spPr>
        <p:txBody>
          <a:bodyPr wrap="square">
            <a:spAutoFit/>
          </a:bodyPr>
          <a:lstStyle/>
          <a:p>
            <a:pPr algn="just"/>
            <a:r>
              <a:rPr lang="en-US" sz="3200" dirty="0"/>
              <a:t>A block of mass m1 = 1.60 kg initially moving to the right with a speed of 4.00 m/s on a frictionless horizontal track collides with a spring attached to a second block of mass m2 = 2.10 kg initially moving to the left with a speed of 2.50 m/s. The spring constant is 600 N/m. </a:t>
            </a:r>
          </a:p>
          <a:p>
            <a:pPr marL="514350" indent="-514350">
              <a:buAutoNum type="alphaUcParenBoth"/>
            </a:pPr>
            <a:r>
              <a:rPr lang="en-US" sz="3200" dirty="0"/>
              <a:t> Find the velocities of the two blocks after the collision.</a:t>
            </a:r>
          </a:p>
          <a:p>
            <a:pPr algn="just"/>
            <a:r>
              <a:rPr lang="en-US" sz="3200" dirty="0"/>
              <a:t>(B) During the collision, at the instant block 1 is moving to the right with a velocity of 3.00 m/s, determine the velocity of block 2.</a:t>
            </a:r>
          </a:p>
          <a:p>
            <a:pPr algn="just"/>
            <a:r>
              <a:rPr lang="en-US" sz="3200" dirty="0"/>
              <a:t>(C) Determine the distance the spring is compressed at that instant.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76200"/>
            <a:ext cx="8686800" cy="5078313"/>
          </a:xfrm>
          <a:prstGeom prst="rect">
            <a:avLst/>
          </a:prstGeom>
          <a:noFill/>
        </p:spPr>
        <p:txBody>
          <a:bodyPr wrap="square" rtlCol="0">
            <a:spAutoFit/>
          </a:bodyPr>
          <a:lstStyle/>
          <a:p>
            <a:pPr algn="just"/>
            <a:r>
              <a:rPr lang="en-US" sz="3600" dirty="0">
                <a:latin typeface="Century Gothic" pitchFamily="34" charset="0"/>
              </a:rPr>
              <a:t>Two oxygen molecules in air are moving toward a head on collision. Before collision, molecule A is moving to the right with a velocity of 200 m/s, and molecule B is moving to the left with a velocity of 1200 m/s. Find the velocity of B after collision if A bounces back with velocity of 1200 m/s.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76200"/>
            <a:ext cx="8686800" cy="2862322"/>
          </a:xfrm>
          <a:prstGeom prst="rect">
            <a:avLst/>
          </a:prstGeom>
          <a:noFill/>
        </p:spPr>
        <p:txBody>
          <a:bodyPr wrap="square" rtlCol="0">
            <a:spAutoFit/>
          </a:bodyPr>
          <a:lstStyle/>
          <a:p>
            <a:pPr algn="just"/>
            <a:r>
              <a:rPr lang="en-US" sz="3600" dirty="0">
                <a:latin typeface="Century Gothic" pitchFamily="34" charset="0"/>
              </a:rPr>
              <a:t>A skier slides down a ski trail that makes a vertical descent of 78 m. What is his speed at the bottom of the trail, ignoring air resistance </a:t>
            </a:r>
            <a:r>
              <a:rPr lang="en-US" sz="3600">
                <a:latin typeface="Century Gothic" pitchFamily="34" charset="0"/>
              </a:rPr>
              <a:t>and friction?</a:t>
            </a:r>
            <a:endParaRPr lang="en-US" sz="3600" dirty="0">
              <a:latin typeface="Century Gothic"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0" y="0"/>
                <a:ext cx="8839200" cy="461665"/>
              </a:xfrm>
              <a:prstGeom prst="rect">
                <a:avLst/>
              </a:prstGeom>
              <a:noFill/>
            </p:spPr>
            <p:txBody>
              <a:bodyPr wrap="square" rtlCol="0">
                <a:spAutoFit/>
              </a:bodyPr>
              <a:lstStyle/>
              <a:p>
                <a:r>
                  <a:rPr lang="en-US" sz="2400" b="1" dirty="0">
                    <a:latin typeface="Courier New" panose="02070309020205020404" pitchFamily="49" charset="0"/>
                    <a:cs typeface="Courier New" panose="02070309020205020404" pitchFamily="49" charset="0"/>
                  </a:rPr>
                  <a:t>Density(</a:t>
                </a:r>
                <a14:m>
                  <m:oMath xmlns:m="http://schemas.openxmlformats.org/officeDocument/2006/math">
                    <m:r>
                      <a:rPr lang="en-US" sz="2400" b="1" i="1" smtClean="0">
                        <a:latin typeface="Cambria Math" panose="02040503050406030204" pitchFamily="18" charset="0"/>
                        <a:ea typeface="Cambria Math" panose="02040503050406030204" pitchFamily="18" charset="0"/>
                      </a:rPr>
                      <m:t>𝝆</m:t>
                    </m:r>
                  </m:oMath>
                </a14:m>
                <a:r>
                  <a:rPr lang="en-US" sz="2400" b="1" dirty="0">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 Mass per unit volume</a:t>
                </a:r>
                <a:endParaRPr lang="en-US" sz="2400" b="1" dirty="0">
                  <a:latin typeface="Courier New" panose="02070309020205020404" pitchFamily="49" charset="0"/>
                  <a:cs typeface="Courier New" panose="02070309020205020404" pitchFamily="49"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0" y="0"/>
                <a:ext cx="8839200" cy="461665"/>
              </a:xfrm>
              <a:prstGeom prst="rect">
                <a:avLst/>
              </a:prstGeom>
              <a:blipFill>
                <a:blip r:embed="rId3"/>
                <a:stretch>
                  <a:fillRect l="-1149" t="-8108" b="-32432"/>
                </a:stretch>
              </a:blipFill>
            </p:spPr>
            <p:txBody>
              <a:bodyPr/>
              <a:lstStyle/>
              <a:p>
                <a:r>
                  <a:rPr lang="en-CN">
                    <a:noFill/>
                  </a:rPr>
                  <a:t> </a:t>
                </a:r>
              </a:p>
            </p:txBody>
          </p:sp>
        </mc:Fallback>
      </mc:AlternateContent>
      <p:graphicFrame>
        <p:nvGraphicFramePr>
          <p:cNvPr id="4" name="Object 3"/>
          <p:cNvGraphicFramePr>
            <a:graphicFrameLocks noChangeAspect="1"/>
          </p:cNvGraphicFramePr>
          <p:nvPr/>
        </p:nvGraphicFramePr>
        <p:xfrm>
          <a:off x="222250" y="580152"/>
          <a:ext cx="2818606" cy="1346200"/>
        </p:xfrm>
        <a:graphic>
          <a:graphicData uri="http://schemas.openxmlformats.org/presentationml/2006/ole">
            <mc:AlternateContent xmlns:mc="http://schemas.openxmlformats.org/markup-compatibility/2006">
              <mc:Choice xmlns:v="urn:schemas-microsoft-com:vml" Requires="v">
                <p:oleObj spid="_x0000_s9225" name="Equation" r:id="rId4" imgW="850680" imgH="406080" progId="Equation.3">
                  <p:embed/>
                </p:oleObj>
              </mc:Choice>
              <mc:Fallback>
                <p:oleObj name="Equation" r:id="rId4" imgW="850680" imgH="406080" progId="Equation.3">
                  <p:embed/>
                  <p:pic>
                    <p:nvPicPr>
                      <p:cNvPr id="4"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250" y="580152"/>
                        <a:ext cx="2818606" cy="1346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3"/>
          <p:cNvGraphicFramePr>
            <a:graphicFrameLocks noChangeAspect="1"/>
          </p:cNvGraphicFramePr>
          <p:nvPr/>
        </p:nvGraphicFramePr>
        <p:xfrm>
          <a:off x="222250" y="1944637"/>
          <a:ext cx="1766887" cy="1303337"/>
        </p:xfrm>
        <a:graphic>
          <a:graphicData uri="http://schemas.openxmlformats.org/presentationml/2006/ole">
            <mc:AlternateContent xmlns:mc="http://schemas.openxmlformats.org/markup-compatibility/2006">
              <mc:Choice xmlns:v="urn:schemas-microsoft-com:vml" Requires="v">
                <p:oleObj spid="_x0000_s9226" name="Equation" r:id="rId6" imgW="533160" imgH="393480" progId="Equation.3">
                  <p:embed/>
                </p:oleObj>
              </mc:Choice>
              <mc:Fallback>
                <p:oleObj name="Equation" r:id="rId6" imgW="533160" imgH="393480" progId="Equation.3">
                  <p:embed/>
                  <p:pic>
                    <p:nvPicPr>
                      <p:cNvPr id="1027"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2250" y="1944637"/>
                        <a:ext cx="1766887" cy="1303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8" name="Object 4"/>
          <p:cNvGraphicFramePr>
            <a:graphicFrameLocks noChangeAspect="1"/>
          </p:cNvGraphicFramePr>
          <p:nvPr/>
        </p:nvGraphicFramePr>
        <p:xfrm>
          <a:off x="222250" y="3802063"/>
          <a:ext cx="1473200" cy="1303337"/>
        </p:xfrm>
        <a:graphic>
          <a:graphicData uri="http://schemas.openxmlformats.org/presentationml/2006/ole">
            <mc:AlternateContent xmlns:mc="http://schemas.openxmlformats.org/markup-compatibility/2006">
              <mc:Choice xmlns:v="urn:schemas-microsoft-com:vml" Requires="v">
                <p:oleObj spid="_x0000_s9227" name="Equation" r:id="rId8" imgW="444240" imgH="393480" progId="Equation.3">
                  <p:embed/>
                </p:oleObj>
              </mc:Choice>
              <mc:Fallback>
                <p:oleObj name="Equation" r:id="rId8" imgW="444240" imgH="393480" progId="Equation.3">
                  <p:embed/>
                  <p:pic>
                    <p:nvPicPr>
                      <p:cNvPr id="1028"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2250" y="3802063"/>
                        <a:ext cx="1473200" cy="1303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2133600" y="4045803"/>
            <a:ext cx="4343400" cy="461665"/>
          </a:xfrm>
          <a:prstGeom prst="rect">
            <a:avLst/>
          </a:prstGeom>
          <a:noFill/>
        </p:spPr>
        <p:txBody>
          <a:bodyPr wrap="square" rtlCol="0">
            <a:spAutoFit/>
          </a:bodyPr>
          <a:lstStyle/>
          <a:p>
            <a:r>
              <a:rPr lang="en-US" sz="2400" u="sng" dirty="0">
                <a:latin typeface="Courier New" panose="02070309020205020404" pitchFamily="49" charset="0"/>
                <a:cs typeface="Courier New" panose="02070309020205020404" pitchFamily="49" charset="0"/>
              </a:rPr>
              <a:t>Uniform Density</a:t>
            </a:r>
          </a:p>
        </p:txBody>
      </p:sp>
      <p:sp>
        <p:nvSpPr>
          <p:cNvPr id="8" name="TextBox 7"/>
          <p:cNvSpPr txBox="1"/>
          <p:nvPr/>
        </p:nvSpPr>
        <p:spPr>
          <a:xfrm>
            <a:off x="228600" y="5616714"/>
            <a:ext cx="3810000" cy="461665"/>
          </a:xfrm>
          <a:prstGeom prst="rect">
            <a:avLst/>
          </a:prstGeom>
          <a:noFill/>
        </p:spPr>
        <p:txBody>
          <a:bodyPr wrap="square" rtlCol="0">
            <a:spAutoFit/>
          </a:bodyPr>
          <a:lstStyle/>
          <a:p>
            <a:r>
              <a:rPr lang="en-US" sz="2400" dirty="0">
                <a:latin typeface="Courier New" panose="02070309020205020404" pitchFamily="49" charset="0"/>
                <a:cs typeface="Courier New" panose="02070309020205020404" pitchFamily="49" charset="0"/>
              </a:rPr>
              <a:t>Unit of Density:</a:t>
            </a:r>
          </a:p>
        </p:txBody>
      </p:sp>
      <p:graphicFrame>
        <p:nvGraphicFramePr>
          <p:cNvPr id="1029" name="Object 5"/>
          <p:cNvGraphicFramePr>
            <a:graphicFrameLocks noChangeAspect="1"/>
          </p:cNvGraphicFramePr>
          <p:nvPr/>
        </p:nvGraphicFramePr>
        <p:xfrm>
          <a:off x="3238500" y="5195877"/>
          <a:ext cx="800100" cy="1303338"/>
        </p:xfrm>
        <a:graphic>
          <a:graphicData uri="http://schemas.openxmlformats.org/presentationml/2006/ole">
            <mc:AlternateContent xmlns:mc="http://schemas.openxmlformats.org/markup-compatibility/2006">
              <mc:Choice xmlns:v="urn:schemas-microsoft-com:vml" Requires="v">
                <p:oleObj spid="_x0000_s9228" name="Equation" r:id="rId10" imgW="241200" imgH="393480" progId="Equation.3">
                  <p:embed/>
                </p:oleObj>
              </mc:Choice>
              <mc:Fallback>
                <p:oleObj name="Equation" r:id="rId10" imgW="241200" imgH="393480" progId="Equation.3">
                  <p:embed/>
                  <p:pic>
                    <p:nvPicPr>
                      <p:cNvPr id="1029"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38500" y="5195877"/>
                        <a:ext cx="800100" cy="1303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027"/>
                                        </p:tgtEl>
                                        <p:attrNameLst>
                                          <p:attrName>style.visibility</p:attrName>
                                        </p:attrNameLst>
                                      </p:cBhvr>
                                      <p:to>
                                        <p:strVal val="visible"/>
                                      </p:to>
                                    </p:set>
                                    <p:animEffect transition="in" filter="checkerboard(across)">
                                      <p:cBhvr>
                                        <p:cTn id="12" dur="500"/>
                                        <p:tgtEl>
                                          <p:spTgt spid="102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028"/>
                                        </p:tgtEl>
                                        <p:attrNameLst>
                                          <p:attrName>style.visibility</p:attrName>
                                        </p:attrNameLst>
                                      </p:cBhvr>
                                      <p:to>
                                        <p:strVal val="visible"/>
                                      </p:to>
                                    </p:set>
                                    <p:animEffect transition="in" filter="checkerboard(across)">
                                      <p:cBhvr>
                                        <p:cTn id="17" dur="500"/>
                                        <p:tgtEl>
                                          <p:spTgt spid="1028"/>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checkerboard(across)">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1029"/>
                                        </p:tgtEl>
                                        <p:attrNameLst>
                                          <p:attrName>style.visibility</p:attrName>
                                        </p:attrNameLst>
                                      </p:cBhvr>
                                      <p:to>
                                        <p:strVal val="visible"/>
                                      </p:to>
                                    </p:set>
                                    <p:animEffect transition="in" filter="checkerboard(across)">
                                      <p:cBhvr>
                                        <p:cTn id="32" dur="500"/>
                                        <p:tgtEl>
                                          <p:spTgt spid="1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4770537"/>
          </a:xfrm>
          <a:prstGeom prst="rect">
            <a:avLst/>
          </a:prstGeom>
          <a:noFill/>
        </p:spPr>
        <p:txBody>
          <a:bodyPr wrap="square" rtlCol="0">
            <a:spAutoFit/>
          </a:bodyPr>
          <a:lstStyle/>
          <a:p>
            <a:r>
              <a:rPr lang="en-US" sz="2400" b="1" dirty="0">
                <a:latin typeface="Courier New" panose="02070309020205020404" pitchFamily="49" charset="0"/>
                <a:cs typeface="Courier New" panose="02070309020205020404" pitchFamily="49" charset="0"/>
              </a:rPr>
              <a:t>Some Densities:</a:t>
            </a:r>
          </a:p>
          <a:p>
            <a:r>
              <a:rPr lang="en-US" sz="4000" dirty="0">
                <a:latin typeface="Courier New" panose="02070309020205020404" pitchFamily="49" charset="0"/>
                <a:cs typeface="Courier New" panose="02070309020205020404" pitchFamily="49" charset="0"/>
              </a:rPr>
              <a:t>    </a:t>
            </a:r>
            <a:r>
              <a:rPr lang="en-US" sz="2400" u="sng" dirty="0">
                <a:latin typeface="Courier New" panose="02070309020205020404" pitchFamily="49" charset="0"/>
                <a:cs typeface="Courier New" panose="02070309020205020404" pitchFamily="49" charset="0"/>
              </a:rPr>
              <a:t>Material</a:t>
            </a:r>
            <a:r>
              <a:rPr lang="en-US" sz="2400" dirty="0">
                <a:latin typeface="Courier New" panose="02070309020205020404" pitchFamily="49" charset="0"/>
                <a:cs typeface="Courier New" panose="02070309020205020404" pitchFamily="49" charset="0"/>
              </a:rPr>
              <a:t>			</a:t>
            </a:r>
            <a:r>
              <a:rPr lang="en-US" sz="2400" u="sng" dirty="0">
                <a:latin typeface="Courier New" panose="02070309020205020404" pitchFamily="49" charset="0"/>
                <a:cs typeface="Courier New" panose="02070309020205020404" pitchFamily="49" charset="0"/>
              </a:rPr>
              <a:t>Density(kg/m</a:t>
            </a:r>
            <a:r>
              <a:rPr lang="en-US" sz="2400" u="sng" baseline="30000" dirty="0">
                <a:latin typeface="Courier New" panose="02070309020205020404" pitchFamily="49" charset="0"/>
                <a:cs typeface="Courier New" panose="02070309020205020404" pitchFamily="49" charset="0"/>
              </a:rPr>
              <a:t>3</a:t>
            </a:r>
            <a:r>
              <a:rPr lang="en-US" sz="2400" u="sng" dirty="0">
                <a:latin typeface="Courier New" panose="02070309020205020404" pitchFamily="49" charset="0"/>
                <a:cs typeface="Courier New" panose="02070309020205020404" pitchFamily="49" charset="0"/>
              </a:rPr>
              <a:t>)</a:t>
            </a:r>
          </a:p>
          <a:p>
            <a:endParaRPr lang="en-US" sz="2400" u="sng" dirty="0">
              <a:latin typeface="Courier New" panose="02070309020205020404" pitchFamily="49" charset="0"/>
              <a:cs typeface="Courier New" panose="02070309020205020404" pitchFamily="49" charset="0"/>
            </a:endParaRPr>
          </a:p>
          <a:p>
            <a:r>
              <a:rPr lang="en-US" sz="2400" dirty="0">
                <a:latin typeface="Courier New" panose="02070309020205020404" pitchFamily="49" charset="0"/>
                <a:cs typeface="Courier New" panose="02070309020205020404" pitchFamily="49" charset="0"/>
              </a:rPr>
              <a:t>Interstellar space			10</a:t>
            </a:r>
            <a:r>
              <a:rPr lang="en-US" sz="2400" baseline="30000" dirty="0">
                <a:latin typeface="Courier New" panose="02070309020205020404" pitchFamily="49" charset="0"/>
                <a:cs typeface="Courier New" panose="02070309020205020404" pitchFamily="49" charset="0"/>
              </a:rPr>
              <a:t>-20</a:t>
            </a:r>
          </a:p>
          <a:p>
            <a:endParaRPr lang="en-US" sz="2400" dirty="0">
              <a:latin typeface="Courier New" panose="02070309020205020404" pitchFamily="49" charset="0"/>
              <a:cs typeface="Courier New" panose="02070309020205020404" pitchFamily="49" charset="0"/>
            </a:endParaRPr>
          </a:p>
          <a:p>
            <a:r>
              <a:rPr lang="en-US" sz="2400" dirty="0">
                <a:latin typeface="Courier New" panose="02070309020205020404" pitchFamily="49" charset="0"/>
                <a:cs typeface="Courier New" panose="02070309020205020404" pitchFamily="49" charset="0"/>
              </a:rPr>
              <a:t>Best lab vacuum				10</a:t>
            </a:r>
            <a:r>
              <a:rPr lang="en-US" sz="2400" baseline="30000" dirty="0">
                <a:latin typeface="Courier New" panose="02070309020205020404" pitchFamily="49" charset="0"/>
                <a:cs typeface="Courier New" panose="02070309020205020404" pitchFamily="49" charset="0"/>
              </a:rPr>
              <a:t>-17</a:t>
            </a:r>
          </a:p>
          <a:p>
            <a:endParaRPr lang="en-US" sz="2400" dirty="0">
              <a:latin typeface="Courier New" panose="02070309020205020404" pitchFamily="49" charset="0"/>
              <a:cs typeface="Courier New" panose="02070309020205020404" pitchFamily="49" charset="0"/>
            </a:endParaRPr>
          </a:p>
          <a:p>
            <a:r>
              <a:rPr lang="en-US" sz="2400" dirty="0">
                <a:latin typeface="Courier New" panose="02070309020205020404" pitchFamily="49" charset="0"/>
                <a:cs typeface="Courier New" panose="02070309020205020404" pitchFamily="49" charset="0"/>
              </a:rPr>
              <a:t>Air:	20⁰C, 1 </a:t>
            </a:r>
            <a:r>
              <a:rPr lang="en-US" sz="2400" dirty="0" err="1">
                <a:latin typeface="Courier New" panose="02070309020205020404" pitchFamily="49" charset="0"/>
                <a:cs typeface="Courier New" panose="02070309020205020404" pitchFamily="49" charset="0"/>
              </a:rPr>
              <a:t>atm</a:t>
            </a:r>
            <a:r>
              <a:rPr lang="en-US" sz="2400" dirty="0">
                <a:latin typeface="Courier New" panose="02070309020205020404" pitchFamily="49" charset="0"/>
                <a:cs typeface="Courier New" panose="02070309020205020404" pitchFamily="49" charset="0"/>
              </a:rPr>
              <a:t>			1.21</a:t>
            </a:r>
          </a:p>
          <a:p>
            <a:r>
              <a:rPr lang="en-US" sz="2400" dirty="0">
                <a:latin typeface="Courier New" panose="02070309020205020404" pitchFamily="49" charset="0"/>
                <a:cs typeface="Courier New" panose="02070309020205020404" pitchFamily="49" charset="0"/>
              </a:rPr>
              <a:t>	20⁰C, 50 </a:t>
            </a:r>
            <a:r>
              <a:rPr lang="en-US" sz="2400" dirty="0" err="1">
                <a:latin typeface="Courier New" panose="02070309020205020404" pitchFamily="49" charset="0"/>
                <a:cs typeface="Courier New" panose="02070309020205020404" pitchFamily="49" charset="0"/>
              </a:rPr>
              <a:t>atm</a:t>
            </a:r>
            <a:r>
              <a:rPr lang="en-US" sz="2400" dirty="0">
                <a:latin typeface="Courier New" panose="02070309020205020404" pitchFamily="49" charset="0"/>
                <a:cs typeface="Courier New" panose="02070309020205020404" pitchFamily="49" charset="0"/>
              </a:rPr>
              <a:t>			60.5</a:t>
            </a:r>
          </a:p>
          <a:p>
            <a:endParaRPr lang="en-US" sz="2400" dirty="0">
              <a:latin typeface="Courier New" panose="02070309020205020404" pitchFamily="49" charset="0"/>
              <a:cs typeface="Courier New" panose="02070309020205020404" pitchFamily="49" charset="0"/>
            </a:endParaRPr>
          </a:p>
          <a:p>
            <a:r>
              <a:rPr lang="en-US" sz="2400" dirty="0">
                <a:latin typeface="Courier New" panose="02070309020205020404" pitchFamily="49" charset="0"/>
                <a:cs typeface="Courier New" panose="02070309020205020404" pitchFamily="49" charset="0"/>
              </a:rPr>
              <a:t>Water: 20⁰C, 1 atm 		    	0.998x10</a:t>
            </a:r>
            <a:r>
              <a:rPr lang="en-US" sz="2400" baseline="30000" dirty="0">
                <a:latin typeface="Courier New" panose="02070309020205020404" pitchFamily="49" charset="0"/>
                <a:cs typeface="Courier New" panose="02070309020205020404" pitchFamily="49" charset="0"/>
              </a:rPr>
              <a:t>3</a:t>
            </a:r>
          </a:p>
          <a:p>
            <a:r>
              <a:rPr lang="en-US" sz="2400" dirty="0">
                <a:latin typeface="Courier New" panose="02070309020205020404" pitchFamily="49" charset="0"/>
                <a:cs typeface="Courier New" panose="02070309020205020404" pitchFamily="49" charset="0"/>
              </a:rPr>
              <a:t>	  20⁰C, 50 atm 			1.00x10</a:t>
            </a:r>
            <a:r>
              <a:rPr lang="en-US" sz="2400" baseline="30000" dirty="0">
                <a:latin typeface="Courier New" panose="02070309020205020404" pitchFamily="49" charset="0"/>
                <a:cs typeface="Courier New" panose="02070309020205020404" pitchFamily="49" charset="0"/>
              </a:rPr>
              <a:t>3</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34319DB8-5232-3D12-0252-19038E0D6B2B}"/>
              </a:ext>
            </a:extLst>
          </p:cNvPr>
          <p:cNvSpPr>
            <a:spLocks noChangeArrowheads="1"/>
          </p:cNvSpPr>
          <p:nvPr/>
        </p:nvSpPr>
        <p:spPr bwMode="auto">
          <a:xfrm>
            <a:off x="0" y="708574"/>
            <a:ext cx="9144000" cy="920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marL="342900" indent="-342900" algn="l">
              <a:lnSpc>
                <a:spcPct val="90000"/>
              </a:lnSpc>
              <a:buFont typeface="Arial" panose="020B0604020202020204" pitchFamily="34" charset="0"/>
              <a:buChar char="•"/>
            </a:pPr>
            <a:r>
              <a:rPr lang="en-US" sz="2000" dirty="0">
                <a:solidFill>
                  <a:srgbClr val="000000"/>
                </a:solidFill>
                <a:effectLst/>
                <a:latin typeface="Courier New" panose="02070309020205020404" pitchFamily="49" charset="0"/>
                <a:cs typeface="Courier New" panose="02070309020205020404" pitchFamily="49" charset="0"/>
              </a:rPr>
              <a:t>A </a:t>
            </a:r>
            <a:r>
              <a:rPr lang="en-US" sz="2000" b="1" dirty="0">
                <a:solidFill>
                  <a:srgbClr val="000000"/>
                </a:solidFill>
                <a:effectLst/>
                <a:latin typeface="Courier New" panose="02070309020205020404" pitchFamily="49" charset="0"/>
                <a:cs typeface="Courier New" panose="02070309020205020404" pitchFamily="49" charset="0"/>
              </a:rPr>
              <a:t>fluid</a:t>
            </a:r>
            <a:r>
              <a:rPr lang="en-US" sz="2000" dirty="0">
                <a:solidFill>
                  <a:srgbClr val="000000"/>
                </a:solidFill>
                <a:effectLst/>
                <a:latin typeface="Courier New" panose="02070309020205020404" pitchFamily="49" charset="0"/>
                <a:cs typeface="Courier New" panose="02070309020205020404" pitchFamily="49" charset="0"/>
              </a:rPr>
              <a:t> is a collection of molecules that are randomly arranged and held together by weak cohesive forces and by forces exerted by the walls of a container.</a:t>
            </a:r>
          </a:p>
        </p:txBody>
      </p:sp>
      <p:sp>
        <p:nvSpPr>
          <p:cNvPr id="4" name="Rectangle 3">
            <a:extLst>
              <a:ext uri="{FF2B5EF4-FFF2-40B4-BE49-F238E27FC236}">
                <a16:creationId xmlns:a16="http://schemas.microsoft.com/office/drawing/2014/main" id="{B9C55D67-8C77-4BE8-2595-CA18E5EF4A03}"/>
              </a:ext>
            </a:extLst>
          </p:cNvPr>
          <p:cNvSpPr>
            <a:spLocks noChangeArrowheads="1"/>
          </p:cNvSpPr>
          <p:nvPr/>
        </p:nvSpPr>
        <p:spPr bwMode="auto">
          <a:xfrm>
            <a:off x="0" y="1664143"/>
            <a:ext cx="9144000" cy="353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marL="342900" indent="-342900" algn="l">
              <a:lnSpc>
                <a:spcPct val="90000"/>
              </a:lnSpc>
              <a:buFont typeface="Arial" panose="020B0604020202020204" pitchFamily="34" charset="0"/>
              <a:buChar char="•"/>
            </a:pPr>
            <a:r>
              <a:rPr lang="en-US" sz="2000" dirty="0">
                <a:solidFill>
                  <a:srgbClr val="000000"/>
                </a:solidFill>
                <a:effectLst/>
                <a:latin typeface="Courier New" panose="02070309020205020404" pitchFamily="49" charset="0"/>
                <a:cs typeface="Courier New" panose="02070309020205020404" pitchFamily="49" charset="0"/>
              </a:rPr>
              <a:t>Both liquids and gases are fluids.</a:t>
            </a:r>
          </a:p>
        </p:txBody>
      </p:sp>
      <p:pic>
        <p:nvPicPr>
          <p:cNvPr id="6" name="Picture 5">
            <a:extLst>
              <a:ext uri="{FF2B5EF4-FFF2-40B4-BE49-F238E27FC236}">
                <a16:creationId xmlns:a16="http://schemas.microsoft.com/office/drawing/2014/main" id="{B469DB89-29C5-710C-4503-ABC30FA84D3A}"/>
              </a:ext>
            </a:extLst>
          </p:cNvPr>
          <p:cNvPicPr>
            <a:picLocks noChangeAspect="1"/>
          </p:cNvPicPr>
          <p:nvPr/>
        </p:nvPicPr>
        <p:blipFill>
          <a:blip r:embed="rId2"/>
          <a:stretch>
            <a:fillRect/>
          </a:stretch>
        </p:blipFill>
        <p:spPr>
          <a:xfrm>
            <a:off x="6107699" y="4203608"/>
            <a:ext cx="2366318" cy="2654392"/>
          </a:xfrm>
          <a:prstGeom prst="rect">
            <a:avLst/>
          </a:prstGeom>
        </p:spPr>
      </p:pic>
      <p:sp>
        <p:nvSpPr>
          <p:cNvPr id="11" name="Rectangle 3">
            <a:extLst>
              <a:ext uri="{FF2B5EF4-FFF2-40B4-BE49-F238E27FC236}">
                <a16:creationId xmlns:a16="http://schemas.microsoft.com/office/drawing/2014/main" id="{7EF38F41-F378-72BD-D093-9B9CD2D8B036}"/>
              </a:ext>
            </a:extLst>
          </p:cNvPr>
          <p:cNvSpPr>
            <a:spLocks noChangeArrowheads="1"/>
          </p:cNvSpPr>
          <p:nvPr/>
        </p:nvSpPr>
        <p:spPr bwMode="auto">
          <a:xfrm>
            <a:off x="1" y="4646169"/>
            <a:ext cx="6568965"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r>
              <a:rPr lang="en-US" altLang="en-CN" sz="2000" b="1" dirty="0">
                <a:latin typeface="Courier New" panose="02070309020205020404" pitchFamily="49" charset="0"/>
                <a:cs typeface="Courier New" panose="02070309020205020404" pitchFamily="49" charset="0"/>
              </a:rPr>
              <a:t>Pressure</a:t>
            </a:r>
            <a:r>
              <a:rPr lang="en-US" altLang="en-CN" sz="2000" dirty="0">
                <a:latin typeface="Courier New" panose="02070309020205020404" pitchFamily="49" charset="0"/>
                <a:cs typeface="Courier New" panose="02070309020205020404" pitchFamily="49" charset="0"/>
              </a:rPr>
              <a:t> </a:t>
            </a:r>
            <a:r>
              <a:rPr lang="en-US" sz="2000" dirty="0">
                <a:latin typeface="Courier New" panose="02070309020205020404" pitchFamily="49" charset="0"/>
                <a:cs typeface="Courier New" panose="02070309020205020404" pitchFamily="49" charset="0"/>
              </a:rPr>
              <a:t>i</a:t>
            </a:r>
            <a:r>
              <a:rPr lang="en-US" sz="2000" dirty="0">
                <a:solidFill>
                  <a:srgbClr val="000000"/>
                </a:solidFill>
                <a:latin typeface="Courier New" panose="02070309020205020404" pitchFamily="49" charset="0"/>
                <a:cs typeface="Courier New" panose="02070309020205020404" pitchFamily="49" charset="0"/>
              </a:rPr>
              <a:t>s defined as the normal force acting per unit cross-sectional area.</a:t>
            </a:r>
          </a:p>
          <a:p>
            <a:pPr marL="285750" indent="-285750" algn="l">
              <a:lnSpc>
                <a:spcPct val="90000"/>
              </a:lnSpc>
              <a:buFont typeface="Arial" panose="020B0604020202020204" pitchFamily="34" charset="0"/>
              <a:buChar char="•"/>
            </a:pPr>
            <a:endParaRPr lang="en-US" altLang="en-CN" sz="1800" b="1" dirty="0">
              <a:latin typeface="Courier New" panose="02070309020205020404" pitchFamily="49" charset="0"/>
              <a:cs typeface="Courier New" panose="02070309020205020404" pitchFamily="49" charset="0"/>
            </a:endParaRPr>
          </a:p>
        </p:txBody>
      </p:sp>
      <p:sp>
        <p:nvSpPr>
          <p:cNvPr id="12" name="Rectangle 131">
            <a:extLst>
              <a:ext uri="{FF2B5EF4-FFF2-40B4-BE49-F238E27FC236}">
                <a16:creationId xmlns:a16="http://schemas.microsoft.com/office/drawing/2014/main" id="{7D52F025-1CBD-B2CD-9416-DD3D7DB699CF}"/>
              </a:ext>
            </a:extLst>
          </p:cNvPr>
          <p:cNvSpPr>
            <a:spLocks noChangeArrowheads="1"/>
          </p:cNvSpPr>
          <p:nvPr/>
        </p:nvSpPr>
        <p:spPr bwMode="auto">
          <a:xfrm>
            <a:off x="669983" y="5805370"/>
            <a:ext cx="76041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p</a:t>
            </a:r>
            <a:r>
              <a:rPr lang="en-US" altLang="en-CN" sz="1800">
                <a:latin typeface="Courier New" panose="02070309020205020404" pitchFamily="49" charset="0"/>
              </a:rPr>
              <a:t> = </a:t>
            </a:r>
            <a:endParaRPr lang="en-US" altLang="en-CN" sz="1600" b="1" i="1">
              <a:latin typeface="Courier New" panose="02070309020205020404" pitchFamily="49" charset="0"/>
              <a:sym typeface="Symbol" pitchFamily="2" charset="2"/>
            </a:endParaRPr>
          </a:p>
        </p:txBody>
      </p:sp>
      <p:sp>
        <p:nvSpPr>
          <p:cNvPr id="13" name="Rectangle 132">
            <a:extLst>
              <a:ext uri="{FF2B5EF4-FFF2-40B4-BE49-F238E27FC236}">
                <a16:creationId xmlns:a16="http://schemas.microsoft.com/office/drawing/2014/main" id="{B044EBEA-1296-5998-87EB-5E8EA18AB283}"/>
              </a:ext>
            </a:extLst>
          </p:cNvPr>
          <p:cNvSpPr>
            <a:spLocks noChangeArrowheads="1"/>
          </p:cNvSpPr>
          <p:nvPr/>
        </p:nvSpPr>
        <p:spPr bwMode="auto">
          <a:xfrm>
            <a:off x="1241483" y="5665670"/>
            <a:ext cx="47307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i="1" u="sng">
                <a:latin typeface="Courier New" panose="02070309020205020404" pitchFamily="49" charset="0"/>
              </a:rPr>
              <a:t>F</a:t>
            </a:r>
          </a:p>
          <a:p>
            <a:pPr>
              <a:lnSpc>
                <a:spcPct val="90000"/>
              </a:lnSpc>
            </a:pPr>
            <a:r>
              <a:rPr lang="en-US" altLang="en-CN" sz="1800" i="1">
                <a:latin typeface="Courier New" panose="02070309020205020404" pitchFamily="49" charset="0"/>
              </a:rPr>
              <a:t>A</a:t>
            </a:r>
            <a:endParaRPr lang="en-US" altLang="en-CN" sz="1600" b="1" i="1">
              <a:latin typeface="Courier New" panose="02070309020205020404" pitchFamily="49" charset="0"/>
            </a:endParaRPr>
          </a:p>
        </p:txBody>
      </p:sp>
      <p:grpSp>
        <p:nvGrpSpPr>
          <p:cNvPr id="14" name="Group 133">
            <a:extLst>
              <a:ext uri="{FF2B5EF4-FFF2-40B4-BE49-F238E27FC236}">
                <a16:creationId xmlns:a16="http://schemas.microsoft.com/office/drawing/2014/main" id="{D398229C-A238-DF6D-7EA7-323DC0F6E257}"/>
              </a:ext>
            </a:extLst>
          </p:cNvPr>
          <p:cNvGrpSpPr>
            <a:grpSpLocks/>
          </p:cNvGrpSpPr>
          <p:nvPr/>
        </p:nvGrpSpPr>
        <p:grpSpPr bwMode="auto">
          <a:xfrm>
            <a:off x="331845" y="5665670"/>
            <a:ext cx="3602038" cy="644525"/>
            <a:chOff x="1223" y="2351"/>
            <a:chExt cx="2269" cy="406"/>
          </a:xfrm>
        </p:grpSpPr>
        <p:sp>
          <p:nvSpPr>
            <p:cNvPr id="15" name="Text Box 134">
              <a:extLst>
                <a:ext uri="{FF2B5EF4-FFF2-40B4-BE49-F238E27FC236}">
                  <a16:creationId xmlns:a16="http://schemas.microsoft.com/office/drawing/2014/main" id="{51239E3A-BDD2-B0B9-BE48-D293915D3E67}"/>
                </a:ext>
              </a:extLst>
            </p:cNvPr>
            <p:cNvSpPr txBox="1">
              <a:spLocks noChangeArrowheads="1"/>
            </p:cNvSpPr>
            <p:nvPr/>
          </p:nvSpPr>
          <p:spPr bwMode="auto">
            <a:xfrm>
              <a:off x="2583" y="2353"/>
              <a:ext cx="909" cy="40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CN" dirty="0">
                  <a:solidFill>
                    <a:schemeClr val="bg1"/>
                  </a:solidFill>
                </a:rPr>
                <a:t>Definition of Pressure</a:t>
              </a:r>
            </a:p>
          </p:txBody>
        </p:sp>
        <p:sp>
          <p:nvSpPr>
            <p:cNvPr id="16" name="Rectangle 135">
              <a:extLst>
                <a:ext uri="{FF2B5EF4-FFF2-40B4-BE49-F238E27FC236}">
                  <a16:creationId xmlns:a16="http://schemas.microsoft.com/office/drawing/2014/main" id="{48B8F575-780B-3CB2-529B-18773A51C6E7}"/>
                </a:ext>
              </a:extLst>
            </p:cNvPr>
            <p:cNvSpPr>
              <a:spLocks noChangeArrowheads="1"/>
            </p:cNvSpPr>
            <p:nvPr/>
          </p:nvSpPr>
          <p:spPr bwMode="auto">
            <a:xfrm>
              <a:off x="1223" y="2351"/>
              <a:ext cx="2268" cy="40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grpSp>
      <p:sp>
        <p:nvSpPr>
          <p:cNvPr id="17" name="Rectangle 16">
            <a:extLst>
              <a:ext uri="{FF2B5EF4-FFF2-40B4-BE49-F238E27FC236}">
                <a16:creationId xmlns:a16="http://schemas.microsoft.com/office/drawing/2014/main" id="{3D565F4F-807B-AAB7-6A76-6BB493E51BEB}"/>
              </a:ext>
            </a:extLst>
          </p:cNvPr>
          <p:cNvSpPr>
            <a:spLocks noChangeArrowheads="1"/>
          </p:cNvSpPr>
          <p:nvPr/>
        </p:nvSpPr>
        <p:spPr bwMode="auto">
          <a:xfrm>
            <a:off x="0" y="2157686"/>
            <a:ext cx="9144000" cy="127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sz="2000" dirty="0">
                <a:solidFill>
                  <a:srgbClr val="000000"/>
                </a:solidFill>
                <a:effectLst/>
                <a:latin typeface="Courier New" panose="02070309020205020404" pitchFamily="49" charset="0"/>
                <a:cs typeface="Courier New" panose="02070309020205020404" pitchFamily="49" charset="0"/>
              </a:rPr>
              <a:t>Fluids do not sustain shearing stresses or tensile stresses, only stress that can be exerted on an object submerged in a static fluid is one that tends to compress the object from all sides. </a:t>
            </a:r>
          </a:p>
          <a:p>
            <a:pPr algn="just"/>
            <a:endParaRPr lang="en-US" sz="2000" dirty="0">
              <a:solidFill>
                <a:srgbClr val="000000"/>
              </a:solidFill>
              <a:latin typeface="Courier New" panose="02070309020205020404" pitchFamily="49" charset="0"/>
              <a:cs typeface="Courier New" panose="02070309020205020404" pitchFamily="49" charset="0"/>
            </a:endParaRPr>
          </a:p>
        </p:txBody>
      </p:sp>
      <p:sp>
        <p:nvSpPr>
          <p:cNvPr id="18" name="Rectangle 17">
            <a:extLst>
              <a:ext uri="{FF2B5EF4-FFF2-40B4-BE49-F238E27FC236}">
                <a16:creationId xmlns:a16="http://schemas.microsoft.com/office/drawing/2014/main" id="{1A3DD1F6-E391-B8A2-6A89-C177B7D75606}"/>
              </a:ext>
            </a:extLst>
          </p:cNvPr>
          <p:cNvSpPr>
            <a:spLocks noChangeArrowheads="1"/>
          </p:cNvSpPr>
          <p:nvPr/>
        </p:nvSpPr>
        <p:spPr bwMode="auto">
          <a:xfrm>
            <a:off x="0" y="3551617"/>
            <a:ext cx="9144000" cy="919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sz="2000" dirty="0">
                <a:solidFill>
                  <a:srgbClr val="000000"/>
                </a:solidFill>
                <a:effectLst/>
                <a:latin typeface="Courier New" panose="02070309020205020404" pitchFamily="49" charset="0"/>
                <a:cs typeface="Courier New" panose="02070309020205020404" pitchFamily="49" charset="0"/>
              </a:rPr>
              <a:t>The force exerted by a static fluid on an object is always perpendicular to the surfaces of the object – </a:t>
            </a:r>
            <a:r>
              <a:rPr lang="en-US" sz="2000" b="1" dirty="0">
                <a:solidFill>
                  <a:srgbClr val="000000"/>
                </a:solidFill>
                <a:effectLst/>
                <a:latin typeface="Courier New" panose="02070309020205020404" pitchFamily="49" charset="0"/>
                <a:cs typeface="Courier New" panose="02070309020205020404" pitchFamily="49" charset="0"/>
              </a:rPr>
              <a:t>PRESSURE</a:t>
            </a:r>
            <a:r>
              <a:rPr lang="en-US" sz="2000" dirty="0">
                <a:solidFill>
                  <a:srgbClr val="000000"/>
                </a:solidFill>
                <a:effectLst/>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6523338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7">
                                            <p:txEl>
                                              <p:pRg st="0" end="0"/>
                                            </p:txEl>
                                          </p:spTgt>
                                        </p:tgtEl>
                                        <p:attrNameLst>
                                          <p:attrName>style.visibility</p:attrName>
                                        </p:attrNameLst>
                                      </p:cBhvr>
                                      <p:to>
                                        <p:strVal val="visible"/>
                                      </p:to>
                                    </p:set>
                                    <p:animEffect transition="in" filter="dissolve">
                                      <p:cBhvr>
                                        <p:cTn id="17" dur="500"/>
                                        <p:tgtEl>
                                          <p:spTgt spid="1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checkerboard(across)">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dissolv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linds(horizontal)">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3" presetClass="entr" presetSubtype="16"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1" grpId="0"/>
      <p:bldP spid="12" grpId="0"/>
      <p:bldP spid="13" grpId="0"/>
      <p:bldP spid="18"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02" name="Rectangle 18">
            <a:extLst>
              <a:ext uri="{FF2B5EF4-FFF2-40B4-BE49-F238E27FC236}">
                <a16:creationId xmlns:a16="http://schemas.microsoft.com/office/drawing/2014/main" id="{BD0CFF3F-9AF9-3254-8797-85110784DCD9}"/>
              </a:ext>
            </a:extLst>
          </p:cNvPr>
          <p:cNvSpPr>
            <a:spLocks noChangeArrowheads="1"/>
          </p:cNvSpPr>
          <p:nvPr/>
        </p:nvSpPr>
        <p:spPr bwMode="auto">
          <a:xfrm>
            <a:off x="0" y="1093788"/>
            <a:ext cx="9144000"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marL="342900" indent="-342900" algn="l">
              <a:lnSpc>
                <a:spcPct val="90000"/>
              </a:lnSpc>
              <a:buFont typeface="Arial" panose="020B0604020202020204" pitchFamily="34" charset="0"/>
              <a:buChar char="•"/>
            </a:pPr>
            <a:r>
              <a:rPr lang="en-US" altLang="en-CN" sz="2000" dirty="0">
                <a:latin typeface="Courier New" panose="02070309020205020404" pitchFamily="49" charset="0"/>
              </a:rPr>
              <a:t>The </a:t>
            </a:r>
            <a:r>
              <a:rPr lang="en-US" altLang="en-CN" sz="2000" i="1" dirty="0">
                <a:latin typeface="Courier New" panose="02070309020205020404" pitchFamily="49" charset="0"/>
              </a:rPr>
              <a:t>SI</a:t>
            </a:r>
            <a:r>
              <a:rPr lang="en-US" altLang="en-CN" sz="2000" dirty="0">
                <a:latin typeface="Courier New" panose="02070309020205020404" pitchFamily="49" charset="0"/>
              </a:rPr>
              <a:t> unit for pressure is the </a:t>
            </a:r>
            <a:r>
              <a:rPr lang="en-US" altLang="en-CN" sz="2000" b="1" dirty="0">
                <a:latin typeface="Courier New" panose="02070309020205020404" pitchFamily="49" charset="0"/>
              </a:rPr>
              <a:t>pascal</a:t>
            </a:r>
            <a:r>
              <a:rPr lang="en-US" altLang="en-CN" sz="2000" dirty="0">
                <a:latin typeface="Courier New" panose="02070309020205020404" pitchFamily="49" charset="0"/>
              </a:rPr>
              <a:t> (Pa) in honor of the French scientist and philosopher Blaise Pascal (1623-1662). 1 Pa = 1 N/m</a:t>
            </a:r>
            <a:r>
              <a:rPr lang="en-US" altLang="en-CN" sz="2000" baseline="30000" dirty="0">
                <a:latin typeface="Courier New" panose="02070309020205020404" pitchFamily="49" charset="0"/>
              </a:rPr>
              <a:t>2</a:t>
            </a:r>
            <a:r>
              <a:rPr lang="en-US" altLang="en-CN" sz="2000" dirty="0">
                <a:latin typeface="Courier New" panose="02070309020205020404" pitchFamily="49" charset="0"/>
              </a:rPr>
              <a:t>.</a:t>
            </a:r>
          </a:p>
        </p:txBody>
      </p:sp>
      <p:sp>
        <p:nvSpPr>
          <p:cNvPr id="93315" name="Rectangle 131">
            <a:extLst>
              <a:ext uri="{FF2B5EF4-FFF2-40B4-BE49-F238E27FC236}">
                <a16:creationId xmlns:a16="http://schemas.microsoft.com/office/drawing/2014/main" id="{5229EC31-13A3-69EC-8391-E8BDE76640E5}"/>
              </a:ext>
            </a:extLst>
          </p:cNvPr>
          <p:cNvSpPr>
            <a:spLocks noChangeArrowheads="1"/>
          </p:cNvSpPr>
          <p:nvPr/>
        </p:nvSpPr>
        <p:spPr bwMode="auto">
          <a:xfrm>
            <a:off x="3167857" y="477838"/>
            <a:ext cx="76041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p</a:t>
            </a:r>
            <a:r>
              <a:rPr lang="en-US" altLang="en-CN" sz="1800">
                <a:latin typeface="Courier New" panose="02070309020205020404" pitchFamily="49" charset="0"/>
              </a:rPr>
              <a:t> = </a:t>
            </a:r>
            <a:endParaRPr lang="en-US" altLang="en-CN" sz="1600" b="1" i="1">
              <a:latin typeface="Courier New" panose="02070309020205020404" pitchFamily="49" charset="0"/>
              <a:sym typeface="Symbol" pitchFamily="2" charset="2"/>
            </a:endParaRPr>
          </a:p>
        </p:txBody>
      </p:sp>
      <p:sp>
        <p:nvSpPr>
          <p:cNvPr id="93316" name="Rectangle 132">
            <a:extLst>
              <a:ext uri="{FF2B5EF4-FFF2-40B4-BE49-F238E27FC236}">
                <a16:creationId xmlns:a16="http://schemas.microsoft.com/office/drawing/2014/main" id="{3BDBEC00-3960-1B93-0D7A-B6BA2BB0BBBE}"/>
              </a:ext>
            </a:extLst>
          </p:cNvPr>
          <p:cNvSpPr>
            <a:spLocks noChangeArrowheads="1"/>
          </p:cNvSpPr>
          <p:nvPr/>
        </p:nvSpPr>
        <p:spPr bwMode="auto">
          <a:xfrm>
            <a:off x="3739357" y="338138"/>
            <a:ext cx="47307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i="1" u="sng">
                <a:latin typeface="Courier New" panose="02070309020205020404" pitchFamily="49" charset="0"/>
              </a:rPr>
              <a:t>F</a:t>
            </a:r>
          </a:p>
          <a:p>
            <a:pPr>
              <a:lnSpc>
                <a:spcPct val="90000"/>
              </a:lnSpc>
            </a:pPr>
            <a:r>
              <a:rPr lang="en-US" altLang="en-CN" sz="1800" i="1">
                <a:latin typeface="Courier New" panose="02070309020205020404" pitchFamily="49" charset="0"/>
              </a:rPr>
              <a:t>A</a:t>
            </a:r>
            <a:endParaRPr lang="en-US" altLang="en-CN" sz="1600" b="1" i="1">
              <a:latin typeface="Courier New" panose="02070309020205020404" pitchFamily="49" charset="0"/>
            </a:endParaRPr>
          </a:p>
        </p:txBody>
      </p:sp>
      <p:grpSp>
        <p:nvGrpSpPr>
          <p:cNvPr id="93317" name="Group 133">
            <a:extLst>
              <a:ext uri="{FF2B5EF4-FFF2-40B4-BE49-F238E27FC236}">
                <a16:creationId xmlns:a16="http://schemas.microsoft.com/office/drawing/2014/main" id="{CAF93DE6-D26F-692E-1C19-A9E8DD6E7327}"/>
              </a:ext>
            </a:extLst>
          </p:cNvPr>
          <p:cNvGrpSpPr>
            <a:grpSpLocks/>
          </p:cNvGrpSpPr>
          <p:nvPr/>
        </p:nvGrpSpPr>
        <p:grpSpPr bwMode="auto">
          <a:xfrm>
            <a:off x="2829719" y="338138"/>
            <a:ext cx="3602038" cy="644525"/>
            <a:chOff x="1223" y="2351"/>
            <a:chExt cx="2269" cy="406"/>
          </a:xfrm>
        </p:grpSpPr>
        <p:sp>
          <p:nvSpPr>
            <p:cNvPr id="93318" name="Text Box 134">
              <a:extLst>
                <a:ext uri="{FF2B5EF4-FFF2-40B4-BE49-F238E27FC236}">
                  <a16:creationId xmlns:a16="http://schemas.microsoft.com/office/drawing/2014/main" id="{F44FB64B-E7F9-57E2-7F75-FE6B470D6B1F}"/>
                </a:ext>
              </a:extLst>
            </p:cNvPr>
            <p:cNvSpPr txBox="1">
              <a:spLocks noChangeArrowheads="1"/>
            </p:cNvSpPr>
            <p:nvPr/>
          </p:nvSpPr>
          <p:spPr bwMode="auto">
            <a:xfrm>
              <a:off x="2583" y="2353"/>
              <a:ext cx="909" cy="40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CN">
                  <a:solidFill>
                    <a:schemeClr val="bg1"/>
                  </a:solidFill>
                </a:rPr>
                <a:t>Definition of Pressure</a:t>
              </a:r>
            </a:p>
          </p:txBody>
        </p:sp>
        <p:sp>
          <p:nvSpPr>
            <p:cNvPr id="93319" name="Rectangle 135">
              <a:extLst>
                <a:ext uri="{FF2B5EF4-FFF2-40B4-BE49-F238E27FC236}">
                  <a16:creationId xmlns:a16="http://schemas.microsoft.com/office/drawing/2014/main" id="{DD8CF60A-E232-5E34-04E0-1D82C7B3A392}"/>
                </a:ext>
              </a:extLst>
            </p:cNvPr>
            <p:cNvSpPr>
              <a:spLocks noChangeArrowheads="1"/>
            </p:cNvSpPr>
            <p:nvPr/>
          </p:nvSpPr>
          <p:spPr bwMode="auto">
            <a:xfrm>
              <a:off x="1223" y="2351"/>
              <a:ext cx="2268" cy="40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grpSp>
      <p:sp>
        <p:nvSpPr>
          <p:cNvPr id="93321" name="Rectangle 137">
            <a:extLst>
              <a:ext uri="{FF2B5EF4-FFF2-40B4-BE49-F238E27FC236}">
                <a16:creationId xmlns:a16="http://schemas.microsoft.com/office/drawing/2014/main" id="{8497485C-FF38-87C1-103D-E6290BE1F652}"/>
              </a:ext>
            </a:extLst>
          </p:cNvPr>
          <p:cNvSpPr>
            <a:spLocks noChangeArrowheads="1"/>
          </p:cNvSpPr>
          <p:nvPr/>
        </p:nvSpPr>
        <p:spPr bwMode="auto">
          <a:xfrm>
            <a:off x="685800" y="2249488"/>
            <a:ext cx="7772400" cy="297180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dirty="0">
                <a:latin typeface="Courier New" panose="02070309020205020404" pitchFamily="49" charset="0"/>
              </a:rPr>
              <a:t>A nickel (diameter 2.1 cm) has a 16-lb bowling ball placed on it.  What is the pressure, in Pa, between the nickel and the floor?</a:t>
            </a:r>
          </a:p>
        </p:txBody>
      </p:sp>
      <p:sp>
        <p:nvSpPr>
          <p:cNvPr id="93322" name="Rectangle 138">
            <a:extLst>
              <a:ext uri="{FF2B5EF4-FFF2-40B4-BE49-F238E27FC236}">
                <a16:creationId xmlns:a16="http://schemas.microsoft.com/office/drawing/2014/main" id="{FC91D3E1-6F2F-5A9F-7C2C-565AE2CCF79A}"/>
              </a:ext>
            </a:extLst>
          </p:cNvPr>
          <p:cNvSpPr>
            <a:spLocks noChangeArrowheads="1"/>
          </p:cNvSpPr>
          <p:nvPr/>
        </p:nvSpPr>
        <p:spPr bwMode="auto">
          <a:xfrm>
            <a:off x="828675" y="3005138"/>
            <a:ext cx="2381250"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600" b="1">
                <a:latin typeface="Courier New" panose="02070309020205020404" pitchFamily="49" charset="0"/>
                <a:sym typeface="Symbol" pitchFamily="2" charset="2"/>
              </a:rPr>
              <a:t></a:t>
            </a:r>
            <a:r>
              <a:rPr lang="en-US" altLang="en-CN" sz="1800" i="1">
                <a:latin typeface="Courier New" panose="02070309020205020404" pitchFamily="49" charset="0"/>
              </a:rPr>
              <a:t>F</a:t>
            </a:r>
            <a:r>
              <a:rPr lang="en-US" altLang="en-CN" sz="1800">
                <a:latin typeface="Courier New" panose="02070309020205020404" pitchFamily="49" charset="0"/>
              </a:rPr>
              <a:t> = 16 lb</a:t>
            </a:r>
            <a:endParaRPr lang="en-US" altLang="en-CN" sz="1800" i="1">
              <a:latin typeface="Courier New" panose="02070309020205020404" pitchFamily="49" charset="0"/>
            </a:endParaRPr>
          </a:p>
        </p:txBody>
      </p:sp>
      <p:sp>
        <p:nvSpPr>
          <p:cNvPr id="93323" name="Line 139">
            <a:extLst>
              <a:ext uri="{FF2B5EF4-FFF2-40B4-BE49-F238E27FC236}">
                <a16:creationId xmlns:a16="http://schemas.microsoft.com/office/drawing/2014/main" id="{EBD0A023-F4CD-6A62-333B-C658D49F8637}"/>
              </a:ext>
            </a:extLst>
          </p:cNvPr>
          <p:cNvSpPr>
            <a:spLocks noChangeShapeType="1"/>
          </p:cNvSpPr>
          <p:nvPr/>
        </p:nvSpPr>
        <p:spPr bwMode="auto">
          <a:xfrm>
            <a:off x="1598612" y="3290888"/>
            <a:ext cx="29511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93324" name="Line 140">
            <a:extLst>
              <a:ext uri="{FF2B5EF4-FFF2-40B4-BE49-F238E27FC236}">
                <a16:creationId xmlns:a16="http://schemas.microsoft.com/office/drawing/2014/main" id="{BCC2A63D-7C34-7F51-5A1B-896A9E663012}"/>
              </a:ext>
            </a:extLst>
          </p:cNvPr>
          <p:cNvSpPr>
            <a:spLocks noChangeShapeType="1"/>
          </p:cNvSpPr>
          <p:nvPr/>
        </p:nvSpPr>
        <p:spPr bwMode="auto">
          <a:xfrm>
            <a:off x="2349500" y="3094038"/>
            <a:ext cx="0" cy="414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93325" name="Line 141">
            <a:extLst>
              <a:ext uri="{FF2B5EF4-FFF2-40B4-BE49-F238E27FC236}">
                <a16:creationId xmlns:a16="http://schemas.microsoft.com/office/drawing/2014/main" id="{23637244-D815-C9C2-D4B1-10D1731E24DB}"/>
              </a:ext>
            </a:extLst>
          </p:cNvPr>
          <p:cNvSpPr>
            <a:spLocks noChangeShapeType="1"/>
          </p:cNvSpPr>
          <p:nvPr/>
        </p:nvSpPr>
        <p:spPr bwMode="auto">
          <a:xfrm>
            <a:off x="3524250" y="3082925"/>
            <a:ext cx="0" cy="414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93326" name="Rectangle 142">
            <a:extLst>
              <a:ext uri="{FF2B5EF4-FFF2-40B4-BE49-F238E27FC236}">
                <a16:creationId xmlns:a16="http://schemas.microsoft.com/office/drawing/2014/main" id="{9052C3FB-99C2-4529-60FE-B9084EF982A5}"/>
              </a:ext>
            </a:extLst>
          </p:cNvPr>
          <p:cNvSpPr>
            <a:spLocks noChangeArrowheads="1"/>
          </p:cNvSpPr>
          <p:nvPr/>
        </p:nvSpPr>
        <p:spPr bwMode="auto">
          <a:xfrm>
            <a:off x="2336800" y="2998788"/>
            <a:ext cx="1125537"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a:latin typeface="Courier New" panose="02070309020205020404" pitchFamily="49" charset="0"/>
              </a:rPr>
              <a:t>1 kg</a:t>
            </a:r>
          </a:p>
          <a:p>
            <a:pPr>
              <a:lnSpc>
                <a:spcPct val="90000"/>
              </a:lnSpc>
            </a:pPr>
            <a:r>
              <a:rPr lang="en-US" altLang="en-CN" sz="1800">
                <a:latin typeface="Courier New" panose="02070309020205020404" pitchFamily="49" charset="0"/>
              </a:rPr>
              <a:t>2.2 lb</a:t>
            </a:r>
            <a:endParaRPr lang="en-US" altLang="en-CN" sz="1600" b="1">
              <a:latin typeface="Courier New" panose="02070309020205020404" pitchFamily="49" charset="0"/>
            </a:endParaRPr>
          </a:p>
        </p:txBody>
      </p:sp>
      <p:sp>
        <p:nvSpPr>
          <p:cNvPr id="93327" name="Rectangle 143">
            <a:extLst>
              <a:ext uri="{FF2B5EF4-FFF2-40B4-BE49-F238E27FC236}">
                <a16:creationId xmlns:a16="http://schemas.microsoft.com/office/drawing/2014/main" id="{87C190C3-962B-EEEF-B725-C5720D217BED}"/>
              </a:ext>
            </a:extLst>
          </p:cNvPr>
          <p:cNvSpPr>
            <a:spLocks noChangeArrowheads="1"/>
          </p:cNvSpPr>
          <p:nvPr/>
        </p:nvSpPr>
        <p:spPr bwMode="auto">
          <a:xfrm>
            <a:off x="3522662" y="2998788"/>
            <a:ext cx="1125538"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dirty="0">
                <a:latin typeface="Courier New" panose="02070309020205020404" pitchFamily="49" charset="0"/>
              </a:rPr>
              <a:t>9.8 N</a:t>
            </a:r>
          </a:p>
          <a:p>
            <a:pPr>
              <a:lnSpc>
                <a:spcPct val="90000"/>
              </a:lnSpc>
            </a:pPr>
            <a:r>
              <a:rPr lang="en-US" altLang="en-CN" sz="1800" dirty="0">
                <a:latin typeface="Courier New" panose="02070309020205020404" pitchFamily="49" charset="0"/>
              </a:rPr>
              <a:t>kg</a:t>
            </a:r>
            <a:endParaRPr lang="en-US" altLang="en-CN" sz="1600" b="1" dirty="0">
              <a:latin typeface="Courier New" panose="02070309020205020404" pitchFamily="49" charset="0"/>
            </a:endParaRPr>
          </a:p>
        </p:txBody>
      </p:sp>
      <p:sp>
        <p:nvSpPr>
          <p:cNvPr id="93328" name="Rectangle 144">
            <a:extLst>
              <a:ext uri="{FF2B5EF4-FFF2-40B4-BE49-F238E27FC236}">
                <a16:creationId xmlns:a16="http://schemas.microsoft.com/office/drawing/2014/main" id="{E87C1F87-D96E-EA57-C775-2E181B417D43}"/>
              </a:ext>
            </a:extLst>
          </p:cNvPr>
          <p:cNvSpPr>
            <a:spLocks noChangeArrowheads="1"/>
          </p:cNvSpPr>
          <p:nvPr/>
        </p:nvSpPr>
        <p:spPr bwMode="auto">
          <a:xfrm>
            <a:off x="936625" y="3452813"/>
            <a:ext cx="1468437"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dirty="0">
                <a:latin typeface="Courier New" panose="02070309020205020404" pitchFamily="49" charset="0"/>
              </a:rPr>
              <a:t>F</a:t>
            </a:r>
            <a:r>
              <a:rPr lang="en-US" altLang="en-CN" sz="1800" dirty="0">
                <a:latin typeface="Courier New" panose="02070309020205020404" pitchFamily="49" charset="0"/>
              </a:rPr>
              <a:t> = 71 N</a:t>
            </a:r>
            <a:endParaRPr lang="en-US" altLang="en-CN" sz="1800" i="1" dirty="0">
              <a:latin typeface="Courier New" panose="02070309020205020404" pitchFamily="49" charset="0"/>
            </a:endParaRPr>
          </a:p>
        </p:txBody>
      </p:sp>
      <p:sp>
        <p:nvSpPr>
          <p:cNvPr id="93329" name="Rectangle 145">
            <a:extLst>
              <a:ext uri="{FF2B5EF4-FFF2-40B4-BE49-F238E27FC236}">
                <a16:creationId xmlns:a16="http://schemas.microsoft.com/office/drawing/2014/main" id="{2B2C52DB-691C-705C-5913-A04F85203970}"/>
              </a:ext>
            </a:extLst>
          </p:cNvPr>
          <p:cNvSpPr>
            <a:spLocks noChangeArrowheads="1"/>
          </p:cNvSpPr>
          <p:nvPr/>
        </p:nvSpPr>
        <p:spPr bwMode="auto">
          <a:xfrm>
            <a:off x="4749800" y="3036888"/>
            <a:ext cx="1130300"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600" b="1">
                <a:latin typeface="Courier New" panose="02070309020205020404" pitchFamily="49" charset="0"/>
                <a:sym typeface="Symbol" pitchFamily="2" charset="2"/>
              </a:rPr>
              <a:t></a:t>
            </a:r>
            <a:r>
              <a:rPr lang="en-US" altLang="en-CN" sz="1800" i="1">
                <a:latin typeface="Courier New" panose="02070309020205020404" pitchFamily="49" charset="0"/>
              </a:rPr>
              <a:t>A</a:t>
            </a:r>
            <a:r>
              <a:rPr lang="en-US" altLang="en-CN" sz="1800">
                <a:latin typeface="Courier New" panose="02070309020205020404" pitchFamily="49" charset="0"/>
              </a:rPr>
              <a:t> = </a:t>
            </a:r>
            <a:r>
              <a:rPr lang="en-US" altLang="en-CN" sz="1800">
                <a:latin typeface="Courier New" panose="02070309020205020404" pitchFamily="49" charset="0"/>
                <a:sym typeface="Symbol" pitchFamily="2" charset="2"/>
              </a:rPr>
              <a:t></a:t>
            </a:r>
            <a:endParaRPr lang="en-US" altLang="en-CN" sz="1800" i="1">
              <a:latin typeface="Courier New" panose="02070309020205020404" pitchFamily="49" charset="0"/>
              <a:sym typeface="Symbol" pitchFamily="2" charset="2"/>
            </a:endParaRPr>
          </a:p>
        </p:txBody>
      </p:sp>
      <p:sp>
        <p:nvSpPr>
          <p:cNvPr id="93330" name="Rectangle 146">
            <a:extLst>
              <a:ext uri="{FF2B5EF4-FFF2-40B4-BE49-F238E27FC236}">
                <a16:creationId xmlns:a16="http://schemas.microsoft.com/office/drawing/2014/main" id="{84B8D9A2-FCB5-5449-BC3B-8DE53B304A92}"/>
              </a:ext>
            </a:extLst>
          </p:cNvPr>
          <p:cNvSpPr>
            <a:spLocks noChangeArrowheads="1"/>
          </p:cNvSpPr>
          <p:nvPr/>
        </p:nvSpPr>
        <p:spPr bwMode="auto">
          <a:xfrm>
            <a:off x="5568950" y="2946400"/>
            <a:ext cx="47307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600" i="1" u="sng">
                <a:latin typeface="Courier New" panose="02070309020205020404" pitchFamily="49" charset="0"/>
              </a:rPr>
              <a:t>d</a:t>
            </a:r>
            <a:r>
              <a:rPr lang="en-US" altLang="en-CN" sz="1600" u="sng" baseline="30000">
                <a:latin typeface="Courier New" panose="02070309020205020404" pitchFamily="49" charset="0"/>
              </a:rPr>
              <a:t>2</a:t>
            </a:r>
            <a:endParaRPr lang="en-US" altLang="en-CN" sz="1600" i="1" u="sng">
              <a:latin typeface="Courier New" panose="02070309020205020404" pitchFamily="49" charset="0"/>
            </a:endParaRPr>
          </a:p>
          <a:p>
            <a:pPr>
              <a:lnSpc>
                <a:spcPct val="90000"/>
              </a:lnSpc>
            </a:pPr>
            <a:r>
              <a:rPr lang="en-US" altLang="en-CN" sz="1600">
                <a:latin typeface="Courier New" panose="02070309020205020404" pitchFamily="49" charset="0"/>
              </a:rPr>
              <a:t>4</a:t>
            </a:r>
            <a:endParaRPr lang="en-US" altLang="en-CN" sz="1600" b="1">
              <a:latin typeface="Courier New" panose="02070309020205020404" pitchFamily="49" charset="0"/>
            </a:endParaRPr>
          </a:p>
        </p:txBody>
      </p:sp>
      <p:sp>
        <p:nvSpPr>
          <p:cNvPr id="93331" name="Rectangle 147">
            <a:extLst>
              <a:ext uri="{FF2B5EF4-FFF2-40B4-BE49-F238E27FC236}">
                <a16:creationId xmlns:a16="http://schemas.microsoft.com/office/drawing/2014/main" id="{0BB740B2-7EB7-FDF5-E450-14B4F9E3F1C0}"/>
              </a:ext>
            </a:extLst>
          </p:cNvPr>
          <p:cNvSpPr>
            <a:spLocks noChangeArrowheads="1"/>
          </p:cNvSpPr>
          <p:nvPr/>
        </p:nvSpPr>
        <p:spPr bwMode="auto">
          <a:xfrm>
            <a:off x="5967412" y="3040063"/>
            <a:ext cx="1130300"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a:latin typeface="Courier New" panose="02070309020205020404" pitchFamily="49" charset="0"/>
              </a:rPr>
              <a:t>= </a:t>
            </a:r>
            <a:r>
              <a:rPr lang="en-US" altLang="en-CN" sz="1800">
                <a:latin typeface="Courier New" panose="02070309020205020404" pitchFamily="49" charset="0"/>
                <a:sym typeface="Symbol" pitchFamily="2" charset="2"/>
              </a:rPr>
              <a:t></a:t>
            </a:r>
            <a:endParaRPr lang="en-US" altLang="en-CN" sz="1800" i="1">
              <a:latin typeface="Courier New" panose="02070309020205020404" pitchFamily="49" charset="0"/>
              <a:sym typeface="Symbol" pitchFamily="2" charset="2"/>
            </a:endParaRPr>
          </a:p>
        </p:txBody>
      </p:sp>
      <p:sp>
        <p:nvSpPr>
          <p:cNvPr id="93332" name="Rectangle 148">
            <a:extLst>
              <a:ext uri="{FF2B5EF4-FFF2-40B4-BE49-F238E27FC236}">
                <a16:creationId xmlns:a16="http://schemas.microsoft.com/office/drawing/2014/main" id="{E185718E-E874-AD8E-9F85-4292ED64BF7F}"/>
              </a:ext>
            </a:extLst>
          </p:cNvPr>
          <p:cNvSpPr>
            <a:spLocks noChangeArrowheads="1"/>
          </p:cNvSpPr>
          <p:nvPr/>
        </p:nvSpPr>
        <p:spPr bwMode="auto">
          <a:xfrm>
            <a:off x="6405562" y="2949575"/>
            <a:ext cx="985838"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600" u="sng">
                <a:latin typeface="Courier New" panose="02070309020205020404" pitchFamily="49" charset="0"/>
              </a:rPr>
              <a:t>0.021</a:t>
            </a:r>
            <a:r>
              <a:rPr lang="en-US" altLang="en-CN" sz="1600" u="sng" baseline="30000">
                <a:latin typeface="Courier New" panose="02070309020205020404" pitchFamily="49" charset="0"/>
              </a:rPr>
              <a:t>2</a:t>
            </a:r>
            <a:endParaRPr lang="en-US" altLang="en-CN" sz="1600" i="1" u="sng">
              <a:latin typeface="Courier New" panose="02070309020205020404" pitchFamily="49" charset="0"/>
            </a:endParaRPr>
          </a:p>
          <a:p>
            <a:pPr>
              <a:lnSpc>
                <a:spcPct val="90000"/>
              </a:lnSpc>
            </a:pPr>
            <a:r>
              <a:rPr lang="en-US" altLang="en-CN" sz="1600">
                <a:latin typeface="Courier New" panose="02070309020205020404" pitchFamily="49" charset="0"/>
              </a:rPr>
              <a:t>4</a:t>
            </a:r>
            <a:endParaRPr lang="en-US" altLang="en-CN" sz="1600" b="1">
              <a:latin typeface="Courier New" panose="02070309020205020404" pitchFamily="49" charset="0"/>
            </a:endParaRPr>
          </a:p>
        </p:txBody>
      </p:sp>
      <p:sp>
        <p:nvSpPr>
          <p:cNvPr id="93333" name="Rectangle 149">
            <a:extLst>
              <a:ext uri="{FF2B5EF4-FFF2-40B4-BE49-F238E27FC236}">
                <a16:creationId xmlns:a16="http://schemas.microsoft.com/office/drawing/2014/main" id="{56E103BF-50FF-43E8-C1E5-808D23318C51}"/>
              </a:ext>
            </a:extLst>
          </p:cNvPr>
          <p:cNvSpPr>
            <a:spLocks noChangeArrowheads="1"/>
          </p:cNvSpPr>
          <p:nvPr/>
        </p:nvSpPr>
        <p:spPr bwMode="auto">
          <a:xfrm>
            <a:off x="4849812" y="3457575"/>
            <a:ext cx="2205038"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A</a:t>
            </a:r>
            <a:r>
              <a:rPr lang="en-US" altLang="en-CN" sz="1800">
                <a:latin typeface="Courier New" panose="02070309020205020404" pitchFamily="49" charset="0"/>
              </a:rPr>
              <a:t> = 0.00035 m</a:t>
            </a:r>
            <a:r>
              <a:rPr lang="en-US" altLang="en-CN" sz="1800" baseline="30000">
                <a:latin typeface="Courier New" panose="02070309020205020404" pitchFamily="49" charset="0"/>
              </a:rPr>
              <a:t>2</a:t>
            </a:r>
            <a:endParaRPr lang="en-US" altLang="en-CN" sz="1800" i="1">
              <a:latin typeface="Courier New" panose="02070309020205020404" pitchFamily="49" charset="0"/>
            </a:endParaRPr>
          </a:p>
        </p:txBody>
      </p:sp>
      <p:sp>
        <p:nvSpPr>
          <p:cNvPr id="93334" name="Rectangle 150">
            <a:extLst>
              <a:ext uri="{FF2B5EF4-FFF2-40B4-BE49-F238E27FC236}">
                <a16:creationId xmlns:a16="http://schemas.microsoft.com/office/drawing/2014/main" id="{ADE016DE-30F1-B0DF-AA8C-C6630AC9751B}"/>
              </a:ext>
            </a:extLst>
          </p:cNvPr>
          <p:cNvSpPr>
            <a:spLocks noChangeArrowheads="1"/>
          </p:cNvSpPr>
          <p:nvPr/>
        </p:nvSpPr>
        <p:spPr bwMode="auto">
          <a:xfrm>
            <a:off x="933450" y="4146550"/>
            <a:ext cx="76041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p</a:t>
            </a:r>
            <a:r>
              <a:rPr lang="en-US" altLang="en-CN" sz="1800">
                <a:latin typeface="Courier New" panose="02070309020205020404" pitchFamily="49" charset="0"/>
              </a:rPr>
              <a:t> = </a:t>
            </a:r>
            <a:endParaRPr lang="en-US" altLang="en-CN" sz="1600" b="1" i="1">
              <a:latin typeface="Courier New" panose="02070309020205020404" pitchFamily="49" charset="0"/>
              <a:sym typeface="Symbol" pitchFamily="2" charset="2"/>
            </a:endParaRPr>
          </a:p>
        </p:txBody>
      </p:sp>
      <p:sp>
        <p:nvSpPr>
          <p:cNvPr id="93335" name="Rectangle 151">
            <a:extLst>
              <a:ext uri="{FF2B5EF4-FFF2-40B4-BE49-F238E27FC236}">
                <a16:creationId xmlns:a16="http://schemas.microsoft.com/office/drawing/2014/main" id="{22E3AB66-34E0-6CB8-AA96-74F88F779BDC}"/>
              </a:ext>
            </a:extLst>
          </p:cNvPr>
          <p:cNvSpPr>
            <a:spLocks noChangeArrowheads="1"/>
          </p:cNvSpPr>
          <p:nvPr/>
        </p:nvSpPr>
        <p:spPr bwMode="auto">
          <a:xfrm>
            <a:off x="1504950" y="4006850"/>
            <a:ext cx="47307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i="1" u="sng">
                <a:latin typeface="Courier New" panose="02070309020205020404" pitchFamily="49" charset="0"/>
              </a:rPr>
              <a:t>F</a:t>
            </a:r>
          </a:p>
          <a:p>
            <a:pPr>
              <a:lnSpc>
                <a:spcPct val="90000"/>
              </a:lnSpc>
            </a:pPr>
            <a:r>
              <a:rPr lang="en-US" altLang="en-CN" sz="1800" i="1">
                <a:latin typeface="Courier New" panose="02070309020205020404" pitchFamily="49" charset="0"/>
              </a:rPr>
              <a:t>A</a:t>
            </a:r>
            <a:endParaRPr lang="en-US" altLang="en-CN" sz="1600" b="1" i="1">
              <a:latin typeface="Courier New" panose="02070309020205020404" pitchFamily="49" charset="0"/>
            </a:endParaRPr>
          </a:p>
        </p:txBody>
      </p:sp>
      <p:sp>
        <p:nvSpPr>
          <p:cNvPr id="93336" name="Rectangle 152">
            <a:extLst>
              <a:ext uri="{FF2B5EF4-FFF2-40B4-BE49-F238E27FC236}">
                <a16:creationId xmlns:a16="http://schemas.microsoft.com/office/drawing/2014/main" id="{794D34AF-CCD3-4CFB-3CE0-F6AB26BF3D22}"/>
              </a:ext>
            </a:extLst>
          </p:cNvPr>
          <p:cNvSpPr>
            <a:spLocks noChangeArrowheads="1"/>
          </p:cNvSpPr>
          <p:nvPr/>
        </p:nvSpPr>
        <p:spPr bwMode="auto">
          <a:xfrm>
            <a:off x="1987550" y="4137025"/>
            <a:ext cx="76041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a:latin typeface="Courier New" panose="02070309020205020404" pitchFamily="49" charset="0"/>
              </a:rPr>
              <a:t>= </a:t>
            </a:r>
            <a:endParaRPr lang="en-US" altLang="en-CN" sz="1600" b="1" i="1">
              <a:latin typeface="Courier New" panose="02070309020205020404" pitchFamily="49" charset="0"/>
              <a:sym typeface="Symbol" pitchFamily="2" charset="2"/>
            </a:endParaRPr>
          </a:p>
        </p:txBody>
      </p:sp>
      <p:sp>
        <p:nvSpPr>
          <p:cNvPr id="93337" name="Rectangle 153">
            <a:extLst>
              <a:ext uri="{FF2B5EF4-FFF2-40B4-BE49-F238E27FC236}">
                <a16:creationId xmlns:a16="http://schemas.microsoft.com/office/drawing/2014/main" id="{CAAECBC5-2589-6D48-C397-2BE4C0777E7C}"/>
              </a:ext>
            </a:extLst>
          </p:cNvPr>
          <p:cNvSpPr>
            <a:spLocks noChangeArrowheads="1"/>
          </p:cNvSpPr>
          <p:nvPr/>
        </p:nvSpPr>
        <p:spPr bwMode="auto">
          <a:xfrm>
            <a:off x="2222500" y="3997325"/>
            <a:ext cx="133032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a:latin typeface="Courier New" panose="02070309020205020404" pitchFamily="49" charset="0"/>
              </a:rPr>
              <a:t>71</a:t>
            </a:r>
          </a:p>
          <a:p>
            <a:pPr>
              <a:lnSpc>
                <a:spcPct val="90000"/>
              </a:lnSpc>
            </a:pPr>
            <a:r>
              <a:rPr lang="en-US" altLang="en-CN" sz="1800">
                <a:latin typeface="Courier New" panose="02070309020205020404" pitchFamily="49" charset="0"/>
              </a:rPr>
              <a:t>0.00035</a:t>
            </a:r>
          </a:p>
        </p:txBody>
      </p:sp>
      <p:sp>
        <p:nvSpPr>
          <p:cNvPr id="93338" name="Line 154">
            <a:extLst>
              <a:ext uri="{FF2B5EF4-FFF2-40B4-BE49-F238E27FC236}">
                <a16:creationId xmlns:a16="http://schemas.microsoft.com/office/drawing/2014/main" id="{7C439980-3DF8-5D80-0C6A-F9FCA8DC6214}"/>
              </a:ext>
            </a:extLst>
          </p:cNvPr>
          <p:cNvSpPr>
            <a:spLocks noChangeShapeType="1"/>
          </p:cNvSpPr>
          <p:nvPr/>
        </p:nvSpPr>
        <p:spPr bwMode="auto">
          <a:xfrm>
            <a:off x="2373312" y="4291013"/>
            <a:ext cx="9794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93339" name="Rectangle 155">
            <a:extLst>
              <a:ext uri="{FF2B5EF4-FFF2-40B4-BE49-F238E27FC236}">
                <a16:creationId xmlns:a16="http://schemas.microsoft.com/office/drawing/2014/main" id="{7E083E57-6C73-75CD-F30F-CCC9EDA1A2E0}"/>
              </a:ext>
            </a:extLst>
          </p:cNvPr>
          <p:cNvSpPr>
            <a:spLocks noChangeArrowheads="1"/>
          </p:cNvSpPr>
          <p:nvPr/>
        </p:nvSpPr>
        <p:spPr bwMode="auto">
          <a:xfrm>
            <a:off x="942975" y="4691063"/>
            <a:ext cx="2239962" cy="349250"/>
          </a:xfrm>
          <a:prstGeom prst="rect">
            <a:avLst/>
          </a:prstGeom>
          <a:noFill/>
          <a:ln w="9525">
            <a:solidFill>
              <a:schemeClr val="hlink"/>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p</a:t>
            </a:r>
            <a:r>
              <a:rPr lang="en-US" altLang="en-CN" sz="1800">
                <a:latin typeface="Courier New" panose="02070309020205020404" pitchFamily="49" charset="0"/>
              </a:rPr>
              <a:t> = 2.03</a:t>
            </a:r>
            <a:r>
              <a:rPr lang="en-US" altLang="en-CN" sz="1800">
                <a:latin typeface="Courier New" panose="02070309020205020404" pitchFamily="49" charset="0"/>
                <a:sym typeface="Symbol" pitchFamily="2" charset="2"/>
              </a:rPr>
              <a:t>10</a:t>
            </a:r>
            <a:r>
              <a:rPr lang="en-US" altLang="en-CN" sz="1800" baseline="30000">
                <a:latin typeface="Courier New" panose="02070309020205020404" pitchFamily="49" charset="0"/>
                <a:sym typeface="Symbol" pitchFamily="2" charset="2"/>
              </a:rPr>
              <a:t>5</a:t>
            </a:r>
            <a:r>
              <a:rPr lang="en-US" altLang="en-CN" sz="1800">
                <a:latin typeface="Courier New" panose="02070309020205020404" pitchFamily="49" charset="0"/>
                <a:sym typeface="Symbol" pitchFamily="2" charset="2"/>
              </a:rPr>
              <a:t> Pa</a:t>
            </a:r>
            <a:endParaRPr lang="en-US" altLang="en-CN" sz="1600" b="1" i="1">
              <a:latin typeface="Courier New" panose="02070309020205020404" pitchFamily="49" charset="0"/>
              <a:sym typeface="Symbol"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93202"/>
                                        </p:tgtEl>
                                        <p:attrNameLst>
                                          <p:attrName>style.visibility</p:attrName>
                                        </p:attrNameLst>
                                      </p:cBhvr>
                                      <p:to>
                                        <p:strVal val="visible"/>
                                      </p:to>
                                    </p:set>
                                    <p:animEffect transition="in" filter="fade">
                                      <p:cBhvr>
                                        <p:cTn id="7" dur="500"/>
                                        <p:tgtEl>
                                          <p:spTgt spid="932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93321"/>
                                        </p:tgtEl>
                                        <p:attrNameLst>
                                          <p:attrName>style.visibility</p:attrName>
                                        </p:attrNameLst>
                                      </p:cBhvr>
                                      <p:to>
                                        <p:strVal val="visible"/>
                                      </p:to>
                                    </p:set>
                                    <p:animEffect transition="in" filter="fade">
                                      <p:cBhvr>
                                        <p:cTn id="12" dur="500"/>
                                        <p:tgtEl>
                                          <p:spTgt spid="933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93322"/>
                                        </p:tgtEl>
                                        <p:attrNameLst>
                                          <p:attrName>style.visibility</p:attrName>
                                        </p:attrNameLst>
                                      </p:cBhvr>
                                      <p:to>
                                        <p:strVal val="visible"/>
                                      </p:to>
                                    </p:set>
                                    <p:animEffect transition="in" filter="fade">
                                      <p:cBhvr>
                                        <p:cTn id="17" dur="500"/>
                                        <p:tgtEl>
                                          <p:spTgt spid="933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93326"/>
                                        </p:tgtEl>
                                        <p:attrNameLst>
                                          <p:attrName>style.visibility</p:attrName>
                                        </p:attrNameLst>
                                      </p:cBhvr>
                                      <p:to>
                                        <p:strVal val="visible"/>
                                      </p:to>
                                    </p:set>
                                    <p:animEffect transition="in" filter="fade">
                                      <p:cBhvr>
                                        <p:cTn id="22" dur="500"/>
                                        <p:tgtEl>
                                          <p:spTgt spid="93326"/>
                                        </p:tgtEl>
                                      </p:cBhvr>
                                    </p:animEffect>
                                  </p:childTnLst>
                                </p:cTn>
                              </p:par>
                              <p:par>
                                <p:cTn id="23" presetID="22" presetClass="entr" presetSubtype="8" fill="hold" nodeType="withEffect">
                                  <p:stCondLst>
                                    <p:cond delay="0"/>
                                  </p:stCondLst>
                                  <p:childTnLst>
                                    <p:set>
                                      <p:cBhvr>
                                        <p:cTn id="24" dur="1" fill="hold">
                                          <p:stCondLst>
                                            <p:cond delay="0"/>
                                          </p:stCondLst>
                                        </p:cTn>
                                        <p:tgtEl>
                                          <p:spTgt spid="93323"/>
                                        </p:tgtEl>
                                        <p:attrNameLst>
                                          <p:attrName>style.visibility</p:attrName>
                                        </p:attrNameLst>
                                      </p:cBhvr>
                                      <p:to>
                                        <p:strVal val="visible"/>
                                      </p:to>
                                    </p:set>
                                    <p:animEffect transition="in" filter="wipe(left)">
                                      <p:cBhvr>
                                        <p:cTn id="25" dur="500"/>
                                        <p:tgtEl>
                                          <p:spTgt spid="93323"/>
                                        </p:tgtEl>
                                      </p:cBhvr>
                                    </p:animEffect>
                                  </p:childTnLst>
                                </p:cTn>
                              </p:par>
                              <p:par>
                                <p:cTn id="26" presetID="22" presetClass="entr" presetSubtype="4" fill="hold" nodeType="withEffect">
                                  <p:stCondLst>
                                    <p:cond delay="0"/>
                                  </p:stCondLst>
                                  <p:childTnLst>
                                    <p:set>
                                      <p:cBhvr>
                                        <p:cTn id="27" dur="1" fill="hold">
                                          <p:stCondLst>
                                            <p:cond delay="0"/>
                                          </p:stCondLst>
                                        </p:cTn>
                                        <p:tgtEl>
                                          <p:spTgt spid="93324"/>
                                        </p:tgtEl>
                                        <p:attrNameLst>
                                          <p:attrName>style.visibility</p:attrName>
                                        </p:attrNameLst>
                                      </p:cBhvr>
                                      <p:to>
                                        <p:strVal val="visible"/>
                                      </p:to>
                                    </p:set>
                                    <p:animEffect transition="in" filter="wipe(down)">
                                      <p:cBhvr>
                                        <p:cTn id="28" dur="500"/>
                                        <p:tgtEl>
                                          <p:spTgt spid="93324"/>
                                        </p:tgtEl>
                                      </p:cBhvr>
                                    </p:animEffect>
                                  </p:childTnLst>
                                </p:cTn>
                              </p:par>
                              <p:par>
                                <p:cTn id="29" presetID="22" presetClass="entr" presetSubtype="4" fill="hold" nodeType="withEffect">
                                  <p:stCondLst>
                                    <p:cond delay="0"/>
                                  </p:stCondLst>
                                  <p:childTnLst>
                                    <p:set>
                                      <p:cBhvr>
                                        <p:cTn id="30" dur="1" fill="hold">
                                          <p:stCondLst>
                                            <p:cond delay="0"/>
                                          </p:stCondLst>
                                        </p:cTn>
                                        <p:tgtEl>
                                          <p:spTgt spid="93325"/>
                                        </p:tgtEl>
                                        <p:attrNameLst>
                                          <p:attrName>style.visibility</p:attrName>
                                        </p:attrNameLst>
                                      </p:cBhvr>
                                      <p:to>
                                        <p:strVal val="visible"/>
                                      </p:to>
                                    </p:set>
                                    <p:animEffect transition="in" filter="wipe(down)">
                                      <p:cBhvr>
                                        <p:cTn id="31" dur="500"/>
                                        <p:tgtEl>
                                          <p:spTgt spid="9332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nodeType="clickEffect">
                                  <p:stCondLst>
                                    <p:cond delay="0"/>
                                  </p:stCondLst>
                                  <p:childTnLst>
                                    <p:set>
                                      <p:cBhvr>
                                        <p:cTn id="35" dur="1" fill="hold">
                                          <p:stCondLst>
                                            <p:cond delay="0"/>
                                          </p:stCondLst>
                                        </p:cTn>
                                        <p:tgtEl>
                                          <p:spTgt spid="93327"/>
                                        </p:tgtEl>
                                        <p:attrNameLst>
                                          <p:attrName>style.visibility</p:attrName>
                                        </p:attrNameLst>
                                      </p:cBhvr>
                                      <p:to>
                                        <p:strVal val="visible"/>
                                      </p:to>
                                    </p:set>
                                    <p:animEffect transition="in" filter="fade">
                                      <p:cBhvr>
                                        <p:cTn id="36" dur="500"/>
                                        <p:tgtEl>
                                          <p:spTgt spid="9332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nodeType="clickEffect">
                                  <p:stCondLst>
                                    <p:cond delay="0"/>
                                  </p:stCondLst>
                                  <p:childTnLst>
                                    <p:set>
                                      <p:cBhvr>
                                        <p:cTn id="40" dur="1" fill="hold">
                                          <p:stCondLst>
                                            <p:cond delay="0"/>
                                          </p:stCondLst>
                                        </p:cTn>
                                        <p:tgtEl>
                                          <p:spTgt spid="93328"/>
                                        </p:tgtEl>
                                        <p:attrNameLst>
                                          <p:attrName>style.visibility</p:attrName>
                                        </p:attrNameLst>
                                      </p:cBhvr>
                                      <p:to>
                                        <p:strVal val="visible"/>
                                      </p:to>
                                    </p:set>
                                    <p:animEffect transition="in" filter="fade">
                                      <p:cBhvr>
                                        <p:cTn id="41" dur="500"/>
                                        <p:tgtEl>
                                          <p:spTgt spid="9332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ntr" presetSubtype="0" fill="hold" nodeType="clickEffect">
                                  <p:stCondLst>
                                    <p:cond delay="0"/>
                                  </p:stCondLst>
                                  <p:childTnLst>
                                    <p:set>
                                      <p:cBhvr>
                                        <p:cTn id="45" dur="1" fill="hold">
                                          <p:stCondLst>
                                            <p:cond delay="0"/>
                                          </p:stCondLst>
                                        </p:cTn>
                                        <p:tgtEl>
                                          <p:spTgt spid="93329"/>
                                        </p:tgtEl>
                                        <p:attrNameLst>
                                          <p:attrName>style.visibility</p:attrName>
                                        </p:attrNameLst>
                                      </p:cBhvr>
                                      <p:to>
                                        <p:strVal val="visible"/>
                                      </p:to>
                                    </p:set>
                                    <p:animEffect transition="in" filter="fade">
                                      <p:cBhvr>
                                        <p:cTn id="46" dur="500"/>
                                        <p:tgtEl>
                                          <p:spTgt spid="9332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0" presetClass="entr" presetSubtype="0" fill="hold" nodeType="clickEffect">
                                  <p:stCondLst>
                                    <p:cond delay="0"/>
                                  </p:stCondLst>
                                  <p:childTnLst>
                                    <p:set>
                                      <p:cBhvr>
                                        <p:cTn id="50" dur="1" fill="hold">
                                          <p:stCondLst>
                                            <p:cond delay="0"/>
                                          </p:stCondLst>
                                        </p:cTn>
                                        <p:tgtEl>
                                          <p:spTgt spid="93330"/>
                                        </p:tgtEl>
                                        <p:attrNameLst>
                                          <p:attrName>style.visibility</p:attrName>
                                        </p:attrNameLst>
                                      </p:cBhvr>
                                      <p:to>
                                        <p:strVal val="visible"/>
                                      </p:to>
                                    </p:set>
                                    <p:animEffect transition="in" filter="fade">
                                      <p:cBhvr>
                                        <p:cTn id="51" dur="500"/>
                                        <p:tgtEl>
                                          <p:spTgt spid="9333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0" presetClass="entr" presetSubtype="0" fill="hold" nodeType="clickEffect">
                                  <p:stCondLst>
                                    <p:cond delay="0"/>
                                  </p:stCondLst>
                                  <p:childTnLst>
                                    <p:set>
                                      <p:cBhvr>
                                        <p:cTn id="55" dur="1" fill="hold">
                                          <p:stCondLst>
                                            <p:cond delay="0"/>
                                          </p:stCondLst>
                                        </p:cTn>
                                        <p:tgtEl>
                                          <p:spTgt spid="93331"/>
                                        </p:tgtEl>
                                        <p:attrNameLst>
                                          <p:attrName>style.visibility</p:attrName>
                                        </p:attrNameLst>
                                      </p:cBhvr>
                                      <p:to>
                                        <p:strVal val="visible"/>
                                      </p:to>
                                    </p:set>
                                    <p:animEffect transition="in" filter="fade">
                                      <p:cBhvr>
                                        <p:cTn id="56" dur="500"/>
                                        <p:tgtEl>
                                          <p:spTgt spid="93331"/>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0" presetClass="entr" presetSubtype="0" fill="hold" nodeType="clickEffect">
                                  <p:stCondLst>
                                    <p:cond delay="0"/>
                                  </p:stCondLst>
                                  <p:childTnLst>
                                    <p:set>
                                      <p:cBhvr>
                                        <p:cTn id="60" dur="1" fill="hold">
                                          <p:stCondLst>
                                            <p:cond delay="0"/>
                                          </p:stCondLst>
                                        </p:cTn>
                                        <p:tgtEl>
                                          <p:spTgt spid="93332"/>
                                        </p:tgtEl>
                                        <p:attrNameLst>
                                          <p:attrName>style.visibility</p:attrName>
                                        </p:attrNameLst>
                                      </p:cBhvr>
                                      <p:to>
                                        <p:strVal val="visible"/>
                                      </p:to>
                                    </p:set>
                                    <p:animEffect transition="in" filter="fade">
                                      <p:cBhvr>
                                        <p:cTn id="61" dur="500"/>
                                        <p:tgtEl>
                                          <p:spTgt spid="93332"/>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0" presetClass="entr" presetSubtype="0" fill="hold" nodeType="clickEffect">
                                  <p:stCondLst>
                                    <p:cond delay="0"/>
                                  </p:stCondLst>
                                  <p:childTnLst>
                                    <p:set>
                                      <p:cBhvr>
                                        <p:cTn id="65" dur="1" fill="hold">
                                          <p:stCondLst>
                                            <p:cond delay="0"/>
                                          </p:stCondLst>
                                        </p:cTn>
                                        <p:tgtEl>
                                          <p:spTgt spid="93333"/>
                                        </p:tgtEl>
                                        <p:attrNameLst>
                                          <p:attrName>style.visibility</p:attrName>
                                        </p:attrNameLst>
                                      </p:cBhvr>
                                      <p:to>
                                        <p:strVal val="visible"/>
                                      </p:to>
                                    </p:set>
                                    <p:animEffect transition="in" filter="fade">
                                      <p:cBhvr>
                                        <p:cTn id="66" dur="500"/>
                                        <p:tgtEl>
                                          <p:spTgt spid="9333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0" presetClass="entr" presetSubtype="0" fill="hold" nodeType="clickEffect">
                                  <p:stCondLst>
                                    <p:cond delay="0"/>
                                  </p:stCondLst>
                                  <p:childTnLst>
                                    <p:set>
                                      <p:cBhvr>
                                        <p:cTn id="70" dur="1" fill="hold">
                                          <p:stCondLst>
                                            <p:cond delay="0"/>
                                          </p:stCondLst>
                                        </p:cTn>
                                        <p:tgtEl>
                                          <p:spTgt spid="93334"/>
                                        </p:tgtEl>
                                        <p:attrNameLst>
                                          <p:attrName>style.visibility</p:attrName>
                                        </p:attrNameLst>
                                      </p:cBhvr>
                                      <p:to>
                                        <p:strVal val="visible"/>
                                      </p:to>
                                    </p:set>
                                    <p:animEffect transition="in" filter="fade">
                                      <p:cBhvr>
                                        <p:cTn id="71" dur="500"/>
                                        <p:tgtEl>
                                          <p:spTgt spid="9333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0" presetClass="entr" presetSubtype="0" fill="hold" nodeType="clickEffect">
                                  <p:stCondLst>
                                    <p:cond delay="0"/>
                                  </p:stCondLst>
                                  <p:childTnLst>
                                    <p:set>
                                      <p:cBhvr>
                                        <p:cTn id="75" dur="1" fill="hold">
                                          <p:stCondLst>
                                            <p:cond delay="0"/>
                                          </p:stCondLst>
                                        </p:cTn>
                                        <p:tgtEl>
                                          <p:spTgt spid="93335"/>
                                        </p:tgtEl>
                                        <p:attrNameLst>
                                          <p:attrName>style.visibility</p:attrName>
                                        </p:attrNameLst>
                                      </p:cBhvr>
                                      <p:to>
                                        <p:strVal val="visible"/>
                                      </p:to>
                                    </p:set>
                                    <p:animEffect transition="in" filter="fade">
                                      <p:cBhvr>
                                        <p:cTn id="76" dur="500"/>
                                        <p:tgtEl>
                                          <p:spTgt spid="93335"/>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0" presetClass="entr" presetSubtype="0" fill="hold" nodeType="clickEffect">
                                  <p:stCondLst>
                                    <p:cond delay="0"/>
                                  </p:stCondLst>
                                  <p:childTnLst>
                                    <p:set>
                                      <p:cBhvr>
                                        <p:cTn id="80" dur="1" fill="hold">
                                          <p:stCondLst>
                                            <p:cond delay="0"/>
                                          </p:stCondLst>
                                        </p:cTn>
                                        <p:tgtEl>
                                          <p:spTgt spid="93336"/>
                                        </p:tgtEl>
                                        <p:attrNameLst>
                                          <p:attrName>style.visibility</p:attrName>
                                        </p:attrNameLst>
                                      </p:cBhvr>
                                      <p:to>
                                        <p:strVal val="visible"/>
                                      </p:to>
                                    </p:set>
                                    <p:animEffect transition="in" filter="fade">
                                      <p:cBhvr>
                                        <p:cTn id="81" dur="500"/>
                                        <p:tgtEl>
                                          <p:spTgt spid="93336"/>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0" presetClass="entr" presetSubtype="0" fill="hold" nodeType="clickEffect">
                                  <p:stCondLst>
                                    <p:cond delay="0"/>
                                  </p:stCondLst>
                                  <p:childTnLst>
                                    <p:set>
                                      <p:cBhvr>
                                        <p:cTn id="85" dur="1" fill="hold">
                                          <p:stCondLst>
                                            <p:cond delay="0"/>
                                          </p:stCondLst>
                                        </p:cTn>
                                        <p:tgtEl>
                                          <p:spTgt spid="93337"/>
                                        </p:tgtEl>
                                        <p:attrNameLst>
                                          <p:attrName>style.visibility</p:attrName>
                                        </p:attrNameLst>
                                      </p:cBhvr>
                                      <p:to>
                                        <p:strVal val="visible"/>
                                      </p:to>
                                    </p:set>
                                    <p:animEffect transition="in" filter="fade">
                                      <p:cBhvr>
                                        <p:cTn id="86" dur="500"/>
                                        <p:tgtEl>
                                          <p:spTgt spid="93337"/>
                                        </p:tgtEl>
                                      </p:cBhvr>
                                    </p:animEffect>
                                  </p:childTnLst>
                                </p:cTn>
                              </p:par>
                              <p:par>
                                <p:cTn id="87" presetID="22" presetClass="entr" presetSubtype="8" fill="hold" nodeType="withEffect">
                                  <p:stCondLst>
                                    <p:cond delay="0"/>
                                  </p:stCondLst>
                                  <p:childTnLst>
                                    <p:set>
                                      <p:cBhvr>
                                        <p:cTn id="88" dur="1" fill="hold">
                                          <p:stCondLst>
                                            <p:cond delay="0"/>
                                          </p:stCondLst>
                                        </p:cTn>
                                        <p:tgtEl>
                                          <p:spTgt spid="93338"/>
                                        </p:tgtEl>
                                        <p:attrNameLst>
                                          <p:attrName>style.visibility</p:attrName>
                                        </p:attrNameLst>
                                      </p:cBhvr>
                                      <p:to>
                                        <p:strVal val="visible"/>
                                      </p:to>
                                    </p:set>
                                    <p:animEffect transition="in" filter="wipe(left)">
                                      <p:cBhvr>
                                        <p:cTn id="89" dur="500"/>
                                        <p:tgtEl>
                                          <p:spTgt spid="93338"/>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10" presetClass="entr" presetSubtype="0" fill="hold" nodeType="clickEffect">
                                  <p:stCondLst>
                                    <p:cond delay="0"/>
                                  </p:stCondLst>
                                  <p:childTnLst>
                                    <p:set>
                                      <p:cBhvr>
                                        <p:cTn id="93" dur="1" fill="hold">
                                          <p:stCondLst>
                                            <p:cond delay="0"/>
                                          </p:stCondLst>
                                        </p:cTn>
                                        <p:tgtEl>
                                          <p:spTgt spid="93339"/>
                                        </p:tgtEl>
                                        <p:attrNameLst>
                                          <p:attrName>style.visibility</p:attrName>
                                        </p:attrNameLst>
                                      </p:cBhvr>
                                      <p:to>
                                        <p:strVal val="visible"/>
                                      </p:to>
                                    </p:set>
                                    <p:animEffect transition="in" filter="fade">
                                      <p:cBhvr>
                                        <p:cTn id="94" dur="500"/>
                                        <p:tgtEl>
                                          <p:spTgt spid="93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02" grpId="0"/>
      <p:bldP spid="93315" grpId="0"/>
      <p:bldP spid="93316" grpId="0"/>
      <p:bldP spid="93321" grpId="0" animBg="1"/>
      <p:bldP spid="93322" grpId="0"/>
      <p:bldP spid="93326" grpId="0"/>
      <p:bldP spid="93327" grpId="0"/>
      <p:bldP spid="93328" grpId="0"/>
      <p:bldP spid="93329" grpId="0"/>
      <p:bldP spid="93330" grpId="0"/>
      <p:bldP spid="93331" grpId="0"/>
      <p:bldP spid="93332" grpId="0"/>
      <p:bldP spid="93333" grpId="0"/>
      <p:bldP spid="93334" grpId="0"/>
      <p:bldP spid="93335" grpId="0"/>
      <p:bldP spid="93336" grpId="0"/>
      <p:bldP spid="93337" grpId="0"/>
      <p:bldP spid="93339"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137">
                <a:extLst>
                  <a:ext uri="{FF2B5EF4-FFF2-40B4-BE49-F238E27FC236}">
                    <a16:creationId xmlns:a16="http://schemas.microsoft.com/office/drawing/2014/main" id="{CB26792F-ECED-FF43-7EA2-425E592DB721}"/>
                  </a:ext>
                </a:extLst>
              </p:cNvPr>
              <p:cNvSpPr>
                <a:spLocks noChangeArrowheads="1"/>
              </p:cNvSpPr>
              <p:nvPr/>
            </p:nvSpPr>
            <p:spPr bwMode="auto">
              <a:xfrm>
                <a:off x="482600" y="457200"/>
                <a:ext cx="8178800" cy="6197600"/>
              </a:xfrm>
              <a:prstGeom prst="rect">
                <a:avLst/>
              </a:prstGeom>
              <a:solidFill>
                <a:srgbClr val="FFFFCC"/>
              </a:solidFill>
              <a:ln>
                <a:noFill/>
              </a:ln>
              <a:effectLst/>
              <a:extLs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dirty="0">
                    <a:latin typeface="Courier New" panose="02070309020205020404" pitchFamily="49" charset="0"/>
                  </a:rPr>
                  <a:t>A mattress of a water bed is 2.00 m long by 2.00 m wide and 30.0 cm deep.</a:t>
                </a:r>
              </a:p>
              <a:p>
                <a:pPr marL="457200" indent="-457200" algn="l">
                  <a:lnSpc>
                    <a:spcPct val="90000"/>
                  </a:lnSpc>
                  <a:buAutoNum type="alphaUcParenR"/>
                </a:pPr>
                <a:r>
                  <a:rPr lang="en-US" altLang="en-CN" sz="2000" dirty="0">
                    <a:latin typeface="Courier New" panose="02070309020205020404" pitchFamily="49" charset="0"/>
                  </a:rPr>
                  <a:t>Find the weight of the water in the mattress given that the density of water is </a:t>
                </a:r>
                <a14:m>
                  <m:oMath xmlns:m="http://schemas.openxmlformats.org/officeDocument/2006/math">
                    <m:r>
                      <a:rPr lang="en-US" altLang="en-CN" sz="2000" b="0" i="1" smtClean="0">
                        <a:latin typeface="Cambria Math" panose="02040503050406030204" pitchFamily="18" charset="0"/>
                      </a:rPr>
                      <m:t>1.00</m:t>
                    </m:r>
                    <m:r>
                      <a:rPr lang="en-US" altLang="en-CN" sz="2000" b="0" i="1" smtClean="0">
                        <a:latin typeface="Cambria Math" panose="02040503050406030204" pitchFamily="18" charset="0"/>
                        <a:ea typeface="Cambria Math" panose="02040503050406030204" pitchFamily="18" charset="0"/>
                      </a:rPr>
                      <m:t>×</m:t>
                    </m:r>
                    <m:sSup>
                      <m:sSupPr>
                        <m:ctrlPr>
                          <a:rPr lang="en-US" altLang="en-CN" sz="2000" b="0" i="1" smtClean="0">
                            <a:latin typeface="Cambria Math" panose="02040503050406030204" pitchFamily="18" charset="0"/>
                            <a:ea typeface="Cambria Math" panose="02040503050406030204" pitchFamily="18" charset="0"/>
                          </a:rPr>
                        </m:ctrlPr>
                      </m:sSupPr>
                      <m:e>
                        <m:r>
                          <a:rPr lang="en-US" altLang="en-CN" sz="2000" b="0" i="1" smtClean="0">
                            <a:latin typeface="Cambria Math" panose="02040503050406030204" pitchFamily="18" charset="0"/>
                            <a:ea typeface="Cambria Math" panose="02040503050406030204" pitchFamily="18" charset="0"/>
                          </a:rPr>
                          <m:t>10</m:t>
                        </m:r>
                      </m:e>
                      <m:sup>
                        <m:r>
                          <a:rPr lang="en-US" altLang="en-CN" sz="2000" b="0" i="1" smtClean="0">
                            <a:latin typeface="Cambria Math" panose="02040503050406030204" pitchFamily="18" charset="0"/>
                            <a:ea typeface="Cambria Math" panose="02040503050406030204" pitchFamily="18" charset="0"/>
                          </a:rPr>
                          <m:t>3</m:t>
                        </m:r>
                      </m:sup>
                    </m:sSup>
                    <m:r>
                      <a:rPr lang="en-US" altLang="en-CN" sz="2000" b="0" i="1" smtClean="0">
                        <a:latin typeface="Cambria Math" panose="02040503050406030204" pitchFamily="18" charset="0"/>
                        <a:ea typeface="Cambria Math" panose="02040503050406030204" pitchFamily="18" charset="0"/>
                      </a:rPr>
                      <m:t> </m:t>
                    </m:r>
                    <m:r>
                      <a:rPr lang="en-US" altLang="en-CN" sz="2000" b="0" i="1" smtClean="0">
                        <a:latin typeface="Cambria Math" panose="02040503050406030204" pitchFamily="18" charset="0"/>
                        <a:ea typeface="Cambria Math" panose="02040503050406030204" pitchFamily="18" charset="0"/>
                      </a:rPr>
                      <m:t>𝑘𝑔</m:t>
                    </m:r>
                    <m:r>
                      <a:rPr lang="en-US" altLang="en-CN" sz="2000" b="0" i="1" smtClean="0">
                        <a:latin typeface="Cambria Math" panose="02040503050406030204" pitchFamily="18" charset="0"/>
                        <a:ea typeface="Cambria Math" panose="02040503050406030204" pitchFamily="18" charset="0"/>
                      </a:rPr>
                      <m:t> </m:t>
                    </m:r>
                    <m:sSup>
                      <m:sSupPr>
                        <m:ctrlPr>
                          <a:rPr lang="en-US" altLang="en-CN" sz="2000" b="0" i="1" smtClean="0">
                            <a:latin typeface="Cambria Math" panose="02040503050406030204" pitchFamily="18" charset="0"/>
                            <a:ea typeface="Cambria Math" panose="02040503050406030204" pitchFamily="18" charset="0"/>
                          </a:rPr>
                        </m:ctrlPr>
                      </m:sSupPr>
                      <m:e>
                        <m:r>
                          <a:rPr lang="en-US" altLang="en-CN" sz="2000" b="0" i="1" smtClean="0">
                            <a:latin typeface="Cambria Math" panose="02040503050406030204" pitchFamily="18" charset="0"/>
                            <a:ea typeface="Cambria Math" panose="02040503050406030204" pitchFamily="18" charset="0"/>
                          </a:rPr>
                          <m:t>𝑚</m:t>
                        </m:r>
                      </m:e>
                      <m:sup>
                        <m:r>
                          <a:rPr lang="en-US" altLang="en-CN" sz="2000" b="0" i="1" smtClean="0">
                            <a:latin typeface="Cambria Math" panose="02040503050406030204" pitchFamily="18" charset="0"/>
                            <a:ea typeface="Cambria Math" panose="02040503050406030204" pitchFamily="18" charset="0"/>
                          </a:rPr>
                          <m:t>−3</m:t>
                        </m:r>
                      </m:sup>
                    </m:sSup>
                  </m:oMath>
                </a14:m>
                <a:r>
                  <a:rPr lang="en-US" altLang="en-CN" sz="2000" dirty="0">
                    <a:latin typeface="Courier New" panose="02070309020205020404" pitchFamily="49" charset="0"/>
                  </a:rPr>
                  <a:t>.</a:t>
                </a:r>
              </a:p>
              <a:p>
                <a:pPr marL="457200" indent="-457200" algn="l">
                  <a:lnSpc>
                    <a:spcPct val="90000"/>
                  </a:lnSpc>
                  <a:buAutoNum type="alphaUcParenR"/>
                </a:pPr>
                <a:endParaRPr lang="en-US" altLang="en-CN" sz="2000" dirty="0">
                  <a:latin typeface="Courier New" panose="02070309020205020404" pitchFamily="49" charset="0"/>
                </a:endParaRPr>
              </a:p>
              <a:p>
                <a:pPr marL="457200" indent="-457200" algn="l">
                  <a:lnSpc>
                    <a:spcPct val="90000"/>
                  </a:lnSpc>
                  <a:buAutoNum type="alphaUcParenR"/>
                </a:pPr>
                <a:endParaRPr lang="en-US" altLang="en-CN" sz="2000" dirty="0">
                  <a:latin typeface="Courier New" panose="02070309020205020404" pitchFamily="49" charset="0"/>
                </a:endParaRPr>
              </a:p>
              <a:p>
                <a:pPr marL="457200" indent="-457200" algn="l">
                  <a:lnSpc>
                    <a:spcPct val="90000"/>
                  </a:lnSpc>
                  <a:buAutoNum type="alphaUcParenR"/>
                </a:pPr>
                <a:endParaRPr lang="en-US" altLang="en-CN" sz="2000" dirty="0">
                  <a:latin typeface="Courier New" panose="02070309020205020404" pitchFamily="49" charset="0"/>
                </a:endParaRPr>
              </a:p>
              <a:p>
                <a:pPr marL="457200" indent="-457200" algn="l">
                  <a:lnSpc>
                    <a:spcPct val="90000"/>
                  </a:lnSpc>
                  <a:buAutoNum type="alphaUcParenR"/>
                </a:pPr>
                <a:endParaRPr lang="en-US" altLang="en-CN" sz="2000" dirty="0">
                  <a:latin typeface="Courier New" panose="02070309020205020404" pitchFamily="49" charset="0"/>
                </a:endParaRPr>
              </a:p>
              <a:p>
                <a:pPr marL="457200" indent="-457200" algn="l">
                  <a:lnSpc>
                    <a:spcPct val="90000"/>
                  </a:lnSpc>
                  <a:buAutoNum type="alphaUcParenR"/>
                </a:pPr>
                <a:endParaRPr lang="en-US" altLang="en-CN" sz="2000" dirty="0">
                  <a:latin typeface="Courier New" panose="02070309020205020404" pitchFamily="49" charset="0"/>
                </a:endParaRPr>
              </a:p>
              <a:p>
                <a:pPr marL="457200" indent="-457200" algn="l">
                  <a:lnSpc>
                    <a:spcPct val="90000"/>
                  </a:lnSpc>
                  <a:buAutoNum type="alphaUcParenR"/>
                </a:pPr>
                <a:r>
                  <a:rPr lang="en-US" altLang="en-CN" sz="2000" dirty="0">
                    <a:latin typeface="Courier New" panose="02070309020205020404" pitchFamily="49" charset="0"/>
                  </a:rPr>
                  <a:t>Calculate the pressure exerted by the water on the floor when the bed rests in normal position.</a:t>
                </a:r>
              </a:p>
              <a:p>
                <a:pPr marL="457200" indent="-457200" algn="l">
                  <a:lnSpc>
                    <a:spcPct val="90000"/>
                  </a:lnSpc>
                  <a:buAutoNum type="alphaUcParenR"/>
                </a:pPr>
                <a:endParaRPr lang="en-US" altLang="en-CN" sz="2000" dirty="0">
                  <a:latin typeface="Courier New" panose="02070309020205020404" pitchFamily="49" charset="0"/>
                </a:endParaRPr>
              </a:p>
            </p:txBody>
          </p:sp>
        </mc:Choice>
        <mc:Fallback xmlns="">
          <p:sp>
            <p:nvSpPr>
              <p:cNvPr id="4" name="Rectangle 137">
                <a:extLst>
                  <a:ext uri="{FF2B5EF4-FFF2-40B4-BE49-F238E27FC236}">
                    <a16:creationId xmlns:a16="http://schemas.microsoft.com/office/drawing/2014/main" id="{CB26792F-ECED-FF43-7EA2-425E592DB721}"/>
                  </a:ext>
                </a:extLst>
              </p:cNvPr>
              <p:cNvSpPr>
                <a:spLocks noRot="1" noChangeAspect="1" noMove="1" noResize="1" noEditPoints="1" noAdjustHandles="1" noChangeArrowheads="1" noChangeShapeType="1" noTextEdit="1"/>
              </p:cNvSpPr>
              <p:nvPr/>
            </p:nvSpPr>
            <p:spPr bwMode="auto">
              <a:xfrm>
                <a:off x="482600" y="457200"/>
                <a:ext cx="8178800" cy="6197600"/>
              </a:xfrm>
              <a:prstGeom prst="rect">
                <a:avLst/>
              </a:prstGeom>
              <a:blipFill>
                <a:blip r:embed="rId3"/>
                <a:stretch>
                  <a:fillRect l="-619" t="-1022"/>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5A1E8DB-6189-C3BF-E089-77CB023ACE52}"/>
                  </a:ext>
                </a:extLst>
              </p:cNvPr>
              <p:cNvSpPr txBox="1"/>
              <p:nvPr/>
            </p:nvSpPr>
            <p:spPr>
              <a:xfrm>
                <a:off x="774325" y="2159000"/>
                <a:ext cx="956609" cy="6194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N" sz="2000" i="1" smtClean="0">
                          <a:latin typeface="Cambria Math" panose="02040503050406030204" pitchFamily="18" charset="0"/>
                          <a:ea typeface="Cambria Math" panose="02040503050406030204" pitchFamily="18" charset="0"/>
                        </a:rPr>
                        <m:t>𝜌</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𝑚</m:t>
                          </m:r>
                        </m:num>
                        <m:den>
                          <m:r>
                            <a:rPr lang="en-US" sz="2000" b="0" i="1" smtClean="0">
                              <a:latin typeface="Cambria Math" panose="02040503050406030204" pitchFamily="18" charset="0"/>
                              <a:ea typeface="Cambria Math" panose="02040503050406030204" pitchFamily="18" charset="0"/>
                            </a:rPr>
                            <m:t>𝑉</m:t>
                          </m:r>
                        </m:den>
                      </m:f>
                    </m:oMath>
                  </m:oMathPara>
                </a14:m>
                <a:endParaRPr lang="en-CN" sz="2000" dirty="0"/>
              </a:p>
            </p:txBody>
          </p:sp>
        </mc:Choice>
        <mc:Fallback xmlns="">
          <p:sp>
            <p:nvSpPr>
              <p:cNvPr id="5" name="TextBox 4">
                <a:extLst>
                  <a:ext uri="{FF2B5EF4-FFF2-40B4-BE49-F238E27FC236}">
                    <a16:creationId xmlns:a16="http://schemas.microsoft.com/office/drawing/2014/main" id="{A5A1E8DB-6189-C3BF-E089-77CB023ACE52}"/>
                  </a:ext>
                </a:extLst>
              </p:cNvPr>
              <p:cNvSpPr txBox="1">
                <a:spLocks noRot="1" noChangeAspect="1" noMove="1" noResize="1" noEditPoints="1" noAdjustHandles="1" noChangeArrowheads="1" noChangeShapeType="1" noTextEdit="1"/>
              </p:cNvSpPr>
              <p:nvPr/>
            </p:nvSpPr>
            <p:spPr>
              <a:xfrm>
                <a:off x="774325" y="2159000"/>
                <a:ext cx="956609" cy="619400"/>
              </a:xfrm>
              <a:prstGeom prst="rect">
                <a:avLst/>
              </a:prstGeom>
              <a:blipFill>
                <a:blip r:embed="rId4"/>
                <a:stretch>
                  <a:fillRect b="-8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5C17695-58BE-0813-8B8E-D5B0EE7CFE0C}"/>
                  </a:ext>
                </a:extLst>
              </p:cNvPr>
              <p:cNvSpPr txBox="1"/>
              <p:nvPr/>
            </p:nvSpPr>
            <p:spPr>
              <a:xfrm>
                <a:off x="660025" y="1692490"/>
                <a:ext cx="121994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𝑊</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𝑚𝑔</m:t>
                      </m:r>
                    </m:oMath>
                  </m:oMathPara>
                </a14:m>
                <a:endParaRPr lang="en-CN" sz="2000" dirty="0"/>
              </a:p>
            </p:txBody>
          </p:sp>
        </mc:Choice>
        <mc:Fallback xmlns="">
          <p:sp>
            <p:nvSpPr>
              <p:cNvPr id="6" name="TextBox 5">
                <a:extLst>
                  <a:ext uri="{FF2B5EF4-FFF2-40B4-BE49-F238E27FC236}">
                    <a16:creationId xmlns:a16="http://schemas.microsoft.com/office/drawing/2014/main" id="{A5C17695-58BE-0813-8B8E-D5B0EE7CFE0C}"/>
                  </a:ext>
                </a:extLst>
              </p:cNvPr>
              <p:cNvSpPr txBox="1">
                <a:spLocks noRot="1" noChangeAspect="1" noMove="1" noResize="1" noEditPoints="1" noAdjustHandles="1" noChangeArrowheads="1" noChangeShapeType="1" noTextEdit="1"/>
              </p:cNvSpPr>
              <p:nvPr/>
            </p:nvSpPr>
            <p:spPr>
              <a:xfrm>
                <a:off x="660025" y="1692490"/>
                <a:ext cx="1219949" cy="400110"/>
              </a:xfrm>
              <a:prstGeom prst="rect">
                <a:avLst/>
              </a:prstGeom>
              <a:blipFill>
                <a:blip r:embed="rId5"/>
                <a:stretch>
                  <a:fillRect b="-937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EB0A6C8-A3FE-6588-6285-A468F0FDB1A1}"/>
                  </a:ext>
                </a:extLst>
              </p:cNvPr>
              <p:cNvSpPr txBox="1"/>
              <p:nvPr/>
            </p:nvSpPr>
            <p:spPr>
              <a:xfrm>
                <a:off x="709044" y="2824240"/>
                <a:ext cx="112190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𝑚</m:t>
                      </m:r>
                      <m:r>
                        <a:rPr lang="en-US" sz="2000" b="0" i="1" smtClean="0">
                          <a:latin typeface="Cambria Math" panose="02040503050406030204" pitchFamily="18" charset="0"/>
                          <a:ea typeface="Cambria Math" panose="02040503050406030204" pitchFamily="18" charset="0"/>
                        </a:rPr>
                        <m:t>=</m:t>
                      </m:r>
                      <m:r>
                        <a:rPr lang="en-CN" sz="2000" i="1" smtClean="0">
                          <a:latin typeface="Cambria Math" panose="02040503050406030204" pitchFamily="18" charset="0"/>
                          <a:ea typeface="Cambria Math" panose="02040503050406030204" pitchFamily="18" charset="0"/>
                        </a:rPr>
                        <m:t>𝜌</m:t>
                      </m:r>
                      <m:r>
                        <a:rPr lang="en-US" sz="2000" b="0" i="1" smtClean="0">
                          <a:latin typeface="Cambria Math" panose="02040503050406030204" pitchFamily="18" charset="0"/>
                          <a:ea typeface="Cambria Math" panose="02040503050406030204" pitchFamily="18" charset="0"/>
                        </a:rPr>
                        <m:t>𝑉</m:t>
                      </m:r>
                    </m:oMath>
                  </m:oMathPara>
                </a14:m>
                <a:endParaRPr lang="en-CN" sz="2000" dirty="0"/>
              </a:p>
            </p:txBody>
          </p:sp>
        </mc:Choice>
        <mc:Fallback xmlns="">
          <p:sp>
            <p:nvSpPr>
              <p:cNvPr id="7" name="TextBox 6">
                <a:extLst>
                  <a:ext uri="{FF2B5EF4-FFF2-40B4-BE49-F238E27FC236}">
                    <a16:creationId xmlns:a16="http://schemas.microsoft.com/office/drawing/2014/main" id="{4EB0A6C8-A3FE-6588-6285-A468F0FDB1A1}"/>
                  </a:ext>
                </a:extLst>
              </p:cNvPr>
              <p:cNvSpPr txBox="1">
                <a:spLocks noRot="1" noChangeAspect="1" noMove="1" noResize="1" noEditPoints="1" noAdjustHandles="1" noChangeArrowheads="1" noChangeShapeType="1" noTextEdit="1"/>
              </p:cNvSpPr>
              <p:nvPr/>
            </p:nvSpPr>
            <p:spPr>
              <a:xfrm>
                <a:off x="709044" y="2824240"/>
                <a:ext cx="1121909" cy="400110"/>
              </a:xfrm>
              <a:prstGeom prst="rect">
                <a:avLst/>
              </a:prstGeom>
              <a:blipFill>
                <a:blip r:embed="rId6"/>
                <a:stretch>
                  <a:fillRect b="-625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DC10B47-1B8C-D4E3-2CA3-9FC9F71DAAD9}"/>
                  </a:ext>
                </a:extLst>
              </p:cNvPr>
              <p:cNvSpPr txBox="1"/>
              <p:nvPr/>
            </p:nvSpPr>
            <p:spPr>
              <a:xfrm>
                <a:off x="2374525" y="1692490"/>
                <a:ext cx="130971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𝑊</m:t>
                      </m:r>
                      <m:r>
                        <a:rPr lang="en-US" sz="2000" b="0" i="1" smtClean="0">
                          <a:latin typeface="Cambria Math" panose="02040503050406030204" pitchFamily="18" charset="0"/>
                          <a:ea typeface="Cambria Math" panose="02040503050406030204" pitchFamily="18" charset="0"/>
                        </a:rPr>
                        <m:t>=</m:t>
                      </m:r>
                      <m:r>
                        <a:rPr lang="en-CN" sz="2000" i="1" smtClean="0">
                          <a:latin typeface="Cambria Math" panose="02040503050406030204" pitchFamily="18" charset="0"/>
                          <a:ea typeface="Cambria Math" panose="02040503050406030204" pitchFamily="18" charset="0"/>
                        </a:rPr>
                        <m:t>𝜌</m:t>
                      </m:r>
                      <m:r>
                        <a:rPr lang="en-US" sz="2000" b="0" i="1" smtClean="0">
                          <a:latin typeface="Cambria Math" panose="02040503050406030204" pitchFamily="18" charset="0"/>
                          <a:ea typeface="Cambria Math" panose="02040503050406030204" pitchFamily="18" charset="0"/>
                        </a:rPr>
                        <m:t>𝑉𝑔</m:t>
                      </m:r>
                    </m:oMath>
                  </m:oMathPara>
                </a14:m>
                <a:endParaRPr lang="en-CN" sz="2000" dirty="0"/>
              </a:p>
            </p:txBody>
          </p:sp>
        </mc:Choice>
        <mc:Fallback xmlns="">
          <p:sp>
            <p:nvSpPr>
              <p:cNvPr id="8" name="TextBox 7">
                <a:extLst>
                  <a:ext uri="{FF2B5EF4-FFF2-40B4-BE49-F238E27FC236}">
                    <a16:creationId xmlns:a16="http://schemas.microsoft.com/office/drawing/2014/main" id="{EDC10B47-1B8C-D4E3-2CA3-9FC9F71DAAD9}"/>
                  </a:ext>
                </a:extLst>
              </p:cNvPr>
              <p:cNvSpPr txBox="1">
                <a:spLocks noRot="1" noChangeAspect="1" noMove="1" noResize="1" noEditPoints="1" noAdjustHandles="1" noChangeArrowheads="1" noChangeShapeType="1" noTextEdit="1"/>
              </p:cNvSpPr>
              <p:nvPr/>
            </p:nvSpPr>
            <p:spPr>
              <a:xfrm>
                <a:off x="2374525" y="1692490"/>
                <a:ext cx="1309718" cy="400110"/>
              </a:xfrm>
              <a:prstGeom prst="rect">
                <a:avLst/>
              </a:prstGeom>
              <a:blipFill>
                <a:blip r:embed="rId7"/>
                <a:stretch>
                  <a:fillRect b="-937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491FD34-A2A2-4F48-DBF4-46CEEF256670}"/>
                  </a:ext>
                </a:extLst>
              </p:cNvPr>
              <p:cNvSpPr txBox="1"/>
              <p:nvPr/>
            </p:nvSpPr>
            <p:spPr>
              <a:xfrm>
                <a:off x="2687817" y="2054500"/>
                <a:ext cx="369216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m:t>
                      </m:r>
                      <m:r>
                        <a:rPr lang="en-US" altLang="en-CN" sz="2000" b="0" i="1" smtClean="0">
                          <a:latin typeface="Cambria Math" panose="02040503050406030204" pitchFamily="18" charset="0"/>
                        </a:rPr>
                        <m:t>1.00</m:t>
                      </m:r>
                      <m:r>
                        <a:rPr lang="en-US" altLang="en-CN" sz="2000" b="0" i="1" smtClean="0">
                          <a:latin typeface="Cambria Math" panose="02040503050406030204" pitchFamily="18" charset="0"/>
                          <a:ea typeface="Cambria Math" panose="02040503050406030204" pitchFamily="18" charset="0"/>
                        </a:rPr>
                        <m:t>×</m:t>
                      </m:r>
                      <m:sSup>
                        <m:sSupPr>
                          <m:ctrlPr>
                            <a:rPr lang="en-US" altLang="en-CN" sz="2000" b="0" i="1" smtClean="0">
                              <a:latin typeface="Cambria Math" panose="02040503050406030204" pitchFamily="18" charset="0"/>
                              <a:ea typeface="Cambria Math" panose="02040503050406030204" pitchFamily="18" charset="0"/>
                            </a:rPr>
                          </m:ctrlPr>
                        </m:sSupPr>
                        <m:e>
                          <m:r>
                            <a:rPr lang="en-US" altLang="en-CN" sz="2000" b="0" i="1" smtClean="0">
                              <a:latin typeface="Cambria Math" panose="02040503050406030204" pitchFamily="18" charset="0"/>
                              <a:ea typeface="Cambria Math" panose="02040503050406030204" pitchFamily="18" charset="0"/>
                            </a:rPr>
                            <m:t>10</m:t>
                          </m:r>
                        </m:e>
                        <m:sup>
                          <m:r>
                            <a:rPr lang="en-US" altLang="en-CN" sz="2000" b="0" i="1" smtClean="0">
                              <a:latin typeface="Cambria Math" panose="02040503050406030204" pitchFamily="18" charset="0"/>
                              <a:ea typeface="Cambria Math" panose="02040503050406030204" pitchFamily="18" charset="0"/>
                            </a:rPr>
                            <m:t>3</m:t>
                          </m:r>
                        </m:sup>
                      </m:sSup>
                      <m:r>
                        <a:rPr lang="en-US" sz="2000" b="0" i="1" smtClean="0">
                          <a:latin typeface="Cambria Math" panose="02040503050406030204" pitchFamily="18" charset="0"/>
                          <a:ea typeface="Cambria Math" panose="02040503050406030204" pitchFamily="18" charset="0"/>
                        </a:rPr>
                        <m:t>)(2×2×0.3)(9.81)</m:t>
                      </m:r>
                    </m:oMath>
                  </m:oMathPara>
                </a14:m>
                <a:endParaRPr lang="en-CN" sz="2000" dirty="0"/>
              </a:p>
            </p:txBody>
          </p:sp>
        </mc:Choice>
        <mc:Fallback xmlns="">
          <p:sp>
            <p:nvSpPr>
              <p:cNvPr id="9" name="TextBox 8">
                <a:extLst>
                  <a:ext uri="{FF2B5EF4-FFF2-40B4-BE49-F238E27FC236}">
                    <a16:creationId xmlns:a16="http://schemas.microsoft.com/office/drawing/2014/main" id="{4491FD34-A2A2-4F48-DBF4-46CEEF256670}"/>
                  </a:ext>
                </a:extLst>
              </p:cNvPr>
              <p:cNvSpPr txBox="1">
                <a:spLocks noRot="1" noChangeAspect="1" noMove="1" noResize="1" noEditPoints="1" noAdjustHandles="1" noChangeArrowheads="1" noChangeShapeType="1" noTextEdit="1"/>
              </p:cNvSpPr>
              <p:nvPr/>
            </p:nvSpPr>
            <p:spPr>
              <a:xfrm>
                <a:off x="2687817" y="2054500"/>
                <a:ext cx="3692165" cy="400110"/>
              </a:xfrm>
              <a:prstGeom prst="rect">
                <a:avLst/>
              </a:prstGeom>
              <a:blipFill>
                <a:blip r:embed="rId8"/>
                <a:stretch>
                  <a:fillRect b="-1212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3069B82-F920-A9C2-838F-309348A3597C}"/>
                  </a:ext>
                </a:extLst>
              </p:cNvPr>
              <p:cNvSpPr txBox="1"/>
              <p:nvPr/>
            </p:nvSpPr>
            <p:spPr>
              <a:xfrm>
                <a:off x="2687817" y="2454610"/>
                <a:ext cx="369216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m:t>
                      </m:r>
                      <m:r>
                        <a:rPr lang="en-US" altLang="en-CN" sz="2000" b="0" i="1" smtClean="0">
                          <a:latin typeface="Cambria Math" panose="02040503050406030204" pitchFamily="18" charset="0"/>
                        </a:rPr>
                        <m:t>1.00</m:t>
                      </m:r>
                      <m:r>
                        <a:rPr lang="en-US" altLang="en-CN" sz="2000" b="0" i="1" smtClean="0">
                          <a:latin typeface="Cambria Math" panose="02040503050406030204" pitchFamily="18" charset="0"/>
                          <a:ea typeface="Cambria Math" panose="02040503050406030204" pitchFamily="18" charset="0"/>
                        </a:rPr>
                        <m:t>×</m:t>
                      </m:r>
                      <m:sSup>
                        <m:sSupPr>
                          <m:ctrlPr>
                            <a:rPr lang="en-US" altLang="en-CN" sz="2000" b="0" i="1" smtClean="0">
                              <a:latin typeface="Cambria Math" panose="02040503050406030204" pitchFamily="18" charset="0"/>
                              <a:ea typeface="Cambria Math" panose="02040503050406030204" pitchFamily="18" charset="0"/>
                            </a:rPr>
                          </m:ctrlPr>
                        </m:sSupPr>
                        <m:e>
                          <m:r>
                            <a:rPr lang="en-US" altLang="en-CN" sz="2000" b="0" i="1" smtClean="0">
                              <a:latin typeface="Cambria Math" panose="02040503050406030204" pitchFamily="18" charset="0"/>
                              <a:ea typeface="Cambria Math" panose="02040503050406030204" pitchFamily="18" charset="0"/>
                            </a:rPr>
                            <m:t>10</m:t>
                          </m:r>
                        </m:e>
                        <m:sup>
                          <m:r>
                            <a:rPr lang="en-US" altLang="en-CN" sz="2000" b="0" i="1" smtClean="0">
                              <a:latin typeface="Cambria Math" panose="02040503050406030204" pitchFamily="18" charset="0"/>
                              <a:ea typeface="Cambria Math" panose="02040503050406030204" pitchFamily="18" charset="0"/>
                            </a:rPr>
                            <m:t>3</m:t>
                          </m:r>
                        </m:sup>
                      </m:sSup>
                      <m:r>
                        <a:rPr lang="en-US" sz="2000" b="0" i="1" smtClean="0">
                          <a:latin typeface="Cambria Math" panose="02040503050406030204" pitchFamily="18" charset="0"/>
                          <a:ea typeface="Cambria Math" panose="02040503050406030204" pitchFamily="18" charset="0"/>
                        </a:rPr>
                        <m:t>)(2×2×0.3)(9.81)</m:t>
                      </m:r>
                    </m:oMath>
                  </m:oMathPara>
                </a14:m>
                <a:endParaRPr lang="en-CN" sz="2000" dirty="0"/>
              </a:p>
            </p:txBody>
          </p:sp>
        </mc:Choice>
        <mc:Fallback xmlns="">
          <p:sp>
            <p:nvSpPr>
              <p:cNvPr id="10" name="TextBox 9">
                <a:extLst>
                  <a:ext uri="{FF2B5EF4-FFF2-40B4-BE49-F238E27FC236}">
                    <a16:creationId xmlns:a16="http://schemas.microsoft.com/office/drawing/2014/main" id="{E3069B82-F920-A9C2-838F-309348A3597C}"/>
                  </a:ext>
                </a:extLst>
              </p:cNvPr>
              <p:cNvSpPr txBox="1">
                <a:spLocks noRot="1" noChangeAspect="1" noMove="1" noResize="1" noEditPoints="1" noAdjustHandles="1" noChangeArrowheads="1" noChangeShapeType="1" noTextEdit="1"/>
              </p:cNvSpPr>
              <p:nvPr/>
            </p:nvSpPr>
            <p:spPr>
              <a:xfrm>
                <a:off x="2687817" y="2454610"/>
                <a:ext cx="3692165" cy="400110"/>
              </a:xfrm>
              <a:prstGeom prst="rect">
                <a:avLst/>
              </a:prstGeom>
              <a:blipFill>
                <a:blip r:embed="rId9"/>
                <a:stretch>
                  <a:fillRect b="-125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C68FE18-5B53-0987-5C4E-11A4691241E9}"/>
                  </a:ext>
                </a:extLst>
              </p:cNvPr>
              <p:cNvSpPr txBox="1"/>
              <p:nvPr/>
            </p:nvSpPr>
            <p:spPr>
              <a:xfrm>
                <a:off x="2687817" y="2854720"/>
                <a:ext cx="183736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=1.18×</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4</m:t>
                          </m:r>
                        </m:sup>
                      </m:sSup>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𝑁</m:t>
                      </m:r>
                    </m:oMath>
                  </m:oMathPara>
                </a14:m>
                <a:endParaRPr lang="en-CN" sz="2000" dirty="0"/>
              </a:p>
            </p:txBody>
          </p:sp>
        </mc:Choice>
        <mc:Fallback xmlns="">
          <p:sp>
            <p:nvSpPr>
              <p:cNvPr id="11" name="TextBox 10">
                <a:extLst>
                  <a:ext uri="{FF2B5EF4-FFF2-40B4-BE49-F238E27FC236}">
                    <a16:creationId xmlns:a16="http://schemas.microsoft.com/office/drawing/2014/main" id="{6C68FE18-5B53-0987-5C4E-11A4691241E9}"/>
                  </a:ext>
                </a:extLst>
              </p:cNvPr>
              <p:cNvSpPr txBox="1">
                <a:spLocks noRot="1" noChangeAspect="1" noMove="1" noResize="1" noEditPoints="1" noAdjustHandles="1" noChangeArrowheads="1" noChangeShapeType="1" noTextEdit="1"/>
              </p:cNvSpPr>
              <p:nvPr/>
            </p:nvSpPr>
            <p:spPr>
              <a:xfrm>
                <a:off x="2687817" y="2854720"/>
                <a:ext cx="1837361" cy="400110"/>
              </a:xfrm>
              <a:prstGeom prst="rect">
                <a:avLst/>
              </a:prstGeom>
              <a:blipFill>
                <a:blip r:embed="rId10"/>
                <a:stretch>
                  <a:fillRect b="-1818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83FB9BE-DFAF-D12A-5248-273682BB6E85}"/>
                  </a:ext>
                </a:extLst>
              </p:cNvPr>
              <p:cNvSpPr txBox="1"/>
              <p:nvPr/>
            </p:nvSpPr>
            <p:spPr>
              <a:xfrm>
                <a:off x="660025" y="4032975"/>
                <a:ext cx="1510605" cy="6665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𝑃</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𝐹</m:t>
                          </m:r>
                        </m:num>
                        <m:den>
                          <m:r>
                            <a:rPr lang="en-US" sz="2000" b="0" i="1" smtClean="0">
                              <a:latin typeface="Cambria Math" panose="02040503050406030204" pitchFamily="18" charset="0"/>
                              <a:ea typeface="Cambria Math" panose="02040503050406030204" pitchFamily="18" charset="0"/>
                            </a:rPr>
                            <m:t>𝐴</m:t>
                          </m:r>
                        </m:den>
                      </m:f>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𝑊</m:t>
                          </m:r>
                        </m:num>
                        <m:den>
                          <m:r>
                            <a:rPr lang="en-US" sz="2000" b="0" i="1" smtClean="0">
                              <a:latin typeface="Cambria Math" panose="02040503050406030204" pitchFamily="18" charset="0"/>
                              <a:ea typeface="Cambria Math" panose="02040503050406030204" pitchFamily="18" charset="0"/>
                            </a:rPr>
                            <m:t>𝐴</m:t>
                          </m:r>
                        </m:den>
                      </m:f>
                    </m:oMath>
                  </m:oMathPara>
                </a14:m>
                <a:endParaRPr lang="en-CN" sz="2000" dirty="0"/>
              </a:p>
            </p:txBody>
          </p:sp>
        </mc:Choice>
        <mc:Fallback xmlns="">
          <p:sp>
            <p:nvSpPr>
              <p:cNvPr id="12" name="TextBox 11">
                <a:extLst>
                  <a:ext uri="{FF2B5EF4-FFF2-40B4-BE49-F238E27FC236}">
                    <a16:creationId xmlns:a16="http://schemas.microsoft.com/office/drawing/2014/main" id="{C83FB9BE-DFAF-D12A-5248-273682BB6E85}"/>
                  </a:ext>
                </a:extLst>
              </p:cNvPr>
              <p:cNvSpPr txBox="1">
                <a:spLocks noRot="1" noChangeAspect="1" noMove="1" noResize="1" noEditPoints="1" noAdjustHandles="1" noChangeArrowheads="1" noChangeShapeType="1" noTextEdit="1"/>
              </p:cNvSpPr>
              <p:nvPr/>
            </p:nvSpPr>
            <p:spPr>
              <a:xfrm>
                <a:off x="660025" y="4032975"/>
                <a:ext cx="1510605" cy="666529"/>
              </a:xfrm>
              <a:prstGeom prst="rect">
                <a:avLst/>
              </a:prstGeom>
              <a:blipFill>
                <a:blip r:embed="rId11"/>
                <a:stretch>
                  <a:fillRect b="-370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AB7FF39-26C4-66C3-3C8F-5A83C77632E5}"/>
                  </a:ext>
                </a:extLst>
              </p:cNvPr>
              <p:cNvSpPr txBox="1"/>
              <p:nvPr/>
            </p:nvSpPr>
            <p:spPr>
              <a:xfrm>
                <a:off x="901404" y="4735383"/>
                <a:ext cx="1587421" cy="7066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1.18×</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4</m:t>
                              </m:r>
                            </m:sup>
                          </m:sSup>
                        </m:num>
                        <m:den>
                          <m:r>
                            <a:rPr lang="en-US" sz="2000" b="0" i="1" smtClean="0">
                              <a:latin typeface="Cambria Math" panose="02040503050406030204" pitchFamily="18" charset="0"/>
                              <a:ea typeface="Cambria Math" panose="02040503050406030204" pitchFamily="18" charset="0"/>
                            </a:rPr>
                            <m:t>4</m:t>
                          </m:r>
                        </m:den>
                      </m:f>
                    </m:oMath>
                  </m:oMathPara>
                </a14:m>
                <a:endParaRPr lang="en-CN" sz="2000" dirty="0"/>
              </a:p>
            </p:txBody>
          </p:sp>
        </mc:Choice>
        <mc:Fallback xmlns="">
          <p:sp>
            <p:nvSpPr>
              <p:cNvPr id="13" name="TextBox 12">
                <a:extLst>
                  <a:ext uri="{FF2B5EF4-FFF2-40B4-BE49-F238E27FC236}">
                    <a16:creationId xmlns:a16="http://schemas.microsoft.com/office/drawing/2014/main" id="{AAB7FF39-26C4-66C3-3C8F-5A83C77632E5}"/>
                  </a:ext>
                </a:extLst>
              </p:cNvPr>
              <p:cNvSpPr txBox="1">
                <a:spLocks noRot="1" noChangeAspect="1" noMove="1" noResize="1" noEditPoints="1" noAdjustHandles="1" noChangeArrowheads="1" noChangeShapeType="1" noTextEdit="1"/>
              </p:cNvSpPr>
              <p:nvPr/>
            </p:nvSpPr>
            <p:spPr>
              <a:xfrm>
                <a:off x="901404" y="4735383"/>
                <a:ext cx="1587421" cy="706604"/>
              </a:xfrm>
              <a:prstGeom prst="rect">
                <a:avLst/>
              </a:prstGeom>
              <a:blipFill>
                <a:blip r:embed="rId12"/>
                <a:stretch>
                  <a:fillRect b="-701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66D103B-22CD-C029-C9C6-7B274EF711B4}"/>
                  </a:ext>
                </a:extLst>
              </p:cNvPr>
              <p:cNvSpPr txBox="1"/>
              <p:nvPr/>
            </p:nvSpPr>
            <p:spPr>
              <a:xfrm>
                <a:off x="901403" y="5508129"/>
                <a:ext cx="19511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=2.95×</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3</m:t>
                          </m:r>
                        </m:sup>
                      </m:sSup>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𝑃𝑎</m:t>
                      </m:r>
                    </m:oMath>
                  </m:oMathPara>
                </a14:m>
                <a:endParaRPr lang="en-CN" sz="2000" dirty="0"/>
              </a:p>
            </p:txBody>
          </p:sp>
        </mc:Choice>
        <mc:Fallback xmlns="">
          <p:sp>
            <p:nvSpPr>
              <p:cNvPr id="14" name="TextBox 13">
                <a:extLst>
                  <a:ext uri="{FF2B5EF4-FFF2-40B4-BE49-F238E27FC236}">
                    <a16:creationId xmlns:a16="http://schemas.microsoft.com/office/drawing/2014/main" id="{766D103B-22CD-C029-C9C6-7B274EF711B4}"/>
                  </a:ext>
                </a:extLst>
              </p:cNvPr>
              <p:cNvSpPr txBox="1">
                <a:spLocks noRot="1" noChangeAspect="1" noMove="1" noResize="1" noEditPoints="1" noAdjustHandles="1" noChangeArrowheads="1" noChangeShapeType="1" noTextEdit="1"/>
              </p:cNvSpPr>
              <p:nvPr/>
            </p:nvSpPr>
            <p:spPr>
              <a:xfrm>
                <a:off x="901403" y="5508129"/>
                <a:ext cx="1951175" cy="400110"/>
              </a:xfrm>
              <a:prstGeom prst="rect">
                <a:avLst/>
              </a:prstGeom>
              <a:blipFill>
                <a:blip r:embed="rId13"/>
                <a:stretch>
                  <a:fillRect b="-15152"/>
                </a:stretch>
              </a:blipFill>
            </p:spPr>
            <p:txBody>
              <a:bodyPr/>
              <a:lstStyle/>
              <a:p>
                <a:r>
                  <a:rPr lang="en-CN">
                    <a:noFill/>
                  </a:rPr>
                  <a:t> </a:t>
                </a:r>
              </a:p>
            </p:txBody>
          </p:sp>
        </mc:Fallback>
      </mc:AlternateContent>
    </p:spTree>
    <p:extLst>
      <p:ext uri="{BB962C8B-B14F-4D97-AF65-F5344CB8AC3E}">
        <p14:creationId xmlns:p14="http://schemas.microsoft.com/office/powerpoint/2010/main" val="670314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dissolv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dissolve">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dissolve">
                                      <p:cBhvr>
                                        <p:cTn id="22" dur="500"/>
                                        <p:tgtEl>
                                          <p:spTgt spid="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dissolve">
                                      <p:cBhvr>
                                        <p:cTn id="27" dur="500"/>
                                        <p:tgtEl>
                                          <p:spTgt spid="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0">
                                            <p:txEl>
                                              <p:pRg st="0" end="0"/>
                                            </p:txEl>
                                          </p:spTgt>
                                        </p:tgtEl>
                                        <p:attrNameLst>
                                          <p:attrName>style.visibility</p:attrName>
                                        </p:attrNameLst>
                                      </p:cBhvr>
                                      <p:to>
                                        <p:strVal val="visible"/>
                                      </p:to>
                                    </p:set>
                                    <p:animEffect transition="in" filter="dissolve">
                                      <p:cBhvr>
                                        <p:cTn id="32" dur="500"/>
                                        <p:tgtEl>
                                          <p:spTgt spid="1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dissolve">
                                      <p:cBhvr>
                                        <p:cTn id="37" dur="500"/>
                                        <p:tgtEl>
                                          <p:spTgt spid="11">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12">
                                            <p:txEl>
                                              <p:pRg st="0" end="0"/>
                                            </p:txEl>
                                          </p:spTgt>
                                        </p:tgtEl>
                                        <p:attrNameLst>
                                          <p:attrName>style.visibility</p:attrName>
                                        </p:attrNameLst>
                                      </p:cBhvr>
                                      <p:to>
                                        <p:strVal val="visible"/>
                                      </p:to>
                                    </p:set>
                                    <p:animEffect transition="in" filter="checkerboard(across)">
                                      <p:cBhvr>
                                        <p:cTn id="42" dur="500"/>
                                        <p:tgtEl>
                                          <p:spTgt spid="12">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13">
                                            <p:txEl>
                                              <p:pRg st="0" end="0"/>
                                            </p:txEl>
                                          </p:spTgt>
                                        </p:tgtEl>
                                        <p:attrNameLst>
                                          <p:attrName>style.visibility</p:attrName>
                                        </p:attrNameLst>
                                      </p:cBhvr>
                                      <p:to>
                                        <p:strVal val="visible"/>
                                      </p:to>
                                    </p:set>
                                    <p:animEffect transition="in" filter="checkerboard(across)">
                                      <p:cBhvr>
                                        <p:cTn id="47" dur="500"/>
                                        <p:tgtEl>
                                          <p:spTgt spid="13">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nodeType="clickEffect">
                                  <p:stCondLst>
                                    <p:cond delay="0"/>
                                  </p:stCondLst>
                                  <p:childTnLst>
                                    <p:set>
                                      <p:cBhvr>
                                        <p:cTn id="51" dur="1" fill="hold">
                                          <p:stCondLst>
                                            <p:cond delay="0"/>
                                          </p:stCondLst>
                                        </p:cTn>
                                        <p:tgtEl>
                                          <p:spTgt spid="14">
                                            <p:txEl>
                                              <p:pRg st="0" end="0"/>
                                            </p:txEl>
                                          </p:spTgt>
                                        </p:tgtEl>
                                        <p:attrNameLst>
                                          <p:attrName>style.visibility</p:attrName>
                                        </p:attrNameLst>
                                      </p:cBhvr>
                                      <p:to>
                                        <p:strVal val="visible"/>
                                      </p:to>
                                    </p:set>
                                    <p:animEffect transition="in" filter="checkerboard(across)">
                                      <p:cBhvr>
                                        <p:cTn id="52"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316C8249-AAC7-F3E3-9ADC-C3CB9211EAE2}"/>
              </a:ext>
            </a:extLst>
          </p:cNvPr>
          <p:cNvSpPr>
            <a:spLocks noChangeArrowheads="1"/>
          </p:cNvSpPr>
          <p:nvPr/>
        </p:nvSpPr>
        <p:spPr bwMode="auto">
          <a:xfrm>
            <a:off x="-23812" y="7144"/>
            <a:ext cx="77724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a:latin typeface="Courier New" panose="02070309020205020404" pitchFamily="49" charset="0"/>
              </a:rPr>
              <a:t>PRESSURE AND DEPTH</a:t>
            </a:r>
          </a:p>
        </p:txBody>
      </p:sp>
      <p:sp>
        <p:nvSpPr>
          <p:cNvPr id="117791" name="Rectangle 31">
            <a:extLst>
              <a:ext uri="{FF2B5EF4-FFF2-40B4-BE49-F238E27FC236}">
                <a16:creationId xmlns:a16="http://schemas.microsoft.com/office/drawing/2014/main" id="{D4163C05-16F0-1331-C46C-F52D9E14666C}"/>
              </a:ext>
            </a:extLst>
          </p:cNvPr>
          <p:cNvSpPr>
            <a:spLocks noChangeArrowheads="1"/>
          </p:cNvSpPr>
          <p:nvPr/>
        </p:nvSpPr>
        <p:spPr bwMode="auto">
          <a:xfrm>
            <a:off x="0" y="440532"/>
            <a:ext cx="9144000" cy="380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dirty="0">
                <a:latin typeface="Courier New" panose="02070309020205020404" pitchFamily="49" charset="0"/>
              </a:rPr>
              <a:t>Consider the tank of water shown here: </a:t>
            </a:r>
          </a:p>
        </p:txBody>
      </p:sp>
      <p:grpSp>
        <p:nvGrpSpPr>
          <p:cNvPr id="117798" name="Group 38">
            <a:extLst>
              <a:ext uri="{FF2B5EF4-FFF2-40B4-BE49-F238E27FC236}">
                <a16:creationId xmlns:a16="http://schemas.microsoft.com/office/drawing/2014/main" id="{BEFF162E-E927-7314-4AC4-57B0BABC0FB6}"/>
              </a:ext>
            </a:extLst>
          </p:cNvPr>
          <p:cNvGrpSpPr>
            <a:grpSpLocks/>
          </p:cNvGrpSpPr>
          <p:nvPr/>
        </p:nvGrpSpPr>
        <p:grpSpPr bwMode="auto">
          <a:xfrm>
            <a:off x="7075488" y="577056"/>
            <a:ext cx="1684338" cy="4100513"/>
            <a:chOff x="3723" y="1229"/>
            <a:chExt cx="1061" cy="2583"/>
          </a:xfrm>
        </p:grpSpPr>
        <p:sp>
          <p:nvSpPr>
            <p:cNvPr id="117794" name="Freeform 34">
              <a:extLst>
                <a:ext uri="{FF2B5EF4-FFF2-40B4-BE49-F238E27FC236}">
                  <a16:creationId xmlns:a16="http://schemas.microsoft.com/office/drawing/2014/main" id="{DFF0813C-553F-8CD2-938E-C16E958836A5}"/>
                </a:ext>
              </a:extLst>
            </p:cNvPr>
            <p:cNvSpPr>
              <a:spLocks/>
            </p:cNvSpPr>
            <p:nvPr/>
          </p:nvSpPr>
          <p:spPr bwMode="auto">
            <a:xfrm>
              <a:off x="3723" y="3625"/>
              <a:ext cx="1054" cy="182"/>
            </a:xfrm>
            <a:custGeom>
              <a:avLst/>
              <a:gdLst>
                <a:gd name="T0" fmla="*/ 0 w 1054"/>
                <a:gd name="T1" fmla="*/ 182 h 182"/>
                <a:gd name="T2" fmla="*/ 372 w 1054"/>
                <a:gd name="T3" fmla="*/ 0 h 182"/>
                <a:gd name="T4" fmla="*/ 1054 w 1054"/>
                <a:gd name="T5" fmla="*/ 0 h 182"/>
                <a:gd name="T6" fmla="*/ 681 w 1054"/>
                <a:gd name="T7" fmla="*/ 182 h 182"/>
                <a:gd name="T8" fmla="*/ 0 w 1054"/>
                <a:gd name="T9" fmla="*/ 182 h 182"/>
              </a:gdLst>
              <a:ahLst/>
              <a:cxnLst>
                <a:cxn ang="0">
                  <a:pos x="T0" y="T1"/>
                </a:cxn>
                <a:cxn ang="0">
                  <a:pos x="T2" y="T3"/>
                </a:cxn>
                <a:cxn ang="0">
                  <a:pos x="T4" y="T5"/>
                </a:cxn>
                <a:cxn ang="0">
                  <a:pos x="T6" y="T7"/>
                </a:cxn>
                <a:cxn ang="0">
                  <a:pos x="T8" y="T9"/>
                </a:cxn>
              </a:cxnLst>
              <a:rect l="0" t="0" r="r" b="b"/>
              <a:pathLst>
                <a:path w="1054" h="182">
                  <a:moveTo>
                    <a:pt x="0" y="182"/>
                  </a:moveTo>
                  <a:lnTo>
                    <a:pt x="372" y="0"/>
                  </a:lnTo>
                  <a:lnTo>
                    <a:pt x="1054" y="0"/>
                  </a:lnTo>
                  <a:lnTo>
                    <a:pt x="681" y="182"/>
                  </a:lnTo>
                  <a:lnTo>
                    <a:pt x="0" y="182"/>
                  </a:ln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17792" name="Rectangle 32">
              <a:extLst>
                <a:ext uri="{FF2B5EF4-FFF2-40B4-BE49-F238E27FC236}">
                  <a16:creationId xmlns:a16="http://schemas.microsoft.com/office/drawing/2014/main" id="{2774E982-7FCC-D06E-7FE3-12AFAA1EE443}"/>
                </a:ext>
              </a:extLst>
            </p:cNvPr>
            <p:cNvSpPr>
              <a:spLocks noChangeArrowheads="1"/>
            </p:cNvSpPr>
            <p:nvPr/>
          </p:nvSpPr>
          <p:spPr bwMode="auto">
            <a:xfrm>
              <a:off x="4102" y="1236"/>
              <a:ext cx="682" cy="2389"/>
            </a:xfrm>
            <a:prstGeom prst="rect">
              <a:avLst/>
            </a:prstGeom>
            <a:solidFill>
              <a:schemeClr val="accent1">
                <a:alpha val="23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117796" name="Freeform 36">
              <a:extLst>
                <a:ext uri="{FF2B5EF4-FFF2-40B4-BE49-F238E27FC236}">
                  <a16:creationId xmlns:a16="http://schemas.microsoft.com/office/drawing/2014/main" id="{926C2EB8-062A-C409-B339-BB42B5583366}"/>
                </a:ext>
              </a:extLst>
            </p:cNvPr>
            <p:cNvSpPr>
              <a:spLocks/>
            </p:cNvSpPr>
            <p:nvPr/>
          </p:nvSpPr>
          <p:spPr bwMode="auto">
            <a:xfrm>
              <a:off x="4404" y="1229"/>
              <a:ext cx="380" cy="2578"/>
            </a:xfrm>
            <a:custGeom>
              <a:avLst/>
              <a:gdLst>
                <a:gd name="T0" fmla="*/ 0 w 380"/>
                <a:gd name="T1" fmla="*/ 2578 h 2578"/>
                <a:gd name="T2" fmla="*/ 0 w 380"/>
                <a:gd name="T3" fmla="*/ 190 h 2578"/>
                <a:gd name="T4" fmla="*/ 380 w 380"/>
                <a:gd name="T5" fmla="*/ 0 h 2578"/>
                <a:gd name="T6" fmla="*/ 380 w 380"/>
                <a:gd name="T7" fmla="*/ 2396 h 2578"/>
                <a:gd name="T8" fmla="*/ 0 w 380"/>
                <a:gd name="T9" fmla="*/ 2578 h 2578"/>
              </a:gdLst>
              <a:ahLst/>
              <a:cxnLst>
                <a:cxn ang="0">
                  <a:pos x="T0" y="T1"/>
                </a:cxn>
                <a:cxn ang="0">
                  <a:pos x="T2" y="T3"/>
                </a:cxn>
                <a:cxn ang="0">
                  <a:pos x="T4" y="T5"/>
                </a:cxn>
                <a:cxn ang="0">
                  <a:pos x="T6" y="T7"/>
                </a:cxn>
                <a:cxn ang="0">
                  <a:pos x="T8" y="T9"/>
                </a:cxn>
              </a:cxnLst>
              <a:rect l="0" t="0" r="r" b="b"/>
              <a:pathLst>
                <a:path w="380" h="2578">
                  <a:moveTo>
                    <a:pt x="0" y="2578"/>
                  </a:moveTo>
                  <a:lnTo>
                    <a:pt x="0" y="190"/>
                  </a:lnTo>
                  <a:lnTo>
                    <a:pt x="380" y="0"/>
                  </a:lnTo>
                  <a:lnTo>
                    <a:pt x="380" y="2396"/>
                  </a:lnTo>
                  <a:lnTo>
                    <a:pt x="0" y="2578"/>
                  </a:lnTo>
                  <a:close/>
                </a:path>
              </a:pathLst>
            </a:custGeom>
            <a:solidFill>
              <a:schemeClr val="accent1">
                <a:alpha val="17999"/>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17797" name="Freeform 37">
              <a:extLst>
                <a:ext uri="{FF2B5EF4-FFF2-40B4-BE49-F238E27FC236}">
                  <a16:creationId xmlns:a16="http://schemas.microsoft.com/office/drawing/2014/main" id="{44942B72-53DA-9E18-1EC4-D6151FF0A405}"/>
                </a:ext>
              </a:extLst>
            </p:cNvPr>
            <p:cNvSpPr>
              <a:spLocks/>
            </p:cNvSpPr>
            <p:nvPr/>
          </p:nvSpPr>
          <p:spPr bwMode="auto">
            <a:xfrm>
              <a:off x="3727" y="1234"/>
              <a:ext cx="380" cy="2578"/>
            </a:xfrm>
            <a:custGeom>
              <a:avLst/>
              <a:gdLst>
                <a:gd name="T0" fmla="*/ 0 w 380"/>
                <a:gd name="T1" fmla="*/ 2578 h 2578"/>
                <a:gd name="T2" fmla="*/ 0 w 380"/>
                <a:gd name="T3" fmla="*/ 190 h 2578"/>
                <a:gd name="T4" fmla="*/ 380 w 380"/>
                <a:gd name="T5" fmla="*/ 0 h 2578"/>
                <a:gd name="T6" fmla="*/ 380 w 380"/>
                <a:gd name="T7" fmla="*/ 2396 h 2578"/>
                <a:gd name="T8" fmla="*/ 0 w 380"/>
                <a:gd name="T9" fmla="*/ 2578 h 2578"/>
              </a:gdLst>
              <a:ahLst/>
              <a:cxnLst>
                <a:cxn ang="0">
                  <a:pos x="T0" y="T1"/>
                </a:cxn>
                <a:cxn ang="0">
                  <a:pos x="T2" y="T3"/>
                </a:cxn>
                <a:cxn ang="0">
                  <a:pos x="T4" y="T5"/>
                </a:cxn>
                <a:cxn ang="0">
                  <a:pos x="T6" y="T7"/>
                </a:cxn>
                <a:cxn ang="0">
                  <a:pos x="T8" y="T9"/>
                </a:cxn>
              </a:cxnLst>
              <a:rect l="0" t="0" r="r" b="b"/>
              <a:pathLst>
                <a:path w="380" h="2578">
                  <a:moveTo>
                    <a:pt x="0" y="2578"/>
                  </a:moveTo>
                  <a:lnTo>
                    <a:pt x="0" y="190"/>
                  </a:lnTo>
                  <a:lnTo>
                    <a:pt x="380" y="0"/>
                  </a:lnTo>
                  <a:lnTo>
                    <a:pt x="380" y="2396"/>
                  </a:lnTo>
                  <a:lnTo>
                    <a:pt x="0" y="2578"/>
                  </a:lnTo>
                  <a:close/>
                </a:path>
              </a:pathLst>
            </a:custGeom>
            <a:solidFill>
              <a:schemeClr val="accent1">
                <a:alpha val="17999"/>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17793" name="Rectangle 33">
              <a:extLst>
                <a:ext uri="{FF2B5EF4-FFF2-40B4-BE49-F238E27FC236}">
                  <a16:creationId xmlns:a16="http://schemas.microsoft.com/office/drawing/2014/main" id="{94570450-5B3D-F198-7603-E578913EF206}"/>
                </a:ext>
              </a:extLst>
            </p:cNvPr>
            <p:cNvSpPr>
              <a:spLocks noChangeArrowheads="1"/>
            </p:cNvSpPr>
            <p:nvPr/>
          </p:nvSpPr>
          <p:spPr bwMode="auto">
            <a:xfrm>
              <a:off x="3728" y="1423"/>
              <a:ext cx="682" cy="2389"/>
            </a:xfrm>
            <a:prstGeom prst="rect">
              <a:avLst/>
            </a:prstGeom>
            <a:solidFill>
              <a:schemeClr val="accent1">
                <a:alpha val="23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grpSp>
      <p:grpSp>
        <p:nvGrpSpPr>
          <p:cNvPr id="117799" name="Group 39">
            <a:extLst>
              <a:ext uri="{FF2B5EF4-FFF2-40B4-BE49-F238E27FC236}">
                <a16:creationId xmlns:a16="http://schemas.microsoft.com/office/drawing/2014/main" id="{8837BC70-F239-94AC-3179-60E61D1C3265}"/>
              </a:ext>
            </a:extLst>
          </p:cNvPr>
          <p:cNvGrpSpPr>
            <a:grpSpLocks/>
          </p:cNvGrpSpPr>
          <p:nvPr/>
        </p:nvGrpSpPr>
        <p:grpSpPr bwMode="auto">
          <a:xfrm>
            <a:off x="7083426" y="583406"/>
            <a:ext cx="1684337" cy="4100513"/>
            <a:chOff x="3723" y="1229"/>
            <a:chExt cx="1061" cy="2583"/>
          </a:xfrm>
        </p:grpSpPr>
        <p:sp>
          <p:nvSpPr>
            <p:cNvPr id="117800" name="Freeform 40">
              <a:extLst>
                <a:ext uri="{FF2B5EF4-FFF2-40B4-BE49-F238E27FC236}">
                  <a16:creationId xmlns:a16="http://schemas.microsoft.com/office/drawing/2014/main" id="{6568AF3A-2171-5D1C-09DF-65A405725CE8}"/>
                </a:ext>
              </a:extLst>
            </p:cNvPr>
            <p:cNvSpPr>
              <a:spLocks/>
            </p:cNvSpPr>
            <p:nvPr/>
          </p:nvSpPr>
          <p:spPr bwMode="auto">
            <a:xfrm>
              <a:off x="3723" y="3625"/>
              <a:ext cx="1054" cy="182"/>
            </a:xfrm>
            <a:custGeom>
              <a:avLst/>
              <a:gdLst>
                <a:gd name="T0" fmla="*/ 0 w 1054"/>
                <a:gd name="T1" fmla="*/ 182 h 182"/>
                <a:gd name="T2" fmla="*/ 372 w 1054"/>
                <a:gd name="T3" fmla="*/ 0 h 182"/>
                <a:gd name="T4" fmla="*/ 1054 w 1054"/>
                <a:gd name="T5" fmla="*/ 0 h 182"/>
                <a:gd name="T6" fmla="*/ 681 w 1054"/>
                <a:gd name="T7" fmla="*/ 182 h 182"/>
                <a:gd name="T8" fmla="*/ 0 w 1054"/>
                <a:gd name="T9" fmla="*/ 182 h 182"/>
              </a:gdLst>
              <a:ahLst/>
              <a:cxnLst>
                <a:cxn ang="0">
                  <a:pos x="T0" y="T1"/>
                </a:cxn>
                <a:cxn ang="0">
                  <a:pos x="T2" y="T3"/>
                </a:cxn>
                <a:cxn ang="0">
                  <a:pos x="T4" y="T5"/>
                </a:cxn>
                <a:cxn ang="0">
                  <a:pos x="T6" y="T7"/>
                </a:cxn>
                <a:cxn ang="0">
                  <a:pos x="T8" y="T9"/>
                </a:cxn>
              </a:cxnLst>
              <a:rect l="0" t="0" r="r" b="b"/>
              <a:pathLst>
                <a:path w="1054" h="182">
                  <a:moveTo>
                    <a:pt x="0" y="182"/>
                  </a:moveTo>
                  <a:lnTo>
                    <a:pt x="372" y="0"/>
                  </a:lnTo>
                  <a:lnTo>
                    <a:pt x="1054" y="0"/>
                  </a:lnTo>
                  <a:lnTo>
                    <a:pt x="681" y="182"/>
                  </a:lnTo>
                  <a:lnTo>
                    <a:pt x="0" y="182"/>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17801" name="Rectangle 41">
              <a:extLst>
                <a:ext uri="{FF2B5EF4-FFF2-40B4-BE49-F238E27FC236}">
                  <a16:creationId xmlns:a16="http://schemas.microsoft.com/office/drawing/2014/main" id="{D0CA5CCD-61F7-7780-2077-7AD803D1FD10}"/>
                </a:ext>
              </a:extLst>
            </p:cNvPr>
            <p:cNvSpPr>
              <a:spLocks noChangeArrowheads="1"/>
            </p:cNvSpPr>
            <p:nvPr/>
          </p:nvSpPr>
          <p:spPr bwMode="auto">
            <a:xfrm>
              <a:off x="4102" y="1236"/>
              <a:ext cx="682" cy="238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alpha val="23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117802" name="Freeform 42">
              <a:extLst>
                <a:ext uri="{FF2B5EF4-FFF2-40B4-BE49-F238E27FC236}">
                  <a16:creationId xmlns:a16="http://schemas.microsoft.com/office/drawing/2014/main" id="{9EBA5346-02DE-F8CB-22AC-666BCD027B9B}"/>
                </a:ext>
              </a:extLst>
            </p:cNvPr>
            <p:cNvSpPr>
              <a:spLocks/>
            </p:cNvSpPr>
            <p:nvPr/>
          </p:nvSpPr>
          <p:spPr bwMode="auto">
            <a:xfrm>
              <a:off x="4404" y="1229"/>
              <a:ext cx="380" cy="2578"/>
            </a:xfrm>
            <a:custGeom>
              <a:avLst/>
              <a:gdLst>
                <a:gd name="T0" fmla="*/ 0 w 380"/>
                <a:gd name="T1" fmla="*/ 2578 h 2578"/>
                <a:gd name="T2" fmla="*/ 0 w 380"/>
                <a:gd name="T3" fmla="*/ 190 h 2578"/>
                <a:gd name="T4" fmla="*/ 380 w 380"/>
                <a:gd name="T5" fmla="*/ 0 h 2578"/>
                <a:gd name="T6" fmla="*/ 380 w 380"/>
                <a:gd name="T7" fmla="*/ 2396 h 2578"/>
                <a:gd name="T8" fmla="*/ 0 w 380"/>
                <a:gd name="T9" fmla="*/ 2578 h 2578"/>
              </a:gdLst>
              <a:ahLst/>
              <a:cxnLst>
                <a:cxn ang="0">
                  <a:pos x="T0" y="T1"/>
                </a:cxn>
                <a:cxn ang="0">
                  <a:pos x="T2" y="T3"/>
                </a:cxn>
                <a:cxn ang="0">
                  <a:pos x="T4" y="T5"/>
                </a:cxn>
                <a:cxn ang="0">
                  <a:pos x="T6" y="T7"/>
                </a:cxn>
                <a:cxn ang="0">
                  <a:pos x="T8" y="T9"/>
                </a:cxn>
              </a:cxnLst>
              <a:rect l="0" t="0" r="r" b="b"/>
              <a:pathLst>
                <a:path w="380" h="2578">
                  <a:moveTo>
                    <a:pt x="0" y="2578"/>
                  </a:moveTo>
                  <a:lnTo>
                    <a:pt x="0" y="190"/>
                  </a:lnTo>
                  <a:lnTo>
                    <a:pt x="380" y="0"/>
                  </a:lnTo>
                  <a:lnTo>
                    <a:pt x="380" y="2396"/>
                  </a:lnTo>
                  <a:lnTo>
                    <a:pt x="0" y="2578"/>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alpha val="17999"/>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17803" name="Freeform 43">
              <a:extLst>
                <a:ext uri="{FF2B5EF4-FFF2-40B4-BE49-F238E27FC236}">
                  <a16:creationId xmlns:a16="http://schemas.microsoft.com/office/drawing/2014/main" id="{8FC3D547-9E77-31EC-7B74-DCDB60A65F82}"/>
                </a:ext>
              </a:extLst>
            </p:cNvPr>
            <p:cNvSpPr>
              <a:spLocks/>
            </p:cNvSpPr>
            <p:nvPr/>
          </p:nvSpPr>
          <p:spPr bwMode="auto">
            <a:xfrm>
              <a:off x="3727" y="1234"/>
              <a:ext cx="380" cy="2578"/>
            </a:xfrm>
            <a:custGeom>
              <a:avLst/>
              <a:gdLst>
                <a:gd name="T0" fmla="*/ 0 w 380"/>
                <a:gd name="T1" fmla="*/ 2578 h 2578"/>
                <a:gd name="T2" fmla="*/ 0 w 380"/>
                <a:gd name="T3" fmla="*/ 190 h 2578"/>
                <a:gd name="T4" fmla="*/ 380 w 380"/>
                <a:gd name="T5" fmla="*/ 0 h 2578"/>
                <a:gd name="T6" fmla="*/ 380 w 380"/>
                <a:gd name="T7" fmla="*/ 2396 h 2578"/>
                <a:gd name="T8" fmla="*/ 0 w 380"/>
                <a:gd name="T9" fmla="*/ 2578 h 2578"/>
              </a:gdLst>
              <a:ahLst/>
              <a:cxnLst>
                <a:cxn ang="0">
                  <a:pos x="T0" y="T1"/>
                </a:cxn>
                <a:cxn ang="0">
                  <a:pos x="T2" y="T3"/>
                </a:cxn>
                <a:cxn ang="0">
                  <a:pos x="T4" y="T5"/>
                </a:cxn>
                <a:cxn ang="0">
                  <a:pos x="T6" y="T7"/>
                </a:cxn>
                <a:cxn ang="0">
                  <a:pos x="T8" y="T9"/>
                </a:cxn>
              </a:cxnLst>
              <a:rect l="0" t="0" r="r" b="b"/>
              <a:pathLst>
                <a:path w="380" h="2578">
                  <a:moveTo>
                    <a:pt x="0" y="2578"/>
                  </a:moveTo>
                  <a:lnTo>
                    <a:pt x="0" y="190"/>
                  </a:lnTo>
                  <a:lnTo>
                    <a:pt x="380" y="0"/>
                  </a:lnTo>
                  <a:lnTo>
                    <a:pt x="380" y="2396"/>
                  </a:lnTo>
                  <a:lnTo>
                    <a:pt x="0" y="2578"/>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alpha val="17999"/>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17804" name="Rectangle 44">
              <a:extLst>
                <a:ext uri="{FF2B5EF4-FFF2-40B4-BE49-F238E27FC236}">
                  <a16:creationId xmlns:a16="http://schemas.microsoft.com/office/drawing/2014/main" id="{C89FD5F1-1844-F06F-6860-79A853458024}"/>
                </a:ext>
              </a:extLst>
            </p:cNvPr>
            <p:cNvSpPr>
              <a:spLocks noChangeArrowheads="1"/>
            </p:cNvSpPr>
            <p:nvPr/>
          </p:nvSpPr>
          <p:spPr bwMode="auto">
            <a:xfrm>
              <a:off x="3728" y="1423"/>
              <a:ext cx="682" cy="238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alpha val="23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grpSp>
      <p:sp>
        <p:nvSpPr>
          <p:cNvPr id="117805" name="Text Box 45">
            <a:extLst>
              <a:ext uri="{FF2B5EF4-FFF2-40B4-BE49-F238E27FC236}">
                <a16:creationId xmlns:a16="http://schemas.microsoft.com/office/drawing/2014/main" id="{427D78EB-E3CA-B758-A17A-43D4F1DD7DE7}"/>
              </a:ext>
            </a:extLst>
          </p:cNvPr>
          <p:cNvSpPr txBox="1">
            <a:spLocks noChangeArrowheads="1"/>
          </p:cNvSpPr>
          <p:nvPr/>
        </p:nvSpPr>
        <p:spPr bwMode="auto">
          <a:xfrm>
            <a:off x="7743826" y="4366419"/>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i="1"/>
              <a:t>A</a:t>
            </a:r>
          </a:p>
        </p:txBody>
      </p:sp>
      <p:sp>
        <p:nvSpPr>
          <p:cNvPr id="117806" name="Text Box 46">
            <a:extLst>
              <a:ext uri="{FF2B5EF4-FFF2-40B4-BE49-F238E27FC236}">
                <a16:creationId xmlns:a16="http://schemas.microsoft.com/office/drawing/2014/main" id="{E02DA567-EE59-06A4-1E40-0A58CD890C5B}"/>
              </a:ext>
            </a:extLst>
          </p:cNvPr>
          <p:cNvSpPr txBox="1">
            <a:spLocks noChangeArrowheads="1"/>
          </p:cNvSpPr>
          <p:nvPr/>
        </p:nvSpPr>
        <p:spPr bwMode="auto">
          <a:xfrm>
            <a:off x="8810626" y="2188369"/>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i="1"/>
              <a:t>h</a:t>
            </a:r>
          </a:p>
        </p:txBody>
      </p:sp>
      <p:sp>
        <p:nvSpPr>
          <p:cNvPr id="117807" name="Rectangle 47">
            <a:extLst>
              <a:ext uri="{FF2B5EF4-FFF2-40B4-BE49-F238E27FC236}">
                <a16:creationId xmlns:a16="http://schemas.microsoft.com/office/drawing/2014/main" id="{1EA5403D-069B-C992-AF09-05F6CA6C0784}"/>
              </a:ext>
            </a:extLst>
          </p:cNvPr>
          <p:cNvSpPr>
            <a:spLocks noChangeArrowheads="1"/>
          </p:cNvSpPr>
          <p:nvPr/>
        </p:nvSpPr>
        <p:spPr bwMode="auto">
          <a:xfrm>
            <a:off x="-5954" y="836612"/>
            <a:ext cx="7227492"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marL="342900" indent="-342900" algn="l">
              <a:lnSpc>
                <a:spcPct val="90000"/>
              </a:lnSpc>
              <a:buFont typeface="Arial" panose="020B0604020202020204" pitchFamily="34" charset="0"/>
              <a:buChar char="•"/>
            </a:pPr>
            <a:r>
              <a:rPr lang="en-US" altLang="en-CN" sz="2000" dirty="0">
                <a:latin typeface="Courier New" panose="02070309020205020404" pitchFamily="49" charset="0"/>
              </a:rPr>
              <a:t>The tank has a height </a:t>
            </a:r>
            <a:r>
              <a:rPr lang="en-US" altLang="en-CN" sz="2000" i="1" dirty="0">
                <a:latin typeface="Courier New" panose="02070309020205020404" pitchFamily="49" charset="0"/>
              </a:rPr>
              <a:t>h</a:t>
            </a:r>
            <a:r>
              <a:rPr lang="en-US" altLang="en-CN" sz="2000" dirty="0">
                <a:latin typeface="Courier New" panose="02070309020205020404" pitchFamily="49" charset="0"/>
              </a:rPr>
              <a:t> and a bottom area </a:t>
            </a:r>
            <a:r>
              <a:rPr lang="en-US" altLang="en-CN" sz="2000" i="1" dirty="0">
                <a:latin typeface="Courier New" panose="02070309020205020404" pitchFamily="49" charset="0"/>
              </a:rPr>
              <a:t>A</a:t>
            </a:r>
            <a:endParaRPr lang="en-US" altLang="en-CN" sz="2000" dirty="0">
              <a:latin typeface="Courier New" panose="02070309020205020404" pitchFamily="49" charset="0"/>
            </a:endParaRPr>
          </a:p>
        </p:txBody>
      </p:sp>
      <p:sp>
        <p:nvSpPr>
          <p:cNvPr id="117808" name="Rectangle 48">
            <a:extLst>
              <a:ext uri="{FF2B5EF4-FFF2-40B4-BE49-F238E27FC236}">
                <a16:creationId xmlns:a16="http://schemas.microsoft.com/office/drawing/2014/main" id="{2BF3D569-1540-44F7-E957-594048323B7C}"/>
              </a:ext>
            </a:extLst>
          </p:cNvPr>
          <p:cNvSpPr>
            <a:spLocks noChangeArrowheads="1"/>
          </p:cNvSpPr>
          <p:nvPr/>
        </p:nvSpPr>
        <p:spPr bwMode="auto">
          <a:xfrm>
            <a:off x="794" y="1196975"/>
            <a:ext cx="6898482"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marL="285750" indent="-285750" algn="l">
              <a:lnSpc>
                <a:spcPct val="90000"/>
              </a:lnSpc>
              <a:buFont typeface="Arial" panose="020B0604020202020204" pitchFamily="34" charset="0"/>
              <a:buChar char="•"/>
            </a:pPr>
            <a:r>
              <a:rPr lang="en-US" altLang="en-CN" sz="2000" dirty="0">
                <a:latin typeface="Courier New" panose="02070309020205020404" pitchFamily="49" charset="0"/>
              </a:rPr>
              <a:t>The area </a:t>
            </a:r>
            <a:r>
              <a:rPr lang="en-US" altLang="en-CN" sz="2000" i="1" dirty="0">
                <a:latin typeface="Courier New" panose="02070309020205020404" pitchFamily="49" charset="0"/>
              </a:rPr>
              <a:t>A</a:t>
            </a:r>
            <a:r>
              <a:rPr lang="en-US" altLang="en-CN" sz="2000" dirty="0">
                <a:latin typeface="Courier New" panose="02070309020205020404" pitchFamily="49" charset="0"/>
              </a:rPr>
              <a:t> is supporting the full weight </a:t>
            </a:r>
            <a:r>
              <a:rPr lang="en-US" altLang="en-CN" sz="2000" i="1" dirty="0">
                <a:latin typeface="Courier New" panose="02070309020205020404" pitchFamily="49" charset="0"/>
              </a:rPr>
              <a:t>W </a:t>
            </a:r>
            <a:r>
              <a:rPr lang="en-US" altLang="en-CN" sz="2000" dirty="0">
                <a:latin typeface="Courier New" panose="02070309020205020404" pitchFamily="49" charset="0"/>
              </a:rPr>
              <a:t>of the water. </a:t>
            </a:r>
          </a:p>
        </p:txBody>
      </p:sp>
      <p:sp>
        <p:nvSpPr>
          <p:cNvPr id="117809" name="Rectangle 49">
            <a:extLst>
              <a:ext uri="{FF2B5EF4-FFF2-40B4-BE49-F238E27FC236}">
                <a16:creationId xmlns:a16="http://schemas.microsoft.com/office/drawing/2014/main" id="{ABAF1958-E57D-A304-65BB-262067392C95}"/>
              </a:ext>
            </a:extLst>
          </p:cNvPr>
          <p:cNvSpPr>
            <a:spLocks noChangeArrowheads="1"/>
          </p:cNvSpPr>
          <p:nvPr/>
        </p:nvSpPr>
        <p:spPr bwMode="auto">
          <a:xfrm>
            <a:off x="793" y="1858963"/>
            <a:ext cx="7308057"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marL="342900" indent="-342900" algn="l">
              <a:lnSpc>
                <a:spcPct val="90000"/>
              </a:lnSpc>
              <a:buFont typeface="Arial" panose="020B0604020202020204" pitchFamily="34" charset="0"/>
              <a:buChar char="•"/>
            </a:pPr>
            <a:r>
              <a:rPr lang="en-US" altLang="en-CN" sz="2000" dirty="0">
                <a:latin typeface="Courier New" panose="02070309020205020404" pitchFamily="49" charset="0"/>
              </a:rPr>
              <a:t>Since </a:t>
            </a:r>
            <a:r>
              <a:rPr lang="en-US" altLang="en-CN" sz="2000" i="1" dirty="0">
                <a:latin typeface="Courier New" panose="02070309020205020404" pitchFamily="49" charset="0"/>
              </a:rPr>
              <a:t>W </a:t>
            </a:r>
            <a:r>
              <a:rPr lang="en-US" altLang="en-CN" sz="2000" dirty="0">
                <a:latin typeface="Courier New" panose="02070309020205020404" pitchFamily="49" charset="0"/>
              </a:rPr>
              <a:t>= </a:t>
            </a:r>
            <a:r>
              <a:rPr lang="en-US" altLang="en-CN" sz="2000" i="1" dirty="0">
                <a:latin typeface="Courier New" panose="02070309020205020404" pitchFamily="49" charset="0"/>
              </a:rPr>
              <a:t>mg</a:t>
            </a:r>
            <a:r>
              <a:rPr lang="en-US" altLang="en-CN" sz="2000" dirty="0">
                <a:latin typeface="Courier New" panose="02070309020205020404" pitchFamily="49" charset="0"/>
              </a:rPr>
              <a:t>, we see that the water pressure on the bottom of the tank is just </a:t>
            </a:r>
          </a:p>
        </p:txBody>
      </p:sp>
      <p:sp>
        <p:nvSpPr>
          <p:cNvPr id="117810" name="Rectangle 50">
            <a:extLst>
              <a:ext uri="{FF2B5EF4-FFF2-40B4-BE49-F238E27FC236}">
                <a16:creationId xmlns:a16="http://schemas.microsoft.com/office/drawing/2014/main" id="{0D14513C-AB67-F06A-5798-CCC6ADB37120}"/>
              </a:ext>
            </a:extLst>
          </p:cNvPr>
          <p:cNvSpPr>
            <a:spLocks noChangeArrowheads="1"/>
          </p:cNvSpPr>
          <p:nvPr/>
        </p:nvSpPr>
        <p:spPr bwMode="auto">
          <a:xfrm>
            <a:off x="1985963" y="2759075"/>
            <a:ext cx="76041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p</a:t>
            </a:r>
            <a:r>
              <a:rPr lang="en-US" altLang="en-CN" sz="1800">
                <a:latin typeface="Courier New" panose="02070309020205020404" pitchFamily="49" charset="0"/>
              </a:rPr>
              <a:t> = </a:t>
            </a:r>
            <a:endParaRPr lang="en-US" altLang="en-CN" sz="1600" b="1" i="1">
              <a:latin typeface="Courier New" panose="02070309020205020404" pitchFamily="49" charset="0"/>
              <a:sym typeface="Symbol" pitchFamily="2" charset="2"/>
            </a:endParaRPr>
          </a:p>
        </p:txBody>
      </p:sp>
      <p:sp>
        <p:nvSpPr>
          <p:cNvPr id="117811" name="Rectangle 51">
            <a:extLst>
              <a:ext uri="{FF2B5EF4-FFF2-40B4-BE49-F238E27FC236}">
                <a16:creationId xmlns:a16="http://schemas.microsoft.com/office/drawing/2014/main" id="{7AD96589-BB97-3394-3175-B49418B0C4A1}"/>
              </a:ext>
            </a:extLst>
          </p:cNvPr>
          <p:cNvSpPr>
            <a:spLocks noChangeArrowheads="1"/>
          </p:cNvSpPr>
          <p:nvPr/>
        </p:nvSpPr>
        <p:spPr bwMode="auto">
          <a:xfrm>
            <a:off x="2557463" y="2619375"/>
            <a:ext cx="47307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i="1" u="sng">
                <a:latin typeface="Courier New" panose="02070309020205020404" pitchFamily="49" charset="0"/>
              </a:rPr>
              <a:t>F</a:t>
            </a:r>
          </a:p>
          <a:p>
            <a:pPr>
              <a:lnSpc>
                <a:spcPct val="90000"/>
              </a:lnSpc>
            </a:pPr>
            <a:r>
              <a:rPr lang="en-US" altLang="en-CN" sz="1800" i="1">
                <a:latin typeface="Courier New" panose="02070309020205020404" pitchFamily="49" charset="0"/>
              </a:rPr>
              <a:t>A</a:t>
            </a:r>
            <a:endParaRPr lang="en-US" altLang="en-CN" sz="1600" b="1" i="1">
              <a:latin typeface="Courier New" panose="02070309020205020404" pitchFamily="49" charset="0"/>
            </a:endParaRPr>
          </a:p>
        </p:txBody>
      </p:sp>
      <p:sp>
        <p:nvSpPr>
          <p:cNvPr id="117812" name="Rectangle 52">
            <a:extLst>
              <a:ext uri="{FF2B5EF4-FFF2-40B4-BE49-F238E27FC236}">
                <a16:creationId xmlns:a16="http://schemas.microsoft.com/office/drawing/2014/main" id="{3CFB452F-5193-7A9D-E87C-F682BDD1B445}"/>
              </a:ext>
            </a:extLst>
          </p:cNvPr>
          <p:cNvSpPr>
            <a:spLocks noChangeArrowheads="1"/>
          </p:cNvSpPr>
          <p:nvPr/>
        </p:nvSpPr>
        <p:spPr bwMode="auto">
          <a:xfrm>
            <a:off x="3086100" y="2755900"/>
            <a:ext cx="760413"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a:latin typeface="Courier New" panose="02070309020205020404" pitchFamily="49" charset="0"/>
              </a:rPr>
              <a:t>= </a:t>
            </a:r>
            <a:endParaRPr lang="en-US" altLang="en-CN" sz="1600" b="1" i="1">
              <a:latin typeface="Courier New" panose="02070309020205020404" pitchFamily="49" charset="0"/>
              <a:sym typeface="Symbol" pitchFamily="2" charset="2"/>
            </a:endParaRPr>
          </a:p>
        </p:txBody>
      </p:sp>
      <p:sp>
        <p:nvSpPr>
          <p:cNvPr id="117813" name="Rectangle 53">
            <a:extLst>
              <a:ext uri="{FF2B5EF4-FFF2-40B4-BE49-F238E27FC236}">
                <a16:creationId xmlns:a16="http://schemas.microsoft.com/office/drawing/2014/main" id="{D5F8EBDC-1753-8B91-5FBA-96994029C206}"/>
              </a:ext>
            </a:extLst>
          </p:cNvPr>
          <p:cNvSpPr>
            <a:spLocks noChangeArrowheads="1"/>
          </p:cNvSpPr>
          <p:nvPr/>
        </p:nvSpPr>
        <p:spPr bwMode="auto">
          <a:xfrm>
            <a:off x="3433763" y="2614613"/>
            <a:ext cx="47307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i="1" u="sng">
                <a:latin typeface="Courier New" panose="02070309020205020404" pitchFamily="49" charset="0"/>
              </a:rPr>
              <a:t>mg</a:t>
            </a:r>
          </a:p>
          <a:p>
            <a:pPr>
              <a:lnSpc>
                <a:spcPct val="90000"/>
              </a:lnSpc>
            </a:pPr>
            <a:r>
              <a:rPr lang="en-US" altLang="en-CN" sz="1800" i="1">
                <a:latin typeface="Courier New" panose="02070309020205020404" pitchFamily="49" charset="0"/>
              </a:rPr>
              <a:t>A</a:t>
            </a:r>
            <a:endParaRPr lang="en-US" altLang="en-CN" sz="1600" b="1" i="1">
              <a:latin typeface="Courier New" panose="02070309020205020404" pitchFamily="49" charset="0"/>
            </a:endParaRPr>
          </a:p>
        </p:txBody>
      </p:sp>
      <p:sp>
        <p:nvSpPr>
          <p:cNvPr id="117814" name="Rectangle 54">
            <a:extLst>
              <a:ext uri="{FF2B5EF4-FFF2-40B4-BE49-F238E27FC236}">
                <a16:creationId xmlns:a16="http://schemas.microsoft.com/office/drawing/2014/main" id="{050B19C9-1312-1BDD-021A-C1B6B2DE7576}"/>
              </a:ext>
            </a:extLst>
          </p:cNvPr>
          <p:cNvSpPr>
            <a:spLocks noChangeArrowheads="1"/>
          </p:cNvSpPr>
          <p:nvPr/>
        </p:nvSpPr>
        <p:spPr bwMode="auto">
          <a:xfrm>
            <a:off x="3969" y="3346450"/>
            <a:ext cx="5977731"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marL="285750" indent="-285750" algn="l">
              <a:lnSpc>
                <a:spcPct val="90000"/>
              </a:lnSpc>
              <a:buFont typeface="Arial" panose="020B0604020202020204" pitchFamily="34" charset="0"/>
              <a:buChar char="•"/>
            </a:pPr>
            <a:r>
              <a:rPr lang="en-US" altLang="en-CN" sz="2000" dirty="0">
                <a:latin typeface="Courier New" panose="02070309020205020404" pitchFamily="49" charset="0"/>
              </a:rPr>
              <a:t>Since density </a:t>
            </a:r>
            <a:r>
              <a:rPr lang="en-US" altLang="en-CN" sz="2000" i="1" dirty="0">
                <a:latin typeface="Courier New" panose="02070309020205020404" pitchFamily="49" charset="0"/>
                <a:sym typeface="Symbol" pitchFamily="2" charset="2"/>
              </a:rPr>
              <a:t></a:t>
            </a:r>
            <a:r>
              <a:rPr lang="en-US" altLang="en-CN" sz="2000" dirty="0">
                <a:latin typeface="Courier New" panose="02070309020205020404" pitchFamily="49" charset="0"/>
                <a:sym typeface="Symbol" pitchFamily="2" charset="2"/>
              </a:rPr>
              <a:t> </a:t>
            </a:r>
            <a:r>
              <a:rPr lang="en-US" altLang="en-CN" sz="2000" dirty="0">
                <a:latin typeface="Courier New" panose="02070309020205020404" pitchFamily="49" charset="0"/>
              </a:rPr>
              <a:t>= </a:t>
            </a:r>
            <a:r>
              <a:rPr lang="en-US" altLang="en-CN" sz="2000" i="1" dirty="0">
                <a:latin typeface="Courier New" panose="02070309020205020404" pitchFamily="49" charset="0"/>
              </a:rPr>
              <a:t>m/V</a:t>
            </a:r>
            <a:r>
              <a:rPr lang="en-US" altLang="en-CN" sz="2000" dirty="0">
                <a:latin typeface="Courier New" panose="02070309020205020404" pitchFamily="49" charset="0"/>
              </a:rPr>
              <a:t>, and since volume </a:t>
            </a:r>
            <a:r>
              <a:rPr lang="en-US" altLang="en-CN" sz="2000" i="1" dirty="0">
                <a:latin typeface="Courier New" panose="02070309020205020404" pitchFamily="49" charset="0"/>
              </a:rPr>
              <a:t>V</a:t>
            </a:r>
            <a:r>
              <a:rPr lang="en-US" altLang="en-CN" sz="2000" dirty="0">
                <a:latin typeface="Courier New" panose="02070309020205020404" pitchFamily="49" charset="0"/>
              </a:rPr>
              <a:t> = </a:t>
            </a:r>
            <a:r>
              <a:rPr lang="en-US" altLang="en-CN" sz="2000" i="1" dirty="0">
                <a:latin typeface="Courier New" panose="02070309020205020404" pitchFamily="49" charset="0"/>
              </a:rPr>
              <a:t>Ah</a:t>
            </a:r>
            <a:r>
              <a:rPr lang="en-US" altLang="en-CN" sz="2000" dirty="0">
                <a:latin typeface="Courier New" panose="02070309020205020404" pitchFamily="49" charset="0"/>
              </a:rPr>
              <a:t>, we can write</a:t>
            </a:r>
          </a:p>
        </p:txBody>
      </p:sp>
      <p:sp>
        <p:nvSpPr>
          <p:cNvPr id="117815" name="Rectangle 55">
            <a:extLst>
              <a:ext uri="{FF2B5EF4-FFF2-40B4-BE49-F238E27FC236}">
                <a16:creationId xmlns:a16="http://schemas.microsoft.com/office/drawing/2014/main" id="{085E23C9-B3F1-DC3E-43AE-2F5FFE883758}"/>
              </a:ext>
            </a:extLst>
          </p:cNvPr>
          <p:cNvSpPr>
            <a:spLocks noChangeArrowheads="1"/>
          </p:cNvSpPr>
          <p:nvPr/>
        </p:nvSpPr>
        <p:spPr bwMode="auto">
          <a:xfrm>
            <a:off x="1971675" y="4059238"/>
            <a:ext cx="1128713"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m</a:t>
            </a:r>
            <a:r>
              <a:rPr lang="en-US" altLang="en-CN" sz="1800">
                <a:latin typeface="Courier New" panose="02070309020205020404" pitchFamily="49" charset="0"/>
              </a:rPr>
              <a:t> = </a:t>
            </a:r>
            <a:r>
              <a:rPr lang="en-US" altLang="en-CN" sz="1800" i="1">
                <a:latin typeface="Courier New" panose="02070309020205020404" pitchFamily="49" charset="0"/>
                <a:sym typeface="Symbol" pitchFamily="2" charset="2"/>
              </a:rPr>
              <a:t></a:t>
            </a:r>
            <a:r>
              <a:rPr lang="en-US" altLang="en-CN" sz="1800" i="1">
                <a:latin typeface="Courier New" panose="02070309020205020404" pitchFamily="49" charset="0"/>
              </a:rPr>
              <a:t>V</a:t>
            </a:r>
          </a:p>
        </p:txBody>
      </p:sp>
      <p:sp>
        <p:nvSpPr>
          <p:cNvPr id="117817" name="Rectangle 57">
            <a:extLst>
              <a:ext uri="{FF2B5EF4-FFF2-40B4-BE49-F238E27FC236}">
                <a16:creationId xmlns:a16="http://schemas.microsoft.com/office/drawing/2014/main" id="{23AE5673-6CFD-D84B-8B83-29198B1351B1}"/>
              </a:ext>
            </a:extLst>
          </p:cNvPr>
          <p:cNvSpPr>
            <a:spLocks noChangeArrowheads="1"/>
          </p:cNvSpPr>
          <p:nvPr/>
        </p:nvSpPr>
        <p:spPr bwMode="auto">
          <a:xfrm>
            <a:off x="3038475" y="4044950"/>
            <a:ext cx="1128713"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a:latin typeface="Courier New" panose="02070309020205020404" pitchFamily="49" charset="0"/>
              </a:rPr>
              <a:t>= </a:t>
            </a:r>
            <a:r>
              <a:rPr lang="en-US" altLang="en-CN" sz="1800" i="1">
                <a:latin typeface="Courier New" panose="02070309020205020404" pitchFamily="49" charset="0"/>
                <a:sym typeface="Symbol" pitchFamily="2" charset="2"/>
              </a:rPr>
              <a:t></a:t>
            </a:r>
            <a:r>
              <a:rPr lang="en-US" altLang="en-CN" sz="1800" i="1">
                <a:latin typeface="Courier New" panose="02070309020205020404" pitchFamily="49" charset="0"/>
              </a:rPr>
              <a:t>Ah</a:t>
            </a:r>
          </a:p>
        </p:txBody>
      </p:sp>
      <p:sp>
        <p:nvSpPr>
          <p:cNvPr id="117818" name="Rectangle 58">
            <a:extLst>
              <a:ext uri="{FF2B5EF4-FFF2-40B4-BE49-F238E27FC236}">
                <a16:creationId xmlns:a16="http://schemas.microsoft.com/office/drawing/2014/main" id="{9323F664-C641-EB5B-FC20-9BD0876B4D07}"/>
              </a:ext>
            </a:extLst>
          </p:cNvPr>
          <p:cNvSpPr>
            <a:spLocks noChangeArrowheads="1"/>
          </p:cNvSpPr>
          <p:nvPr/>
        </p:nvSpPr>
        <p:spPr bwMode="auto">
          <a:xfrm>
            <a:off x="717550" y="4340225"/>
            <a:ext cx="1593850"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600" b="1">
                <a:latin typeface="Courier New" panose="02070309020205020404" pitchFamily="49" charset="0"/>
                <a:sym typeface="Symbol" pitchFamily="2" charset="2"/>
              </a:rPr>
              <a:t></a:t>
            </a:r>
            <a:r>
              <a:rPr lang="en-US" altLang="en-CN" sz="1800">
                <a:latin typeface="Courier New" panose="02070309020205020404" pitchFamily="49" charset="0"/>
              </a:rPr>
              <a:t>so that</a:t>
            </a:r>
          </a:p>
        </p:txBody>
      </p:sp>
      <p:sp>
        <p:nvSpPr>
          <p:cNvPr id="117819" name="Rectangle 59">
            <a:extLst>
              <a:ext uri="{FF2B5EF4-FFF2-40B4-BE49-F238E27FC236}">
                <a16:creationId xmlns:a16="http://schemas.microsoft.com/office/drawing/2014/main" id="{1CADBF7D-48A0-0868-51E0-30CA75CAB897}"/>
              </a:ext>
            </a:extLst>
          </p:cNvPr>
          <p:cNvSpPr>
            <a:spLocks noChangeArrowheads="1"/>
          </p:cNvSpPr>
          <p:nvPr/>
        </p:nvSpPr>
        <p:spPr bwMode="auto">
          <a:xfrm>
            <a:off x="1947863" y="4603750"/>
            <a:ext cx="76041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p</a:t>
            </a:r>
            <a:r>
              <a:rPr lang="en-US" altLang="en-CN" sz="1800">
                <a:latin typeface="Courier New" panose="02070309020205020404" pitchFamily="49" charset="0"/>
              </a:rPr>
              <a:t> = </a:t>
            </a:r>
            <a:endParaRPr lang="en-US" altLang="en-CN" sz="1600" b="1" i="1">
              <a:latin typeface="Courier New" panose="02070309020205020404" pitchFamily="49" charset="0"/>
              <a:sym typeface="Symbol" pitchFamily="2" charset="2"/>
            </a:endParaRPr>
          </a:p>
        </p:txBody>
      </p:sp>
      <p:sp>
        <p:nvSpPr>
          <p:cNvPr id="117820" name="Rectangle 60">
            <a:extLst>
              <a:ext uri="{FF2B5EF4-FFF2-40B4-BE49-F238E27FC236}">
                <a16:creationId xmlns:a16="http://schemas.microsoft.com/office/drawing/2014/main" id="{0ED742DE-9B5D-D281-C4D5-D556C72CE91C}"/>
              </a:ext>
            </a:extLst>
          </p:cNvPr>
          <p:cNvSpPr>
            <a:spLocks noChangeArrowheads="1"/>
          </p:cNvSpPr>
          <p:nvPr/>
        </p:nvSpPr>
        <p:spPr bwMode="auto">
          <a:xfrm>
            <a:off x="2503488" y="4459288"/>
            <a:ext cx="47307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i="1" u="sng">
                <a:latin typeface="Courier New" panose="02070309020205020404" pitchFamily="49" charset="0"/>
              </a:rPr>
              <a:t>mg</a:t>
            </a:r>
          </a:p>
          <a:p>
            <a:pPr>
              <a:lnSpc>
                <a:spcPct val="90000"/>
              </a:lnSpc>
            </a:pPr>
            <a:r>
              <a:rPr lang="en-US" altLang="en-CN" sz="1800" i="1">
                <a:latin typeface="Courier New" panose="02070309020205020404" pitchFamily="49" charset="0"/>
              </a:rPr>
              <a:t>A</a:t>
            </a:r>
            <a:endParaRPr lang="en-US" altLang="en-CN" sz="1600" b="1" i="1">
              <a:latin typeface="Courier New" panose="02070309020205020404" pitchFamily="49" charset="0"/>
            </a:endParaRPr>
          </a:p>
        </p:txBody>
      </p:sp>
      <p:sp>
        <p:nvSpPr>
          <p:cNvPr id="117821" name="Rectangle 61">
            <a:extLst>
              <a:ext uri="{FF2B5EF4-FFF2-40B4-BE49-F238E27FC236}">
                <a16:creationId xmlns:a16="http://schemas.microsoft.com/office/drawing/2014/main" id="{1500C691-740B-C511-2365-8E224A038AA2}"/>
              </a:ext>
            </a:extLst>
          </p:cNvPr>
          <p:cNvSpPr>
            <a:spLocks noChangeArrowheads="1"/>
          </p:cNvSpPr>
          <p:nvPr/>
        </p:nvSpPr>
        <p:spPr bwMode="auto">
          <a:xfrm>
            <a:off x="2973388" y="4603750"/>
            <a:ext cx="76041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a:latin typeface="Courier New" panose="02070309020205020404" pitchFamily="49" charset="0"/>
              </a:rPr>
              <a:t>= </a:t>
            </a:r>
            <a:endParaRPr lang="en-US" altLang="en-CN" sz="1600" b="1" i="1">
              <a:latin typeface="Courier New" panose="02070309020205020404" pitchFamily="49" charset="0"/>
              <a:sym typeface="Symbol" pitchFamily="2" charset="2"/>
            </a:endParaRPr>
          </a:p>
        </p:txBody>
      </p:sp>
      <p:sp>
        <p:nvSpPr>
          <p:cNvPr id="117822" name="Rectangle 62">
            <a:extLst>
              <a:ext uri="{FF2B5EF4-FFF2-40B4-BE49-F238E27FC236}">
                <a16:creationId xmlns:a16="http://schemas.microsoft.com/office/drawing/2014/main" id="{37E57A00-41F6-7568-6AA8-AB5073518A9F}"/>
              </a:ext>
            </a:extLst>
          </p:cNvPr>
          <p:cNvSpPr>
            <a:spLocks noChangeArrowheads="1"/>
          </p:cNvSpPr>
          <p:nvPr/>
        </p:nvSpPr>
        <p:spPr bwMode="auto">
          <a:xfrm>
            <a:off x="3082925" y="4459288"/>
            <a:ext cx="1252538"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i="1" u="sng">
                <a:latin typeface="Courier New" panose="02070309020205020404" pitchFamily="49" charset="0"/>
                <a:sym typeface="Symbol" pitchFamily="2" charset="2"/>
              </a:rPr>
              <a:t></a:t>
            </a:r>
            <a:r>
              <a:rPr lang="en-US" altLang="en-CN" sz="1800" i="1" u="sng">
                <a:latin typeface="Courier New" panose="02070309020205020404" pitchFamily="49" charset="0"/>
              </a:rPr>
              <a:t>Ahg</a:t>
            </a:r>
          </a:p>
          <a:p>
            <a:pPr>
              <a:lnSpc>
                <a:spcPct val="90000"/>
              </a:lnSpc>
            </a:pPr>
            <a:r>
              <a:rPr lang="en-US" altLang="en-CN" sz="1800" i="1">
                <a:latin typeface="Courier New" panose="02070309020205020404" pitchFamily="49" charset="0"/>
              </a:rPr>
              <a:t>A</a:t>
            </a:r>
          </a:p>
        </p:txBody>
      </p:sp>
      <p:sp>
        <p:nvSpPr>
          <p:cNvPr id="117823" name="Line 63">
            <a:extLst>
              <a:ext uri="{FF2B5EF4-FFF2-40B4-BE49-F238E27FC236}">
                <a16:creationId xmlns:a16="http://schemas.microsoft.com/office/drawing/2014/main" id="{EB292748-C2A0-CC70-7CE3-B7295BE14256}"/>
              </a:ext>
            </a:extLst>
          </p:cNvPr>
          <p:cNvSpPr>
            <a:spLocks noChangeShapeType="1"/>
          </p:cNvSpPr>
          <p:nvPr/>
        </p:nvSpPr>
        <p:spPr bwMode="auto">
          <a:xfrm>
            <a:off x="3602038" y="4527550"/>
            <a:ext cx="155575" cy="490538"/>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17824" name="Rectangle 64">
            <a:extLst>
              <a:ext uri="{FF2B5EF4-FFF2-40B4-BE49-F238E27FC236}">
                <a16:creationId xmlns:a16="http://schemas.microsoft.com/office/drawing/2014/main" id="{4992C570-F950-7C99-2B3D-04D9F54FF3F7}"/>
              </a:ext>
            </a:extLst>
          </p:cNvPr>
          <p:cNvSpPr>
            <a:spLocks noChangeArrowheads="1"/>
          </p:cNvSpPr>
          <p:nvPr/>
        </p:nvSpPr>
        <p:spPr bwMode="auto">
          <a:xfrm>
            <a:off x="1038225" y="5452269"/>
            <a:ext cx="125095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i="1">
                <a:latin typeface="Courier New" panose="02070309020205020404" pitchFamily="49" charset="0"/>
              </a:rPr>
              <a:t>p</a:t>
            </a:r>
            <a:r>
              <a:rPr lang="en-US" altLang="en-CN" sz="2000">
                <a:latin typeface="Courier New" panose="02070309020205020404" pitchFamily="49" charset="0"/>
              </a:rPr>
              <a:t> = </a:t>
            </a:r>
            <a:r>
              <a:rPr lang="en-US" altLang="en-CN" sz="2000" i="1">
                <a:latin typeface="Courier New" panose="02070309020205020404" pitchFamily="49" charset="0"/>
                <a:sym typeface="Symbol" pitchFamily="2" charset="2"/>
              </a:rPr>
              <a:t>gh</a:t>
            </a:r>
            <a:endParaRPr lang="en-US" altLang="en-CN" sz="1800" b="1" i="1">
              <a:latin typeface="Courier New" panose="02070309020205020404" pitchFamily="49" charset="0"/>
              <a:sym typeface="Symbol" pitchFamily="2" charset="2"/>
            </a:endParaRPr>
          </a:p>
        </p:txBody>
      </p:sp>
      <p:grpSp>
        <p:nvGrpSpPr>
          <p:cNvPr id="117827" name="Group 67">
            <a:extLst>
              <a:ext uri="{FF2B5EF4-FFF2-40B4-BE49-F238E27FC236}">
                <a16:creationId xmlns:a16="http://schemas.microsoft.com/office/drawing/2014/main" id="{89CDC5D0-5375-25FF-4ADD-F9FE7016A27C}"/>
              </a:ext>
            </a:extLst>
          </p:cNvPr>
          <p:cNvGrpSpPr>
            <a:grpSpLocks/>
          </p:cNvGrpSpPr>
          <p:nvPr/>
        </p:nvGrpSpPr>
        <p:grpSpPr bwMode="auto">
          <a:xfrm>
            <a:off x="550863" y="5433219"/>
            <a:ext cx="5430837" cy="366713"/>
            <a:chOff x="917" y="3778"/>
            <a:chExt cx="3421" cy="231"/>
          </a:xfrm>
        </p:grpSpPr>
        <p:sp>
          <p:nvSpPr>
            <p:cNvPr id="117825" name="Text Box 65">
              <a:extLst>
                <a:ext uri="{FF2B5EF4-FFF2-40B4-BE49-F238E27FC236}">
                  <a16:creationId xmlns:a16="http://schemas.microsoft.com/office/drawing/2014/main" id="{21244953-7F90-5682-7BAF-3FFFB66C0E82}"/>
                </a:ext>
              </a:extLst>
            </p:cNvPr>
            <p:cNvSpPr txBox="1">
              <a:spLocks noChangeArrowheads="1"/>
            </p:cNvSpPr>
            <p:nvPr/>
          </p:nvSpPr>
          <p:spPr bwMode="auto">
            <a:xfrm>
              <a:off x="2182" y="3778"/>
              <a:ext cx="2156" cy="231"/>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a:solidFill>
                    <a:schemeClr val="bg1"/>
                  </a:solidFill>
                </a:rPr>
                <a:t>Pressure Due to Weight of Fluid</a:t>
              </a:r>
            </a:p>
          </p:txBody>
        </p:sp>
        <p:sp>
          <p:nvSpPr>
            <p:cNvPr id="117826" name="Rectangle 66">
              <a:extLst>
                <a:ext uri="{FF2B5EF4-FFF2-40B4-BE49-F238E27FC236}">
                  <a16:creationId xmlns:a16="http://schemas.microsoft.com/office/drawing/2014/main" id="{3561D17F-5632-9071-1289-AC8A1C0F4DD0}"/>
                </a:ext>
              </a:extLst>
            </p:cNvPr>
            <p:cNvSpPr>
              <a:spLocks noChangeArrowheads="1"/>
            </p:cNvSpPr>
            <p:nvPr/>
          </p:nvSpPr>
          <p:spPr bwMode="auto">
            <a:xfrm>
              <a:off x="917" y="3779"/>
              <a:ext cx="3415" cy="22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17791"/>
                                        </p:tgtEl>
                                        <p:attrNameLst>
                                          <p:attrName>style.visibility</p:attrName>
                                        </p:attrNameLst>
                                      </p:cBhvr>
                                      <p:to>
                                        <p:strVal val="visible"/>
                                      </p:to>
                                    </p:set>
                                    <p:animEffect transition="in" filter="fade">
                                      <p:cBhvr>
                                        <p:cTn id="7" dur="500"/>
                                        <p:tgtEl>
                                          <p:spTgt spid="1177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17798"/>
                                        </p:tgtEl>
                                        <p:attrNameLst>
                                          <p:attrName>style.visibility</p:attrName>
                                        </p:attrNameLst>
                                      </p:cBhvr>
                                      <p:to>
                                        <p:strVal val="visible"/>
                                      </p:to>
                                    </p:set>
                                    <p:animEffect transition="in" filter="wipe(down)">
                                      <p:cBhvr>
                                        <p:cTn id="12" dur="5000"/>
                                        <p:tgtEl>
                                          <p:spTgt spid="1177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17807"/>
                                        </p:tgtEl>
                                        <p:attrNameLst>
                                          <p:attrName>style.visibility</p:attrName>
                                        </p:attrNameLst>
                                      </p:cBhvr>
                                      <p:to>
                                        <p:strVal val="visible"/>
                                      </p:to>
                                    </p:set>
                                    <p:animEffect transition="in" filter="fade">
                                      <p:cBhvr>
                                        <p:cTn id="17" dur="500"/>
                                        <p:tgtEl>
                                          <p:spTgt spid="11780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117805"/>
                                        </p:tgtEl>
                                        <p:attrNameLst>
                                          <p:attrName>style.visibility</p:attrName>
                                        </p:attrNameLst>
                                      </p:cBhvr>
                                      <p:to>
                                        <p:strVal val="visible"/>
                                      </p:to>
                                    </p:set>
                                    <p:anim calcmode="lin" valueType="num">
                                      <p:cBhvr additive="base">
                                        <p:cTn id="22" dur="500" fill="hold"/>
                                        <p:tgtEl>
                                          <p:spTgt spid="117805"/>
                                        </p:tgtEl>
                                        <p:attrNameLst>
                                          <p:attrName>ppt_x</p:attrName>
                                        </p:attrNameLst>
                                      </p:cBhvr>
                                      <p:tavLst>
                                        <p:tav tm="0">
                                          <p:val>
                                            <p:strVal val="#ppt_x"/>
                                          </p:val>
                                        </p:tav>
                                        <p:tav tm="100000">
                                          <p:val>
                                            <p:strVal val="#ppt_x"/>
                                          </p:val>
                                        </p:tav>
                                      </p:tavLst>
                                    </p:anim>
                                    <p:anim calcmode="lin" valueType="num">
                                      <p:cBhvr additive="base">
                                        <p:cTn id="23" dur="500" fill="hold"/>
                                        <p:tgtEl>
                                          <p:spTgt spid="117805"/>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117806"/>
                                        </p:tgtEl>
                                        <p:attrNameLst>
                                          <p:attrName>style.visibility</p:attrName>
                                        </p:attrNameLst>
                                      </p:cBhvr>
                                      <p:to>
                                        <p:strVal val="visible"/>
                                      </p:to>
                                    </p:set>
                                    <p:anim calcmode="lin" valueType="num">
                                      <p:cBhvr additive="base">
                                        <p:cTn id="28" dur="500" fill="hold"/>
                                        <p:tgtEl>
                                          <p:spTgt spid="117806"/>
                                        </p:tgtEl>
                                        <p:attrNameLst>
                                          <p:attrName>ppt_x</p:attrName>
                                        </p:attrNameLst>
                                      </p:cBhvr>
                                      <p:tavLst>
                                        <p:tav tm="0">
                                          <p:val>
                                            <p:strVal val="#ppt_x"/>
                                          </p:val>
                                        </p:tav>
                                        <p:tav tm="100000">
                                          <p:val>
                                            <p:strVal val="#ppt_x"/>
                                          </p:val>
                                        </p:tav>
                                      </p:tavLst>
                                    </p:anim>
                                    <p:anim calcmode="lin" valueType="num">
                                      <p:cBhvr additive="base">
                                        <p:cTn id="29" dur="500" fill="hold"/>
                                        <p:tgtEl>
                                          <p:spTgt spid="117806"/>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nodeType="clickEffect">
                                  <p:stCondLst>
                                    <p:cond delay="0"/>
                                  </p:stCondLst>
                                  <p:childTnLst>
                                    <p:set>
                                      <p:cBhvr>
                                        <p:cTn id="33" dur="1" fill="hold">
                                          <p:stCondLst>
                                            <p:cond delay="0"/>
                                          </p:stCondLst>
                                        </p:cTn>
                                        <p:tgtEl>
                                          <p:spTgt spid="117808"/>
                                        </p:tgtEl>
                                        <p:attrNameLst>
                                          <p:attrName>style.visibility</p:attrName>
                                        </p:attrNameLst>
                                      </p:cBhvr>
                                      <p:to>
                                        <p:strVal val="visible"/>
                                      </p:to>
                                    </p:set>
                                    <p:animEffect transition="in" filter="fade">
                                      <p:cBhvr>
                                        <p:cTn id="34" dur="500"/>
                                        <p:tgtEl>
                                          <p:spTgt spid="11780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ntr" presetSubtype="0" fill="hold" nodeType="clickEffect">
                                  <p:stCondLst>
                                    <p:cond delay="0"/>
                                  </p:stCondLst>
                                  <p:childTnLst>
                                    <p:set>
                                      <p:cBhvr>
                                        <p:cTn id="38" dur="1" fill="hold">
                                          <p:stCondLst>
                                            <p:cond delay="0"/>
                                          </p:stCondLst>
                                        </p:cTn>
                                        <p:tgtEl>
                                          <p:spTgt spid="117809"/>
                                        </p:tgtEl>
                                        <p:attrNameLst>
                                          <p:attrName>style.visibility</p:attrName>
                                        </p:attrNameLst>
                                      </p:cBhvr>
                                      <p:to>
                                        <p:strVal val="visible"/>
                                      </p:to>
                                    </p:set>
                                    <p:animEffect transition="in" filter="fade">
                                      <p:cBhvr>
                                        <p:cTn id="39" dur="500"/>
                                        <p:tgtEl>
                                          <p:spTgt spid="11780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0" presetClass="entr" presetSubtype="0" fill="hold" nodeType="clickEffect">
                                  <p:stCondLst>
                                    <p:cond delay="0"/>
                                  </p:stCondLst>
                                  <p:childTnLst>
                                    <p:set>
                                      <p:cBhvr>
                                        <p:cTn id="43" dur="1" fill="hold">
                                          <p:stCondLst>
                                            <p:cond delay="0"/>
                                          </p:stCondLst>
                                        </p:cTn>
                                        <p:tgtEl>
                                          <p:spTgt spid="117810"/>
                                        </p:tgtEl>
                                        <p:attrNameLst>
                                          <p:attrName>style.visibility</p:attrName>
                                        </p:attrNameLst>
                                      </p:cBhvr>
                                      <p:to>
                                        <p:strVal val="visible"/>
                                      </p:to>
                                    </p:set>
                                    <p:animEffect transition="in" filter="fade">
                                      <p:cBhvr>
                                        <p:cTn id="44" dur="500"/>
                                        <p:tgtEl>
                                          <p:spTgt spid="117810"/>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0" presetClass="entr" presetSubtype="0" fill="hold" nodeType="clickEffect">
                                  <p:stCondLst>
                                    <p:cond delay="0"/>
                                  </p:stCondLst>
                                  <p:childTnLst>
                                    <p:set>
                                      <p:cBhvr>
                                        <p:cTn id="48" dur="1" fill="hold">
                                          <p:stCondLst>
                                            <p:cond delay="0"/>
                                          </p:stCondLst>
                                        </p:cTn>
                                        <p:tgtEl>
                                          <p:spTgt spid="117811"/>
                                        </p:tgtEl>
                                        <p:attrNameLst>
                                          <p:attrName>style.visibility</p:attrName>
                                        </p:attrNameLst>
                                      </p:cBhvr>
                                      <p:to>
                                        <p:strVal val="visible"/>
                                      </p:to>
                                    </p:set>
                                    <p:animEffect transition="in" filter="fade">
                                      <p:cBhvr>
                                        <p:cTn id="49" dur="500"/>
                                        <p:tgtEl>
                                          <p:spTgt spid="11781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0" presetClass="entr" presetSubtype="0" fill="hold" nodeType="clickEffect">
                                  <p:stCondLst>
                                    <p:cond delay="0"/>
                                  </p:stCondLst>
                                  <p:childTnLst>
                                    <p:set>
                                      <p:cBhvr>
                                        <p:cTn id="53" dur="1" fill="hold">
                                          <p:stCondLst>
                                            <p:cond delay="0"/>
                                          </p:stCondLst>
                                        </p:cTn>
                                        <p:tgtEl>
                                          <p:spTgt spid="117812"/>
                                        </p:tgtEl>
                                        <p:attrNameLst>
                                          <p:attrName>style.visibility</p:attrName>
                                        </p:attrNameLst>
                                      </p:cBhvr>
                                      <p:to>
                                        <p:strVal val="visible"/>
                                      </p:to>
                                    </p:set>
                                    <p:animEffect transition="in" filter="fade">
                                      <p:cBhvr>
                                        <p:cTn id="54" dur="500"/>
                                        <p:tgtEl>
                                          <p:spTgt spid="11781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0" presetClass="entr" presetSubtype="0" fill="hold" nodeType="clickEffect">
                                  <p:stCondLst>
                                    <p:cond delay="0"/>
                                  </p:stCondLst>
                                  <p:childTnLst>
                                    <p:set>
                                      <p:cBhvr>
                                        <p:cTn id="58" dur="1" fill="hold">
                                          <p:stCondLst>
                                            <p:cond delay="0"/>
                                          </p:stCondLst>
                                        </p:cTn>
                                        <p:tgtEl>
                                          <p:spTgt spid="117813"/>
                                        </p:tgtEl>
                                        <p:attrNameLst>
                                          <p:attrName>style.visibility</p:attrName>
                                        </p:attrNameLst>
                                      </p:cBhvr>
                                      <p:to>
                                        <p:strVal val="visible"/>
                                      </p:to>
                                    </p:set>
                                    <p:animEffect transition="in" filter="fade">
                                      <p:cBhvr>
                                        <p:cTn id="59" dur="500"/>
                                        <p:tgtEl>
                                          <p:spTgt spid="11781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0" presetClass="entr" presetSubtype="0" fill="hold" nodeType="clickEffect">
                                  <p:stCondLst>
                                    <p:cond delay="0"/>
                                  </p:stCondLst>
                                  <p:childTnLst>
                                    <p:set>
                                      <p:cBhvr>
                                        <p:cTn id="63" dur="1" fill="hold">
                                          <p:stCondLst>
                                            <p:cond delay="0"/>
                                          </p:stCondLst>
                                        </p:cTn>
                                        <p:tgtEl>
                                          <p:spTgt spid="117814"/>
                                        </p:tgtEl>
                                        <p:attrNameLst>
                                          <p:attrName>style.visibility</p:attrName>
                                        </p:attrNameLst>
                                      </p:cBhvr>
                                      <p:to>
                                        <p:strVal val="visible"/>
                                      </p:to>
                                    </p:set>
                                    <p:animEffect transition="in" filter="fade">
                                      <p:cBhvr>
                                        <p:cTn id="64" dur="500"/>
                                        <p:tgtEl>
                                          <p:spTgt spid="117814"/>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0" presetClass="entr" presetSubtype="0" fill="hold" nodeType="clickEffect">
                                  <p:stCondLst>
                                    <p:cond delay="0"/>
                                  </p:stCondLst>
                                  <p:childTnLst>
                                    <p:set>
                                      <p:cBhvr>
                                        <p:cTn id="68" dur="1" fill="hold">
                                          <p:stCondLst>
                                            <p:cond delay="0"/>
                                          </p:stCondLst>
                                        </p:cTn>
                                        <p:tgtEl>
                                          <p:spTgt spid="117815"/>
                                        </p:tgtEl>
                                        <p:attrNameLst>
                                          <p:attrName>style.visibility</p:attrName>
                                        </p:attrNameLst>
                                      </p:cBhvr>
                                      <p:to>
                                        <p:strVal val="visible"/>
                                      </p:to>
                                    </p:set>
                                    <p:animEffect transition="in" filter="fade">
                                      <p:cBhvr>
                                        <p:cTn id="69" dur="500"/>
                                        <p:tgtEl>
                                          <p:spTgt spid="11781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0" presetClass="entr" presetSubtype="0" fill="hold" nodeType="clickEffect">
                                  <p:stCondLst>
                                    <p:cond delay="0"/>
                                  </p:stCondLst>
                                  <p:childTnLst>
                                    <p:set>
                                      <p:cBhvr>
                                        <p:cTn id="73" dur="1" fill="hold">
                                          <p:stCondLst>
                                            <p:cond delay="0"/>
                                          </p:stCondLst>
                                        </p:cTn>
                                        <p:tgtEl>
                                          <p:spTgt spid="117817"/>
                                        </p:tgtEl>
                                        <p:attrNameLst>
                                          <p:attrName>style.visibility</p:attrName>
                                        </p:attrNameLst>
                                      </p:cBhvr>
                                      <p:to>
                                        <p:strVal val="visible"/>
                                      </p:to>
                                    </p:set>
                                    <p:animEffect transition="in" filter="fade">
                                      <p:cBhvr>
                                        <p:cTn id="74" dur="500"/>
                                        <p:tgtEl>
                                          <p:spTgt spid="117817"/>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0" presetClass="entr" presetSubtype="0" fill="hold" nodeType="clickEffect">
                                  <p:stCondLst>
                                    <p:cond delay="0"/>
                                  </p:stCondLst>
                                  <p:childTnLst>
                                    <p:set>
                                      <p:cBhvr>
                                        <p:cTn id="78" dur="1" fill="hold">
                                          <p:stCondLst>
                                            <p:cond delay="0"/>
                                          </p:stCondLst>
                                        </p:cTn>
                                        <p:tgtEl>
                                          <p:spTgt spid="117818"/>
                                        </p:tgtEl>
                                        <p:attrNameLst>
                                          <p:attrName>style.visibility</p:attrName>
                                        </p:attrNameLst>
                                      </p:cBhvr>
                                      <p:to>
                                        <p:strVal val="visible"/>
                                      </p:to>
                                    </p:set>
                                    <p:animEffect transition="in" filter="fade">
                                      <p:cBhvr>
                                        <p:cTn id="79" dur="500"/>
                                        <p:tgtEl>
                                          <p:spTgt spid="117818"/>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0" presetClass="entr" presetSubtype="0" fill="hold" nodeType="clickEffect">
                                  <p:stCondLst>
                                    <p:cond delay="0"/>
                                  </p:stCondLst>
                                  <p:childTnLst>
                                    <p:set>
                                      <p:cBhvr>
                                        <p:cTn id="83" dur="1" fill="hold">
                                          <p:stCondLst>
                                            <p:cond delay="0"/>
                                          </p:stCondLst>
                                        </p:cTn>
                                        <p:tgtEl>
                                          <p:spTgt spid="117819"/>
                                        </p:tgtEl>
                                        <p:attrNameLst>
                                          <p:attrName>style.visibility</p:attrName>
                                        </p:attrNameLst>
                                      </p:cBhvr>
                                      <p:to>
                                        <p:strVal val="visible"/>
                                      </p:to>
                                    </p:set>
                                    <p:animEffect transition="in" filter="fade">
                                      <p:cBhvr>
                                        <p:cTn id="84" dur="500"/>
                                        <p:tgtEl>
                                          <p:spTgt spid="117819"/>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10" presetClass="entr" presetSubtype="0" fill="hold" nodeType="clickEffect">
                                  <p:stCondLst>
                                    <p:cond delay="0"/>
                                  </p:stCondLst>
                                  <p:childTnLst>
                                    <p:set>
                                      <p:cBhvr>
                                        <p:cTn id="88" dur="1" fill="hold">
                                          <p:stCondLst>
                                            <p:cond delay="0"/>
                                          </p:stCondLst>
                                        </p:cTn>
                                        <p:tgtEl>
                                          <p:spTgt spid="117820"/>
                                        </p:tgtEl>
                                        <p:attrNameLst>
                                          <p:attrName>style.visibility</p:attrName>
                                        </p:attrNameLst>
                                      </p:cBhvr>
                                      <p:to>
                                        <p:strVal val="visible"/>
                                      </p:to>
                                    </p:set>
                                    <p:animEffect transition="in" filter="fade">
                                      <p:cBhvr>
                                        <p:cTn id="89" dur="500"/>
                                        <p:tgtEl>
                                          <p:spTgt spid="117820"/>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10" presetClass="entr" presetSubtype="0" fill="hold" nodeType="clickEffect">
                                  <p:stCondLst>
                                    <p:cond delay="0"/>
                                  </p:stCondLst>
                                  <p:childTnLst>
                                    <p:set>
                                      <p:cBhvr>
                                        <p:cTn id="93" dur="1" fill="hold">
                                          <p:stCondLst>
                                            <p:cond delay="0"/>
                                          </p:stCondLst>
                                        </p:cTn>
                                        <p:tgtEl>
                                          <p:spTgt spid="117821"/>
                                        </p:tgtEl>
                                        <p:attrNameLst>
                                          <p:attrName>style.visibility</p:attrName>
                                        </p:attrNameLst>
                                      </p:cBhvr>
                                      <p:to>
                                        <p:strVal val="visible"/>
                                      </p:to>
                                    </p:set>
                                    <p:animEffect transition="in" filter="fade">
                                      <p:cBhvr>
                                        <p:cTn id="94" dur="500"/>
                                        <p:tgtEl>
                                          <p:spTgt spid="117821"/>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10" presetClass="entr" presetSubtype="0" fill="hold" nodeType="clickEffect">
                                  <p:stCondLst>
                                    <p:cond delay="0"/>
                                  </p:stCondLst>
                                  <p:childTnLst>
                                    <p:set>
                                      <p:cBhvr>
                                        <p:cTn id="98" dur="1" fill="hold">
                                          <p:stCondLst>
                                            <p:cond delay="0"/>
                                          </p:stCondLst>
                                        </p:cTn>
                                        <p:tgtEl>
                                          <p:spTgt spid="117822"/>
                                        </p:tgtEl>
                                        <p:attrNameLst>
                                          <p:attrName>style.visibility</p:attrName>
                                        </p:attrNameLst>
                                      </p:cBhvr>
                                      <p:to>
                                        <p:strVal val="visible"/>
                                      </p:to>
                                    </p:set>
                                    <p:animEffect transition="in" filter="fade">
                                      <p:cBhvr>
                                        <p:cTn id="99" dur="500"/>
                                        <p:tgtEl>
                                          <p:spTgt spid="117822"/>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4" fill="hold" nodeType="clickEffect">
                                  <p:stCondLst>
                                    <p:cond delay="0"/>
                                  </p:stCondLst>
                                  <p:childTnLst>
                                    <p:set>
                                      <p:cBhvr>
                                        <p:cTn id="103" dur="1" fill="hold">
                                          <p:stCondLst>
                                            <p:cond delay="0"/>
                                          </p:stCondLst>
                                        </p:cTn>
                                        <p:tgtEl>
                                          <p:spTgt spid="117823"/>
                                        </p:tgtEl>
                                        <p:attrNameLst>
                                          <p:attrName>style.visibility</p:attrName>
                                        </p:attrNameLst>
                                      </p:cBhvr>
                                      <p:to>
                                        <p:strVal val="visible"/>
                                      </p:to>
                                    </p:set>
                                    <p:animEffect transition="in" filter="wipe(down)">
                                      <p:cBhvr>
                                        <p:cTn id="104" dur="500"/>
                                        <p:tgtEl>
                                          <p:spTgt spid="117823"/>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0" presetClass="entr" presetSubtype="0" fill="hold" nodeType="clickEffect">
                                  <p:stCondLst>
                                    <p:cond delay="0"/>
                                  </p:stCondLst>
                                  <p:childTnLst>
                                    <p:set>
                                      <p:cBhvr>
                                        <p:cTn id="108" dur="1" fill="hold">
                                          <p:stCondLst>
                                            <p:cond delay="0"/>
                                          </p:stCondLst>
                                        </p:cTn>
                                        <p:tgtEl>
                                          <p:spTgt spid="117824"/>
                                        </p:tgtEl>
                                        <p:attrNameLst>
                                          <p:attrName>style.visibility</p:attrName>
                                        </p:attrNameLst>
                                      </p:cBhvr>
                                      <p:to>
                                        <p:strVal val="visible"/>
                                      </p:to>
                                    </p:set>
                                    <p:animEffect transition="in" filter="fade">
                                      <p:cBhvr>
                                        <p:cTn id="109" dur="500"/>
                                        <p:tgtEl>
                                          <p:spTgt spid="117824"/>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3" presetClass="entr" presetSubtype="16" fill="hold" nodeType="clickEffect">
                                  <p:stCondLst>
                                    <p:cond delay="0"/>
                                  </p:stCondLst>
                                  <p:childTnLst>
                                    <p:set>
                                      <p:cBhvr>
                                        <p:cTn id="113" dur="1" fill="hold">
                                          <p:stCondLst>
                                            <p:cond delay="0"/>
                                          </p:stCondLst>
                                        </p:cTn>
                                        <p:tgtEl>
                                          <p:spTgt spid="117827"/>
                                        </p:tgtEl>
                                        <p:attrNameLst>
                                          <p:attrName>style.visibility</p:attrName>
                                        </p:attrNameLst>
                                      </p:cBhvr>
                                      <p:to>
                                        <p:strVal val="visible"/>
                                      </p:to>
                                    </p:set>
                                    <p:anim calcmode="lin" valueType="num">
                                      <p:cBhvr>
                                        <p:cTn id="114" dur="500" fill="hold"/>
                                        <p:tgtEl>
                                          <p:spTgt spid="117827"/>
                                        </p:tgtEl>
                                        <p:attrNameLst>
                                          <p:attrName>ppt_w</p:attrName>
                                        </p:attrNameLst>
                                      </p:cBhvr>
                                      <p:tavLst>
                                        <p:tav tm="0">
                                          <p:val>
                                            <p:fltVal val="0"/>
                                          </p:val>
                                        </p:tav>
                                        <p:tav tm="100000">
                                          <p:val>
                                            <p:strVal val="#ppt_w"/>
                                          </p:val>
                                        </p:tav>
                                      </p:tavLst>
                                    </p:anim>
                                    <p:anim calcmode="lin" valueType="num">
                                      <p:cBhvr>
                                        <p:cTn id="115" dur="500" fill="hold"/>
                                        <p:tgtEl>
                                          <p:spTgt spid="11782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91" grpId="0"/>
      <p:bldP spid="117805" grpId="0"/>
      <p:bldP spid="117806" grpId="0"/>
      <p:bldP spid="117807" grpId="0"/>
      <p:bldP spid="117808" grpId="0"/>
      <p:bldP spid="117809" grpId="0"/>
      <p:bldP spid="117810" grpId="0"/>
      <p:bldP spid="117811" grpId="0"/>
      <p:bldP spid="117812" grpId="0"/>
      <p:bldP spid="117813" grpId="0"/>
      <p:bldP spid="117814" grpId="0"/>
      <p:bldP spid="117815" grpId="0"/>
      <p:bldP spid="117817" grpId="0"/>
      <p:bldP spid="117818" grpId="0"/>
      <p:bldP spid="117819" grpId="0"/>
      <p:bldP spid="117820" grpId="0"/>
      <p:bldP spid="117821" grpId="0"/>
      <p:bldP spid="117822" grpId="0"/>
      <p:bldP spid="11782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AB75EBC8-282D-F429-16BB-B14E7FF23143}"/>
              </a:ext>
            </a:extLst>
          </p:cNvPr>
          <p:cNvSpPr>
            <a:spLocks noChangeArrowheads="1"/>
          </p:cNvSpPr>
          <p:nvPr/>
        </p:nvSpPr>
        <p:spPr bwMode="auto">
          <a:xfrm>
            <a:off x="0" y="0"/>
            <a:ext cx="77724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dirty="0">
                <a:latin typeface="Courier New" panose="02070309020205020404" pitchFamily="49" charset="0"/>
              </a:rPr>
              <a:t>PRESSURE AND DEPTH</a:t>
            </a:r>
          </a:p>
        </p:txBody>
      </p:sp>
      <p:sp>
        <p:nvSpPr>
          <p:cNvPr id="119812" name="Rectangle 4">
            <a:extLst>
              <a:ext uri="{FF2B5EF4-FFF2-40B4-BE49-F238E27FC236}">
                <a16:creationId xmlns:a16="http://schemas.microsoft.com/office/drawing/2014/main" id="{6FB2F0C8-BDF0-268D-3306-743BE9412D46}"/>
              </a:ext>
            </a:extLst>
          </p:cNvPr>
          <p:cNvSpPr>
            <a:spLocks noChangeArrowheads="1"/>
          </p:cNvSpPr>
          <p:nvPr/>
        </p:nvSpPr>
        <p:spPr bwMode="auto">
          <a:xfrm>
            <a:off x="679450" y="403225"/>
            <a:ext cx="7516813" cy="1976438"/>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a:latin typeface="Courier New" panose="02070309020205020404" pitchFamily="49" charset="0"/>
              </a:rPr>
              <a:t>What is the pressure due to the weight of water if you are diving to a depth of 30 m? </a:t>
            </a:r>
          </a:p>
        </p:txBody>
      </p:sp>
      <p:sp>
        <p:nvSpPr>
          <p:cNvPr id="119848" name="Rectangle 40">
            <a:extLst>
              <a:ext uri="{FF2B5EF4-FFF2-40B4-BE49-F238E27FC236}">
                <a16:creationId xmlns:a16="http://schemas.microsoft.com/office/drawing/2014/main" id="{F0F280CB-D5AC-5BC4-8CA6-C75B8A2E367C}"/>
              </a:ext>
            </a:extLst>
          </p:cNvPr>
          <p:cNvSpPr>
            <a:spLocks noChangeArrowheads="1"/>
          </p:cNvSpPr>
          <p:nvPr/>
        </p:nvSpPr>
        <p:spPr bwMode="auto">
          <a:xfrm>
            <a:off x="1687513" y="1003300"/>
            <a:ext cx="125095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i="1">
                <a:latin typeface="Courier New" panose="02070309020205020404" pitchFamily="49" charset="0"/>
              </a:rPr>
              <a:t>p</a:t>
            </a:r>
            <a:r>
              <a:rPr lang="en-US" altLang="en-CN" sz="2000">
                <a:latin typeface="Courier New" panose="02070309020205020404" pitchFamily="49" charset="0"/>
              </a:rPr>
              <a:t> = </a:t>
            </a:r>
            <a:r>
              <a:rPr lang="en-US" altLang="en-CN" sz="2000" i="1">
                <a:latin typeface="Courier New" panose="02070309020205020404" pitchFamily="49" charset="0"/>
                <a:sym typeface="Symbol" pitchFamily="2" charset="2"/>
              </a:rPr>
              <a:t>gh</a:t>
            </a:r>
            <a:endParaRPr lang="en-US" altLang="en-CN" sz="2000" b="1" i="1">
              <a:latin typeface="Courier New" panose="02070309020205020404" pitchFamily="49" charset="0"/>
              <a:sym typeface="Symbol" pitchFamily="2" charset="2"/>
            </a:endParaRPr>
          </a:p>
        </p:txBody>
      </p:sp>
      <p:sp>
        <p:nvSpPr>
          <p:cNvPr id="119849" name="Rectangle 41">
            <a:extLst>
              <a:ext uri="{FF2B5EF4-FFF2-40B4-BE49-F238E27FC236}">
                <a16:creationId xmlns:a16="http://schemas.microsoft.com/office/drawing/2014/main" id="{AE01DCDC-6076-BA03-023A-A7830F98A99A}"/>
              </a:ext>
            </a:extLst>
          </p:cNvPr>
          <p:cNvSpPr>
            <a:spLocks noChangeArrowheads="1"/>
          </p:cNvSpPr>
          <p:nvPr/>
        </p:nvSpPr>
        <p:spPr bwMode="auto">
          <a:xfrm>
            <a:off x="1695449" y="1444625"/>
            <a:ext cx="2898775"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i="1" dirty="0">
                <a:latin typeface="Courier New" panose="02070309020205020404" pitchFamily="49" charset="0"/>
              </a:rPr>
              <a:t>p</a:t>
            </a:r>
            <a:r>
              <a:rPr lang="en-US" altLang="en-CN" sz="2000" dirty="0">
                <a:latin typeface="Courier New" panose="02070309020205020404" pitchFamily="49" charset="0"/>
              </a:rPr>
              <a:t> = </a:t>
            </a:r>
            <a:r>
              <a:rPr lang="en-US" altLang="en-CN" sz="2000" dirty="0">
                <a:latin typeface="Courier New" panose="02070309020205020404" pitchFamily="49" charset="0"/>
                <a:sym typeface="Symbol" pitchFamily="2" charset="2"/>
              </a:rPr>
              <a:t>1000(10)(30)</a:t>
            </a:r>
            <a:endParaRPr lang="en-US" altLang="en-CN" sz="2000" b="1" dirty="0">
              <a:latin typeface="Courier New" panose="02070309020205020404" pitchFamily="49" charset="0"/>
              <a:sym typeface="Symbol" pitchFamily="2" charset="2"/>
            </a:endParaRPr>
          </a:p>
        </p:txBody>
      </p:sp>
      <p:sp>
        <p:nvSpPr>
          <p:cNvPr id="119850" name="Rectangle 42">
            <a:extLst>
              <a:ext uri="{FF2B5EF4-FFF2-40B4-BE49-F238E27FC236}">
                <a16:creationId xmlns:a16="http://schemas.microsoft.com/office/drawing/2014/main" id="{561B29B0-CA4F-7EB0-5189-8BE5510DB29E}"/>
              </a:ext>
            </a:extLst>
          </p:cNvPr>
          <p:cNvSpPr>
            <a:spLocks noChangeArrowheads="1"/>
          </p:cNvSpPr>
          <p:nvPr/>
        </p:nvSpPr>
        <p:spPr bwMode="auto">
          <a:xfrm>
            <a:off x="1692274" y="1897063"/>
            <a:ext cx="2574925" cy="349250"/>
          </a:xfrm>
          <a:prstGeom prst="rect">
            <a:avLst/>
          </a:prstGeom>
          <a:noFill/>
          <a:ln w="9525">
            <a:solidFill>
              <a:schemeClr val="hlink"/>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i="1" dirty="0">
                <a:latin typeface="Courier New" panose="02070309020205020404" pitchFamily="49" charset="0"/>
              </a:rPr>
              <a:t>p</a:t>
            </a:r>
            <a:r>
              <a:rPr lang="en-US" altLang="en-CN" sz="2000" dirty="0">
                <a:latin typeface="Courier New" panose="02070309020205020404" pitchFamily="49" charset="0"/>
              </a:rPr>
              <a:t> = </a:t>
            </a:r>
            <a:r>
              <a:rPr lang="en-US" altLang="en-CN" sz="2000" dirty="0">
                <a:latin typeface="Courier New" panose="02070309020205020404" pitchFamily="49" charset="0"/>
                <a:sym typeface="Symbol" pitchFamily="2" charset="2"/>
              </a:rPr>
              <a:t>300000 Pa</a:t>
            </a:r>
            <a:endParaRPr lang="en-US" altLang="en-CN" sz="2000" b="1" dirty="0">
              <a:latin typeface="Courier New" panose="02070309020205020404" pitchFamily="49" charset="0"/>
              <a:sym typeface="Symbol" pitchFamily="2" charset="2"/>
            </a:endParaRPr>
          </a:p>
        </p:txBody>
      </p:sp>
      <p:sp>
        <p:nvSpPr>
          <p:cNvPr id="119851" name="Rectangle 43">
            <a:extLst>
              <a:ext uri="{FF2B5EF4-FFF2-40B4-BE49-F238E27FC236}">
                <a16:creationId xmlns:a16="http://schemas.microsoft.com/office/drawing/2014/main" id="{702D9C10-9A67-87CC-16D4-690C615A8EFC}"/>
              </a:ext>
            </a:extLst>
          </p:cNvPr>
          <p:cNvSpPr>
            <a:spLocks noChangeArrowheads="1"/>
          </p:cNvSpPr>
          <p:nvPr/>
        </p:nvSpPr>
        <p:spPr bwMode="auto">
          <a:xfrm>
            <a:off x="698500" y="3084513"/>
            <a:ext cx="7516813" cy="2411412"/>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a:latin typeface="Courier New" panose="02070309020205020404" pitchFamily="49" charset="0"/>
              </a:rPr>
              <a:t>What is the pressure due to the weight of blood in your feet if you are standing up and you are 175 cm tall.  Assume the density of blood is that same as that of water. </a:t>
            </a:r>
          </a:p>
        </p:txBody>
      </p:sp>
      <p:sp>
        <p:nvSpPr>
          <p:cNvPr id="119852" name="Rectangle 44">
            <a:extLst>
              <a:ext uri="{FF2B5EF4-FFF2-40B4-BE49-F238E27FC236}">
                <a16:creationId xmlns:a16="http://schemas.microsoft.com/office/drawing/2014/main" id="{CF862F4D-BA99-B900-6DC7-A0D4ECDA7657}"/>
              </a:ext>
            </a:extLst>
          </p:cNvPr>
          <p:cNvSpPr>
            <a:spLocks noChangeArrowheads="1"/>
          </p:cNvSpPr>
          <p:nvPr/>
        </p:nvSpPr>
        <p:spPr bwMode="auto">
          <a:xfrm>
            <a:off x="1806575" y="4229100"/>
            <a:ext cx="125095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i="1" dirty="0">
                <a:latin typeface="Courier New" panose="02070309020205020404" pitchFamily="49" charset="0"/>
              </a:rPr>
              <a:t>p</a:t>
            </a:r>
            <a:r>
              <a:rPr lang="en-US" altLang="en-CN" sz="2000" dirty="0">
                <a:latin typeface="Courier New" panose="02070309020205020404" pitchFamily="49" charset="0"/>
              </a:rPr>
              <a:t> = </a:t>
            </a:r>
            <a:r>
              <a:rPr lang="en-US" altLang="en-CN" sz="2000" i="1" dirty="0">
                <a:latin typeface="Courier New" panose="02070309020205020404" pitchFamily="49" charset="0"/>
                <a:sym typeface="Symbol" pitchFamily="2" charset="2"/>
              </a:rPr>
              <a:t></a:t>
            </a:r>
            <a:r>
              <a:rPr lang="en-US" altLang="en-CN" sz="2000" i="1" dirty="0" err="1">
                <a:latin typeface="Courier New" panose="02070309020205020404" pitchFamily="49" charset="0"/>
                <a:sym typeface="Symbol" pitchFamily="2" charset="2"/>
              </a:rPr>
              <a:t>gh</a:t>
            </a:r>
            <a:endParaRPr lang="en-US" altLang="en-CN" sz="1800" b="1" i="1" dirty="0">
              <a:latin typeface="Courier New" panose="02070309020205020404" pitchFamily="49" charset="0"/>
              <a:sym typeface="Symbol" pitchFamily="2" charset="2"/>
            </a:endParaRPr>
          </a:p>
        </p:txBody>
      </p:sp>
      <p:sp>
        <p:nvSpPr>
          <p:cNvPr id="119853" name="Rectangle 45">
            <a:extLst>
              <a:ext uri="{FF2B5EF4-FFF2-40B4-BE49-F238E27FC236}">
                <a16:creationId xmlns:a16="http://schemas.microsoft.com/office/drawing/2014/main" id="{903338F9-FC09-AF9E-35BA-E3E89A2D48E5}"/>
              </a:ext>
            </a:extLst>
          </p:cNvPr>
          <p:cNvSpPr>
            <a:spLocks noChangeArrowheads="1"/>
          </p:cNvSpPr>
          <p:nvPr/>
        </p:nvSpPr>
        <p:spPr bwMode="auto">
          <a:xfrm>
            <a:off x="1814512" y="4670425"/>
            <a:ext cx="3392487"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i="1" dirty="0">
                <a:latin typeface="Courier New" panose="02070309020205020404" pitchFamily="49" charset="0"/>
              </a:rPr>
              <a:t>p</a:t>
            </a:r>
            <a:r>
              <a:rPr lang="en-US" altLang="en-CN" sz="2000" dirty="0">
                <a:latin typeface="Courier New" panose="02070309020205020404" pitchFamily="49" charset="0"/>
              </a:rPr>
              <a:t> = </a:t>
            </a:r>
            <a:r>
              <a:rPr lang="en-US" altLang="en-CN" sz="2000" dirty="0">
                <a:latin typeface="Courier New" panose="02070309020205020404" pitchFamily="49" charset="0"/>
                <a:sym typeface="Symbol" pitchFamily="2" charset="2"/>
              </a:rPr>
              <a:t>1000(10)(1.75)</a:t>
            </a:r>
            <a:endParaRPr lang="en-US" altLang="en-CN" sz="1800" b="1" dirty="0">
              <a:latin typeface="Courier New" panose="02070309020205020404" pitchFamily="49" charset="0"/>
              <a:sym typeface="Symbol" pitchFamily="2" charset="2"/>
            </a:endParaRPr>
          </a:p>
        </p:txBody>
      </p:sp>
      <p:sp>
        <p:nvSpPr>
          <p:cNvPr id="119854" name="Rectangle 46">
            <a:extLst>
              <a:ext uri="{FF2B5EF4-FFF2-40B4-BE49-F238E27FC236}">
                <a16:creationId xmlns:a16="http://schemas.microsoft.com/office/drawing/2014/main" id="{077847BC-93B4-1CC9-277F-7681FBCF52C1}"/>
              </a:ext>
            </a:extLst>
          </p:cNvPr>
          <p:cNvSpPr>
            <a:spLocks noChangeArrowheads="1"/>
          </p:cNvSpPr>
          <p:nvPr/>
        </p:nvSpPr>
        <p:spPr bwMode="auto">
          <a:xfrm>
            <a:off x="1811338" y="5122863"/>
            <a:ext cx="2076450" cy="349250"/>
          </a:xfrm>
          <a:prstGeom prst="rect">
            <a:avLst/>
          </a:prstGeom>
          <a:noFill/>
          <a:ln w="9525">
            <a:solidFill>
              <a:schemeClr val="hlink"/>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i="1" dirty="0">
                <a:latin typeface="Courier New" panose="02070309020205020404" pitchFamily="49" charset="0"/>
              </a:rPr>
              <a:t>p</a:t>
            </a:r>
            <a:r>
              <a:rPr lang="en-US" altLang="en-CN" sz="2000" dirty="0">
                <a:latin typeface="Courier New" panose="02070309020205020404" pitchFamily="49" charset="0"/>
              </a:rPr>
              <a:t> = </a:t>
            </a:r>
            <a:r>
              <a:rPr lang="en-US" altLang="en-CN" sz="2000" dirty="0">
                <a:latin typeface="Courier New" panose="02070309020205020404" pitchFamily="49" charset="0"/>
                <a:sym typeface="Symbol" pitchFamily="2" charset="2"/>
              </a:rPr>
              <a:t>17500 Pa</a:t>
            </a:r>
            <a:endParaRPr lang="en-US" altLang="en-CN" sz="1800" b="1" dirty="0">
              <a:latin typeface="Courier New" panose="02070309020205020404" pitchFamily="49" charset="0"/>
              <a:sym typeface="Symbol"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19848"/>
                                        </p:tgtEl>
                                        <p:attrNameLst>
                                          <p:attrName>style.visibility</p:attrName>
                                        </p:attrNameLst>
                                      </p:cBhvr>
                                      <p:to>
                                        <p:strVal val="visible"/>
                                      </p:to>
                                    </p:set>
                                    <p:animEffect transition="in" filter="fade">
                                      <p:cBhvr>
                                        <p:cTn id="7" dur="500"/>
                                        <p:tgtEl>
                                          <p:spTgt spid="1198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19849"/>
                                        </p:tgtEl>
                                        <p:attrNameLst>
                                          <p:attrName>style.visibility</p:attrName>
                                        </p:attrNameLst>
                                      </p:cBhvr>
                                      <p:to>
                                        <p:strVal val="visible"/>
                                      </p:to>
                                    </p:set>
                                    <p:animEffect transition="in" filter="fade">
                                      <p:cBhvr>
                                        <p:cTn id="12" dur="500"/>
                                        <p:tgtEl>
                                          <p:spTgt spid="1198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19850"/>
                                        </p:tgtEl>
                                        <p:attrNameLst>
                                          <p:attrName>style.visibility</p:attrName>
                                        </p:attrNameLst>
                                      </p:cBhvr>
                                      <p:to>
                                        <p:strVal val="visible"/>
                                      </p:to>
                                    </p:set>
                                    <p:animEffect transition="in" filter="fade">
                                      <p:cBhvr>
                                        <p:cTn id="17" dur="500"/>
                                        <p:tgtEl>
                                          <p:spTgt spid="1198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19851"/>
                                        </p:tgtEl>
                                        <p:attrNameLst>
                                          <p:attrName>style.visibility</p:attrName>
                                        </p:attrNameLst>
                                      </p:cBhvr>
                                      <p:to>
                                        <p:strVal val="visible"/>
                                      </p:to>
                                    </p:set>
                                    <p:animEffect transition="in" filter="fade">
                                      <p:cBhvr>
                                        <p:cTn id="22" dur="500"/>
                                        <p:tgtEl>
                                          <p:spTgt spid="1198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119852"/>
                                        </p:tgtEl>
                                        <p:attrNameLst>
                                          <p:attrName>style.visibility</p:attrName>
                                        </p:attrNameLst>
                                      </p:cBhvr>
                                      <p:to>
                                        <p:strVal val="visible"/>
                                      </p:to>
                                    </p:set>
                                    <p:animEffect transition="in" filter="fade">
                                      <p:cBhvr>
                                        <p:cTn id="27" dur="500"/>
                                        <p:tgtEl>
                                          <p:spTgt spid="11985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119853"/>
                                        </p:tgtEl>
                                        <p:attrNameLst>
                                          <p:attrName>style.visibility</p:attrName>
                                        </p:attrNameLst>
                                      </p:cBhvr>
                                      <p:to>
                                        <p:strVal val="visible"/>
                                      </p:to>
                                    </p:set>
                                    <p:animEffect transition="in" filter="fade">
                                      <p:cBhvr>
                                        <p:cTn id="32" dur="500"/>
                                        <p:tgtEl>
                                          <p:spTgt spid="11985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119854"/>
                                        </p:tgtEl>
                                        <p:attrNameLst>
                                          <p:attrName>style.visibility</p:attrName>
                                        </p:attrNameLst>
                                      </p:cBhvr>
                                      <p:to>
                                        <p:strVal val="visible"/>
                                      </p:to>
                                    </p:set>
                                    <p:animEffect transition="in" filter="fade">
                                      <p:cBhvr>
                                        <p:cTn id="37" dur="500"/>
                                        <p:tgtEl>
                                          <p:spTgt spid="119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48" grpId="0"/>
      <p:bldP spid="119849" grpId="0"/>
      <p:bldP spid="119850" grpId="0" animBg="1"/>
      <p:bldP spid="119851" grpId="0" animBg="1"/>
      <p:bldP spid="119852" grpId="0"/>
      <p:bldP spid="119853" grpId="0"/>
      <p:bldP spid="119854"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AE7140E9-2301-1294-2154-D72E8856F41F}"/>
              </a:ext>
            </a:extLst>
          </p:cNvPr>
          <p:cNvSpPr>
            <a:spLocks noChangeArrowheads="1"/>
          </p:cNvSpPr>
          <p:nvPr/>
        </p:nvSpPr>
        <p:spPr bwMode="auto">
          <a:xfrm>
            <a:off x="3048" y="10251"/>
            <a:ext cx="77724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dirty="0">
                <a:latin typeface="Courier New" panose="02070309020205020404" pitchFamily="49" charset="0"/>
              </a:rPr>
              <a:t>PRESSURE AND DEPTH</a:t>
            </a:r>
          </a:p>
        </p:txBody>
      </p:sp>
      <p:sp>
        <p:nvSpPr>
          <p:cNvPr id="123908" name="Rectangle 4">
            <a:extLst>
              <a:ext uri="{FF2B5EF4-FFF2-40B4-BE49-F238E27FC236}">
                <a16:creationId xmlns:a16="http://schemas.microsoft.com/office/drawing/2014/main" id="{1B628DEA-DBC7-C912-B5F3-F508A332F367}"/>
              </a:ext>
            </a:extLst>
          </p:cNvPr>
          <p:cNvSpPr>
            <a:spLocks noChangeArrowheads="1"/>
          </p:cNvSpPr>
          <p:nvPr/>
        </p:nvSpPr>
        <p:spPr bwMode="auto">
          <a:xfrm>
            <a:off x="-9664" y="288131"/>
            <a:ext cx="6900103" cy="1082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dirty="0">
                <a:latin typeface="Courier New" panose="02070309020205020404" pitchFamily="49" charset="0"/>
              </a:rPr>
              <a:t>We have only considered the weight of the water as our source of pressure, but on the surface of that water lies the weight of a column of atmosphere having the same area. </a:t>
            </a:r>
          </a:p>
        </p:txBody>
      </p:sp>
      <p:grpSp>
        <p:nvGrpSpPr>
          <p:cNvPr id="123909" name="Group 5">
            <a:extLst>
              <a:ext uri="{FF2B5EF4-FFF2-40B4-BE49-F238E27FC236}">
                <a16:creationId xmlns:a16="http://schemas.microsoft.com/office/drawing/2014/main" id="{3406DB68-C770-FF74-4895-6BABA141B399}"/>
              </a:ext>
            </a:extLst>
          </p:cNvPr>
          <p:cNvGrpSpPr>
            <a:grpSpLocks/>
          </p:cNvGrpSpPr>
          <p:nvPr/>
        </p:nvGrpSpPr>
        <p:grpSpPr bwMode="auto">
          <a:xfrm>
            <a:off x="6878638" y="1431923"/>
            <a:ext cx="1147762" cy="2795588"/>
            <a:chOff x="3723" y="1229"/>
            <a:chExt cx="1061" cy="2583"/>
          </a:xfrm>
        </p:grpSpPr>
        <p:sp>
          <p:nvSpPr>
            <p:cNvPr id="123910" name="Freeform 6">
              <a:extLst>
                <a:ext uri="{FF2B5EF4-FFF2-40B4-BE49-F238E27FC236}">
                  <a16:creationId xmlns:a16="http://schemas.microsoft.com/office/drawing/2014/main" id="{13669E8E-F85A-49E0-B7FD-25DDEC6C5ECB}"/>
                </a:ext>
              </a:extLst>
            </p:cNvPr>
            <p:cNvSpPr>
              <a:spLocks/>
            </p:cNvSpPr>
            <p:nvPr/>
          </p:nvSpPr>
          <p:spPr bwMode="auto">
            <a:xfrm>
              <a:off x="3723" y="3625"/>
              <a:ext cx="1054" cy="182"/>
            </a:xfrm>
            <a:custGeom>
              <a:avLst/>
              <a:gdLst>
                <a:gd name="T0" fmla="*/ 0 w 1054"/>
                <a:gd name="T1" fmla="*/ 182 h 182"/>
                <a:gd name="T2" fmla="*/ 372 w 1054"/>
                <a:gd name="T3" fmla="*/ 0 h 182"/>
                <a:gd name="T4" fmla="*/ 1054 w 1054"/>
                <a:gd name="T5" fmla="*/ 0 h 182"/>
                <a:gd name="T6" fmla="*/ 681 w 1054"/>
                <a:gd name="T7" fmla="*/ 182 h 182"/>
                <a:gd name="T8" fmla="*/ 0 w 1054"/>
                <a:gd name="T9" fmla="*/ 182 h 182"/>
              </a:gdLst>
              <a:ahLst/>
              <a:cxnLst>
                <a:cxn ang="0">
                  <a:pos x="T0" y="T1"/>
                </a:cxn>
                <a:cxn ang="0">
                  <a:pos x="T2" y="T3"/>
                </a:cxn>
                <a:cxn ang="0">
                  <a:pos x="T4" y="T5"/>
                </a:cxn>
                <a:cxn ang="0">
                  <a:pos x="T6" y="T7"/>
                </a:cxn>
                <a:cxn ang="0">
                  <a:pos x="T8" y="T9"/>
                </a:cxn>
              </a:cxnLst>
              <a:rect l="0" t="0" r="r" b="b"/>
              <a:pathLst>
                <a:path w="1054" h="182">
                  <a:moveTo>
                    <a:pt x="0" y="182"/>
                  </a:moveTo>
                  <a:lnTo>
                    <a:pt x="372" y="0"/>
                  </a:lnTo>
                  <a:lnTo>
                    <a:pt x="1054" y="0"/>
                  </a:lnTo>
                  <a:lnTo>
                    <a:pt x="681" y="182"/>
                  </a:lnTo>
                  <a:lnTo>
                    <a:pt x="0" y="182"/>
                  </a:ln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23911" name="Rectangle 7">
              <a:extLst>
                <a:ext uri="{FF2B5EF4-FFF2-40B4-BE49-F238E27FC236}">
                  <a16:creationId xmlns:a16="http://schemas.microsoft.com/office/drawing/2014/main" id="{7D732582-FB7B-E9BF-20DD-107522E3D7A7}"/>
                </a:ext>
              </a:extLst>
            </p:cNvPr>
            <p:cNvSpPr>
              <a:spLocks noChangeArrowheads="1"/>
            </p:cNvSpPr>
            <p:nvPr/>
          </p:nvSpPr>
          <p:spPr bwMode="auto">
            <a:xfrm>
              <a:off x="4102" y="1236"/>
              <a:ext cx="682" cy="2389"/>
            </a:xfrm>
            <a:prstGeom prst="rect">
              <a:avLst/>
            </a:prstGeom>
            <a:solidFill>
              <a:schemeClr val="accent1">
                <a:alpha val="23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123912" name="Freeform 8">
              <a:extLst>
                <a:ext uri="{FF2B5EF4-FFF2-40B4-BE49-F238E27FC236}">
                  <a16:creationId xmlns:a16="http://schemas.microsoft.com/office/drawing/2014/main" id="{70A1DEAA-DB08-894C-0DB8-BDD7AE02566B}"/>
                </a:ext>
              </a:extLst>
            </p:cNvPr>
            <p:cNvSpPr>
              <a:spLocks/>
            </p:cNvSpPr>
            <p:nvPr/>
          </p:nvSpPr>
          <p:spPr bwMode="auto">
            <a:xfrm>
              <a:off x="4404" y="1229"/>
              <a:ext cx="380" cy="2578"/>
            </a:xfrm>
            <a:custGeom>
              <a:avLst/>
              <a:gdLst>
                <a:gd name="T0" fmla="*/ 0 w 380"/>
                <a:gd name="T1" fmla="*/ 2578 h 2578"/>
                <a:gd name="T2" fmla="*/ 0 w 380"/>
                <a:gd name="T3" fmla="*/ 190 h 2578"/>
                <a:gd name="T4" fmla="*/ 380 w 380"/>
                <a:gd name="T5" fmla="*/ 0 h 2578"/>
                <a:gd name="T6" fmla="*/ 380 w 380"/>
                <a:gd name="T7" fmla="*/ 2396 h 2578"/>
                <a:gd name="T8" fmla="*/ 0 w 380"/>
                <a:gd name="T9" fmla="*/ 2578 h 2578"/>
              </a:gdLst>
              <a:ahLst/>
              <a:cxnLst>
                <a:cxn ang="0">
                  <a:pos x="T0" y="T1"/>
                </a:cxn>
                <a:cxn ang="0">
                  <a:pos x="T2" y="T3"/>
                </a:cxn>
                <a:cxn ang="0">
                  <a:pos x="T4" y="T5"/>
                </a:cxn>
                <a:cxn ang="0">
                  <a:pos x="T6" y="T7"/>
                </a:cxn>
                <a:cxn ang="0">
                  <a:pos x="T8" y="T9"/>
                </a:cxn>
              </a:cxnLst>
              <a:rect l="0" t="0" r="r" b="b"/>
              <a:pathLst>
                <a:path w="380" h="2578">
                  <a:moveTo>
                    <a:pt x="0" y="2578"/>
                  </a:moveTo>
                  <a:lnTo>
                    <a:pt x="0" y="190"/>
                  </a:lnTo>
                  <a:lnTo>
                    <a:pt x="380" y="0"/>
                  </a:lnTo>
                  <a:lnTo>
                    <a:pt x="380" y="2396"/>
                  </a:lnTo>
                  <a:lnTo>
                    <a:pt x="0" y="2578"/>
                  </a:lnTo>
                  <a:close/>
                </a:path>
              </a:pathLst>
            </a:custGeom>
            <a:solidFill>
              <a:schemeClr val="accent1">
                <a:alpha val="17999"/>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23913" name="Freeform 9">
              <a:extLst>
                <a:ext uri="{FF2B5EF4-FFF2-40B4-BE49-F238E27FC236}">
                  <a16:creationId xmlns:a16="http://schemas.microsoft.com/office/drawing/2014/main" id="{FB866DBF-4CFF-C991-24F9-E4C807551390}"/>
                </a:ext>
              </a:extLst>
            </p:cNvPr>
            <p:cNvSpPr>
              <a:spLocks/>
            </p:cNvSpPr>
            <p:nvPr/>
          </p:nvSpPr>
          <p:spPr bwMode="auto">
            <a:xfrm>
              <a:off x="3727" y="1234"/>
              <a:ext cx="380" cy="2578"/>
            </a:xfrm>
            <a:custGeom>
              <a:avLst/>
              <a:gdLst>
                <a:gd name="T0" fmla="*/ 0 w 380"/>
                <a:gd name="T1" fmla="*/ 2578 h 2578"/>
                <a:gd name="T2" fmla="*/ 0 w 380"/>
                <a:gd name="T3" fmla="*/ 190 h 2578"/>
                <a:gd name="T4" fmla="*/ 380 w 380"/>
                <a:gd name="T5" fmla="*/ 0 h 2578"/>
                <a:gd name="T6" fmla="*/ 380 w 380"/>
                <a:gd name="T7" fmla="*/ 2396 h 2578"/>
                <a:gd name="T8" fmla="*/ 0 w 380"/>
                <a:gd name="T9" fmla="*/ 2578 h 2578"/>
              </a:gdLst>
              <a:ahLst/>
              <a:cxnLst>
                <a:cxn ang="0">
                  <a:pos x="T0" y="T1"/>
                </a:cxn>
                <a:cxn ang="0">
                  <a:pos x="T2" y="T3"/>
                </a:cxn>
                <a:cxn ang="0">
                  <a:pos x="T4" y="T5"/>
                </a:cxn>
                <a:cxn ang="0">
                  <a:pos x="T6" y="T7"/>
                </a:cxn>
                <a:cxn ang="0">
                  <a:pos x="T8" y="T9"/>
                </a:cxn>
              </a:cxnLst>
              <a:rect l="0" t="0" r="r" b="b"/>
              <a:pathLst>
                <a:path w="380" h="2578">
                  <a:moveTo>
                    <a:pt x="0" y="2578"/>
                  </a:moveTo>
                  <a:lnTo>
                    <a:pt x="0" y="190"/>
                  </a:lnTo>
                  <a:lnTo>
                    <a:pt x="380" y="0"/>
                  </a:lnTo>
                  <a:lnTo>
                    <a:pt x="380" y="2396"/>
                  </a:lnTo>
                  <a:lnTo>
                    <a:pt x="0" y="2578"/>
                  </a:lnTo>
                  <a:close/>
                </a:path>
              </a:pathLst>
            </a:custGeom>
            <a:solidFill>
              <a:schemeClr val="accent1">
                <a:alpha val="17999"/>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23914" name="Rectangle 10">
              <a:extLst>
                <a:ext uri="{FF2B5EF4-FFF2-40B4-BE49-F238E27FC236}">
                  <a16:creationId xmlns:a16="http://schemas.microsoft.com/office/drawing/2014/main" id="{4E88EADB-B035-45CD-571E-FE2CF9361EA8}"/>
                </a:ext>
              </a:extLst>
            </p:cNvPr>
            <p:cNvSpPr>
              <a:spLocks noChangeArrowheads="1"/>
            </p:cNvSpPr>
            <p:nvPr/>
          </p:nvSpPr>
          <p:spPr bwMode="auto">
            <a:xfrm>
              <a:off x="3728" y="1423"/>
              <a:ext cx="682" cy="2389"/>
            </a:xfrm>
            <a:prstGeom prst="rect">
              <a:avLst/>
            </a:prstGeom>
            <a:solidFill>
              <a:schemeClr val="accent1">
                <a:alpha val="23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grpSp>
      <p:grpSp>
        <p:nvGrpSpPr>
          <p:cNvPr id="123915" name="Group 11">
            <a:extLst>
              <a:ext uri="{FF2B5EF4-FFF2-40B4-BE49-F238E27FC236}">
                <a16:creationId xmlns:a16="http://schemas.microsoft.com/office/drawing/2014/main" id="{F7D38880-5061-D687-603F-CD84AC19420A}"/>
              </a:ext>
            </a:extLst>
          </p:cNvPr>
          <p:cNvGrpSpPr>
            <a:grpSpLocks/>
          </p:cNvGrpSpPr>
          <p:nvPr/>
        </p:nvGrpSpPr>
        <p:grpSpPr bwMode="auto">
          <a:xfrm>
            <a:off x="6886575" y="1438273"/>
            <a:ext cx="1143000" cy="2784475"/>
            <a:chOff x="3723" y="1229"/>
            <a:chExt cx="1061" cy="2583"/>
          </a:xfrm>
        </p:grpSpPr>
        <p:sp>
          <p:nvSpPr>
            <p:cNvPr id="123916" name="Freeform 12">
              <a:extLst>
                <a:ext uri="{FF2B5EF4-FFF2-40B4-BE49-F238E27FC236}">
                  <a16:creationId xmlns:a16="http://schemas.microsoft.com/office/drawing/2014/main" id="{E1AC917E-9747-4325-51D2-48E021FC7A17}"/>
                </a:ext>
              </a:extLst>
            </p:cNvPr>
            <p:cNvSpPr>
              <a:spLocks/>
            </p:cNvSpPr>
            <p:nvPr/>
          </p:nvSpPr>
          <p:spPr bwMode="auto">
            <a:xfrm>
              <a:off x="3723" y="3625"/>
              <a:ext cx="1054" cy="182"/>
            </a:xfrm>
            <a:custGeom>
              <a:avLst/>
              <a:gdLst>
                <a:gd name="T0" fmla="*/ 0 w 1054"/>
                <a:gd name="T1" fmla="*/ 182 h 182"/>
                <a:gd name="T2" fmla="*/ 372 w 1054"/>
                <a:gd name="T3" fmla="*/ 0 h 182"/>
                <a:gd name="T4" fmla="*/ 1054 w 1054"/>
                <a:gd name="T5" fmla="*/ 0 h 182"/>
                <a:gd name="T6" fmla="*/ 681 w 1054"/>
                <a:gd name="T7" fmla="*/ 182 h 182"/>
                <a:gd name="T8" fmla="*/ 0 w 1054"/>
                <a:gd name="T9" fmla="*/ 182 h 182"/>
              </a:gdLst>
              <a:ahLst/>
              <a:cxnLst>
                <a:cxn ang="0">
                  <a:pos x="T0" y="T1"/>
                </a:cxn>
                <a:cxn ang="0">
                  <a:pos x="T2" y="T3"/>
                </a:cxn>
                <a:cxn ang="0">
                  <a:pos x="T4" y="T5"/>
                </a:cxn>
                <a:cxn ang="0">
                  <a:pos x="T6" y="T7"/>
                </a:cxn>
                <a:cxn ang="0">
                  <a:pos x="T8" y="T9"/>
                </a:cxn>
              </a:cxnLst>
              <a:rect l="0" t="0" r="r" b="b"/>
              <a:pathLst>
                <a:path w="1054" h="182">
                  <a:moveTo>
                    <a:pt x="0" y="182"/>
                  </a:moveTo>
                  <a:lnTo>
                    <a:pt x="372" y="0"/>
                  </a:lnTo>
                  <a:lnTo>
                    <a:pt x="1054" y="0"/>
                  </a:lnTo>
                  <a:lnTo>
                    <a:pt x="681" y="182"/>
                  </a:lnTo>
                  <a:lnTo>
                    <a:pt x="0" y="182"/>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23917" name="Rectangle 13">
              <a:extLst>
                <a:ext uri="{FF2B5EF4-FFF2-40B4-BE49-F238E27FC236}">
                  <a16:creationId xmlns:a16="http://schemas.microsoft.com/office/drawing/2014/main" id="{5DE21589-06BC-ACF2-2425-0F04BADDA0E3}"/>
                </a:ext>
              </a:extLst>
            </p:cNvPr>
            <p:cNvSpPr>
              <a:spLocks noChangeArrowheads="1"/>
            </p:cNvSpPr>
            <p:nvPr/>
          </p:nvSpPr>
          <p:spPr bwMode="auto">
            <a:xfrm>
              <a:off x="4102" y="1236"/>
              <a:ext cx="682" cy="238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alpha val="23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123918" name="Freeform 14">
              <a:extLst>
                <a:ext uri="{FF2B5EF4-FFF2-40B4-BE49-F238E27FC236}">
                  <a16:creationId xmlns:a16="http://schemas.microsoft.com/office/drawing/2014/main" id="{39A4B541-9CD1-BDF0-32FB-072137BCA097}"/>
                </a:ext>
              </a:extLst>
            </p:cNvPr>
            <p:cNvSpPr>
              <a:spLocks/>
            </p:cNvSpPr>
            <p:nvPr/>
          </p:nvSpPr>
          <p:spPr bwMode="auto">
            <a:xfrm>
              <a:off x="4404" y="1229"/>
              <a:ext cx="380" cy="2578"/>
            </a:xfrm>
            <a:custGeom>
              <a:avLst/>
              <a:gdLst>
                <a:gd name="T0" fmla="*/ 0 w 380"/>
                <a:gd name="T1" fmla="*/ 2578 h 2578"/>
                <a:gd name="T2" fmla="*/ 0 w 380"/>
                <a:gd name="T3" fmla="*/ 190 h 2578"/>
                <a:gd name="T4" fmla="*/ 380 w 380"/>
                <a:gd name="T5" fmla="*/ 0 h 2578"/>
                <a:gd name="T6" fmla="*/ 380 w 380"/>
                <a:gd name="T7" fmla="*/ 2396 h 2578"/>
                <a:gd name="T8" fmla="*/ 0 w 380"/>
                <a:gd name="T9" fmla="*/ 2578 h 2578"/>
              </a:gdLst>
              <a:ahLst/>
              <a:cxnLst>
                <a:cxn ang="0">
                  <a:pos x="T0" y="T1"/>
                </a:cxn>
                <a:cxn ang="0">
                  <a:pos x="T2" y="T3"/>
                </a:cxn>
                <a:cxn ang="0">
                  <a:pos x="T4" y="T5"/>
                </a:cxn>
                <a:cxn ang="0">
                  <a:pos x="T6" y="T7"/>
                </a:cxn>
                <a:cxn ang="0">
                  <a:pos x="T8" y="T9"/>
                </a:cxn>
              </a:cxnLst>
              <a:rect l="0" t="0" r="r" b="b"/>
              <a:pathLst>
                <a:path w="380" h="2578">
                  <a:moveTo>
                    <a:pt x="0" y="2578"/>
                  </a:moveTo>
                  <a:lnTo>
                    <a:pt x="0" y="190"/>
                  </a:lnTo>
                  <a:lnTo>
                    <a:pt x="380" y="0"/>
                  </a:lnTo>
                  <a:lnTo>
                    <a:pt x="380" y="2396"/>
                  </a:lnTo>
                  <a:lnTo>
                    <a:pt x="0" y="2578"/>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alpha val="17999"/>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23919" name="Freeform 15">
              <a:extLst>
                <a:ext uri="{FF2B5EF4-FFF2-40B4-BE49-F238E27FC236}">
                  <a16:creationId xmlns:a16="http://schemas.microsoft.com/office/drawing/2014/main" id="{F2AD1B5D-AA75-CF7D-A94D-19D15D3C8380}"/>
                </a:ext>
              </a:extLst>
            </p:cNvPr>
            <p:cNvSpPr>
              <a:spLocks/>
            </p:cNvSpPr>
            <p:nvPr/>
          </p:nvSpPr>
          <p:spPr bwMode="auto">
            <a:xfrm>
              <a:off x="3727" y="1234"/>
              <a:ext cx="380" cy="2578"/>
            </a:xfrm>
            <a:custGeom>
              <a:avLst/>
              <a:gdLst>
                <a:gd name="T0" fmla="*/ 0 w 380"/>
                <a:gd name="T1" fmla="*/ 2578 h 2578"/>
                <a:gd name="T2" fmla="*/ 0 w 380"/>
                <a:gd name="T3" fmla="*/ 190 h 2578"/>
                <a:gd name="T4" fmla="*/ 380 w 380"/>
                <a:gd name="T5" fmla="*/ 0 h 2578"/>
                <a:gd name="T6" fmla="*/ 380 w 380"/>
                <a:gd name="T7" fmla="*/ 2396 h 2578"/>
                <a:gd name="T8" fmla="*/ 0 w 380"/>
                <a:gd name="T9" fmla="*/ 2578 h 2578"/>
              </a:gdLst>
              <a:ahLst/>
              <a:cxnLst>
                <a:cxn ang="0">
                  <a:pos x="T0" y="T1"/>
                </a:cxn>
                <a:cxn ang="0">
                  <a:pos x="T2" y="T3"/>
                </a:cxn>
                <a:cxn ang="0">
                  <a:pos x="T4" y="T5"/>
                </a:cxn>
                <a:cxn ang="0">
                  <a:pos x="T6" y="T7"/>
                </a:cxn>
                <a:cxn ang="0">
                  <a:pos x="T8" y="T9"/>
                </a:cxn>
              </a:cxnLst>
              <a:rect l="0" t="0" r="r" b="b"/>
              <a:pathLst>
                <a:path w="380" h="2578">
                  <a:moveTo>
                    <a:pt x="0" y="2578"/>
                  </a:moveTo>
                  <a:lnTo>
                    <a:pt x="0" y="190"/>
                  </a:lnTo>
                  <a:lnTo>
                    <a:pt x="380" y="0"/>
                  </a:lnTo>
                  <a:lnTo>
                    <a:pt x="380" y="2396"/>
                  </a:lnTo>
                  <a:lnTo>
                    <a:pt x="0" y="2578"/>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alpha val="17999"/>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23920" name="Rectangle 16">
              <a:extLst>
                <a:ext uri="{FF2B5EF4-FFF2-40B4-BE49-F238E27FC236}">
                  <a16:creationId xmlns:a16="http://schemas.microsoft.com/office/drawing/2014/main" id="{737BB946-CEEC-6064-FCD6-A7B47628BCFE}"/>
                </a:ext>
              </a:extLst>
            </p:cNvPr>
            <p:cNvSpPr>
              <a:spLocks noChangeArrowheads="1"/>
            </p:cNvSpPr>
            <p:nvPr/>
          </p:nvSpPr>
          <p:spPr bwMode="auto">
            <a:xfrm>
              <a:off x="3728" y="1423"/>
              <a:ext cx="682" cy="238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alpha val="23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grpSp>
      <p:sp>
        <p:nvSpPr>
          <p:cNvPr id="123921" name="Text Box 17">
            <a:extLst>
              <a:ext uri="{FF2B5EF4-FFF2-40B4-BE49-F238E27FC236}">
                <a16:creationId xmlns:a16="http://schemas.microsoft.com/office/drawing/2014/main" id="{9D8BB720-DC9B-FA4F-BAE2-B0044A119808}"/>
              </a:ext>
            </a:extLst>
          </p:cNvPr>
          <p:cNvSpPr txBox="1">
            <a:spLocks noChangeArrowheads="1"/>
          </p:cNvSpPr>
          <p:nvPr/>
        </p:nvSpPr>
        <p:spPr bwMode="auto">
          <a:xfrm>
            <a:off x="7301319" y="2011832"/>
            <a:ext cx="3048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sz="1400" i="1" dirty="0"/>
              <a:t>A</a:t>
            </a:r>
          </a:p>
        </p:txBody>
      </p:sp>
      <p:sp>
        <p:nvSpPr>
          <p:cNvPr id="123950" name="Rectangle 46">
            <a:extLst>
              <a:ext uri="{FF2B5EF4-FFF2-40B4-BE49-F238E27FC236}">
                <a16:creationId xmlns:a16="http://schemas.microsoft.com/office/drawing/2014/main" id="{5CEDBD5B-8130-E52A-C017-FC9AC642A559}"/>
              </a:ext>
            </a:extLst>
          </p:cNvPr>
          <p:cNvSpPr>
            <a:spLocks noChangeArrowheads="1"/>
          </p:cNvSpPr>
          <p:nvPr/>
        </p:nvSpPr>
        <p:spPr bwMode="auto">
          <a:xfrm>
            <a:off x="330442" y="2800474"/>
            <a:ext cx="2132013"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dirty="0">
                <a:latin typeface="Courier New" panose="02070309020205020404" pitchFamily="49" charset="0"/>
              </a:rPr>
              <a:t>p</a:t>
            </a:r>
            <a:r>
              <a:rPr lang="en-US" altLang="en-CN" sz="1800" dirty="0">
                <a:latin typeface="Courier New" panose="02070309020205020404" pitchFamily="49" charset="0"/>
              </a:rPr>
              <a:t> = </a:t>
            </a:r>
            <a:r>
              <a:rPr lang="en-US" altLang="en-CN" sz="1800" i="1" dirty="0">
                <a:latin typeface="Courier New" panose="02070309020205020404" pitchFamily="49" charset="0"/>
              </a:rPr>
              <a:t>p</a:t>
            </a:r>
            <a:r>
              <a:rPr lang="en-US" altLang="en-CN" sz="1800" i="1" baseline="-25000" dirty="0">
                <a:latin typeface="Courier New" panose="02070309020205020404" pitchFamily="49" charset="0"/>
              </a:rPr>
              <a:t>0</a:t>
            </a:r>
            <a:r>
              <a:rPr lang="en-US" altLang="en-CN" sz="1800" dirty="0">
                <a:latin typeface="Courier New" panose="02070309020205020404" pitchFamily="49" charset="0"/>
              </a:rPr>
              <a:t> + </a:t>
            </a:r>
            <a:r>
              <a:rPr lang="en-US" altLang="en-CN" sz="1800" i="1" dirty="0">
                <a:latin typeface="Courier New" panose="02070309020205020404" pitchFamily="49" charset="0"/>
                <a:sym typeface="Symbol" pitchFamily="2" charset="2"/>
              </a:rPr>
              <a:t></a:t>
            </a:r>
            <a:r>
              <a:rPr lang="en-US" altLang="en-CN" sz="1800" i="1" dirty="0" err="1">
                <a:latin typeface="Courier New" panose="02070309020205020404" pitchFamily="49" charset="0"/>
                <a:sym typeface="Symbol" pitchFamily="2" charset="2"/>
              </a:rPr>
              <a:t>gh</a:t>
            </a:r>
            <a:endParaRPr lang="en-US" altLang="en-CN" sz="1600" b="1" i="1" dirty="0">
              <a:latin typeface="Courier New" panose="02070309020205020404" pitchFamily="49" charset="0"/>
              <a:sym typeface="Symbol" pitchFamily="2" charset="2"/>
            </a:endParaRPr>
          </a:p>
        </p:txBody>
      </p:sp>
      <p:grpSp>
        <p:nvGrpSpPr>
          <p:cNvPr id="123954" name="Group 50">
            <a:extLst>
              <a:ext uri="{FF2B5EF4-FFF2-40B4-BE49-F238E27FC236}">
                <a16:creationId xmlns:a16="http://schemas.microsoft.com/office/drawing/2014/main" id="{3AC40F9F-5D54-1025-3CD0-6E2C99F8A49D}"/>
              </a:ext>
            </a:extLst>
          </p:cNvPr>
          <p:cNvGrpSpPr>
            <a:grpSpLocks/>
          </p:cNvGrpSpPr>
          <p:nvPr/>
        </p:nvGrpSpPr>
        <p:grpSpPr bwMode="auto">
          <a:xfrm>
            <a:off x="189155" y="2803649"/>
            <a:ext cx="5422900" cy="368300"/>
            <a:chOff x="595" y="2781"/>
            <a:chExt cx="3416" cy="232"/>
          </a:xfrm>
        </p:grpSpPr>
        <p:sp>
          <p:nvSpPr>
            <p:cNvPr id="123952" name="Text Box 48">
              <a:extLst>
                <a:ext uri="{FF2B5EF4-FFF2-40B4-BE49-F238E27FC236}">
                  <a16:creationId xmlns:a16="http://schemas.microsoft.com/office/drawing/2014/main" id="{EE32FF0A-3CB7-2C17-3C9D-FFB3546BDF88}"/>
                </a:ext>
              </a:extLst>
            </p:cNvPr>
            <p:cNvSpPr txBox="1">
              <a:spLocks noChangeArrowheads="1"/>
            </p:cNvSpPr>
            <p:nvPr/>
          </p:nvSpPr>
          <p:spPr bwMode="auto">
            <a:xfrm>
              <a:off x="2055" y="2781"/>
              <a:ext cx="1956" cy="231"/>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a:solidFill>
                    <a:schemeClr val="bg1"/>
                  </a:solidFill>
                </a:rPr>
                <a:t>Pressure-Depth Relationship</a:t>
              </a:r>
            </a:p>
          </p:txBody>
        </p:sp>
        <p:sp>
          <p:nvSpPr>
            <p:cNvPr id="123953" name="Rectangle 49">
              <a:extLst>
                <a:ext uri="{FF2B5EF4-FFF2-40B4-BE49-F238E27FC236}">
                  <a16:creationId xmlns:a16="http://schemas.microsoft.com/office/drawing/2014/main" id="{3DE6C205-5BED-ED36-E097-F237E610D322}"/>
                </a:ext>
              </a:extLst>
            </p:cNvPr>
            <p:cNvSpPr>
              <a:spLocks noChangeArrowheads="1"/>
            </p:cNvSpPr>
            <p:nvPr/>
          </p:nvSpPr>
          <p:spPr bwMode="auto">
            <a:xfrm>
              <a:off x="595" y="2782"/>
              <a:ext cx="3415" cy="23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grpSp>
      <p:sp>
        <p:nvSpPr>
          <p:cNvPr id="123956" name="Rectangle 52">
            <a:extLst>
              <a:ext uri="{FF2B5EF4-FFF2-40B4-BE49-F238E27FC236}">
                <a16:creationId xmlns:a16="http://schemas.microsoft.com/office/drawing/2014/main" id="{66A14C82-52AF-21CE-53D3-833FAA272F3E}"/>
              </a:ext>
            </a:extLst>
          </p:cNvPr>
          <p:cNvSpPr>
            <a:spLocks noChangeArrowheads="1"/>
          </p:cNvSpPr>
          <p:nvPr/>
        </p:nvSpPr>
        <p:spPr bwMode="auto">
          <a:xfrm>
            <a:off x="-9664" y="4818093"/>
            <a:ext cx="6305541" cy="2039907"/>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dirty="0">
                <a:latin typeface="Courier New" panose="02070309020205020404" pitchFamily="49" charset="0"/>
              </a:rPr>
              <a:t>What pressure do you feel if you are swimming at a depth of 30 m? </a:t>
            </a:r>
          </a:p>
        </p:txBody>
      </p:sp>
      <p:sp>
        <p:nvSpPr>
          <p:cNvPr id="123957" name="Rectangle 53">
            <a:extLst>
              <a:ext uri="{FF2B5EF4-FFF2-40B4-BE49-F238E27FC236}">
                <a16:creationId xmlns:a16="http://schemas.microsoft.com/office/drawing/2014/main" id="{9995B184-22B4-AF0B-4AE5-AB95592DD2F4}"/>
              </a:ext>
            </a:extLst>
          </p:cNvPr>
          <p:cNvSpPr>
            <a:spLocks noChangeArrowheads="1"/>
          </p:cNvSpPr>
          <p:nvPr/>
        </p:nvSpPr>
        <p:spPr bwMode="auto">
          <a:xfrm>
            <a:off x="209484" y="5555087"/>
            <a:ext cx="2132013"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dirty="0">
                <a:latin typeface="Courier New" panose="02070309020205020404" pitchFamily="49" charset="0"/>
              </a:rPr>
              <a:t>p</a:t>
            </a:r>
            <a:r>
              <a:rPr lang="en-US" altLang="en-CN" sz="1800" dirty="0">
                <a:latin typeface="Courier New" panose="02070309020205020404" pitchFamily="49" charset="0"/>
              </a:rPr>
              <a:t> = </a:t>
            </a:r>
            <a:r>
              <a:rPr lang="en-US" altLang="en-CN" sz="1800" i="1" dirty="0">
                <a:latin typeface="Courier New" panose="02070309020205020404" pitchFamily="49" charset="0"/>
              </a:rPr>
              <a:t>p</a:t>
            </a:r>
            <a:r>
              <a:rPr lang="en-US" altLang="en-CN" sz="1800" i="1" baseline="-25000" dirty="0">
                <a:latin typeface="Courier New" panose="02070309020205020404" pitchFamily="49" charset="0"/>
              </a:rPr>
              <a:t>0</a:t>
            </a:r>
            <a:r>
              <a:rPr lang="en-US" altLang="en-CN" sz="1800" dirty="0">
                <a:latin typeface="Courier New" panose="02070309020205020404" pitchFamily="49" charset="0"/>
              </a:rPr>
              <a:t> + </a:t>
            </a:r>
            <a:r>
              <a:rPr lang="en-US" altLang="en-CN" sz="1800" i="1" dirty="0">
                <a:latin typeface="Courier New" panose="02070309020205020404" pitchFamily="49" charset="0"/>
                <a:sym typeface="Symbol" pitchFamily="2" charset="2"/>
              </a:rPr>
              <a:t></a:t>
            </a:r>
            <a:r>
              <a:rPr lang="en-US" altLang="en-CN" sz="1800" i="1" dirty="0" err="1">
                <a:latin typeface="Courier New" panose="02070309020205020404" pitchFamily="49" charset="0"/>
                <a:sym typeface="Symbol" pitchFamily="2" charset="2"/>
              </a:rPr>
              <a:t>gh</a:t>
            </a:r>
            <a:endParaRPr lang="en-US" altLang="en-CN" sz="1600" b="1" i="1" dirty="0">
              <a:latin typeface="Courier New" panose="02070309020205020404" pitchFamily="49" charset="0"/>
              <a:sym typeface="Symbol" pitchFamily="2" charset="2"/>
            </a:endParaRPr>
          </a:p>
        </p:txBody>
      </p:sp>
      <p:sp>
        <p:nvSpPr>
          <p:cNvPr id="123958" name="Rectangle 54">
            <a:extLst>
              <a:ext uri="{FF2B5EF4-FFF2-40B4-BE49-F238E27FC236}">
                <a16:creationId xmlns:a16="http://schemas.microsoft.com/office/drawing/2014/main" id="{750FBC81-7612-4EC4-745F-1E96D0DB9727}"/>
              </a:ext>
            </a:extLst>
          </p:cNvPr>
          <p:cNvSpPr>
            <a:spLocks noChangeArrowheads="1"/>
          </p:cNvSpPr>
          <p:nvPr/>
        </p:nvSpPr>
        <p:spPr bwMode="auto">
          <a:xfrm>
            <a:off x="2112897" y="5563025"/>
            <a:ext cx="3659187"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dirty="0">
                <a:latin typeface="Courier New" panose="02070309020205020404" pitchFamily="49" charset="0"/>
              </a:rPr>
              <a:t>= 1.01</a:t>
            </a:r>
            <a:r>
              <a:rPr lang="en-US" altLang="en-CN" sz="1800" dirty="0">
                <a:latin typeface="Courier New" panose="02070309020205020404" pitchFamily="49" charset="0"/>
                <a:sym typeface="Symbol" pitchFamily="2" charset="2"/>
              </a:rPr>
              <a:t>10</a:t>
            </a:r>
            <a:r>
              <a:rPr lang="en-US" altLang="en-CN" sz="1800" baseline="30000" dirty="0">
                <a:latin typeface="Courier New" panose="02070309020205020404" pitchFamily="49" charset="0"/>
                <a:sym typeface="Symbol" pitchFamily="2" charset="2"/>
              </a:rPr>
              <a:t>5</a:t>
            </a:r>
            <a:r>
              <a:rPr lang="en-US" altLang="en-CN" sz="1800" dirty="0">
                <a:latin typeface="Courier New" panose="02070309020205020404" pitchFamily="49" charset="0"/>
              </a:rPr>
              <a:t> + </a:t>
            </a:r>
            <a:r>
              <a:rPr lang="en-US" altLang="en-CN" sz="1800" dirty="0">
                <a:latin typeface="Courier New" panose="02070309020205020404" pitchFamily="49" charset="0"/>
                <a:sym typeface="Symbol" pitchFamily="2" charset="2"/>
              </a:rPr>
              <a:t>1000(10)(30)</a:t>
            </a:r>
            <a:endParaRPr lang="en-US" altLang="en-CN" sz="1600" b="1" dirty="0">
              <a:latin typeface="Courier New" panose="02070309020205020404" pitchFamily="49" charset="0"/>
              <a:sym typeface="Symbol" pitchFamily="2" charset="2"/>
            </a:endParaRPr>
          </a:p>
        </p:txBody>
      </p:sp>
      <p:sp>
        <p:nvSpPr>
          <p:cNvPr id="123959" name="Rectangle 55">
            <a:extLst>
              <a:ext uri="{FF2B5EF4-FFF2-40B4-BE49-F238E27FC236}">
                <a16:creationId xmlns:a16="http://schemas.microsoft.com/office/drawing/2014/main" id="{FB3F3515-A1C2-5D7B-678B-B127630A2099}"/>
              </a:ext>
            </a:extLst>
          </p:cNvPr>
          <p:cNvSpPr>
            <a:spLocks noChangeArrowheads="1"/>
          </p:cNvSpPr>
          <p:nvPr/>
        </p:nvSpPr>
        <p:spPr bwMode="auto">
          <a:xfrm>
            <a:off x="1852547" y="5859887"/>
            <a:ext cx="2320925"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dirty="0">
                <a:latin typeface="Courier New" panose="02070309020205020404" pitchFamily="49" charset="0"/>
              </a:rPr>
              <a:t>p </a:t>
            </a:r>
            <a:r>
              <a:rPr lang="en-US" altLang="en-CN" sz="1800" dirty="0">
                <a:latin typeface="Courier New" panose="02070309020205020404" pitchFamily="49" charset="0"/>
              </a:rPr>
              <a:t>= 4.01</a:t>
            </a:r>
            <a:r>
              <a:rPr lang="en-US" altLang="en-CN" sz="1800" dirty="0">
                <a:latin typeface="Courier New" panose="02070309020205020404" pitchFamily="49" charset="0"/>
                <a:sym typeface="Symbol" pitchFamily="2" charset="2"/>
              </a:rPr>
              <a:t>10</a:t>
            </a:r>
            <a:r>
              <a:rPr lang="en-US" altLang="en-CN" sz="1800" baseline="30000" dirty="0">
                <a:latin typeface="Courier New" panose="02070309020205020404" pitchFamily="49" charset="0"/>
                <a:sym typeface="Symbol" pitchFamily="2" charset="2"/>
              </a:rPr>
              <a:t>5</a:t>
            </a:r>
            <a:r>
              <a:rPr lang="en-US" altLang="en-CN" sz="1800" dirty="0">
                <a:latin typeface="Courier New" panose="02070309020205020404" pitchFamily="49" charset="0"/>
              </a:rPr>
              <a:t> Pa</a:t>
            </a:r>
            <a:endParaRPr lang="en-US" altLang="en-CN" sz="1600" b="1" dirty="0">
              <a:latin typeface="Courier New" panose="02070309020205020404" pitchFamily="49" charset="0"/>
              <a:sym typeface="Symbol" pitchFamily="2" charset="2"/>
            </a:endParaRPr>
          </a:p>
        </p:txBody>
      </p:sp>
      <p:grpSp>
        <p:nvGrpSpPr>
          <p:cNvPr id="6" name="Group 5">
            <a:extLst>
              <a:ext uri="{FF2B5EF4-FFF2-40B4-BE49-F238E27FC236}">
                <a16:creationId xmlns:a16="http://schemas.microsoft.com/office/drawing/2014/main" id="{F0492260-91CB-2481-5120-80CF344DFC99}"/>
              </a:ext>
            </a:extLst>
          </p:cNvPr>
          <p:cNvGrpSpPr>
            <a:grpSpLocks/>
          </p:cNvGrpSpPr>
          <p:nvPr/>
        </p:nvGrpSpPr>
        <p:grpSpPr bwMode="auto">
          <a:xfrm>
            <a:off x="7164165" y="2125012"/>
            <a:ext cx="590664" cy="1500187"/>
            <a:chOff x="3723" y="1229"/>
            <a:chExt cx="1061" cy="2583"/>
          </a:xfrm>
          <a:solidFill>
            <a:srgbClr val="92D050">
              <a:alpha val="39915"/>
            </a:srgbClr>
          </a:solidFill>
        </p:grpSpPr>
        <p:sp>
          <p:nvSpPr>
            <p:cNvPr id="7" name="Freeform 6">
              <a:extLst>
                <a:ext uri="{FF2B5EF4-FFF2-40B4-BE49-F238E27FC236}">
                  <a16:creationId xmlns:a16="http://schemas.microsoft.com/office/drawing/2014/main" id="{BD655DA7-50D1-A266-5C33-07FA4B1ACFD8}"/>
                </a:ext>
              </a:extLst>
            </p:cNvPr>
            <p:cNvSpPr>
              <a:spLocks/>
            </p:cNvSpPr>
            <p:nvPr/>
          </p:nvSpPr>
          <p:spPr bwMode="auto">
            <a:xfrm>
              <a:off x="3723" y="3625"/>
              <a:ext cx="1054" cy="182"/>
            </a:xfrm>
            <a:custGeom>
              <a:avLst/>
              <a:gdLst>
                <a:gd name="T0" fmla="*/ 0 w 1054"/>
                <a:gd name="T1" fmla="*/ 182 h 182"/>
                <a:gd name="T2" fmla="*/ 372 w 1054"/>
                <a:gd name="T3" fmla="*/ 0 h 182"/>
                <a:gd name="T4" fmla="*/ 1054 w 1054"/>
                <a:gd name="T5" fmla="*/ 0 h 182"/>
                <a:gd name="T6" fmla="*/ 681 w 1054"/>
                <a:gd name="T7" fmla="*/ 182 h 182"/>
                <a:gd name="T8" fmla="*/ 0 w 1054"/>
                <a:gd name="T9" fmla="*/ 182 h 182"/>
              </a:gdLst>
              <a:ahLst/>
              <a:cxnLst>
                <a:cxn ang="0">
                  <a:pos x="T0" y="T1"/>
                </a:cxn>
                <a:cxn ang="0">
                  <a:pos x="T2" y="T3"/>
                </a:cxn>
                <a:cxn ang="0">
                  <a:pos x="T4" y="T5"/>
                </a:cxn>
                <a:cxn ang="0">
                  <a:pos x="T6" y="T7"/>
                </a:cxn>
                <a:cxn ang="0">
                  <a:pos x="T8" y="T9"/>
                </a:cxn>
              </a:cxnLst>
              <a:rect l="0" t="0" r="r" b="b"/>
              <a:pathLst>
                <a:path w="1054" h="182">
                  <a:moveTo>
                    <a:pt x="0" y="182"/>
                  </a:moveTo>
                  <a:lnTo>
                    <a:pt x="372" y="0"/>
                  </a:lnTo>
                  <a:lnTo>
                    <a:pt x="1054" y="0"/>
                  </a:lnTo>
                  <a:lnTo>
                    <a:pt x="681" y="182"/>
                  </a:lnTo>
                  <a:lnTo>
                    <a:pt x="0" y="182"/>
                  </a:lnTo>
                  <a:close/>
                </a:path>
              </a:pathLst>
            </a:cu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8" name="Rectangle 7">
              <a:extLst>
                <a:ext uri="{FF2B5EF4-FFF2-40B4-BE49-F238E27FC236}">
                  <a16:creationId xmlns:a16="http://schemas.microsoft.com/office/drawing/2014/main" id="{EC1EE7CE-F235-ABE3-1C0E-4D0CA86174C7}"/>
                </a:ext>
              </a:extLst>
            </p:cNvPr>
            <p:cNvSpPr>
              <a:spLocks noChangeArrowheads="1"/>
            </p:cNvSpPr>
            <p:nvPr/>
          </p:nvSpPr>
          <p:spPr bwMode="auto">
            <a:xfrm>
              <a:off x="4102" y="1236"/>
              <a:ext cx="682" cy="2389"/>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9" name="Freeform 8">
              <a:extLst>
                <a:ext uri="{FF2B5EF4-FFF2-40B4-BE49-F238E27FC236}">
                  <a16:creationId xmlns:a16="http://schemas.microsoft.com/office/drawing/2014/main" id="{F7067E9A-747C-624D-EA35-629A527309B3}"/>
                </a:ext>
              </a:extLst>
            </p:cNvPr>
            <p:cNvSpPr>
              <a:spLocks/>
            </p:cNvSpPr>
            <p:nvPr/>
          </p:nvSpPr>
          <p:spPr bwMode="auto">
            <a:xfrm>
              <a:off x="4404" y="1229"/>
              <a:ext cx="380" cy="2578"/>
            </a:xfrm>
            <a:custGeom>
              <a:avLst/>
              <a:gdLst>
                <a:gd name="T0" fmla="*/ 0 w 380"/>
                <a:gd name="T1" fmla="*/ 2578 h 2578"/>
                <a:gd name="T2" fmla="*/ 0 w 380"/>
                <a:gd name="T3" fmla="*/ 190 h 2578"/>
                <a:gd name="T4" fmla="*/ 380 w 380"/>
                <a:gd name="T5" fmla="*/ 0 h 2578"/>
                <a:gd name="T6" fmla="*/ 380 w 380"/>
                <a:gd name="T7" fmla="*/ 2396 h 2578"/>
                <a:gd name="T8" fmla="*/ 0 w 380"/>
                <a:gd name="T9" fmla="*/ 2578 h 2578"/>
              </a:gdLst>
              <a:ahLst/>
              <a:cxnLst>
                <a:cxn ang="0">
                  <a:pos x="T0" y="T1"/>
                </a:cxn>
                <a:cxn ang="0">
                  <a:pos x="T2" y="T3"/>
                </a:cxn>
                <a:cxn ang="0">
                  <a:pos x="T4" y="T5"/>
                </a:cxn>
                <a:cxn ang="0">
                  <a:pos x="T6" y="T7"/>
                </a:cxn>
                <a:cxn ang="0">
                  <a:pos x="T8" y="T9"/>
                </a:cxn>
              </a:cxnLst>
              <a:rect l="0" t="0" r="r" b="b"/>
              <a:pathLst>
                <a:path w="380" h="2578">
                  <a:moveTo>
                    <a:pt x="0" y="2578"/>
                  </a:moveTo>
                  <a:lnTo>
                    <a:pt x="0" y="190"/>
                  </a:lnTo>
                  <a:lnTo>
                    <a:pt x="380" y="0"/>
                  </a:lnTo>
                  <a:lnTo>
                    <a:pt x="380" y="2396"/>
                  </a:lnTo>
                  <a:lnTo>
                    <a:pt x="0" y="2578"/>
                  </a:lnTo>
                  <a:close/>
                </a:path>
              </a:pathLst>
            </a:cu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0" name="Freeform 9">
              <a:extLst>
                <a:ext uri="{FF2B5EF4-FFF2-40B4-BE49-F238E27FC236}">
                  <a16:creationId xmlns:a16="http://schemas.microsoft.com/office/drawing/2014/main" id="{4A3C5C97-6AA2-9744-E329-14A755F728C6}"/>
                </a:ext>
              </a:extLst>
            </p:cNvPr>
            <p:cNvSpPr>
              <a:spLocks/>
            </p:cNvSpPr>
            <p:nvPr/>
          </p:nvSpPr>
          <p:spPr bwMode="auto">
            <a:xfrm>
              <a:off x="3727" y="1234"/>
              <a:ext cx="380" cy="2578"/>
            </a:xfrm>
            <a:custGeom>
              <a:avLst/>
              <a:gdLst>
                <a:gd name="T0" fmla="*/ 0 w 380"/>
                <a:gd name="T1" fmla="*/ 2578 h 2578"/>
                <a:gd name="T2" fmla="*/ 0 w 380"/>
                <a:gd name="T3" fmla="*/ 190 h 2578"/>
                <a:gd name="T4" fmla="*/ 380 w 380"/>
                <a:gd name="T5" fmla="*/ 0 h 2578"/>
                <a:gd name="T6" fmla="*/ 380 w 380"/>
                <a:gd name="T7" fmla="*/ 2396 h 2578"/>
                <a:gd name="T8" fmla="*/ 0 w 380"/>
                <a:gd name="T9" fmla="*/ 2578 h 2578"/>
              </a:gdLst>
              <a:ahLst/>
              <a:cxnLst>
                <a:cxn ang="0">
                  <a:pos x="T0" y="T1"/>
                </a:cxn>
                <a:cxn ang="0">
                  <a:pos x="T2" y="T3"/>
                </a:cxn>
                <a:cxn ang="0">
                  <a:pos x="T4" y="T5"/>
                </a:cxn>
                <a:cxn ang="0">
                  <a:pos x="T6" y="T7"/>
                </a:cxn>
                <a:cxn ang="0">
                  <a:pos x="T8" y="T9"/>
                </a:cxn>
              </a:cxnLst>
              <a:rect l="0" t="0" r="r" b="b"/>
              <a:pathLst>
                <a:path w="380" h="2578">
                  <a:moveTo>
                    <a:pt x="0" y="2578"/>
                  </a:moveTo>
                  <a:lnTo>
                    <a:pt x="0" y="190"/>
                  </a:lnTo>
                  <a:lnTo>
                    <a:pt x="380" y="0"/>
                  </a:lnTo>
                  <a:lnTo>
                    <a:pt x="380" y="2396"/>
                  </a:lnTo>
                  <a:lnTo>
                    <a:pt x="0" y="2578"/>
                  </a:lnTo>
                  <a:close/>
                </a:path>
              </a:pathLst>
            </a:cu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1" name="Rectangle 10">
              <a:extLst>
                <a:ext uri="{FF2B5EF4-FFF2-40B4-BE49-F238E27FC236}">
                  <a16:creationId xmlns:a16="http://schemas.microsoft.com/office/drawing/2014/main" id="{D71B8AA3-8F64-1DB2-CA1B-C18B20C01D68}"/>
                </a:ext>
              </a:extLst>
            </p:cNvPr>
            <p:cNvSpPr>
              <a:spLocks noChangeArrowheads="1"/>
            </p:cNvSpPr>
            <p:nvPr/>
          </p:nvSpPr>
          <p:spPr bwMode="auto">
            <a:xfrm>
              <a:off x="3728" y="1423"/>
              <a:ext cx="682" cy="2389"/>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grpSp>
      <p:sp>
        <p:nvSpPr>
          <p:cNvPr id="12" name="Text Box 17">
            <a:extLst>
              <a:ext uri="{FF2B5EF4-FFF2-40B4-BE49-F238E27FC236}">
                <a16:creationId xmlns:a16="http://schemas.microsoft.com/office/drawing/2014/main" id="{C9717046-A0E9-0D6B-EA75-149EC81A6469}"/>
              </a:ext>
            </a:extLst>
          </p:cNvPr>
          <p:cNvSpPr txBox="1">
            <a:spLocks noChangeArrowheads="1"/>
          </p:cNvSpPr>
          <p:nvPr/>
        </p:nvSpPr>
        <p:spPr bwMode="auto">
          <a:xfrm>
            <a:off x="6840965" y="2777553"/>
            <a:ext cx="28405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sz="1400" i="1" dirty="0"/>
              <a:t>h</a:t>
            </a:r>
          </a:p>
        </p:txBody>
      </p:sp>
      <p:sp>
        <p:nvSpPr>
          <p:cNvPr id="13" name="Left Brace 12">
            <a:extLst>
              <a:ext uri="{FF2B5EF4-FFF2-40B4-BE49-F238E27FC236}">
                <a16:creationId xmlns:a16="http://schemas.microsoft.com/office/drawing/2014/main" id="{F9D3E85E-42AE-14C0-3286-2726F5C8FD34}"/>
              </a:ext>
            </a:extLst>
          </p:cNvPr>
          <p:cNvSpPr/>
          <p:nvPr/>
        </p:nvSpPr>
        <p:spPr>
          <a:xfrm>
            <a:off x="7036535" y="2258736"/>
            <a:ext cx="101561" cy="1363559"/>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dirty="0"/>
          </a:p>
        </p:txBody>
      </p:sp>
      <p:sp>
        <p:nvSpPr>
          <p:cNvPr id="14" name="Left Brace 13">
            <a:extLst>
              <a:ext uri="{FF2B5EF4-FFF2-40B4-BE49-F238E27FC236}">
                <a16:creationId xmlns:a16="http://schemas.microsoft.com/office/drawing/2014/main" id="{7564E702-A9E9-AFD4-F2AA-37A3211C791E}"/>
              </a:ext>
            </a:extLst>
          </p:cNvPr>
          <p:cNvSpPr/>
          <p:nvPr/>
        </p:nvSpPr>
        <p:spPr>
          <a:xfrm>
            <a:off x="7114176" y="1658668"/>
            <a:ext cx="59014" cy="596280"/>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15" name="Text Box 17">
            <a:extLst>
              <a:ext uri="{FF2B5EF4-FFF2-40B4-BE49-F238E27FC236}">
                <a16:creationId xmlns:a16="http://schemas.microsoft.com/office/drawing/2014/main" id="{47D44D06-893E-D993-4D5C-80BF49AB8095}"/>
              </a:ext>
            </a:extLst>
          </p:cNvPr>
          <p:cNvSpPr txBox="1">
            <a:spLocks noChangeArrowheads="1"/>
          </p:cNvSpPr>
          <p:nvPr/>
        </p:nvSpPr>
        <p:spPr bwMode="auto">
          <a:xfrm>
            <a:off x="6893159" y="1775128"/>
            <a:ext cx="28405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sz="1400" i="1" dirty="0"/>
              <a:t>d</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901F69A-02EF-D16D-C722-5F42285C7A80}"/>
                  </a:ext>
                </a:extLst>
              </p:cNvPr>
              <p:cNvSpPr txBox="1"/>
              <p:nvPr/>
            </p:nvSpPr>
            <p:spPr>
              <a:xfrm>
                <a:off x="7212458" y="1033840"/>
                <a:ext cx="576568" cy="338554"/>
              </a:xfrm>
              <a:prstGeom prst="rect">
                <a:avLst/>
              </a:prstGeom>
              <a:solidFill>
                <a:schemeClr val="bg1">
                  <a:lumMod val="85000"/>
                </a:schemeClr>
              </a:solid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60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0</m:t>
                          </m:r>
                        </m:sub>
                      </m:sSub>
                      <m:r>
                        <a:rPr lang="en-US" sz="1600" b="0" i="1" smtClean="0">
                          <a:latin typeface="Cambria Math" panose="02040503050406030204" pitchFamily="18" charset="0"/>
                        </a:rPr>
                        <m:t>𝐴</m:t>
                      </m:r>
                    </m:oMath>
                  </m:oMathPara>
                </a14:m>
                <a:endParaRPr lang="en-CN" sz="1600" dirty="0"/>
              </a:p>
            </p:txBody>
          </p:sp>
        </mc:Choice>
        <mc:Fallback xmlns="">
          <p:sp>
            <p:nvSpPr>
              <p:cNvPr id="16" name="TextBox 15">
                <a:extLst>
                  <a:ext uri="{FF2B5EF4-FFF2-40B4-BE49-F238E27FC236}">
                    <a16:creationId xmlns:a16="http://schemas.microsoft.com/office/drawing/2014/main" id="{8901F69A-02EF-D16D-C722-5F42285C7A80}"/>
                  </a:ext>
                </a:extLst>
              </p:cNvPr>
              <p:cNvSpPr txBox="1">
                <a:spLocks noRot="1" noChangeAspect="1" noMove="1" noResize="1" noEditPoints="1" noAdjustHandles="1" noChangeArrowheads="1" noChangeShapeType="1" noTextEdit="1"/>
              </p:cNvSpPr>
              <p:nvPr/>
            </p:nvSpPr>
            <p:spPr>
              <a:xfrm>
                <a:off x="7212458" y="1033840"/>
                <a:ext cx="576568" cy="338554"/>
              </a:xfrm>
              <a:prstGeom prst="rect">
                <a:avLst/>
              </a:prstGeom>
              <a:blipFill>
                <a:blip r:embed="rId3"/>
                <a:stretch>
                  <a:fillRect b="-3571"/>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9DA9B38-3B15-A51D-AEBF-2E66FB315A27}"/>
                  </a:ext>
                </a:extLst>
              </p:cNvPr>
              <p:cNvSpPr txBox="1"/>
              <p:nvPr/>
            </p:nvSpPr>
            <p:spPr>
              <a:xfrm>
                <a:off x="7249721" y="4431559"/>
                <a:ext cx="525144" cy="369332"/>
              </a:xfrm>
              <a:prstGeom prst="rect">
                <a:avLst/>
              </a:prstGeom>
              <a:solidFill>
                <a:schemeClr val="bg1">
                  <a:lumMod val="85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𝑝</m:t>
                      </m:r>
                      <m:r>
                        <a:rPr lang="en-US" b="0" i="1" smtClean="0">
                          <a:latin typeface="Cambria Math" panose="02040503050406030204" pitchFamily="18" charset="0"/>
                        </a:rPr>
                        <m:t>𝐴</m:t>
                      </m:r>
                    </m:oMath>
                  </m:oMathPara>
                </a14:m>
                <a:endParaRPr lang="en-CN" dirty="0"/>
              </a:p>
            </p:txBody>
          </p:sp>
        </mc:Choice>
        <mc:Fallback xmlns="">
          <p:sp>
            <p:nvSpPr>
              <p:cNvPr id="17" name="TextBox 16">
                <a:extLst>
                  <a:ext uri="{FF2B5EF4-FFF2-40B4-BE49-F238E27FC236}">
                    <a16:creationId xmlns:a16="http://schemas.microsoft.com/office/drawing/2014/main" id="{69DA9B38-3B15-A51D-AEBF-2E66FB315A27}"/>
                  </a:ext>
                </a:extLst>
              </p:cNvPr>
              <p:cNvSpPr txBox="1">
                <a:spLocks noRot="1" noChangeAspect="1" noMove="1" noResize="1" noEditPoints="1" noAdjustHandles="1" noChangeArrowheads="1" noChangeShapeType="1" noTextEdit="1"/>
              </p:cNvSpPr>
              <p:nvPr/>
            </p:nvSpPr>
            <p:spPr>
              <a:xfrm>
                <a:off x="7249721" y="4431559"/>
                <a:ext cx="525144" cy="369332"/>
              </a:xfrm>
              <a:prstGeom prst="rect">
                <a:avLst/>
              </a:prstGeom>
              <a:blipFill>
                <a:blip r:embed="rId4"/>
                <a:stretch>
                  <a:fillRect b="-967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18DC71A-A443-9B81-3012-FC1BDF1C434A}"/>
                  </a:ext>
                </a:extLst>
              </p:cNvPr>
              <p:cNvSpPr txBox="1"/>
              <p:nvPr/>
            </p:nvSpPr>
            <p:spPr>
              <a:xfrm>
                <a:off x="7139893" y="2589433"/>
                <a:ext cx="664625" cy="369332"/>
              </a:xfrm>
              <a:prstGeom prst="rect">
                <a:avLst/>
              </a:prstGeom>
              <a:solidFill>
                <a:schemeClr val="bg1">
                  <a:lumMod val="85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rPr>
                        <m:t>𝐴h𝑔</m:t>
                      </m:r>
                    </m:oMath>
                  </m:oMathPara>
                </a14:m>
                <a:endParaRPr lang="en-CN" dirty="0"/>
              </a:p>
            </p:txBody>
          </p:sp>
        </mc:Choice>
        <mc:Fallback xmlns="">
          <p:sp>
            <p:nvSpPr>
              <p:cNvPr id="18" name="TextBox 17">
                <a:extLst>
                  <a:ext uri="{FF2B5EF4-FFF2-40B4-BE49-F238E27FC236}">
                    <a16:creationId xmlns:a16="http://schemas.microsoft.com/office/drawing/2014/main" id="{B18DC71A-A443-9B81-3012-FC1BDF1C434A}"/>
                  </a:ext>
                </a:extLst>
              </p:cNvPr>
              <p:cNvSpPr txBox="1">
                <a:spLocks noRot="1" noChangeAspect="1" noMove="1" noResize="1" noEditPoints="1" noAdjustHandles="1" noChangeArrowheads="1" noChangeShapeType="1" noTextEdit="1"/>
              </p:cNvSpPr>
              <p:nvPr/>
            </p:nvSpPr>
            <p:spPr>
              <a:xfrm>
                <a:off x="7139893" y="2589433"/>
                <a:ext cx="664625" cy="369332"/>
              </a:xfrm>
              <a:prstGeom prst="rect">
                <a:avLst/>
              </a:prstGeom>
              <a:blipFill>
                <a:blip r:embed="rId5"/>
                <a:stretch>
                  <a:fillRect r="-11321" b="-2069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A025933-9486-8A99-1F97-48EBEAD28FDE}"/>
                  </a:ext>
                </a:extLst>
              </p:cNvPr>
              <p:cNvSpPr txBox="1"/>
              <p:nvPr/>
            </p:nvSpPr>
            <p:spPr>
              <a:xfrm>
                <a:off x="189155" y="1372208"/>
                <a:ext cx="980589" cy="7630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CN" i="1" smtClean="0">
                              <a:latin typeface="Cambria Math" panose="02040503050406030204" pitchFamily="18" charset="0"/>
                            </a:rPr>
                          </m:ctrlPr>
                        </m:naryPr>
                        <m:sub/>
                        <m:sup/>
                        <m:e>
                          <m:r>
                            <a:rPr lang="en-US" b="0" i="1" smtClean="0">
                              <a:latin typeface="Cambria Math" panose="02040503050406030204" pitchFamily="18" charset="0"/>
                            </a:rPr>
                            <m:t>𝐹</m:t>
                          </m:r>
                        </m:e>
                      </m:nary>
                      <m:r>
                        <a:rPr lang="en-US" b="0" i="1" smtClean="0">
                          <a:latin typeface="Cambria Math" panose="02040503050406030204" pitchFamily="18" charset="0"/>
                        </a:rPr>
                        <m:t>=</m:t>
                      </m:r>
                    </m:oMath>
                  </m:oMathPara>
                </a14:m>
                <a:endParaRPr lang="en-CN" dirty="0"/>
              </a:p>
            </p:txBody>
          </p:sp>
        </mc:Choice>
        <mc:Fallback xmlns="">
          <p:sp>
            <p:nvSpPr>
              <p:cNvPr id="19" name="TextBox 18">
                <a:extLst>
                  <a:ext uri="{FF2B5EF4-FFF2-40B4-BE49-F238E27FC236}">
                    <a16:creationId xmlns:a16="http://schemas.microsoft.com/office/drawing/2014/main" id="{9A025933-9486-8A99-1F97-48EBEAD28FDE}"/>
                  </a:ext>
                </a:extLst>
              </p:cNvPr>
              <p:cNvSpPr txBox="1">
                <a:spLocks noRot="1" noChangeAspect="1" noMove="1" noResize="1" noEditPoints="1" noAdjustHandles="1" noChangeArrowheads="1" noChangeShapeType="1" noTextEdit="1"/>
              </p:cNvSpPr>
              <p:nvPr/>
            </p:nvSpPr>
            <p:spPr>
              <a:xfrm>
                <a:off x="189155" y="1372208"/>
                <a:ext cx="980589" cy="763029"/>
              </a:xfrm>
              <a:prstGeom prst="rect">
                <a:avLst/>
              </a:prstGeom>
              <a:blipFill>
                <a:blip r:embed="rId6"/>
                <a:stretch>
                  <a:fillRect l="-73418" t="-125000" r="-1266" b="-17333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1804462-4090-9801-0392-803C25849210}"/>
                  </a:ext>
                </a:extLst>
              </p:cNvPr>
              <p:cNvSpPr txBox="1"/>
              <p:nvPr/>
            </p:nvSpPr>
            <p:spPr>
              <a:xfrm>
                <a:off x="1123320" y="1532844"/>
                <a:ext cx="5251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𝑝</m:t>
                      </m:r>
                      <m:r>
                        <a:rPr lang="en-US" b="0" i="1" smtClean="0">
                          <a:latin typeface="Cambria Math" panose="02040503050406030204" pitchFamily="18" charset="0"/>
                        </a:rPr>
                        <m:t>𝐴</m:t>
                      </m:r>
                    </m:oMath>
                  </m:oMathPara>
                </a14:m>
                <a:endParaRPr lang="en-CN" dirty="0"/>
              </a:p>
            </p:txBody>
          </p:sp>
        </mc:Choice>
        <mc:Fallback xmlns="">
          <p:sp>
            <p:nvSpPr>
              <p:cNvPr id="20" name="TextBox 19">
                <a:extLst>
                  <a:ext uri="{FF2B5EF4-FFF2-40B4-BE49-F238E27FC236}">
                    <a16:creationId xmlns:a16="http://schemas.microsoft.com/office/drawing/2014/main" id="{B1804462-4090-9801-0392-803C25849210}"/>
                  </a:ext>
                </a:extLst>
              </p:cNvPr>
              <p:cNvSpPr txBox="1">
                <a:spLocks noRot="1" noChangeAspect="1" noMove="1" noResize="1" noEditPoints="1" noAdjustHandles="1" noChangeArrowheads="1" noChangeShapeType="1" noTextEdit="1"/>
              </p:cNvSpPr>
              <p:nvPr/>
            </p:nvSpPr>
            <p:spPr>
              <a:xfrm>
                <a:off x="1123320" y="1532844"/>
                <a:ext cx="525144" cy="369332"/>
              </a:xfrm>
              <a:prstGeom prst="rect">
                <a:avLst/>
              </a:prstGeom>
              <a:blipFill>
                <a:blip r:embed="rId7"/>
                <a:stretch>
                  <a:fillRect b="-1333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7B9E8FF-8CAB-6D60-DAD5-7D4F0C42817E}"/>
                  </a:ext>
                </a:extLst>
              </p:cNvPr>
              <p:cNvSpPr txBox="1"/>
              <p:nvPr/>
            </p:nvSpPr>
            <p:spPr>
              <a:xfrm>
                <a:off x="1466927" y="1532330"/>
                <a:ext cx="8495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𝐴</m:t>
                      </m:r>
                    </m:oMath>
                  </m:oMathPara>
                </a14:m>
                <a:endParaRPr lang="en-CN" dirty="0"/>
              </a:p>
            </p:txBody>
          </p:sp>
        </mc:Choice>
        <mc:Fallback xmlns="">
          <p:sp>
            <p:nvSpPr>
              <p:cNvPr id="21" name="TextBox 20">
                <a:extLst>
                  <a:ext uri="{FF2B5EF4-FFF2-40B4-BE49-F238E27FC236}">
                    <a16:creationId xmlns:a16="http://schemas.microsoft.com/office/drawing/2014/main" id="{F7B9E8FF-8CAB-6D60-DAD5-7D4F0C42817E}"/>
                  </a:ext>
                </a:extLst>
              </p:cNvPr>
              <p:cNvSpPr txBox="1">
                <a:spLocks noRot="1" noChangeAspect="1" noMove="1" noResize="1" noEditPoints="1" noAdjustHandles="1" noChangeArrowheads="1" noChangeShapeType="1" noTextEdit="1"/>
              </p:cNvSpPr>
              <p:nvPr/>
            </p:nvSpPr>
            <p:spPr>
              <a:xfrm>
                <a:off x="1466927" y="1532330"/>
                <a:ext cx="849592" cy="369332"/>
              </a:xfrm>
              <a:prstGeom prst="rect">
                <a:avLst/>
              </a:prstGeom>
              <a:blipFill>
                <a:blip r:embed="rId8"/>
                <a:stretch>
                  <a:fillRect b="-20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BE51290-1369-541B-CDAE-8EBDA4EE1B30}"/>
                  </a:ext>
                </a:extLst>
              </p:cNvPr>
              <p:cNvSpPr txBox="1"/>
              <p:nvPr/>
            </p:nvSpPr>
            <p:spPr>
              <a:xfrm>
                <a:off x="2131312" y="1531816"/>
                <a:ext cx="102220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rPr>
                        <m:t>𝐴h𝑔</m:t>
                      </m:r>
                    </m:oMath>
                  </m:oMathPara>
                </a14:m>
                <a:endParaRPr lang="en-CN" dirty="0"/>
              </a:p>
            </p:txBody>
          </p:sp>
        </mc:Choice>
        <mc:Fallback xmlns="">
          <p:sp>
            <p:nvSpPr>
              <p:cNvPr id="22" name="TextBox 21">
                <a:extLst>
                  <a:ext uri="{FF2B5EF4-FFF2-40B4-BE49-F238E27FC236}">
                    <a16:creationId xmlns:a16="http://schemas.microsoft.com/office/drawing/2014/main" id="{DBE51290-1369-541B-CDAE-8EBDA4EE1B30}"/>
                  </a:ext>
                </a:extLst>
              </p:cNvPr>
              <p:cNvSpPr txBox="1">
                <a:spLocks noRot="1" noChangeAspect="1" noMove="1" noResize="1" noEditPoints="1" noAdjustHandles="1" noChangeArrowheads="1" noChangeShapeType="1" noTextEdit="1"/>
              </p:cNvSpPr>
              <p:nvPr/>
            </p:nvSpPr>
            <p:spPr>
              <a:xfrm>
                <a:off x="2131312" y="1531816"/>
                <a:ext cx="1022203" cy="369332"/>
              </a:xfrm>
              <a:prstGeom prst="rect">
                <a:avLst/>
              </a:prstGeom>
              <a:blipFill>
                <a:blip r:embed="rId9"/>
                <a:stretch>
                  <a:fillRect b="-20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735094E-40A4-F52D-E04F-960D43FD3DD3}"/>
                  </a:ext>
                </a:extLst>
              </p:cNvPr>
              <p:cNvSpPr txBox="1"/>
              <p:nvPr/>
            </p:nvSpPr>
            <p:spPr>
              <a:xfrm>
                <a:off x="2981338" y="1531816"/>
                <a:ext cx="6142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CN" dirty="0"/>
              </a:p>
            </p:txBody>
          </p:sp>
        </mc:Choice>
        <mc:Fallback xmlns="">
          <p:sp>
            <p:nvSpPr>
              <p:cNvPr id="23" name="TextBox 22">
                <a:extLst>
                  <a:ext uri="{FF2B5EF4-FFF2-40B4-BE49-F238E27FC236}">
                    <a16:creationId xmlns:a16="http://schemas.microsoft.com/office/drawing/2014/main" id="{6735094E-40A4-F52D-E04F-960D43FD3DD3}"/>
                  </a:ext>
                </a:extLst>
              </p:cNvPr>
              <p:cNvSpPr txBox="1">
                <a:spLocks noRot="1" noChangeAspect="1" noMove="1" noResize="1" noEditPoints="1" noAdjustHandles="1" noChangeArrowheads="1" noChangeShapeType="1" noTextEdit="1"/>
              </p:cNvSpPr>
              <p:nvPr/>
            </p:nvSpPr>
            <p:spPr>
              <a:xfrm>
                <a:off x="2981338" y="1531816"/>
                <a:ext cx="614271" cy="369332"/>
              </a:xfrm>
              <a:prstGeom prst="rect">
                <a:avLst/>
              </a:prstGeom>
              <a:blipFill>
                <a:blip r:embed="rId10"/>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BBD7A7C-9EE7-1326-F46A-C9A720B973B2}"/>
                  </a:ext>
                </a:extLst>
              </p:cNvPr>
              <p:cNvSpPr txBox="1"/>
              <p:nvPr/>
            </p:nvSpPr>
            <p:spPr>
              <a:xfrm>
                <a:off x="1990502" y="1881981"/>
                <a:ext cx="203799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𝑝</m:t>
                      </m:r>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rPr>
                        <m:t>𝐴h𝑔</m:t>
                      </m:r>
                    </m:oMath>
                  </m:oMathPara>
                </a14:m>
                <a:endParaRPr lang="en-CN" dirty="0"/>
              </a:p>
            </p:txBody>
          </p:sp>
        </mc:Choice>
        <mc:Fallback xmlns="">
          <p:sp>
            <p:nvSpPr>
              <p:cNvPr id="24" name="TextBox 23">
                <a:extLst>
                  <a:ext uri="{FF2B5EF4-FFF2-40B4-BE49-F238E27FC236}">
                    <a16:creationId xmlns:a16="http://schemas.microsoft.com/office/drawing/2014/main" id="{BBBD7A7C-9EE7-1326-F46A-C9A720B973B2}"/>
                  </a:ext>
                </a:extLst>
              </p:cNvPr>
              <p:cNvSpPr txBox="1">
                <a:spLocks noRot="1" noChangeAspect="1" noMove="1" noResize="1" noEditPoints="1" noAdjustHandles="1" noChangeArrowheads="1" noChangeShapeType="1" noTextEdit="1"/>
              </p:cNvSpPr>
              <p:nvPr/>
            </p:nvSpPr>
            <p:spPr>
              <a:xfrm>
                <a:off x="1990502" y="1881981"/>
                <a:ext cx="2037994" cy="369332"/>
              </a:xfrm>
              <a:prstGeom prst="rect">
                <a:avLst/>
              </a:prstGeom>
              <a:blipFill>
                <a:blip r:embed="rId11"/>
                <a:stretch>
                  <a:fillRect b="-1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FB848D6-7CBE-E658-C701-C8FCB79A44A4}"/>
                  </a:ext>
                </a:extLst>
              </p:cNvPr>
              <p:cNvSpPr txBox="1"/>
              <p:nvPr/>
            </p:nvSpPr>
            <p:spPr>
              <a:xfrm>
                <a:off x="2065033" y="2278035"/>
                <a:ext cx="203799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𝑝</m:t>
                      </m:r>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rPr>
                        <m:t>𝐴h𝑔</m:t>
                      </m:r>
                    </m:oMath>
                  </m:oMathPara>
                </a14:m>
                <a:endParaRPr lang="en-CN" dirty="0"/>
              </a:p>
            </p:txBody>
          </p:sp>
        </mc:Choice>
        <mc:Fallback xmlns="">
          <p:sp>
            <p:nvSpPr>
              <p:cNvPr id="25" name="TextBox 24">
                <a:extLst>
                  <a:ext uri="{FF2B5EF4-FFF2-40B4-BE49-F238E27FC236}">
                    <a16:creationId xmlns:a16="http://schemas.microsoft.com/office/drawing/2014/main" id="{CFB848D6-7CBE-E658-C701-C8FCB79A44A4}"/>
                  </a:ext>
                </a:extLst>
              </p:cNvPr>
              <p:cNvSpPr txBox="1">
                <a:spLocks noRot="1" noChangeAspect="1" noMove="1" noResize="1" noEditPoints="1" noAdjustHandles="1" noChangeArrowheads="1" noChangeShapeType="1" noTextEdit="1"/>
              </p:cNvSpPr>
              <p:nvPr/>
            </p:nvSpPr>
            <p:spPr>
              <a:xfrm>
                <a:off x="2065033" y="2278035"/>
                <a:ext cx="2037994" cy="369332"/>
              </a:xfrm>
              <a:prstGeom prst="rect">
                <a:avLst/>
              </a:prstGeom>
              <a:blipFill>
                <a:blip r:embed="rId12"/>
                <a:stretch>
                  <a:fillRect b="-16667"/>
                </a:stretch>
              </a:blipFill>
            </p:spPr>
            <p:txBody>
              <a:bodyPr/>
              <a:lstStyle/>
              <a:p>
                <a:r>
                  <a:rPr lang="en-CN">
                    <a:noFill/>
                  </a:rPr>
                  <a:t> </a:t>
                </a:r>
              </a:p>
            </p:txBody>
          </p:sp>
        </mc:Fallback>
      </mc:AlternateContent>
      <p:sp>
        <p:nvSpPr>
          <p:cNvPr id="26" name="Down Arrow 25">
            <a:extLst>
              <a:ext uri="{FF2B5EF4-FFF2-40B4-BE49-F238E27FC236}">
                <a16:creationId xmlns:a16="http://schemas.microsoft.com/office/drawing/2014/main" id="{AD073EA8-3B84-57F8-E098-F0FEF401DDA6}"/>
              </a:ext>
            </a:extLst>
          </p:cNvPr>
          <p:cNvSpPr/>
          <p:nvPr/>
        </p:nvSpPr>
        <p:spPr>
          <a:xfrm>
            <a:off x="7270099" y="1378714"/>
            <a:ext cx="406974" cy="742243"/>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7" name="Down Arrow 26">
            <a:extLst>
              <a:ext uri="{FF2B5EF4-FFF2-40B4-BE49-F238E27FC236}">
                <a16:creationId xmlns:a16="http://schemas.microsoft.com/office/drawing/2014/main" id="{090FF208-C189-C70D-DA35-61974F7CF602}"/>
              </a:ext>
            </a:extLst>
          </p:cNvPr>
          <p:cNvSpPr/>
          <p:nvPr/>
        </p:nvSpPr>
        <p:spPr>
          <a:xfrm>
            <a:off x="7272860" y="2964836"/>
            <a:ext cx="406974" cy="472597"/>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8" name="Down Arrow 27">
            <a:extLst>
              <a:ext uri="{FF2B5EF4-FFF2-40B4-BE49-F238E27FC236}">
                <a16:creationId xmlns:a16="http://schemas.microsoft.com/office/drawing/2014/main" id="{29B0B143-0036-A22E-3162-120D50688580}"/>
              </a:ext>
            </a:extLst>
          </p:cNvPr>
          <p:cNvSpPr/>
          <p:nvPr/>
        </p:nvSpPr>
        <p:spPr>
          <a:xfrm rot="10800000">
            <a:off x="7297662" y="3629254"/>
            <a:ext cx="406974" cy="742243"/>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29" name="Rectangle 4">
                <a:extLst>
                  <a:ext uri="{FF2B5EF4-FFF2-40B4-BE49-F238E27FC236}">
                    <a16:creationId xmlns:a16="http://schemas.microsoft.com/office/drawing/2014/main" id="{38E57F83-ED4B-7809-BD39-0DD6B756AA1A}"/>
                  </a:ext>
                </a:extLst>
              </p:cNvPr>
              <p:cNvSpPr>
                <a:spLocks noChangeArrowheads="1"/>
              </p:cNvSpPr>
              <p:nvPr/>
            </p:nvSpPr>
            <p:spPr bwMode="auto">
              <a:xfrm>
                <a:off x="-27262" y="3231426"/>
                <a:ext cx="6900103" cy="108248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dirty="0">
                    <a:latin typeface="Courier New" panose="02070309020205020404" pitchFamily="49" charset="0"/>
                  </a:rPr>
                  <a:t>If the body of liquid is open to the atmosphere, and </a:t>
                </a:r>
                <a14:m>
                  <m:oMath xmlns:m="http://schemas.openxmlformats.org/officeDocument/2006/math">
                    <m:sSub>
                      <m:sSubPr>
                        <m:ctrlPr>
                          <a:rPr lang="en-US" altLang="en-CN" sz="1800" i="1" smtClean="0">
                            <a:latin typeface="Cambria Math" panose="02040503050406030204" pitchFamily="18" charset="0"/>
                          </a:rPr>
                        </m:ctrlPr>
                      </m:sSubPr>
                      <m:e>
                        <m:r>
                          <a:rPr lang="en-US" altLang="en-CN" sz="1800" b="0" i="1" smtClean="0">
                            <a:latin typeface="Cambria Math" panose="02040503050406030204" pitchFamily="18" charset="0"/>
                          </a:rPr>
                          <m:t>𝑝</m:t>
                        </m:r>
                      </m:e>
                      <m:sub>
                        <m:r>
                          <a:rPr lang="en-US" altLang="en-CN" sz="1800" b="0" i="1" smtClean="0">
                            <a:latin typeface="Cambria Math" panose="02040503050406030204" pitchFamily="18" charset="0"/>
                          </a:rPr>
                          <m:t>0</m:t>
                        </m:r>
                      </m:sub>
                    </m:sSub>
                  </m:oMath>
                </a14:m>
                <a:r>
                  <a:rPr lang="en-US" altLang="en-CN" sz="1800" dirty="0">
                    <a:latin typeface="Courier New" panose="02070309020205020404" pitchFamily="49" charset="0"/>
                  </a:rPr>
                  <a:t> is pressure at the surface of the liquid, then </a:t>
                </a:r>
                <a14:m>
                  <m:oMath xmlns:m="http://schemas.openxmlformats.org/officeDocument/2006/math">
                    <m:sSub>
                      <m:sSubPr>
                        <m:ctrlPr>
                          <a:rPr lang="en-US" altLang="en-CN" sz="1800" i="1" smtClean="0">
                            <a:latin typeface="Cambria Math" panose="02040503050406030204" pitchFamily="18" charset="0"/>
                          </a:rPr>
                        </m:ctrlPr>
                      </m:sSubPr>
                      <m:e>
                        <m:r>
                          <a:rPr lang="en-US" altLang="en-CN" sz="1800" b="0" i="1" smtClean="0">
                            <a:latin typeface="Cambria Math" panose="02040503050406030204" pitchFamily="18" charset="0"/>
                          </a:rPr>
                          <m:t>𝑝</m:t>
                        </m:r>
                      </m:e>
                      <m:sub>
                        <m:r>
                          <a:rPr lang="en-US" altLang="en-CN" sz="1800" b="0" i="1" smtClean="0">
                            <a:latin typeface="Cambria Math" panose="02040503050406030204" pitchFamily="18" charset="0"/>
                          </a:rPr>
                          <m:t>0</m:t>
                        </m:r>
                      </m:sub>
                    </m:sSub>
                  </m:oMath>
                </a14:m>
                <a:r>
                  <a:rPr lang="en-US" altLang="en-CN" sz="1800" dirty="0">
                    <a:latin typeface="Courier New" panose="02070309020205020404" pitchFamily="49" charset="0"/>
                  </a:rPr>
                  <a:t> is the </a:t>
                </a:r>
                <a:r>
                  <a:rPr lang="en-US" altLang="en-CN" sz="1800" b="1" dirty="0">
                    <a:latin typeface="Courier New" panose="02070309020205020404" pitchFamily="49" charset="0"/>
                  </a:rPr>
                  <a:t>atmospheric pressure</a:t>
                </a:r>
                <a:r>
                  <a:rPr lang="en-US" altLang="en-CN" sz="1800" dirty="0">
                    <a:latin typeface="Courier New" panose="02070309020205020404" pitchFamily="49" charset="0"/>
                  </a:rPr>
                  <a:t>.   </a:t>
                </a:r>
              </a:p>
            </p:txBody>
          </p:sp>
        </mc:Choice>
        <mc:Fallback xmlns="">
          <p:sp>
            <p:nvSpPr>
              <p:cNvPr id="29" name="Rectangle 4">
                <a:extLst>
                  <a:ext uri="{FF2B5EF4-FFF2-40B4-BE49-F238E27FC236}">
                    <a16:creationId xmlns:a16="http://schemas.microsoft.com/office/drawing/2014/main" id="{38E57F83-ED4B-7809-BD39-0DD6B756AA1A}"/>
                  </a:ext>
                </a:extLst>
              </p:cNvPr>
              <p:cNvSpPr>
                <a:spLocks noRot="1" noChangeAspect="1" noMove="1" noResize="1" noEditPoints="1" noAdjustHandles="1" noChangeArrowheads="1" noChangeShapeType="1" noTextEdit="1"/>
              </p:cNvSpPr>
              <p:nvPr/>
            </p:nvSpPr>
            <p:spPr bwMode="auto">
              <a:xfrm>
                <a:off x="-27262" y="3231426"/>
                <a:ext cx="6900103" cy="1082489"/>
              </a:xfrm>
              <a:prstGeom prst="rect">
                <a:avLst/>
              </a:prstGeom>
              <a:blipFill>
                <a:blip r:embed="rId13"/>
                <a:stretch>
                  <a:fillRect l="-921" t="-4651" r="-36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N">
                    <a:noFill/>
                  </a:rPr>
                  <a:t> </a:t>
                </a:r>
              </a:p>
            </p:txBody>
          </p:sp>
        </mc:Fallback>
      </mc:AlternateContent>
      <p:sp>
        <p:nvSpPr>
          <p:cNvPr id="123961" name="Text Box 57">
            <a:extLst>
              <a:ext uri="{FF2B5EF4-FFF2-40B4-BE49-F238E27FC236}">
                <a16:creationId xmlns:a16="http://schemas.microsoft.com/office/drawing/2014/main" id="{6FEFF294-085B-061F-B7E4-6C2B80070A45}"/>
              </a:ext>
            </a:extLst>
          </p:cNvPr>
          <p:cNvSpPr txBox="1">
            <a:spLocks noChangeArrowheads="1"/>
          </p:cNvSpPr>
          <p:nvPr/>
        </p:nvSpPr>
        <p:spPr bwMode="auto">
          <a:xfrm>
            <a:off x="19443" y="3638043"/>
            <a:ext cx="5980112" cy="1190625"/>
          </a:xfrm>
          <a:prstGeom prst="rect">
            <a:avLst/>
          </a:prstGeom>
          <a:solidFill>
            <a:srgbClr val="D6009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CN" dirty="0">
                <a:solidFill>
                  <a:schemeClr val="bg1"/>
                </a:solidFill>
              </a:rPr>
              <a:t>FYI:  We call </a:t>
            </a:r>
            <a:r>
              <a:rPr lang="en-US" altLang="en-CN" i="1" dirty="0">
                <a:solidFill>
                  <a:schemeClr val="bg1"/>
                </a:solidFill>
              </a:rPr>
              <a:t>p</a:t>
            </a:r>
            <a:r>
              <a:rPr lang="en-US" altLang="en-CN" dirty="0">
                <a:solidFill>
                  <a:schemeClr val="bg1"/>
                </a:solidFill>
              </a:rPr>
              <a:t> the ABSOLUTE PRESSURE and </a:t>
            </a:r>
            <a:r>
              <a:rPr lang="en-US" altLang="en-CN" i="1" dirty="0">
                <a:solidFill>
                  <a:schemeClr val="bg1"/>
                </a:solidFill>
                <a:sym typeface="Symbol" pitchFamily="2" charset="2"/>
              </a:rPr>
              <a:t></a:t>
            </a:r>
            <a:r>
              <a:rPr lang="en-US" altLang="en-CN" i="1" dirty="0" err="1">
                <a:solidFill>
                  <a:schemeClr val="bg1"/>
                </a:solidFill>
                <a:sym typeface="Symbol" pitchFamily="2" charset="2"/>
              </a:rPr>
              <a:t>gh</a:t>
            </a:r>
            <a:r>
              <a:rPr lang="en-US" altLang="en-CN" dirty="0">
                <a:solidFill>
                  <a:schemeClr val="bg1"/>
                </a:solidFill>
                <a:sym typeface="Symbol" pitchFamily="2" charset="2"/>
              </a:rPr>
              <a:t> the GAUGE PRESSURE.  We can write </a:t>
            </a:r>
            <a:r>
              <a:rPr lang="en-US" altLang="en-CN" i="1" dirty="0" err="1">
                <a:solidFill>
                  <a:schemeClr val="bg1"/>
                </a:solidFill>
                <a:sym typeface="Symbol" pitchFamily="2" charset="2"/>
              </a:rPr>
              <a:t>p</a:t>
            </a:r>
            <a:r>
              <a:rPr lang="en-US" altLang="en-CN" i="1" baseline="-25000" dirty="0" err="1">
                <a:solidFill>
                  <a:schemeClr val="bg1"/>
                </a:solidFill>
                <a:sym typeface="Symbol" pitchFamily="2" charset="2"/>
              </a:rPr>
              <a:t>gauge</a:t>
            </a:r>
            <a:r>
              <a:rPr lang="en-US" altLang="en-CN" dirty="0">
                <a:solidFill>
                  <a:schemeClr val="bg1"/>
                </a:solidFill>
                <a:sym typeface="Symbol" pitchFamily="2" charset="2"/>
              </a:rPr>
              <a:t> = </a:t>
            </a:r>
            <a:r>
              <a:rPr lang="en-US" altLang="en-CN" i="1" dirty="0">
                <a:solidFill>
                  <a:schemeClr val="bg1"/>
                </a:solidFill>
                <a:sym typeface="Symbol" pitchFamily="2" charset="2"/>
              </a:rPr>
              <a:t>p</a:t>
            </a:r>
            <a:r>
              <a:rPr lang="en-US" altLang="en-CN" dirty="0">
                <a:solidFill>
                  <a:schemeClr val="bg1"/>
                </a:solidFill>
                <a:sym typeface="Symbol" pitchFamily="2" charset="2"/>
              </a:rPr>
              <a:t> - </a:t>
            </a:r>
            <a:r>
              <a:rPr lang="en-US" altLang="en-CN" i="1" dirty="0">
                <a:solidFill>
                  <a:schemeClr val="bg1"/>
                </a:solidFill>
                <a:sym typeface="Symbol" pitchFamily="2" charset="2"/>
              </a:rPr>
              <a:t>p</a:t>
            </a:r>
            <a:r>
              <a:rPr lang="en-US" altLang="en-CN" i="1" baseline="-25000" dirty="0">
                <a:solidFill>
                  <a:schemeClr val="bg1"/>
                </a:solidFill>
                <a:sym typeface="Symbol" pitchFamily="2" charset="2"/>
              </a:rPr>
              <a:t>a</a:t>
            </a:r>
            <a:r>
              <a:rPr lang="en-US" altLang="en-CN" dirty="0">
                <a:solidFill>
                  <a:schemeClr val="bg1"/>
                </a:solidFill>
                <a:sym typeface="Symbol" pitchFamily="2" charset="2"/>
              </a:rPr>
              <a:t>.  When you measure the pressure in your tire you are measuring gauge pressure.</a:t>
            </a:r>
          </a:p>
        </p:txBody>
      </p:sp>
      <p:sp>
        <p:nvSpPr>
          <p:cNvPr id="123955" name="Text Box 51">
            <a:extLst>
              <a:ext uri="{FF2B5EF4-FFF2-40B4-BE49-F238E27FC236}">
                <a16:creationId xmlns:a16="http://schemas.microsoft.com/office/drawing/2014/main" id="{29204AE3-96FC-E755-4327-7E80DE2434CE}"/>
              </a:ext>
            </a:extLst>
          </p:cNvPr>
          <p:cNvSpPr txBox="1">
            <a:spLocks noChangeArrowheads="1"/>
          </p:cNvSpPr>
          <p:nvPr/>
        </p:nvSpPr>
        <p:spPr bwMode="auto">
          <a:xfrm>
            <a:off x="30175" y="4890349"/>
            <a:ext cx="5902325" cy="6413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CN" dirty="0">
                <a:solidFill>
                  <a:schemeClr val="bg1"/>
                </a:solidFill>
              </a:rPr>
              <a:t>FYI:  Atmospheric pressure (at sea level) is about 101.325 kPa (= 1.01325</a:t>
            </a:r>
            <a:r>
              <a:rPr lang="en-US" altLang="en-CN" dirty="0">
                <a:solidFill>
                  <a:schemeClr val="bg1"/>
                </a:solidFill>
                <a:sym typeface="Symbol" pitchFamily="2" charset="2"/>
              </a:rPr>
              <a:t>10</a:t>
            </a:r>
            <a:r>
              <a:rPr lang="en-US" altLang="en-CN" baseline="30000" dirty="0">
                <a:solidFill>
                  <a:schemeClr val="bg1"/>
                </a:solidFill>
                <a:sym typeface="Symbol" pitchFamily="2" charset="2"/>
              </a:rPr>
              <a:t>5</a:t>
            </a:r>
            <a:r>
              <a:rPr lang="en-US" altLang="en-CN" dirty="0">
                <a:solidFill>
                  <a:schemeClr val="bg1"/>
                </a:solidFill>
                <a:sym typeface="Symbol" pitchFamily="2" charset="2"/>
              </a:rPr>
              <a:t> n/m</a:t>
            </a:r>
            <a:r>
              <a:rPr lang="en-US" altLang="en-CN" baseline="30000" dirty="0">
                <a:solidFill>
                  <a:schemeClr val="bg1"/>
                </a:solidFill>
                <a:sym typeface="Symbol" pitchFamily="2" charset="2"/>
              </a:rPr>
              <a:t>2</a:t>
            </a:r>
            <a:r>
              <a:rPr lang="en-US" altLang="en-CN" dirty="0">
                <a:solidFill>
                  <a:schemeClr val="bg1"/>
                </a:solidFill>
                <a:sym typeface="Symbol" pitchFamily="2" charset="2"/>
              </a:rPr>
              <a:t> = 14.7 </a:t>
            </a:r>
            <a:r>
              <a:rPr lang="en-US" altLang="en-CN" dirty="0" err="1">
                <a:solidFill>
                  <a:schemeClr val="bg1"/>
                </a:solidFill>
                <a:sym typeface="Symbol" pitchFamily="2" charset="2"/>
              </a:rPr>
              <a:t>lb</a:t>
            </a:r>
            <a:r>
              <a:rPr lang="en-US" altLang="en-CN" dirty="0">
                <a:solidFill>
                  <a:schemeClr val="bg1"/>
                </a:solidFill>
                <a:sym typeface="Symbol" pitchFamily="2" charset="2"/>
              </a:rPr>
              <a:t>/in</a:t>
            </a:r>
            <a:r>
              <a:rPr lang="en-US" altLang="en-CN" baseline="30000" dirty="0">
                <a:solidFill>
                  <a:schemeClr val="bg1"/>
                </a:solidFill>
                <a:sym typeface="Symbol" pitchFamily="2" charset="2"/>
              </a:rPr>
              <a:t>2</a:t>
            </a:r>
            <a:r>
              <a:rPr lang="en-US" altLang="en-CN" dirty="0">
                <a:solidFill>
                  <a:schemeClr val="bg1"/>
                </a:solidFill>
                <a:sym typeface="Symbol" pitchFamily="2" charset="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23909"/>
                                        </p:tgtEl>
                                        <p:attrNameLst>
                                          <p:attrName>style.visibility</p:attrName>
                                        </p:attrNameLst>
                                      </p:cBhvr>
                                      <p:to>
                                        <p:strVal val="visible"/>
                                      </p:to>
                                    </p:set>
                                    <p:animEffect transition="in" filter="checkerboard(across)">
                                      <p:cBhvr>
                                        <p:cTn id="7" dur="500"/>
                                        <p:tgtEl>
                                          <p:spTgt spid="123909"/>
                                        </p:tgtEl>
                                      </p:cBhvr>
                                    </p:animEffect>
                                  </p:childTnLst>
                                </p:cTn>
                              </p:par>
                              <p:par>
                                <p:cTn id="8" presetID="5" presetClass="entr" presetSubtype="10" fill="hold" nodeType="withEffect">
                                  <p:stCondLst>
                                    <p:cond delay="0"/>
                                  </p:stCondLst>
                                  <p:childTnLst>
                                    <p:set>
                                      <p:cBhvr>
                                        <p:cTn id="9" dur="1" fill="hold">
                                          <p:stCondLst>
                                            <p:cond delay="0"/>
                                          </p:stCondLst>
                                        </p:cTn>
                                        <p:tgtEl>
                                          <p:spTgt spid="123915"/>
                                        </p:tgtEl>
                                        <p:attrNameLst>
                                          <p:attrName>style.visibility</p:attrName>
                                        </p:attrNameLst>
                                      </p:cBhvr>
                                      <p:to>
                                        <p:strVal val="visible"/>
                                      </p:to>
                                    </p:set>
                                    <p:animEffect transition="in" filter="checkerboard(across)">
                                      <p:cBhvr>
                                        <p:cTn id="10" dur="500"/>
                                        <p:tgtEl>
                                          <p:spTgt spid="123915"/>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1" nodeType="clickEffect">
                                  <p:stCondLst>
                                    <p:cond delay="0"/>
                                  </p:stCondLst>
                                  <p:childTnLst>
                                    <p:set>
                                      <p:cBhvr>
                                        <p:cTn id="19" dur="1" fill="hold">
                                          <p:stCondLst>
                                            <p:cond delay="0"/>
                                          </p:stCondLst>
                                        </p:cTn>
                                        <p:tgtEl>
                                          <p:spTgt spid="123921"/>
                                        </p:tgtEl>
                                        <p:attrNameLst>
                                          <p:attrName>style.visibility</p:attrName>
                                        </p:attrNameLst>
                                      </p:cBhvr>
                                      <p:to>
                                        <p:strVal val="visible"/>
                                      </p:to>
                                    </p:set>
                                    <p:animEffect transition="in" filter="dissolve">
                                      <p:cBhvr>
                                        <p:cTn id="20" dur="500"/>
                                        <p:tgtEl>
                                          <p:spTgt spid="123921"/>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checkerboard(across)">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1"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dissolv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dissolve">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1"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dissolve">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checkerboard(across)">
                                      <p:cBhvr>
                                        <p:cTn id="45" dur="500"/>
                                        <p:tgtEl>
                                          <p:spTgt spid="16"/>
                                        </p:tgtEl>
                                      </p:cBhvr>
                                    </p:animEffect>
                                  </p:childTnLst>
                                </p:cTn>
                              </p:par>
                              <p:par>
                                <p:cTn id="46" presetID="5" presetClass="entr" presetSubtype="1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checkerboard(across)">
                                      <p:cBhvr>
                                        <p:cTn id="48" dur="500"/>
                                        <p:tgtEl>
                                          <p:spTgt spid="26"/>
                                        </p:tgtEl>
                                      </p:cBhvr>
                                    </p:animEffect>
                                  </p:childTnLst>
                                </p:cTn>
                              </p:par>
                            </p:childTnLst>
                          </p:cTn>
                        </p:par>
                      </p:childTnLst>
                    </p:cTn>
                  </p:par>
                  <p:par>
                    <p:cTn id="49" fill="hold">
                      <p:stCondLst>
                        <p:cond delay="indefinite"/>
                      </p:stCondLst>
                      <p:childTnLst>
                        <p:par>
                          <p:cTn id="50" fill="hold">
                            <p:stCondLst>
                              <p:cond delay="0"/>
                            </p:stCondLst>
                            <p:childTnLst>
                              <p:par>
                                <p:cTn id="51" presetID="5" presetClass="entr" presetSubtype="1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checkerboard(across)">
                                      <p:cBhvr>
                                        <p:cTn id="53" dur="500"/>
                                        <p:tgtEl>
                                          <p:spTgt spid="17"/>
                                        </p:tgtEl>
                                      </p:cBhvr>
                                    </p:animEffect>
                                  </p:childTnLst>
                                </p:cTn>
                              </p:par>
                              <p:par>
                                <p:cTn id="54" presetID="5" presetClass="entr" presetSubtype="10" fill="hold" grpId="0" nodeType="with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checkerboard(across)">
                                      <p:cBhvr>
                                        <p:cTn id="56" dur="500"/>
                                        <p:tgtEl>
                                          <p:spTgt spid="28"/>
                                        </p:tgtEl>
                                      </p:cBhvr>
                                    </p:animEffect>
                                  </p:childTnLst>
                                </p:cTn>
                              </p:par>
                            </p:childTnLst>
                          </p:cTn>
                        </p:par>
                      </p:childTnLst>
                    </p:cTn>
                  </p:par>
                  <p:par>
                    <p:cTn id="57" fill="hold">
                      <p:stCondLst>
                        <p:cond delay="indefinite"/>
                      </p:stCondLst>
                      <p:childTnLst>
                        <p:par>
                          <p:cTn id="58" fill="hold">
                            <p:stCondLst>
                              <p:cond delay="0"/>
                            </p:stCondLst>
                            <p:childTnLst>
                              <p:par>
                                <p:cTn id="59" presetID="5" presetClass="entr" presetSubtype="10"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checkerboard(across)">
                                      <p:cBhvr>
                                        <p:cTn id="61" dur="500"/>
                                        <p:tgtEl>
                                          <p:spTgt spid="18"/>
                                        </p:tgtEl>
                                      </p:cBhvr>
                                    </p:animEffect>
                                  </p:childTnLst>
                                </p:cTn>
                              </p:par>
                              <p:par>
                                <p:cTn id="62" presetID="5" presetClass="entr" presetSubtype="1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checkerboard(across)">
                                      <p:cBhvr>
                                        <p:cTn id="64" dur="500"/>
                                        <p:tgtEl>
                                          <p:spTgt spid="27"/>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blinds(horizontal)">
                                      <p:cBhvr>
                                        <p:cTn id="69" dur="500"/>
                                        <p:tgtEl>
                                          <p:spTgt spid="19"/>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blinds(horizontal)">
                                      <p:cBhvr>
                                        <p:cTn id="74" dur="500"/>
                                        <p:tgtEl>
                                          <p:spTgt spid="20"/>
                                        </p:tgtEl>
                                      </p:cBhvr>
                                    </p:animEffect>
                                  </p:childTnLst>
                                </p:cTn>
                              </p:par>
                            </p:childTnLst>
                          </p:cTn>
                        </p:par>
                      </p:childTnLst>
                    </p:cTn>
                  </p:par>
                  <p:par>
                    <p:cTn id="75" fill="hold">
                      <p:stCondLst>
                        <p:cond delay="indefinite"/>
                      </p:stCondLst>
                      <p:childTnLst>
                        <p:par>
                          <p:cTn id="76" fill="hold">
                            <p:stCondLst>
                              <p:cond delay="0"/>
                            </p:stCondLst>
                            <p:childTnLst>
                              <p:par>
                                <p:cTn id="77" presetID="5" presetClass="entr" presetSubtype="10" fill="hold" grpId="0" nodeType="click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checkerboard(across)">
                                      <p:cBhvr>
                                        <p:cTn id="79" dur="500"/>
                                        <p:tgtEl>
                                          <p:spTgt spid="21"/>
                                        </p:tgtEl>
                                      </p:cBhvr>
                                    </p:animEffect>
                                  </p:childTnLst>
                                </p:cTn>
                              </p:par>
                            </p:childTnLst>
                          </p:cTn>
                        </p:par>
                      </p:childTnLst>
                    </p:cTn>
                  </p:par>
                  <p:par>
                    <p:cTn id="80" fill="hold">
                      <p:stCondLst>
                        <p:cond delay="indefinite"/>
                      </p:stCondLst>
                      <p:childTnLst>
                        <p:par>
                          <p:cTn id="81" fill="hold">
                            <p:stCondLst>
                              <p:cond delay="0"/>
                            </p:stCondLst>
                            <p:childTnLst>
                              <p:par>
                                <p:cTn id="82" presetID="5" presetClass="entr" presetSubtype="10" fill="hold" grpId="0" nodeType="click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checkerboard(across)">
                                      <p:cBhvr>
                                        <p:cTn id="84" dur="500"/>
                                        <p:tgtEl>
                                          <p:spTgt spid="22"/>
                                        </p:tgtEl>
                                      </p:cBhvr>
                                    </p:animEffect>
                                  </p:childTnLst>
                                </p:cTn>
                              </p:par>
                            </p:childTnLst>
                          </p:cTn>
                        </p:par>
                      </p:childTnLst>
                    </p:cTn>
                  </p:par>
                  <p:par>
                    <p:cTn id="85" fill="hold">
                      <p:stCondLst>
                        <p:cond delay="indefinite"/>
                      </p:stCondLst>
                      <p:childTnLst>
                        <p:par>
                          <p:cTn id="86" fill="hold">
                            <p:stCondLst>
                              <p:cond delay="0"/>
                            </p:stCondLst>
                            <p:childTnLst>
                              <p:par>
                                <p:cTn id="87" presetID="5" presetClass="entr" presetSubtype="10" fill="hold" grpId="0" nodeType="clickEffect">
                                  <p:stCondLst>
                                    <p:cond delay="0"/>
                                  </p:stCondLst>
                                  <p:childTnLst>
                                    <p:set>
                                      <p:cBhvr>
                                        <p:cTn id="88" dur="1" fill="hold">
                                          <p:stCondLst>
                                            <p:cond delay="0"/>
                                          </p:stCondLst>
                                        </p:cTn>
                                        <p:tgtEl>
                                          <p:spTgt spid="23"/>
                                        </p:tgtEl>
                                        <p:attrNameLst>
                                          <p:attrName>style.visibility</p:attrName>
                                        </p:attrNameLst>
                                      </p:cBhvr>
                                      <p:to>
                                        <p:strVal val="visible"/>
                                      </p:to>
                                    </p:set>
                                    <p:animEffect transition="in" filter="checkerboard(across)">
                                      <p:cBhvr>
                                        <p:cTn id="89" dur="500"/>
                                        <p:tgtEl>
                                          <p:spTgt spid="23"/>
                                        </p:tgtEl>
                                      </p:cBhvr>
                                    </p:animEffect>
                                  </p:childTnLst>
                                </p:cTn>
                              </p:par>
                            </p:childTnLst>
                          </p:cTn>
                        </p:par>
                      </p:childTnLst>
                    </p:cTn>
                  </p:par>
                  <p:par>
                    <p:cTn id="90" fill="hold">
                      <p:stCondLst>
                        <p:cond delay="indefinite"/>
                      </p:stCondLst>
                      <p:childTnLst>
                        <p:par>
                          <p:cTn id="91" fill="hold">
                            <p:stCondLst>
                              <p:cond delay="0"/>
                            </p:stCondLst>
                            <p:childTnLst>
                              <p:par>
                                <p:cTn id="92" presetID="5" presetClass="entr" presetSubtype="10" fill="hold" grpId="0" nodeType="click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checkerboard(across)">
                                      <p:cBhvr>
                                        <p:cTn id="94" dur="500"/>
                                        <p:tgtEl>
                                          <p:spTgt spid="24"/>
                                        </p:tgtEl>
                                      </p:cBhvr>
                                    </p:animEffect>
                                  </p:childTnLst>
                                </p:cTn>
                              </p:par>
                            </p:childTnLst>
                          </p:cTn>
                        </p:par>
                      </p:childTnLst>
                    </p:cTn>
                  </p:par>
                  <p:par>
                    <p:cTn id="95" fill="hold">
                      <p:stCondLst>
                        <p:cond delay="indefinite"/>
                      </p:stCondLst>
                      <p:childTnLst>
                        <p:par>
                          <p:cTn id="96" fill="hold">
                            <p:stCondLst>
                              <p:cond delay="0"/>
                            </p:stCondLst>
                            <p:childTnLst>
                              <p:par>
                                <p:cTn id="97" presetID="5" presetClass="entr" presetSubtype="10" fill="hold" grpId="0" nodeType="clickEffect">
                                  <p:stCondLst>
                                    <p:cond delay="0"/>
                                  </p:stCondLst>
                                  <p:childTnLst>
                                    <p:set>
                                      <p:cBhvr>
                                        <p:cTn id="98" dur="1" fill="hold">
                                          <p:stCondLst>
                                            <p:cond delay="0"/>
                                          </p:stCondLst>
                                        </p:cTn>
                                        <p:tgtEl>
                                          <p:spTgt spid="25"/>
                                        </p:tgtEl>
                                        <p:attrNameLst>
                                          <p:attrName>style.visibility</p:attrName>
                                        </p:attrNameLst>
                                      </p:cBhvr>
                                      <p:to>
                                        <p:strVal val="visible"/>
                                      </p:to>
                                    </p:set>
                                    <p:animEffect transition="in" filter="checkerboard(across)">
                                      <p:cBhvr>
                                        <p:cTn id="99" dur="500"/>
                                        <p:tgtEl>
                                          <p:spTgt spid="25"/>
                                        </p:tgtEl>
                                      </p:cBhvr>
                                    </p:animEffect>
                                  </p:childTnLst>
                                </p:cTn>
                              </p:par>
                            </p:childTnLst>
                          </p:cTn>
                        </p:par>
                      </p:childTnLst>
                    </p:cTn>
                  </p:par>
                  <p:par>
                    <p:cTn id="100" fill="hold">
                      <p:stCondLst>
                        <p:cond delay="indefinite"/>
                      </p:stCondLst>
                      <p:childTnLst>
                        <p:par>
                          <p:cTn id="101" fill="hold">
                            <p:stCondLst>
                              <p:cond delay="0"/>
                            </p:stCondLst>
                            <p:childTnLst>
                              <p:par>
                                <p:cTn id="102" presetID="5" presetClass="entr" presetSubtype="10" fill="hold" grpId="1" nodeType="clickEffect">
                                  <p:stCondLst>
                                    <p:cond delay="0"/>
                                  </p:stCondLst>
                                  <p:childTnLst>
                                    <p:set>
                                      <p:cBhvr>
                                        <p:cTn id="103" dur="1" fill="hold">
                                          <p:stCondLst>
                                            <p:cond delay="0"/>
                                          </p:stCondLst>
                                        </p:cTn>
                                        <p:tgtEl>
                                          <p:spTgt spid="123950"/>
                                        </p:tgtEl>
                                        <p:attrNameLst>
                                          <p:attrName>style.visibility</p:attrName>
                                        </p:attrNameLst>
                                      </p:cBhvr>
                                      <p:to>
                                        <p:strVal val="visible"/>
                                      </p:to>
                                    </p:set>
                                    <p:animEffect transition="in" filter="checkerboard(across)">
                                      <p:cBhvr>
                                        <p:cTn id="104" dur="500"/>
                                        <p:tgtEl>
                                          <p:spTgt spid="123950"/>
                                        </p:tgtEl>
                                      </p:cBhvr>
                                    </p:animEffect>
                                  </p:childTnLst>
                                </p:cTn>
                              </p:par>
                              <p:par>
                                <p:cTn id="105" presetID="5" presetClass="entr" presetSubtype="10" fill="hold" nodeType="withEffect">
                                  <p:stCondLst>
                                    <p:cond delay="0"/>
                                  </p:stCondLst>
                                  <p:childTnLst>
                                    <p:set>
                                      <p:cBhvr>
                                        <p:cTn id="106" dur="1" fill="hold">
                                          <p:stCondLst>
                                            <p:cond delay="0"/>
                                          </p:stCondLst>
                                        </p:cTn>
                                        <p:tgtEl>
                                          <p:spTgt spid="123954"/>
                                        </p:tgtEl>
                                        <p:attrNameLst>
                                          <p:attrName>style.visibility</p:attrName>
                                        </p:attrNameLst>
                                      </p:cBhvr>
                                      <p:to>
                                        <p:strVal val="visible"/>
                                      </p:to>
                                    </p:set>
                                    <p:animEffect transition="in" filter="checkerboard(across)">
                                      <p:cBhvr>
                                        <p:cTn id="107" dur="500"/>
                                        <p:tgtEl>
                                          <p:spTgt spid="123954"/>
                                        </p:tgtEl>
                                      </p:cBhvr>
                                    </p:animEffect>
                                  </p:childTnLst>
                                </p:cTn>
                              </p:par>
                            </p:childTnLst>
                          </p:cTn>
                        </p:par>
                      </p:childTnLst>
                    </p:cTn>
                  </p:par>
                  <p:par>
                    <p:cTn id="108" fill="hold">
                      <p:stCondLst>
                        <p:cond delay="indefinite"/>
                      </p:stCondLst>
                      <p:childTnLst>
                        <p:par>
                          <p:cTn id="109" fill="hold">
                            <p:stCondLst>
                              <p:cond delay="0"/>
                            </p:stCondLst>
                            <p:childTnLst>
                              <p:par>
                                <p:cTn id="110" presetID="9" presetClass="entr" presetSubtype="0" fill="hold" grpId="1" nodeType="clickEffect">
                                  <p:stCondLst>
                                    <p:cond delay="0"/>
                                  </p:stCondLst>
                                  <p:childTnLst>
                                    <p:set>
                                      <p:cBhvr>
                                        <p:cTn id="111" dur="1" fill="hold">
                                          <p:stCondLst>
                                            <p:cond delay="0"/>
                                          </p:stCondLst>
                                        </p:cTn>
                                        <p:tgtEl>
                                          <p:spTgt spid="29"/>
                                        </p:tgtEl>
                                        <p:attrNameLst>
                                          <p:attrName>style.visibility</p:attrName>
                                        </p:attrNameLst>
                                      </p:cBhvr>
                                      <p:to>
                                        <p:strVal val="visible"/>
                                      </p:to>
                                    </p:set>
                                    <p:animEffect transition="in" filter="dissolve">
                                      <p:cBhvr>
                                        <p:cTn id="112" dur="500"/>
                                        <p:tgtEl>
                                          <p:spTgt spid="29"/>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grpId="1" nodeType="clickEffect">
                                  <p:stCondLst>
                                    <p:cond delay="0"/>
                                  </p:stCondLst>
                                  <p:childTnLst>
                                    <p:set>
                                      <p:cBhvr>
                                        <p:cTn id="116" dur="1" fill="hold">
                                          <p:stCondLst>
                                            <p:cond delay="0"/>
                                          </p:stCondLst>
                                        </p:cTn>
                                        <p:tgtEl>
                                          <p:spTgt spid="123956"/>
                                        </p:tgtEl>
                                        <p:attrNameLst>
                                          <p:attrName>style.visibility</p:attrName>
                                        </p:attrNameLst>
                                      </p:cBhvr>
                                      <p:to>
                                        <p:strVal val="visible"/>
                                      </p:to>
                                    </p:set>
                                    <p:animEffect transition="in" filter="blinds(horizontal)">
                                      <p:cBhvr>
                                        <p:cTn id="117" dur="500"/>
                                        <p:tgtEl>
                                          <p:spTgt spid="123956"/>
                                        </p:tgtEl>
                                      </p:cBhvr>
                                    </p:animEffect>
                                  </p:childTnLst>
                                </p:cTn>
                              </p:par>
                            </p:childTnLst>
                          </p:cTn>
                        </p:par>
                      </p:childTnLst>
                    </p:cTn>
                  </p:par>
                  <p:par>
                    <p:cTn id="118" fill="hold">
                      <p:stCondLst>
                        <p:cond delay="indefinite"/>
                      </p:stCondLst>
                      <p:childTnLst>
                        <p:par>
                          <p:cTn id="119" fill="hold">
                            <p:stCondLst>
                              <p:cond delay="0"/>
                            </p:stCondLst>
                            <p:childTnLst>
                              <p:par>
                                <p:cTn id="120" presetID="5" presetClass="entr" presetSubtype="10" fill="hold" grpId="1" nodeType="clickEffect">
                                  <p:stCondLst>
                                    <p:cond delay="0"/>
                                  </p:stCondLst>
                                  <p:childTnLst>
                                    <p:set>
                                      <p:cBhvr>
                                        <p:cTn id="121" dur="1" fill="hold">
                                          <p:stCondLst>
                                            <p:cond delay="0"/>
                                          </p:stCondLst>
                                        </p:cTn>
                                        <p:tgtEl>
                                          <p:spTgt spid="123957"/>
                                        </p:tgtEl>
                                        <p:attrNameLst>
                                          <p:attrName>style.visibility</p:attrName>
                                        </p:attrNameLst>
                                      </p:cBhvr>
                                      <p:to>
                                        <p:strVal val="visible"/>
                                      </p:to>
                                    </p:set>
                                    <p:animEffect transition="in" filter="checkerboard(across)">
                                      <p:cBhvr>
                                        <p:cTn id="122" dur="500"/>
                                        <p:tgtEl>
                                          <p:spTgt spid="123957"/>
                                        </p:tgtEl>
                                      </p:cBhvr>
                                    </p:animEffect>
                                  </p:childTnLst>
                                </p:cTn>
                              </p:par>
                            </p:childTnLst>
                          </p:cTn>
                        </p:par>
                      </p:childTnLst>
                    </p:cTn>
                  </p:par>
                  <p:par>
                    <p:cTn id="123" fill="hold">
                      <p:stCondLst>
                        <p:cond delay="indefinite"/>
                      </p:stCondLst>
                      <p:childTnLst>
                        <p:par>
                          <p:cTn id="124" fill="hold">
                            <p:stCondLst>
                              <p:cond delay="0"/>
                            </p:stCondLst>
                            <p:childTnLst>
                              <p:par>
                                <p:cTn id="125" presetID="5" presetClass="entr" presetSubtype="10" fill="hold" grpId="1" nodeType="clickEffect">
                                  <p:stCondLst>
                                    <p:cond delay="0"/>
                                  </p:stCondLst>
                                  <p:childTnLst>
                                    <p:set>
                                      <p:cBhvr>
                                        <p:cTn id="126" dur="1" fill="hold">
                                          <p:stCondLst>
                                            <p:cond delay="0"/>
                                          </p:stCondLst>
                                        </p:cTn>
                                        <p:tgtEl>
                                          <p:spTgt spid="123958"/>
                                        </p:tgtEl>
                                        <p:attrNameLst>
                                          <p:attrName>style.visibility</p:attrName>
                                        </p:attrNameLst>
                                      </p:cBhvr>
                                      <p:to>
                                        <p:strVal val="visible"/>
                                      </p:to>
                                    </p:set>
                                    <p:animEffect transition="in" filter="checkerboard(across)">
                                      <p:cBhvr>
                                        <p:cTn id="127" dur="500"/>
                                        <p:tgtEl>
                                          <p:spTgt spid="123958"/>
                                        </p:tgtEl>
                                      </p:cBhvr>
                                    </p:animEffect>
                                  </p:childTnLst>
                                </p:cTn>
                              </p:par>
                            </p:childTnLst>
                          </p:cTn>
                        </p:par>
                      </p:childTnLst>
                    </p:cTn>
                  </p:par>
                  <p:par>
                    <p:cTn id="128" fill="hold">
                      <p:stCondLst>
                        <p:cond delay="indefinite"/>
                      </p:stCondLst>
                      <p:childTnLst>
                        <p:par>
                          <p:cTn id="129" fill="hold">
                            <p:stCondLst>
                              <p:cond delay="0"/>
                            </p:stCondLst>
                            <p:childTnLst>
                              <p:par>
                                <p:cTn id="130" presetID="5" presetClass="entr" presetSubtype="10" fill="hold" grpId="1" nodeType="clickEffect">
                                  <p:stCondLst>
                                    <p:cond delay="0"/>
                                  </p:stCondLst>
                                  <p:childTnLst>
                                    <p:set>
                                      <p:cBhvr>
                                        <p:cTn id="131" dur="1" fill="hold">
                                          <p:stCondLst>
                                            <p:cond delay="0"/>
                                          </p:stCondLst>
                                        </p:cTn>
                                        <p:tgtEl>
                                          <p:spTgt spid="123959"/>
                                        </p:tgtEl>
                                        <p:attrNameLst>
                                          <p:attrName>style.visibility</p:attrName>
                                        </p:attrNameLst>
                                      </p:cBhvr>
                                      <p:to>
                                        <p:strVal val="visible"/>
                                      </p:to>
                                    </p:set>
                                    <p:animEffect transition="in" filter="checkerboard(across)">
                                      <p:cBhvr>
                                        <p:cTn id="132" dur="500"/>
                                        <p:tgtEl>
                                          <p:spTgt spid="123959"/>
                                        </p:tgtEl>
                                      </p:cBhvr>
                                    </p:animEffect>
                                  </p:childTnLst>
                                </p:cTn>
                              </p:par>
                            </p:childTnLst>
                          </p:cTn>
                        </p:par>
                      </p:childTnLst>
                    </p:cTn>
                  </p:par>
                  <p:par>
                    <p:cTn id="133" fill="hold">
                      <p:stCondLst>
                        <p:cond delay="indefinite"/>
                      </p:stCondLst>
                      <p:childTnLst>
                        <p:par>
                          <p:cTn id="134" fill="hold">
                            <p:stCondLst>
                              <p:cond delay="0"/>
                            </p:stCondLst>
                            <p:childTnLst>
                              <p:par>
                                <p:cTn id="135" presetID="9" presetClass="entr" presetSubtype="0" fill="hold" grpId="1" nodeType="clickEffect">
                                  <p:stCondLst>
                                    <p:cond delay="0"/>
                                  </p:stCondLst>
                                  <p:childTnLst>
                                    <p:set>
                                      <p:cBhvr>
                                        <p:cTn id="136" dur="1" fill="hold">
                                          <p:stCondLst>
                                            <p:cond delay="0"/>
                                          </p:stCondLst>
                                        </p:cTn>
                                        <p:tgtEl>
                                          <p:spTgt spid="123961"/>
                                        </p:tgtEl>
                                        <p:attrNameLst>
                                          <p:attrName>style.visibility</p:attrName>
                                        </p:attrNameLst>
                                      </p:cBhvr>
                                      <p:to>
                                        <p:strVal val="visible"/>
                                      </p:to>
                                    </p:set>
                                    <p:animEffect transition="in" filter="dissolve">
                                      <p:cBhvr>
                                        <p:cTn id="137" dur="500"/>
                                        <p:tgtEl>
                                          <p:spTgt spid="123961"/>
                                        </p:tgtEl>
                                      </p:cBhvr>
                                    </p:animEffect>
                                  </p:childTnLst>
                                </p:cTn>
                              </p:par>
                            </p:childTnLst>
                          </p:cTn>
                        </p:par>
                      </p:childTnLst>
                    </p:cTn>
                  </p:par>
                  <p:par>
                    <p:cTn id="138" fill="hold">
                      <p:stCondLst>
                        <p:cond delay="indefinite"/>
                      </p:stCondLst>
                      <p:childTnLst>
                        <p:par>
                          <p:cTn id="139" fill="hold">
                            <p:stCondLst>
                              <p:cond delay="0"/>
                            </p:stCondLst>
                            <p:childTnLst>
                              <p:par>
                                <p:cTn id="140" presetID="5" presetClass="entr" presetSubtype="10" fill="hold" grpId="1" nodeType="clickEffect">
                                  <p:stCondLst>
                                    <p:cond delay="0"/>
                                  </p:stCondLst>
                                  <p:childTnLst>
                                    <p:set>
                                      <p:cBhvr>
                                        <p:cTn id="141" dur="1" fill="hold">
                                          <p:stCondLst>
                                            <p:cond delay="0"/>
                                          </p:stCondLst>
                                        </p:cTn>
                                        <p:tgtEl>
                                          <p:spTgt spid="123955"/>
                                        </p:tgtEl>
                                        <p:attrNameLst>
                                          <p:attrName>style.visibility</p:attrName>
                                        </p:attrNameLst>
                                      </p:cBhvr>
                                      <p:to>
                                        <p:strVal val="visible"/>
                                      </p:to>
                                    </p:set>
                                    <p:animEffect transition="in" filter="checkerboard(across)">
                                      <p:cBhvr>
                                        <p:cTn id="142" dur="500"/>
                                        <p:tgtEl>
                                          <p:spTgt spid="1239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p:bldP spid="123921" grpId="0"/>
      <p:bldP spid="123921" grpId="1"/>
      <p:bldP spid="123950" grpId="0"/>
      <p:bldP spid="123950" grpId="1"/>
      <p:bldP spid="123956" grpId="0" animBg="1"/>
      <p:bldP spid="123956" grpId="1" animBg="1"/>
      <p:bldP spid="123957" grpId="0"/>
      <p:bldP spid="123957" grpId="1"/>
      <p:bldP spid="123958" grpId="0"/>
      <p:bldP spid="123958" grpId="1"/>
      <p:bldP spid="123959" grpId="0"/>
      <p:bldP spid="123959" grpId="1"/>
      <p:bldP spid="12" grpId="0"/>
      <p:bldP spid="12" grpId="1"/>
      <p:bldP spid="13" grpId="0" animBg="1"/>
      <p:bldP spid="14" grpId="0" animBg="1"/>
      <p:bldP spid="15" grpId="0"/>
      <p:bldP spid="15" grpId="1"/>
      <p:bldP spid="16" grpId="0" animBg="1"/>
      <p:bldP spid="17" grpId="0" animBg="1"/>
      <p:bldP spid="18" grpId="0" animBg="1"/>
      <p:bldP spid="19" grpId="0"/>
      <p:bldP spid="20" grpId="0"/>
      <p:bldP spid="21" grpId="0"/>
      <p:bldP spid="22" grpId="0"/>
      <p:bldP spid="23" grpId="0"/>
      <p:bldP spid="24" grpId="0"/>
      <p:bldP spid="25" grpId="0"/>
      <p:bldP spid="26" grpId="0" animBg="1"/>
      <p:bldP spid="27" grpId="0" animBg="1"/>
      <p:bldP spid="28" grpId="0" animBg="1"/>
      <p:bldP spid="29" grpId="0"/>
      <p:bldP spid="29" grpId="1"/>
      <p:bldP spid="123961" grpId="0" animBg="1"/>
      <p:bldP spid="123961" grpId="1" animBg="1"/>
      <p:bldP spid="123955" grpId="0" animBg="1"/>
      <p:bldP spid="123955" grpId="1"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B75B11DC-20B8-743A-D4AB-676A51318002}"/>
              </a:ext>
            </a:extLst>
          </p:cNvPr>
          <p:cNvSpPr>
            <a:spLocks noChangeArrowheads="1"/>
          </p:cNvSpPr>
          <p:nvPr/>
        </p:nvSpPr>
        <p:spPr bwMode="auto">
          <a:xfrm>
            <a:off x="0" y="-4627"/>
            <a:ext cx="77724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a:latin typeface="Courier New" panose="02070309020205020404" pitchFamily="49" charset="0"/>
              </a:rPr>
              <a:t>PASCAL'S PRINCIPLE</a:t>
            </a:r>
          </a:p>
        </p:txBody>
      </p:sp>
      <p:sp>
        <p:nvSpPr>
          <p:cNvPr id="126980" name="Rectangle 4">
            <a:extLst>
              <a:ext uri="{FF2B5EF4-FFF2-40B4-BE49-F238E27FC236}">
                <a16:creationId xmlns:a16="http://schemas.microsoft.com/office/drawing/2014/main" id="{4F63CDDD-C9B9-EB77-2F7E-792E483BA0DD}"/>
              </a:ext>
            </a:extLst>
          </p:cNvPr>
          <p:cNvSpPr>
            <a:spLocks noChangeArrowheads="1"/>
          </p:cNvSpPr>
          <p:nvPr/>
        </p:nvSpPr>
        <p:spPr bwMode="auto">
          <a:xfrm>
            <a:off x="-42092" y="308111"/>
            <a:ext cx="9186091"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marL="342900" indent="-342900" algn="l">
              <a:lnSpc>
                <a:spcPct val="90000"/>
              </a:lnSpc>
              <a:buFont typeface="Arial" panose="020B0604020202020204" pitchFamily="34" charset="0"/>
              <a:buChar char="•"/>
            </a:pPr>
            <a:r>
              <a:rPr lang="en-US" altLang="en-CN" sz="2000" dirty="0">
                <a:latin typeface="Courier New" panose="02070309020205020404" pitchFamily="49" charset="0"/>
              </a:rPr>
              <a:t>Blaise Pascal studied, among other things, pressure in liquids.  He observed the following effect, which we call </a:t>
            </a:r>
            <a:r>
              <a:rPr lang="en-US" altLang="en-CN" sz="2000" b="1" dirty="0">
                <a:latin typeface="Courier New" panose="02070309020205020404" pitchFamily="49" charset="0"/>
              </a:rPr>
              <a:t>Pascal's principle</a:t>
            </a:r>
            <a:r>
              <a:rPr lang="en-US" altLang="en-CN" sz="2000" dirty="0">
                <a:latin typeface="Courier New" panose="02070309020205020404" pitchFamily="49" charset="0"/>
              </a:rPr>
              <a:t>: </a:t>
            </a:r>
          </a:p>
        </p:txBody>
      </p:sp>
      <p:sp>
        <p:nvSpPr>
          <p:cNvPr id="127011" name="Rectangle 35">
            <a:extLst>
              <a:ext uri="{FF2B5EF4-FFF2-40B4-BE49-F238E27FC236}">
                <a16:creationId xmlns:a16="http://schemas.microsoft.com/office/drawing/2014/main" id="{D1BDC72E-DD6D-0BC2-481A-DCA4134A4C68}"/>
              </a:ext>
            </a:extLst>
          </p:cNvPr>
          <p:cNvSpPr>
            <a:spLocks noChangeArrowheads="1"/>
          </p:cNvSpPr>
          <p:nvPr/>
        </p:nvSpPr>
        <p:spPr bwMode="auto">
          <a:xfrm>
            <a:off x="321809" y="1235938"/>
            <a:ext cx="8430305"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66688" indent="-166688"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dirty="0">
                <a:solidFill>
                  <a:schemeClr val="accent2"/>
                </a:solidFill>
                <a:latin typeface="Courier New" panose="02070309020205020404" pitchFamily="49" charset="0"/>
              </a:rPr>
              <a:t>"Pressure applied to an enclosed fluid is transmitted undiminished to every point in the fluid and to the walls of the container."</a:t>
            </a:r>
          </a:p>
        </p:txBody>
      </p:sp>
      <p:sp>
        <p:nvSpPr>
          <p:cNvPr id="127015" name="Freeform 39">
            <a:extLst>
              <a:ext uri="{FF2B5EF4-FFF2-40B4-BE49-F238E27FC236}">
                <a16:creationId xmlns:a16="http://schemas.microsoft.com/office/drawing/2014/main" id="{074CFACB-2AFB-F475-BC92-ECAB16FFC081}"/>
              </a:ext>
            </a:extLst>
          </p:cNvPr>
          <p:cNvSpPr>
            <a:spLocks/>
          </p:cNvSpPr>
          <p:nvPr/>
        </p:nvSpPr>
        <p:spPr bwMode="auto">
          <a:xfrm>
            <a:off x="3415846" y="3289300"/>
            <a:ext cx="4427538" cy="1584325"/>
          </a:xfrm>
          <a:custGeom>
            <a:avLst/>
            <a:gdLst>
              <a:gd name="T0" fmla="*/ 260 w 2789"/>
              <a:gd name="T1" fmla="*/ 0 h 998"/>
              <a:gd name="T2" fmla="*/ 260 w 2789"/>
              <a:gd name="T3" fmla="*/ 731 h 998"/>
              <a:gd name="T4" fmla="*/ 0 w 2789"/>
              <a:gd name="T5" fmla="*/ 731 h 998"/>
              <a:gd name="T6" fmla="*/ 0 w 2789"/>
              <a:gd name="T7" fmla="*/ 998 h 998"/>
              <a:gd name="T8" fmla="*/ 2789 w 2789"/>
              <a:gd name="T9" fmla="*/ 998 h 998"/>
              <a:gd name="T10" fmla="*/ 2789 w 2789"/>
              <a:gd name="T11" fmla="*/ 731 h 998"/>
              <a:gd name="T12" fmla="*/ 2557 w 2789"/>
              <a:gd name="T13" fmla="*/ 731 h 998"/>
              <a:gd name="T14" fmla="*/ 2557 w 2789"/>
              <a:gd name="T15" fmla="*/ 0 h 998"/>
              <a:gd name="T16" fmla="*/ 2080 w 2789"/>
              <a:gd name="T17" fmla="*/ 0 h 998"/>
              <a:gd name="T18" fmla="*/ 2080 w 2789"/>
              <a:gd name="T19" fmla="*/ 731 h 998"/>
              <a:gd name="T20" fmla="*/ 450 w 2789"/>
              <a:gd name="T21" fmla="*/ 731 h 998"/>
              <a:gd name="T22" fmla="*/ 450 w 2789"/>
              <a:gd name="T23" fmla="*/ 0 h 998"/>
              <a:gd name="T24" fmla="*/ 260 w 2789"/>
              <a:gd name="T25" fmla="*/ 0 h 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89" h="998">
                <a:moveTo>
                  <a:pt x="260" y="0"/>
                </a:moveTo>
                <a:lnTo>
                  <a:pt x="260" y="731"/>
                </a:lnTo>
                <a:lnTo>
                  <a:pt x="0" y="731"/>
                </a:lnTo>
                <a:lnTo>
                  <a:pt x="0" y="998"/>
                </a:lnTo>
                <a:lnTo>
                  <a:pt x="2789" y="998"/>
                </a:lnTo>
                <a:lnTo>
                  <a:pt x="2789" y="731"/>
                </a:lnTo>
                <a:lnTo>
                  <a:pt x="2557" y="731"/>
                </a:lnTo>
                <a:lnTo>
                  <a:pt x="2557" y="0"/>
                </a:lnTo>
                <a:lnTo>
                  <a:pt x="2080" y="0"/>
                </a:lnTo>
                <a:lnTo>
                  <a:pt x="2080" y="731"/>
                </a:lnTo>
                <a:lnTo>
                  <a:pt x="450" y="731"/>
                </a:lnTo>
                <a:lnTo>
                  <a:pt x="450" y="0"/>
                </a:lnTo>
                <a:lnTo>
                  <a:pt x="260" y="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grpSp>
        <p:nvGrpSpPr>
          <p:cNvPr id="127022" name="Group 46">
            <a:extLst>
              <a:ext uri="{FF2B5EF4-FFF2-40B4-BE49-F238E27FC236}">
                <a16:creationId xmlns:a16="http://schemas.microsoft.com/office/drawing/2014/main" id="{D68EFACF-D601-F67E-98E3-AFABCC7598F8}"/>
              </a:ext>
            </a:extLst>
          </p:cNvPr>
          <p:cNvGrpSpPr>
            <a:grpSpLocks/>
          </p:cNvGrpSpPr>
          <p:nvPr/>
        </p:nvGrpSpPr>
        <p:grpSpPr bwMode="auto">
          <a:xfrm>
            <a:off x="3780971" y="2384425"/>
            <a:ext cx="358775" cy="1182687"/>
            <a:chOff x="1529" y="2366"/>
            <a:chExt cx="226" cy="745"/>
          </a:xfrm>
        </p:grpSpPr>
        <p:sp>
          <p:nvSpPr>
            <p:cNvPr id="127013" name="Rectangle 37">
              <a:extLst>
                <a:ext uri="{FF2B5EF4-FFF2-40B4-BE49-F238E27FC236}">
                  <a16:creationId xmlns:a16="http://schemas.microsoft.com/office/drawing/2014/main" id="{8515B2BB-7504-83BC-8039-37D2032DE82C}"/>
                </a:ext>
              </a:extLst>
            </p:cNvPr>
            <p:cNvSpPr>
              <a:spLocks noChangeArrowheads="1"/>
            </p:cNvSpPr>
            <p:nvPr/>
          </p:nvSpPr>
          <p:spPr bwMode="auto">
            <a:xfrm>
              <a:off x="1573" y="2830"/>
              <a:ext cx="162" cy="281"/>
            </a:xfrm>
            <a:prstGeom prst="rect">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127017" name="Line 41">
              <a:extLst>
                <a:ext uri="{FF2B5EF4-FFF2-40B4-BE49-F238E27FC236}">
                  <a16:creationId xmlns:a16="http://schemas.microsoft.com/office/drawing/2014/main" id="{3DB8FFC2-ABE1-2DD0-35DD-DDBFBF95F2EA}"/>
                </a:ext>
              </a:extLst>
            </p:cNvPr>
            <p:cNvSpPr>
              <a:spLocks noChangeShapeType="1"/>
            </p:cNvSpPr>
            <p:nvPr/>
          </p:nvSpPr>
          <p:spPr bwMode="auto">
            <a:xfrm>
              <a:off x="1644" y="2571"/>
              <a:ext cx="0" cy="25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27018" name="Text Box 42">
              <a:extLst>
                <a:ext uri="{FF2B5EF4-FFF2-40B4-BE49-F238E27FC236}">
                  <a16:creationId xmlns:a16="http://schemas.microsoft.com/office/drawing/2014/main" id="{0F62AA2C-CC8C-C7A7-4233-87509CBFB1FB}"/>
                </a:ext>
              </a:extLst>
            </p:cNvPr>
            <p:cNvSpPr txBox="1">
              <a:spLocks noChangeArrowheads="1"/>
            </p:cNvSpPr>
            <p:nvPr/>
          </p:nvSpPr>
          <p:spPr bwMode="auto">
            <a:xfrm>
              <a:off x="1529" y="2860"/>
              <a:ext cx="22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sz="1600" i="1"/>
                <a:t>A</a:t>
              </a:r>
              <a:r>
                <a:rPr lang="en-US" altLang="en-CN" sz="1600" i="1" baseline="-25000"/>
                <a:t>i</a:t>
              </a:r>
              <a:endParaRPr lang="en-US" altLang="en-CN" sz="1600" i="1"/>
            </a:p>
          </p:txBody>
        </p:sp>
        <p:sp>
          <p:nvSpPr>
            <p:cNvPr id="127021" name="Text Box 45">
              <a:extLst>
                <a:ext uri="{FF2B5EF4-FFF2-40B4-BE49-F238E27FC236}">
                  <a16:creationId xmlns:a16="http://schemas.microsoft.com/office/drawing/2014/main" id="{CD297FAF-7B74-22C5-01A8-56D0BC8B08D9}"/>
                </a:ext>
              </a:extLst>
            </p:cNvPr>
            <p:cNvSpPr txBox="1">
              <a:spLocks noChangeArrowheads="1"/>
            </p:cNvSpPr>
            <p:nvPr/>
          </p:nvSpPr>
          <p:spPr bwMode="auto">
            <a:xfrm>
              <a:off x="1541" y="2366"/>
              <a:ext cx="21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sz="1600" i="1"/>
                <a:t>F</a:t>
              </a:r>
              <a:r>
                <a:rPr lang="en-US" altLang="en-CN" sz="1600" i="1" baseline="-25000"/>
                <a:t>i</a:t>
              </a:r>
              <a:endParaRPr lang="en-US" altLang="en-CN" sz="1600" i="1"/>
            </a:p>
          </p:txBody>
        </p:sp>
      </p:grpSp>
      <p:grpSp>
        <p:nvGrpSpPr>
          <p:cNvPr id="127025" name="Group 49">
            <a:extLst>
              <a:ext uri="{FF2B5EF4-FFF2-40B4-BE49-F238E27FC236}">
                <a16:creationId xmlns:a16="http://schemas.microsoft.com/office/drawing/2014/main" id="{02261FEE-DA37-93FA-B447-2EA153B07EA0}"/>
              </a:ext>
            </a:extLst>
          </p:cNvPr>
          <p:cNvGrpSpPr>
            <a:grpSpLocks/>
          </p:cNvGrpSpPr>
          <p:nvPr/>
        </p:nvGrpSpPr>
        <p:grpSpPr bwMode="auto">
          <a:xfrm>
            <a:off x="6749596" y="2168525"/>
            <a:ext cx="703263" cy="1400175"/>
            <a:chOff x="3399" y="2377"/>
            <a:chExt cx="443" cy="882"/>
          </a:xfrm>
        </p:grpSpPr>
        <p:sp>
          <p:nvSpPr>
            <p:cNvPr id="127014" name="Rectangle 38">
              <a:extLst>
                <a:ext uri="{FF2B5EF4-FFF2-40B4-BE49-F238E27FC236}">
                  <a16:creationId xmlns:a16="http://schemas.microsoft.com/office/drawing/2014/main" id="{1F3C857F-FF19-3ECD-AC26-930828434FEC}"/>
                </a:ext>
              </a:extLst>
            </p:cNvPr>
            <p:cNvSpPr>
              <a:spLocks noChangeArrowheads="1"/>
            </p:cNvSpPr>
            <p:nvPr/>
          </p:nvSpPr>
          <p:spPr bwMode="auto">
            <a:xfrm>
              <a:off x="3399" y="2942"/>
              <a:ext cx="443" cy="317"/>
            </a:xfrm>
            <a:prstGeom prst="rect">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127020" name="Text Box 44">
              <a:extLst>
                <a:ext uri="{FF2B5EF4-FFF2-40B4-BE49-F238E27FC236}">
                  <a16:creationId xmlns:a16="http://schemas.microsoft.com/office/drawing/2014/main" id="{D3746716-8982-7273-4B01-65E68878D84C}"/>
                </a:ext>
              </a:extLst>
            </p:cNvPr>
            <p:cNvSpPr txBox="1">
              <a:spLocks noChangeArrowheads="1"/>
            </p:cNvSpPr>
            <p:nvPr/>
          </p:nvSpPr>
          <p:spPr bwMode="auto">
            <a:xfrm>
              <a:off x="3522" y="2963"/>
              <a:ext cx="25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sz="1600" i="1"/>
                <a:t>A</a:t>
              </a:r>
              <a:r>
                <a:rPr lang="en-US" altLang="en-CN" sz="1600" i="1" baseline="-25000"/>
                <a:t>o</a:t>
              </a:r>
              <a:endParaRPr lang="en-US" altLang="en-CN" sz="1600" i="1"/>
            </a:p>
          </p:txBody>
        </p:sp>
        <p:sp>
          <p:nvSpPr>
            <p:cNvPr id="127023" name="Line 47">
              <a:extLst>
                <a:ext uri="{FF2B5EF4-FFF2-40B4-BE49-F238E27FC236}">
                  <a16:creationId xmlns:a16="http://schemas.microsoft.com/office/drawing/2014/main" id="{2C304578-55F3-A13F-83A6-4573FFAE4B59}"/>
                </a:ext>
              </a:extLst>
            </p:cNvPr>
            <p:cNvSpPr>
              <a:spLocks noChangeShapeType="1"/>
            </p:cNvSpPr>
            <p:nvPr/>
          </p:nvSpPr>
          <p:spPr bwMode="auto">
            <a:xfrm flipV="1">
              <a:off x="3611" y="2571"/>
              <a:ext cx="0" cy="365"/>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27024" name="Text Box 48">
              <a:extLst>
                <a:ext uri="{FF2B5EF4-FFF2-40B4-BE49-F238E27FC236}">
                  <a16:creationId xmlns:a16="http://schemas.microsoft.com/office/drawing/2014/main" id="{28F133D5-170A-660D-8675-DD3299F4471B}"/>
                </a:ext>
              </a:extLst>
            </p:cNvPr>
            <p:cNvSpPr txBox="1">
              <a:spLocks noChangeArrowheads="1"/>
            </p:cNvSpPr>
            <p:nvPr/>
          </p:nvSpPr>
          <p:spPr bwMode="auto">
            <a:xfrm>
              <a:off x="3499" y="2377"/>
              <a:ext cx="24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sz="1600" i="1"/>
                <a:t>F</a:t>
              </a:r>
              <a:r>
                <a:rPr lang="en-US" altLang="en-CN" sz="1600" i="1" baseline="-25000"/>
                <a:t>o</a:t>
              </a:r>
              <a:endParaRPr lang="en-US" altLang="en-CN" sz="1600" i="1"/>
            </a:p>
          </p:txBody>
        </p:sp>
      </p:grpSp>
      <p:sp>
        <p:nvSpPr>
          <p:cNvPr id="127026" name="Text Box 50">
            <a:extLst>
              <a:ext uri="{FF2B5EF4-FFF2-40B4-BE49-F238E27FC236}">
                <a16:creationId xmlns:a16="http://schemas.microsoft.com/office/drawing/2014/main" id="{FE5C8C0B-A4D3-F81B-24B1-DDD794447627}"/>
              </a:ext>
            </a:extLst>
          </p:cNvPr>
          <p:cNvSpPr txBox="1">
            <a:spLocks noChangeArrowheads="1"/>
          </p:cNvSpPr>
          <p:nvPr/>
        </p:nvSpPr>
        <p:spPr bwMode="auto">
          <a:xfrm>
            <a:off x="3780971" y="4168775"/>
            <a:ext cx="3667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CN" i="1"/>
              <a:t>p</a:t>
            </a:r>
          </a:p>
        </p:txBody>
      </p:sp>
      <p:sp>
        <p:nvSpPr>
          <p:cNvPr id="127027" name="Text Box 51">
            <a:extLst>
              <a:ext uri="{FF2B5EF4-FFF2-40B4-BE49-F238E27FC236}">
                <a16:creationId xmlns:a16="http://schemas.microsoft.com/office/drawing/2014/main" id="{54AB6706-C694-A7F2-9B70-509FE7FB8995}"/>
              </a:ext>
            </a:extLst>
          </p:cNvPr>
          <p:cNvSpPr txBox="1">
            <a:spLocks noChangeArrowheads="1"/>
          </p:cNvSpPr>
          <p:nvPr/>
        </p:nvSpPr>
        <p:spPr bwMode="auto">
          <a:xfrm>
            <a:off x="5338309" y="4478337"/>
            <a:ext cx="3667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CN" i="1"/>
              <a:t>p</a:t>
            </a:r>
          </a:p>
        </p:txBody>
      </p:sp>
      <p:sp>
        <p:nvSpPr>
          <p:cNvPr id="127028" name="Text Box 52">
            <a:extLst>
              <a:ext uri="{FF2B5EF4-FFF2-40B4-BE49-F238E27FC236}">
                <a16:creationId xmlns:a16="http://schemas.microsoft.com/office/drawing/2014/main" id="{0D4029F8-E510-09D8-A825-B31F116D152F}"/>
              </a:ext>
            </a:extLst>
          </p:cNvPr>
          <p:cNvSpPr txBox="1">
            <a:spLocks noChangeArrowheads="1"/>
          </p:cNvSpPr>
          <p:nvPr/>
        </p:nvSpPr>
        <p:spPr bwMode="auto">
          <a:xfrm>
            <a:off x="6928984" y="3538537"/>
            <a:ext cx="3667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CN" i="1"/>
              <a:t>p</a:t>
            </a:r>
          </a:p>
        </p:txBody>
      </p:sp>
      <p:sp>
        <p:nvSpPr>
          <p:cNvPr id="127029" name="Rectangle 53">
            <a:extLst>
              <a:ext uri="{FF2B5EF4-FFF2-40B4-BE49-F238E27FC236}">
                <a16:creationId xmlns:a16="http://schemas.microsoft.com/office/drawing/2014/main" id="{8E58254C-41B0-3AF2-8EEF-4FEA99812C76}"/>
              </a:ext>
            </a:extLst>
          </p:cNvPr>
          <p:cNvSpPr>
            <a:spLocks noChangeArrowheads="1"/>
          </p:cNvSpPr>
          <p:nvPr/>
        </p:nvSpPr>
        <p:spPr bwMode="auto">
          <a:xfrm>
            <a:off x="1175884" y="2500312"/>
            <a:ext cx="727075"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a:latin typeface="Courier New" panose="02070309020205020404" pitchFamily="49" charset="0"/>
              </a:rPr>
              <a:t>= </a:t>
            </a:r>
            <a:r>
              <a:rPr lang="en-US" altLang="en-CN" sz="1800" i="1">
                <a:latin typeface="Courier New" panose="02070309020205020404" pitchFamily="49" charset="0"/>
              </a:rPr>
              <a:t>p</a:t>
            </a:r>
            <a:r>
              <a:rPr lang="en-US" altLang="en-CN" sz="1800" i="1" baseline="-25000">
                <a:latin typeface="Courier New" panose="02070309020205020404" pitchFamily="49" charset="0"/>
              </a:rPr>
              <a:t>i</a:t>
            </a:r>
            <a:endParaRPr lang="en-US" altLang="en-CN" sz="1600" b="1" i="1">
              <a:latin typeface="Courier New" panose="02070309020205020404" pitchFamily="49" charset="0"/>
              <a:sym typeface="Symbol" pitchFamily="2" charset="2"/>
            </a:endParaRPr>
          </a:p>
        </p:txBody>
      </p:sp>
      <p:sp>
        <p:nvSpPr>
          <p:cNvPr id="127030" name="Rectangle 54">
            <a:extLst>
              <a:ext uri="{FF2B5EF4-FFF2-40B4-BE49-F238E27FC236}">
                <a16:creationId xmlns:a16="http://schemas.microsoft.com/office/drawing/2014/main" id="{35E538A8-8AAA-821D-CC70-98C9B19F745B}"/>
              </a:ext>
            </a:extLst>
          </p:cNvPr>
          <p:cNvSpPr>
            <a:spLocks noChangeArrowheads="1"/>
          </p:cNvSpPr>
          <p:nvPr/>
        </p:nvSpPr>
        <p:spPr bwMode="auto">
          <a:xfrm>
            <a:off x="677409" y="2416175"/>
            <a:ext cx="47307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i="1" u="sng">
                <a:latin typeface="Courier New" panose="02070309020205020404" pitchFamily="49" charset="0"/>
              </a:rPr>
              <a:t>F</a:t>
            </a:r>
            <a:r>
              <a:rPr lang="en-US" altLang="en-CN" sz="1800" baseline="-25000">
                <a:latin typeface="Courier New" panose="02070309020205020404" pitchFamily="49" charset="0"/>
              </a:rPr>
              <a:t>i</a:t>
            </a:r>
            <a:endParaRPr lang="en-US" altLang="en-CN" sz="1800" i="1">
              <a:latin typeface="Courier New" panose="02070309020205020404" pitchFamily="49" charset="0"/>
            </a:endParaRPr>
          </a:p>
          <a:p>
            <a:pPr>
              <a:lnSpc>
                <a:spcPct val="90000"/>
              </a:lnSpc>
            </a:pPr>
            <a:r>
              <a:rPr lang="en-US" altLang="en-CN" sz="1800" i="1">
                <a:latin typeface="Courier New" panose="02070309020205020404" pitchFamily="49" charset="0"/>
              </a:rPr>
              <a:t>A</a:t>
            </a:r>
            <a:r>
              <a:rPr lang="en-US" altLang="en-CN" sz="1800" i="1" baseline="-25000">
                <a:latin typeface="Courier New" panose="02070309020205020404" pitchFamily="49" charset="0"/>
              </a:rPr>
              <a:t>i</a:t>
            </a:r>
            <a:endParaRPr lang="en-US" altLang="en-CN" sz="1600" b="1" i="1">
              <a:latin typeface="Courier New" panose="02070309020205020404" pitchFamily="49" charset="0"/>
            </a:endParaRPr>
          </a:p>
        </p:txBody>
      </p:sp>
      <p:sp>
        <p:nvSpPr>
          <p:cNvPr id="127031" name="Rectangle 55">
            <a:extLst>
              <a:ext uri="{FF2B5EF4-FFF2-40B4-BE49-F238E27FC236}">
                <a16:creationId xmlns:a16="http://schemas.microsoft.com/office/drawing/2014/main" id="{2472C779-384C-D79E-9B7D-D520F3CE42DA}"/>
              </a:ext>
            </a:extLst>
          </p:cNvPr>
          <p:cNvSpPr>
            <a:spLocks noChangeArrowheads="1"/>
          </p:cNvSpPr>
          <p:nvPr/>
        </p:nvSpPr>
        <p:spPr bwMode="auto">
          <a:xfrm>
            <a:off x="1172709" y="3076575"/>
            <a:ext cx="727075"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a:latin typeface="Courier New" panose="02070309020205020404" pitchFamily="49" charset="0"/>
              </a:rPr>
              <a:t>= </a:t>
            </a:r>
            <a:r>
              <a:rPr lang="en-US" altLang="en-CN" sz="1800" i="1">
                <a:latin typeface="Courier New" panose="02070309020205020404" pitchFamily="49" charset="0"/>
              </a:rPr>
              <a:t>p</a:t>
            </a:r>
            <a:r>
              <a:rPr lang="en-US" altLang="en-CN" sz="1800" i="1" baseline="-25000">
                <a:latin typeface="Courier New" panose="02070309020205020404" pitchFamily="49" charset="0"/>
              </a:rPr>
              <a:t>o</a:t>
            </a:r>
            <a:endParaRPr lang="en-US" altLang="en-CN" sz="1600" b="1" i="1">
              <a:latin typeface="Courier New" panose="02070309020205020404" pitchFamily="49" charset="0"/>
              <a:sym typeface="Symbol" pitchFamily="2" charset="2"/>
            </a:endParaRPr>
          </a:p>
        </p:txBody>
      </p:sp>
      <p:sp>
        <p:nvSpPr>
          <p:cNvPr id="127032" name="Rectangle 56">
            <a:extLst>
              <a:ext uri="{FF2B5EF4-FFF2-40B4-BE49-F238E27FC236}">
                <a16:creationId xmlns:a16="http://schemas.microsoft.com/office/drawing/2014/main" id="{37235903-3349-6C7B-9B09-E203FACE076C}"/>
              </a:ext>
            </a:extLst>
          </p:cNvPr>
          <p:cNvSpPr>
            <a:spLocks noChangeArrowheads="1"/>
          </p:cNvSpPr>
          <p:nvPr/>
        </p:nvSpPr>
        <p:spPr bwMode="auto">
          <a:xfrm>
            <a:off x="674234" y="2992437"/>
            <a:ext cx="47307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i="1" u="sng">
                <a:latin typeface="Courier New" panose="02070309020205020404" pitchFamily="49" charset="0"/>
              </a:rPr>
              <a:t>F</a:t>
            </a:r>
            <a:r>
              <a:rPr lang="en-US" altLang="en-CN" sz="1800" baseline="-25000">
                <a:latin typeface="Courier New" panose="02070309020205020404" pitchFamily="49" charset="0"/>
              </a:rPr>
              <a:t>o</a:t>
            </a:r>
            <a:endParaRPr lang="en-US" altLang="en-CN" sz="1800" i="1">
              <a:latin typeface="Courier New" panose="02070309020205020404" pitchFamily="49" charset="0"/>
            </a:endParaRPr>
          </a:p>
          <a:p>
            <a:pPr>
              <a:lnSpc>
                <a:spcPct val="90000"/>
              </a:lnSpc>
            </a:pPr>
            <a:r>
              <a:rPr lang="en-US" altLang="en-CN" sz="1800" i="1">
                <a:latin typeface="Courier New" panose="02070309020205020404" pitchFamily="49" charset="0"/>
              </a:rPr>
              <a:t>A</a:t>
            </a:r>
            <a:r>
              <a:rPr lang="en-US" altLang="en-CN" sz="1800" i="1" baseline="-25000">
                <a:latin typeface="Courier New" panose="02070309020205020404" pitchFamily="49" charset="0"/>
              </a:rPr>
              <a:t>o</a:t>
            </a:r>
            <a:endParaRPr lang="en-US" altLang="en-CN" sz="1600" b="1" i="1">
              <a:latin typeface="Courier New" panose="02070309020205020404" pitchFamily="49" charset="0"/>
            </a:endParaRPr>
          </a:p>
        </p:txBody>
      </p:sp>
      <p:sp>
        <p:nvSpPr>
          <p:cNvPr id="127033" name="Rectangle 57">
            <a:extLst>
              <a:ext uri="{FF2B5EF4-FFF2-40B4-BE49-F238E27FC236}">
                <a16:creationId xmlns:a16="http://schemas.microsoft.com/office/drawing/2014/main" id="{B472C266-408D-3C04-7231-2E4446EA7498}"/>
              </a:ext>
            </a:extLst>
          </p:cNvPr>
          <p:cNvSpPr>
            <a:spLocks noChangeArrowheads="1"/>
          </p:cNvSpPr>
          <p:nvPr/>
        </p:nvSpPr>
        <p:spPr bwMode="auto">
          <a:xfrm>
            <a:off x="804409" y="3609975"/>
            <a:ext cx="110966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p</a:t>
            </a:r>
            <a:r>
              <a:rPr lang="en-US" altLang="en-CN" sz="1800" i="1" baseline="-25000">
                <a:latin typeface="Courier New" panose="02070309020205020404" pitchFamily="49" charset="0"/>
              </a:rPr>
              <a:t>i</a:t>
            </a:r>
            <a:r>
              <a:rPr lang="en-US" altLang="en-CN" sz="1800" i="1">
                <a:latin typeface="Courier New" panose="02070309020205020404" pitchFamily="49" charset="0"/>
              </a:rPr>
              <a:t> </a:t>
            </a:r>
            <a:r>
              <a:rPr lang="en-US" altLang="en-CN" sz="1800">
                <a:latin typeface="Courier New" panose="02070309020205020404" pitchFamily="49" charset="0"/>
              </a:rPr>
              <a:t>= </a:t>
            </a:r>
            <a:r>
              <a:rPr lang="en-US" altLang="en-CN" sz="1800" i="1">
                <a:latin typeface="Courier New" panose="02070309020205020404" pitchFamily="49" charset="0"/>
              </a:rPr>
              <a:t>p</a:t>
            </a:r>
            <a:r>
              <a:rPr lang="en-US" altLang="en-CN" sz="1800" i="1" baseline="-25000">
                <a:latin typeface="Courier New" panose="02070309020205020404" pitchFamily="49" charset="0"/>
              </a:rPr>
              <a:t>o</a:t>
            </a:r>
            <a:endParaRPr lang="en-US" altLang="en-CN" sz="1600" b="1" i="1">
              <a:latin typeface="Courier New" panose="02070309020205020404" pitchFamily="49" charset="0"/>
              <a:sym typeface="Symbol" pitchFamily="2" charset="2"/>
            </a:endParaRPr>
          </a:p>
        </p:txBody>
      </p:sp>
      <p:sp>
        <p:nvSpPr>
          <p:cNvPr id="127034" name="Text Box 58">
            <a:extLst>
              <a:ext uri="{FF2B5EF4-FFF2-40B4-BE49-F238E27FC236}">
                <a16:creationId xmlns:a16="http://schemas.microsoft.com/office/drawing/2014/main" id="{F9A6D967-A32C-C082-DB0C-2615D175715B}"/>
              </a:ext>
            </a:extLst>
          </p:cNvPr>
          <p:cNvSpPr txBox="1">
            <a:spLocks noChangeArrowheads="1"/>
          </p:cNvSpPr>
          <p:nvPr/>
        </p:nvSpPr>
        <p:spPr bwMode="auto">
          <a:xfrm>
            <a:off x="1831521" y="3621087"/>
            <a:ext cx="19415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a:solidFill>
                  <a:schemeClr val="hlink"/>
                </a:solidFill>
              </a:rPr>
              <a:t>Pascal's principle</a:t>
            </a:r>
          </a:p>
        </p:txBody>
      </p:sp>
      <p:sp>
        <p:nvSpPr>
          <p:cNvPr id="127035" name="Rectangle 59">
            <a:extLst>
              <a:ext uri="{FF2B5EF4-FFF2-40B4-BE49-F238E27FC236}">
                <a16:creationId xmlns:a16="http://schemas.microsoft.com/office/drawing/2014/main" id="{F3F0891F-6303-512F-3B3B-2B0D648C1B63}"/>
              </a:ext>
            </a:extLst>
          </p:cNvPr>
          <p:cNvSpPr>
            <a:spLocks noChangeArrowheads="1"/>
          </p:cNvSpPr>
          <p:nvPr/>
        </p:nvSpPr>
        <p:spPr bwMode="auto">
          <a:xfrm>
            <a:off x="1182234" y="4132262"/>
            <a:ext cx="727075"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a:latin typeface="Courier New" panose="02070309020205020404" pitchFamily="49" charset="0"/>
              </a:rPr>
              <a:t>=</a:t>
            </a:r>
            <a:endParaRPr lang="en-US" altLang="en-CN" sz="1600" b="1" i="1">
              <a:latin typeface="Courier New" panose="02070309020205020404" pitchFamily="49" charset="0"/>
              <a:sym typeface="Symbol" pitchFamily="2" charset="2"/>
            </a:endParaRPr>
          </a:p>
        </p:txBody>
      </p:sp>
      <p:sp>
        <p:nvSpPr>
          <p:cNvPr id="127036" name="Rectangle 60">
            <a:extLst>
              <a:ext uri="{FF2B5EF4-FFF2-40B4-BE49-F238E27FC236}">
                <a16:creationId xmlns:a16="http://schemas.microsoft.com/office/drawing/2014/main" id="{7C7B3C94-92A7-CE22-71A5-3293E29AA42A}"/>
              </a:ext>
            </a:extLst>
          </p:cNvPr>
          <p:cNvSpPr>
            <a:spLocks noChangeArrowheads="1"/>
          </p:cNvSpPr>
          <p:nvPr/>
        </p:nvSpPr>
        <p:spPr bwMode="auto">
          <a:xfrm>
            <a:off x="705984" y="4025900"/>
            <a:ext cx="47307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i="1" u="sng">
                <a:latin typeface="Courier New" panose="02070309020205020404" pitchFamily="49" charset="0"/>
              </a:rPr>
              <a:t>F</a:t>
            </a:r>
            <a:r>
              <a:rPr lang="en-US" altLang="en-CN" sz="1800" baseline="-25000">
                <a:latin typeface="Courier New" panose="02070309020205020404" pitchFamily="49" charset="0"/>
              </a:rPr>
              <a:t>i</a:t>
            </a:r>
            <a:endParaRPr lang="en-US" altLang="en-CN" sz="1800" i="1">
              <a:latin typeface="Courier New" panose="02070309020205020404" pitchFamily="49" charset="0"/>
            </a:endParaRPr>
          </a:p>
          <a:p>
            <a:pPr>
              <a:lnSpc>
                <a:spcPct val="90000"/>
              </a:lnSpc>
            </a:pPr>
            <a:r>
              <a:rPr lang="en-US" altLang="en-CN" sz="1800" i="1">
                <a:latin typeface="Courier New" panose="02070309020205020404" pitchFamily="49" charset="0"/>
              </a:rPr>
              <a:t>A</a:t>
            </a:r>
            <a:r>
              <a:rPr lang="en-US" altLang="en-CN" sz="1800" i="1" baseline="-25000">
                <a:latin typeface="Courier New" panose="02070309020205020404" pitchFamily="49" charset="0"/>
              </a:rPr>
              <a:t>i</a:t>
            </a:r>
            <a:endParaRPr lang="en-US" altLang="en-CN" sz="1600" b="1" i="1">
              <a:latin typeface="Courier New" panose="02070309020205020404" pitchFamily="49" charset="0"/>
            </a:endParaRPr>
          </a:p>
        </p:txBody>
      </p:sp>
      <p:sp>
        <p:nvSpPr>
          <p:cNvPr id="127037" name="Rectangle 61">
            <a:extLst>
              <a:ext uri="{FF2B5EF4-FFF2-40B4-BE49-F238E27FC236}">
                <a16:creationId xmlns:a16="http://schemas.microsoft.com/office/drawing/2014/main" id="{A055B4BF-D888-C3C8-9B72-DEAB5C19335C}"/>
              </a:ext>
            </a:extLst>
          </p:cNvPr>
          <p:cNvSpPr>
            <a:spLocks noChangeArrowheads="1"/>
          </p:cNvSpPr>
          <p:nvPr/>
        </p:nvSpPr>
        <p:spPr bwMode="auto">
          <a:xfrm>
            <a:off x="1517196" y="4021137"/>
            <a:ext cx="47307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i="1" u="sng">
                <a:latin typeface="Courier New" panose="02070309020205020404" pitchFamily="49" charset="0"/>
              </a:rPr>
              <a:t>F</a:t>
            </a:r>
            <a:r>
              <a:rPr lang="en-US" altLang="en-CN" sz="1800" baseline="-25000">
                <a:latin typeface="Courier New" panose="02070309020205020404" pitchFamily="49" charset="0"/>
              </a:rPr>
              <a:t>o</a:t>
            </a:r>
            <a:endParaRPr lang="en-US" altLang="en-CN" sz="1800" i="1">
              <a:latin typeface="Courier New" panose="02070309020205020404" pitchFamily="49" charset="0"/>
            </a:endParaRPr>
          </a:p>
          <a:p>
            <a:pPr>
              <a:lnSpc>
                <a:spcPct val="90000"/>
              </a:lnSpc>
            </a:pPr>
            <a:r>
              <a:rPr lang="en-US" altLang="en-CN" sz="1800" i="1">
                <a:latin typeface="Courier New" panose="02070309020205020404" pitchFamily="49" charset="0"/>
              </a:rPr>
              <a:t>A</a:t>
            </a:r>
            <a:r>
              <a:rPr lang="en-US" altLang="en-CN" sz="1800" i="1" baseline="-25000">
                <a:latin typeface="Courier New" panose="02070309020205020404" pitchFamily="49" charset="0"/>
              </a:rPr>
              <a:t>o</a:t>
            </a:r>
            <a:endParaRPr lang="en-US" altLang="en-CN" sz="1600" b="1" i="1">
              <a:latin typeface="Courier New" panose="02070309020205020404" pitchFamily="49" charset="0"/>
            </a:endParaRPr>
          </a:p>
        </p:txBody>
      </p:sp>
      <p:sp>
        <p:nvSpPr>
          <p:cNvPr id="127038" name="Rectangle 62">
            <a:extLst>
              <a:ext uri="{FF2B5EF4-FFF2-40B4-BE49-F238E27FC236}">
                <a16:creationId xmlns:a16="http://schemas.microsoft.com/office/drawing/2014/main" id="{3E29E7DB-A9CD-41D3-119C-019F5C0AACF8}"/>
              </a:ext>
            </a:extLst>
          </p:cNvPr>
          <p:cNvSpPr>
            <a:spLocks noChangeArrowheads="1"/>
          </p:cNvSpPr>
          <p:nvPr/>
        </p:nvSpPr>
        <p:spPr bwMode="auto">
          <a:xfrm>
            <a:off x="332921" y="4799012"/>
            <a:ext cx="1755775"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F</a:t>
            </a:r>
            <a:r>
              <a:rPr lang="en-US" altLang="en-CN" sz="1800" i="1" baseline="-25000">
                <a:latin typeface="Courier New" panose="02070309020205020404" pitchFamily="49" charset="0"/>
              </a:rPr>
              <a:t>o</a:t>
            </a:r>
            <a:r>
              <a:rPr lang="en-US" altLang="en-CN" sz="1800" i="1">
                <a:latin typeface="Courier New" panose="02070309020205020404" pitchFamily="49" charset="0"/>
              </a:rPr>
              <a:t> </a:t>
            </a:r>
            <a:r>
              <a:rPr lang="en-US" altLang="en-CN" sz="1800">
                <a:latin typeface="Courier New" panose="02070309020205020404" pitchFamily="49" charset="0"/>
              </a:rPr>
              <a:t>=     </a:t>
            </a:r>
            <a:r>
              <a:rPr lang="en-US" altLang="en-CN" sz="1800" i="1">
                <a:latin typeface="Courier New" panose="02070309020205020404" pitchFamily="49" charset="0"/>
              </a:rPr>
              <a:t>F</a:t>
            </a:r>
            <a:r>
              <a:rPr lang="en-US" altLang="en-CN" sz="1800" i="1" baseline="-25000">
                <a:latin typeface="Courier New" panose="02070309020205020404" pitchFamily="49" charset="0"/>
              </a:rPr>
              <a:t>i</a:t>
            </a:r>
            <a:endParaRPr lang="en-US" altLang="en-CN" sz="1600" b="1" i="1">
              <a:latin typeface="Courier New" panose="02070309020205020404" pitchFamily="49" charset="0"/>
              <a:sym typeface="Symbol" pitchFamily="2" charset="2"/>
            </a:endParaRPr>
          </a:p>
        </p:txBody>
      </p:sp>
      <p:sp>
        <p:nvSpPr>
          <p:cNvPr id="127040" name="Rectangle 64">
            <a:extLst>
              <a:ext uri="{FF2B5EF4-FFF2-40B4-BE49-F238E27FC236}">
                <a16:creationId xmlns:a16="http://schemas.microsoft.com/office/drawing/2014/main" id="{89A8E630-2A0E-8FBA-123B-13D182261FEA}"/>
              </a:ext>
            </a:extLst>
          </p:cNvPr>
          <p:cNvSpPr>
            <a:spLocks noChangeArrowheads="1"/>
          </p:cNvSpPr>
          <p:nvPr/>
        </p:nvSpPr>
        <p:spPr bwMode="auto">
          <a:xfrm>
            <a:off x="1083809" y="4702175"/>
            <a:ext cx="47307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i="1" u="sng">
                <a:latin typeface="Courier New" panose="02070309020205020404" pitchFamily="49" charset="0"/>
              </a:rPr>
              <a:t>A</a:t>
            </a:r>
            <a:r>
              <a:rPr lang="en-US" altLang="en-CN" sz="1800" baseline="-25000">
                <a:latin typeface="Courier New" panose="02070309020205020404" pitchFamily="49" charset="0"/>
              </a:rPr>
              <a:t>o</a:t>
            </a:r>
            <a:endParaRPr lang="en-US" altLang="en-CN" sz="1800" i="1">
              <a:latin typeface="Courier New" panose="02070309020205020404" pitchFamily="49" charset="0"/>
            </a:endParaRPr>
          </a:p>
          <a:p>
            <a:pPr>
              <a:lnSpc>
                <a:spcPct val="90000"/>
              </a:lnSpc>
            </a:pPr>
            <a:r>
              <a:rPr lang="en-US" altLang="en-CN" sz="1800" i="1">
                <a:latin typeface="Courier New" panose="02070309020205020404" pitchFamily="49" charset="0"/>
              </a:rPr>
              <a:t>A</a:t>
            </a:r>
            <a:r>
              <a:rPr lang="en-US" altLang="en-CN" sz="1800" i="1" baseline="-25000">
                <a:latin typeface="Courier New" panose="02070309020205020404" pitchFamily="49" charset="0"/>
              </a:rPr>
              <a:t>i</a:t>
            </a:r>
            <a:endParaRPr lang="en-US" altLang="en-CN" sz="1600" b="1" i="1">
              <a:latin typeface="Courier New" panose="02070309020205020404" pitchFamily="49" charset="0"/>
            </a:endParaRPr>
          </a:p>
        </p:txBody>
      </p:sp>
      <p:sp>
        <p:nvSpPr>
          <p:cNvPr id="127041" name="AutoShape 65">
            <a:extLst>
              <a:ext uri="{FF2B5EF4-FFF2-40B4-BE49-F238E27FC236}">
                <a16:creationId xmlns:a16="http://schemas.microsoft.com/office/drawing/2014/main" id="{52302108-370D-8D24-80FB-3B25A9F44176}"/>
              </a:ext>
            </a:extLst>
          </p:cNvPr>
          <p:cNvSpPr>
            <a:spLocks noChangeArrowheads="1"/>
          </p:cNvSpPr>
          <p:nvPr/>
        </p:nvSpPr>
        <p:spPr bwMode="auto">
          <a:xfrm>
            <a:off x="1098096" y="4760912"/>
            <a:ext cx="401638" cy="546100"/>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grpSp>
        <p:nvGrpSpPr>
          <p:cNvPr id="127044" name="Group 68">
            <a:extLst>
              <a:ext uri="{FF2B5EF4-FFF2-40B4-BE49-F238E27FC236}">
                <a16:creationId xmlns:a16="http://schemas.microsoft.com/office/drawing/2014/main" id="{1251BC1C-CA5D-36EE-A1CC-B1D32BBCB19E}"/>
              </a:ext>
            </a:extLst>
          </p:cNvPr>
          <p:cNvGrpSpPr>
            <a:grpSpLocks/>
          </p:cNvGrpSpPr>
          <p:nvPr/>
        </p:nvGrpSpPr>
        <p:grpSpPr bwMode="auto">
          <a:xfrm>
            <a:off x="321809" y="4724400"/>
            <a:ext cx="3019425" cy="644525"/>
            <a:chOff x="664" y="3756"/>
            <a:chExt cx="1902" cy="406"/>
          </a:xfrm>
        </p:grpSpPr>
        <p:sp>
          <p:nvSpPr>
            <p:cNvPr id="127042" name="Text Box 66">
              <a:extLst>
                <a:ext uri="{FF2B5EF4-FFF2-40B4-BE49-F238E27FC236}">
                  <a16:creationId xmlns:a16="http://schemas.microsoft.com/office/drawing/2014/main" id="{6299472B-EC8A-898B-AAFD-34E0B867B683}"/>
                </a:ext>
              </a:extLst>
            </p:cNvPr>
            <p:cNvSpPr txBox="1">
              <a:spLocks noChangeArrowheads="1"/>
            </p:cNvSpPr>
            <p:nvPr/>
          </p:nvSpPr>
          <p:spPr bwMode="auto">
            <a:xfrm>
              <a:off x="1838" y="3758"/>
              <a:ext cx="728" cy="40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CN">
                  <a:solidFill>
                    <a:schemeClr val="bg1"/>
                  </a:solidFill>
                </a:rPr>
                <a:t>The Lift Formula</a:t>
              </a:r>
            </a:p>
          </p:txBody>
        </p:sp>
        <p:sp>
          <p:nvSpPr>
            <p:cNvPr id="127043" name="Rectangle 67">
              <a:extLst>
                <a:ext uri="{FF2B5EF4-FFF2-40B4-BE49-F238E27FC236}">
                  <a16:creationId xmlns:a16="http://schemas.microsoft.com/office/drawing/2014/main" id="{B4F5E1DE-51ED-D2F5-595D-21D7AECD1F12}"/>
                </a:ext>
              </a:extLst>
            </p:cNvPr>
            <p:cNvSpPr>
              <a:spLocks noChangeArrowheads="1"/>
            </p:cNvSpPr>
            <p:nvPr/>
          </p:nvSpPr>
          <p:spPr bwMode="auto">
            <a:xfrm>
              <a:off x="664" y="3756"/>
              <a:ext cx="1899" cy="40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26980"/>
                                        </p:tgtEl>
                                        <p:attrNameLst>
                                          <p:attrName>style.visibility</p:attrName>
                                        </p:attrNameLst>
                                      </p:cBhvr>
                                      <p:to>
                                        <p:strVal val="visible"/>
                                      </p:to>
                                    </p:set>
                                    <p:animEffect transition="in" filter="fade">
                                      <p:cBhvr>
                                        <p:cTn id="7" dur="500"/>
                                        <p:tgtEl>
                                          <p:spTgt spid="1269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27011"/>
                                        </p:tgtEl>
                                        <p:attrNameLst>
                                          <p:attrName>style.visibility</p:attrName>
                                        </p:attrNameLst>
                                      </p:cBhvr>
                                      <p:to>
                                        <p:strVal val="visible"/>
                                      </p:to>
                                    </p:set>
                                    <p:animEffect transition="in" filter="fade">
                                      <p:cBhvr>
                                        <p:cTn id="12" dur="500"/>
                                        <p:tgtEl>
                                          <p:spTgt spid="1270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27022"/>
                                        </p:tgtEl>
                                        <p:attrNameLst>
                                          <p:attrName>style.visibility</p:attrName>
                                        </p:attrNameLst>
                                      </p:cBhvr>
                                      <p:to>
                                        <p:strVal val="visible"/>
                                      </p:to>
                                    </p:set>
                                    <p:animEffect transition="in" filter="fade">
                                      <p:cBhvr>
                                        <p:cTn id="17" dur="2000"/>
                                        <p:tgtEl>
                                          <p:spTgt spid="127022"/>
                                        </p:tgtEl>
                                      </p:cBhvr>
                                    </p:animEffect>
                                  </p:childTnLst>
                                </p:cTn>
                              </p:par>
                              <p:par>
                                <p:cTn id="18" presetID="10" presetClass="entr" presetSubtype="0" fill="hold" nodeType="withEffect">
                                  <p:stCondLst>
                                    <p:cond delay="0"/>
                                  </p:stCondLst>
                                  <p:childTnLst>
                                    <p:set>
                                      <p:cBhvr>
                                        <p:cTn id="19" dur="1" fill="hold">
                                          <p:stCondLst>
                                            <p:cond delay="0"/>
                                          </p:stCondLst>
                                        </p:cTn>
                                        <p:tgtEl>
                                          <p:spTgt spid="127025"/>
                                        </p:tgtEl>
                                        <p:attrNameLst>
                                          <p:attrName>style.visibility</p:attrName>
                                        </p:attrNameLst>
                                      </p:cBhvr>
                                      <p:to>
                                        <p:strVal val="visible"/>
                                      </p:to>
                                    </p:set>
                                    <p:animEffect transition="in" filter="fade">
                                      <p:cBhvr>
                                        <p:cTn id="20" dur="2000"/>
                                        <p:tgtEl>
                                          <p:spTgt spid="127025"/>
                                        </p:tgtEl>
                                      </p:cBhvr>
                                    </p:animEffect>
                                  </p:childTnLst>
                                </p:cTn>
                              </p:par>
                              <p:par>
                                <p:cTn id="21" presetID="10" presetClass="entr" presetSubtype="0" fill="hold" nodeType="withEffect">
                                  <p:stCondLst>
                                    <p:cond delay="0"/>
                                  </p:stCondLst>
                                  <p:childTnLst>
                                    <p:set>
                                      <p:cBhvr>
                                        <p:cTn id="22" dur="1" fill="hold">
                                          <p:stCondLst>
                                            <p:cond delay="0"/>
                                          </p:stCondLst>
                                        </p:cTn>
                                        <p:tgtEl>
                                          <p:spTgt spid="127015"/>
                                        </p:tgtEl>
                                        <p:attrNameLst>
                                          <p:attrName>style.visibility</p:attrName>
                                        </p:attrNameLst>
                                      </p:cBhvr>
                                      <p:to>
                                        <p:strVal val="visible"/>
                                      </p:to>
                                    </p:set>
                                    <p:animEffect transition="in" filter="fade">
                                      <p:cBhvr>
                                        <p:cTn id="23" dur="2000"/>
                                        <p:tgtEl>
                                          <p:spTgt spid="12701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path" presetSubtype="0" accel="50000" decel="50000" fill="hold" nodeType="clickEffect">
                                  <p:stCondLst>
                                    <p:cond delay="0"/>
                                  </p:stCondLst>
                                  <p:childTnLst>
                                    <p:animMotion origin="layout" path="M 2.77778E-7 3.7037E-6 L 2.77778E-7 0.09907 " pathEditMode="relative" rAng="0" ptsTypes="AA">
                                      <p:cBhvr>
                                        <p:cTn id="27" dur="500" fill="hold"/>
                                        <p:tgtEl>
                                          <p:spTgt spid="127022"/>
                                        </p:tgtEl>
                                        <p:attrNameLst>
                                          <p:attrName>ppt_x</p:attrName>
                                          <p:attrName>ppt_y</p:attrName>
                                        </p:attrNameLst>
                                      </p:cBhvr>
                                      <p:rCtr x="0" y="4954"/>
                                    </p:animMotion>
                                  </p:childTnLst>
                                </p:cTn>
                              </p:par>
                              <p:par>
                                <p:cTn id="28" presetID="10" presetClass="entr" presetSubtype="0" fill="hold" nodeType="withEffect">
                                  <p:stCondLst>
                                    <p:cond delay="0"/>
                                  </p:stCondLst>
                                  <p:childTnLst>
                                    <p:set>
                                      <p:cBhvr>
                                        <p:cTn id="29" dur="1" fill="hold">
                                          <p:stCondLst>
                                            <p:cond delay="0"/>
                                          </p:stCondLst>
                                        </p:cTn>
                                        <p:tgtEl>
                                          <p:spTgt spid="127026"/>
                                        </p:tgtEl>
                                        <p:attrNameLst>
                                          <p:attrName>style.visibility</p:attrName>
                                        </p:attrNameLst>
                                      </p:cBhvr>
                                      <p:to>
                                        <p:strVal val="visible"/>
                                      </p:to>
                                    </p:set>
                                    <p:animEffect transition="in" filter="fade">
                                      <p:cBhvr>
                                        <p:cTn id="30" dur="500"/>
                                        <p:tgtEl>
                                          <p:spTgt spid="127026"/>
                                        </p:tgtEl>
                                      </p:cBhvr>
                                    </p:animEffect>
                                  </p:childTnLst>
                                </p:cTn>
                              </p:par>
                            </p:childTnLst>
                          </p:cTn>
                        </p:par>
                        <p:par>
                          <p:cTn id="31" fill="hold" nodeType="afterGroup">
                            <p:stCondLst>
                              <p:cond delay="500"/>
                            </p:stCondLst>
                            <p:childTnLst>
                              <p:par>
                                <p:cTn id="32" presetID="10" presetClass="entr" presetSubtype="0" fill="hold" nodeType="afterEffect">
                                  <p:stCondLst>
                                    <p:cond delay="0"/>
                                  </p:stCondLst>
                                  <p:childTnLst>
                                    <p:set>
                                      <p:cBhvr>
                                        <p:cTn id="33" dur="1" fill="hold">
                                          <p:stCondLst>
                                            <p:cond delay="0"/>
                                          </p:stCondLst>
                                        </p:cTn>
                                        <p:tgtEl>
                                          <p:spTgt spid="127027"/>
                                        </p:tgtEl>
                                        <p:attrNameLst>
                                          <p:attrName>style.visibility</p:attrName>
                                        </p:attrNameLst>
                                      </p:cBhvr>
                                      <p:to>
                                        <p:strVal val="visible"/>
                                      </p:to>
                                    </p:set>
                                    <p:animEffect transition="in" filter="fade">
                                      <p:cBhvr>
                                        <p:cTn id="34" dur="500"/>
                                        <p:tgtEl>
                                          <p:spTgt spid="127027"/>
                                        </p:tgtEl>
                                      </p:cBhvr>
                                    </p:animEffect>
                                  </p:childTnLst>
                                </p:cTn>
                              </p:par>
                            </p:childTnLst>
                          </p:cTn>
                        </p:par>
                        <p:par>
                          <p:cTn id="35" fill="hold" nodeType="afterGroup">
                            <p:stCondLst>
                              <p:cond delay="1000"/>
                            </p:stCondLst>
                            <p:childTnLst>
                              <p:par>
                                <p:cTn id="36" presetID="10" presetClass="entr" presetSubtype="0" fill="hold" nodeType="afterEffect">
                                  <p:stCondLst>
                                    <p:cond delay="0"/>
                                  </p:stCondLst>
                                  <p:childTnLst>
                                    <p:set>
                                      <p:cBhvr>
                                        <p:cTn id="37" dur="1" fill="hold">
                                          <p:stCondLst>
                                            <p:cond delay="0"/>
                                          </p:stCondLst>
                                        </p:cTn>
                                        <p:tgtEl>
                                          <p:spTgt spid="127028"/>
                                        </p:tgtEl>
                                        <p:attrNameLst>
                                          <p:attrName>style.visibility</p:attrName>
                                        </p:attrNameLst>
                                      </p:cBhvr>
                                      <p:to>
                                        <p:strVal val="visible"/>
                                      </p:to>
                                    </p:set>
                                    <p:animEffect transition="in" filter="fade">
                                      <p:cBhvr>
                                        <p:cTn id="38" dur="500"/>
                                        <p:tgtEl>
                                          <p:spTgt spid="127028"/>
                                        </p:tgtEl>
                                      </p:cBhvr>
                                    </p:animEffect>
                                  </p:childTnLst>
                                </p:cTn>
                              </p:par>
                            </p:childTnLst>
                          </p:cTn>
                        </p:par>
                        <p:par>
                          <p:cTn id="39" fill="hold" nodeType="afterGroup">
                            <p:stCondLst>
                              <p:cond delay="1500"/>
                            </p:stCondLst>
                            <p:childTnLst>
                              <p:par>
                                <p:cTn id="40" presetID="64" presetClass="path" presetSubtype="0" accel="50000" decel="50000" fill="hold" nodeType="afterEffect">
                                  <p:stCondLst>
                                    <p:cond delay="0"/>
                                  </p:stCondLst>
                                  <p:childTnLst>
                                    <p:animMotion origin="layout" path="M -2.5E-6 2.96296E-6 L -2.5E-6 -0.02593 " pathEditMode="relative" rAng="0" ptsTypes="AA">
                                      <p:cBhvr>
                                        <p:cTn id="41" dur="2000" fill="hold"/>
                                        <p:tgtEl>
                                          <p:spTgt spid="127025"/>
                                        </p:tgtEl>
                                        <p:attrNameLst>
                                          <p:attrName>ppt_x</p:attrName>
                                          <p:attrName>ppt_y</p:attrName>
                                        </p:attrNameLst>
                                      </p:cBhvr>
                                      <p:rCtr x="0" y="-1296"/>
                                    </p:animMotion>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ntr" presetSubtype="0" fill="hold" nodeType="clickEffect">
                                  <p:stCondLst>
                                    <p:cond delay="0"/>
                                  </p:stCondLst>
                                  <p:childTnLst>
                                    <p:set>
                                      <p:cBhvr>
                                        <p:cTn id="45" dur="1" fill="hold">
                                          <p:stCondLst>
                                            <p:cond delay="0"/>
                                          </p:stCondLst>
                                        </p:cTn>
                                        <p:tgtEl>
                                          <p:spTgt spid="127030"/>
                                        </p:tgtEl>
                                        <p:attrNameLst>
                                          <p:attrName>style.visibility</p:attrName>
                                        </p:attrNameLst>
                                      </p:cBhvr>
                                      <p:to>
                                        <p:strVal val="visible"/>
                                      </p:to>
                                    </p:set>
                                    <p:animEffect transition="in" filter="fade">
                                      <p:cBhvr>
                                        <p:cTn id="46" dur="500"/>
                                        <p:tgtEl>
                                          <p:spTgt spid="12703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0" presetClass="entr" presetSubtype="0" fill="hold" nodeType="clickEffect">
                                  <p:stCondLst>
                                    <p:cond delay="0"/>
                                  </p:stCondLst>
                                  <p:childTnLst>
                                    <p:set>
                                      <p:cBhvr>
                                        <p:cTn id="50" dur="1" fill="hold">
                                          <p:stCondLst>
                                            <p:cond delay="0"/>
                                          </p:stCondLst>
                                        </p:cTn>
                                        <p:tgtEl>
                                          <p:spTgt spid="127029"/>
                                        </p:tgtEl>
                                        <p:attrNameLst>
                                          <p:attrName>style.visibility</p:attrName>
                                        </p:attrNameLst>
                                      </p:cBhvr>
                                      <p:to>
                                        <p:strVal val="visible"/>
                                      </p:to>
                                    </p:set>
                                    <p:animEffect transition="in" filter="fade">
                                      <p:cBhvr>
                                        <p:cTn id="51" dur="500"/>
                                        <p:tgtEl>
                                          <p:spTgt spid="12702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0" presetClass="entr" presetSubtype="0" fill="hold" nodeType="clickEffect">
                                  <p:stCondLst>
                                    <p:cond delay="0"/>
                                  </p:stCondLst>
                                  <p:childTnLst>
                                    <p:set>
                                      <p:cBhvr>
                                        <p:cTn id="55" dur="1" fill="hold">
                                          <p:stCondLst>
                                            <p:cond delay="0"/>
                                          </p:stCondLst>
                                        </p:cTn>
                                        <p:tgtEl>
                                          <p:spTgt spid="127032"/>
                                        </p:tgtEl>
                                        <p:attrNameLst>
                                          <p:attrName>style.visibility</p:attrName>
                                        </p:attrNameLst>
                                      </p:cBhvr>
                                      <p:to>
                                        <p:strVal val="visible"/>
                                      </p:to>
                                    </p:set>
                                    <p:animEffect transition="in" filter="fade">
                                      <p:cBhvr>
                                        <p:cTn id="56" dur="500"/>
                                        <p:tgtEl>
                                          <p:spTgt spid="12703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0" presetClass="entr" presetSubtype="0" fill="hold" nodeType="clickEffect">
                                  <p:stCondLst>
                                    <p:cond delay="0"/>
                                  </p:stCondLst>
                                  <p:childTnLst>
                                    <p:set>
                                      <p:cBhvr>
                                        <p:cTn id="60" dur="1" fill="hold">
                                          <p:stCondLst>
                                            <p:cond delay="0"/>
                                          </p:stCondLst>
                                        </p:cTn>
                                        <p:tgtEl>
                                          <p:spTgt spid="127031"/>
                                        </p:tgtEl>
                                        <p:attrNameLst>
                                          <p:attrName>style.visibility</p:attrName>
                                        </p:attrNameLst>
                                      </p:cBhvr>
                                      <p:to>
                                        <p:strVal val="visible"/>
                                      </p:to>
                                    </p:set>
                                    <p:animEffect transition="in" filter="fade">
                                      <p:cBhvr>
                                        <p:cTn id="61" dur="500"/>
                                        <p:tgtEl>
                                          <p:spTgt spid="127031"/>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0" presetClass="entr" presetSubtype="0" fill="hold" nodeType="clickEffect">
                                  <p:stCondLst>
                                    <p:cond delay="0"/>
                                  </p:stCondLst>
                                  <p:childTnLst>
                                    <p:set>
                                      <p:cBhvr>
                                        <p:cTn id="65" dur="1" fill="hold">
                                          <p:stCondLst>
                                            <p:cond delay="0"/>
                                          </p:stCondLst>
                                        </p:cTn>
                                        <p:tgtEl>
                                          <p:spTgt spid="127033"/>
                                        </p:tgtEl>
                                        <p:attrNameLst>
                                          <p:attrName>style.visibility</p:attrName>
                                        </p:attrNameLst>
                                      </p:cBhvr>
                                      <p:to>
                                        <p:strVal val="visible"/>
                                      </p:to>
                                    </p:set>
                                    <p:animEffect transition="in" filter="fade">
                                      <p:cBhvr>
                                        <p:cTn id="66" dur="500"/>
                                        <p:tgtEl>
                                          <p:spTgt spid="12703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2" fill="hold" nodeType="clickEffect">
                                  <p:stCondLst>
                                    <p:cond delay="0"/>
                                  </p:stCondLst>
                                  <p:iterate type="lt">
                                    <p:tmPct val="10000"/>
                                  </p:iterate>
                                  <p:childTnLst>
                                    <p:set>
                                      <p:cBhvr>
                                        <p:cTn id="70" dur="1" fill="hold">
                                          <p:stCondLst>
                                            <p:cond delay="0"/>
                                          </p:stCondLst>
                                        </p:cTn>
                                        <p:tgtEl>
                                          <p:spTgt spid="127034"/>
                                        </p:tgtEl>
                                        <p:attrNameLst>
                                          <p:attrName>style.visibility</p:attrName>
                                        </p:attrNameLst>
                                      </p:cBhvr>
                                      <p:to>
                                        <p:strVal val="visible"/>
                                      </p:to>
                                    </p:set>
                                    <p:anim calcmode="lin" valueType="num">
                                      <p:cBhvr additive="base">
                                        <p:cTn id="71" dur="500" fill="hold"/>
                                        <p:tgtEl>
                                          <p:spTgt spid="127034"/>
                                        </p:tgtEl>
                                        <p:attrNameLst>
                                          <p:attrName>ppt_x</p:attrName>
                                        </p:attrNameLst>
                                      </p:cBhvr>
                                      <p:tavLst>
                                        <p:tav tm="0">
                                          <p:val>
                                            <p:strVal val="1+#ppt_w/2"/>
                                          </p:val>
                                        </p:tav>
                                        <p:tav tm="100000">
                                          <p:val>
                                            <p:strVal val="#ppt_x"/>
                                          </p:val>
                                        </p:tav>
                                      </p:tavLst>
                                    </p:anim>
                                    <p:anim calcmode="lin" valueType="num">
                                      <p:cBhvr additive="base">
                                        <p:cTn id="72" dur="500" fill="hold"/>
                                        <p:tgtEl>
                                          <p:spTgt spid="127034"/>
                                        </p:tgtEl>
                                        <p:attrNameLst>
                                          <p:attrName>ppt_y</p:attrName>
                                        </p:attrNameLst>
                                      </p:cBhvr>
                                      <p:tavLst>
                                        <p:tav tm="0">
                                          <p:val>
                                            <p:strVal val="#ppt_y"/>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10" presetClass="entr" presetSubtype="0" fill="hold" nodeType="clickEffect">
                                  <p:stCondLst>
                                    <p:cond delay="0"/>
                                  </p:stCondLst>
                                  <p:childTnLst>
                                    <p:set>
                                      <p:cBhvr>
                                        <p:cTn id="76" dur="1" fill="hold">
                                          <p:stCondLst>
                                            <p:cond delay="0"/>
                                          </p:stCondLst>
                                        </p:cTn>
                                        <p:tgtEl>
                                          <p:spTgt spid="127036"/>
                                        </p:tgtEl>
                                        <p:attrNameLst>
                                          <p:attrName>style.visibility</p:attrName>
                                        </p:attrNameLst>
                                      </p:cBhvr>
                                      <p:to>
                                        <p:strVal val="visible"/>
                                      </p:to>
                                    </p:set>
                                    <p:animEffect transition="in" filter="fade">
                                      <p:cBhvr>
                                        <p:cTn id="77" dur="500"/>
                                        <p:tgtEl>
                                          <p:spTgt spid="12703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0" presetClass="entr" presetSubtype="0" fill="hold" nodeType="clickEffect">
                                  <p:stCondLst>
                                    <p:cond delay="0"/>
                                  </p:stCondLst>
                                  <p:childTnLst>
                                    <p:set>
                                      <p:cBhvr>
                                        <p:cTn id="81" dur="1" fill="hold">
                                          <p:stCondLst>
                                            <p:cond delay="0"/>
                                          </p:stCondLst>
                                        </p:cTn>
                                        <p:tgtEl>
                                          <p:spTgt spid="127035"/>
                                        </p:tgtEl>
                                        <p:attrNameLst>
                                          <p:attrName>style.visibility</p:attrName>
                                        </p:attrNameLst>
                                      </p:cBhvr>
                                      <p:to>
                                        <p:strVal val="visible"/>
                                      </p:to>
                                    </p:set>
                                    <p:animEffect transition="in" filter="fade">
                                      <p:cBhvr>
                                        <p:cTn id="82" dur="500"/>
                                        <p:tgtEl>
                                          <p:spTgt spid="127035"/>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0" presetClass="entr" presetSubtype="0" fill="hold" nodeType="clickEffect">
                                  <p:stCondLst>
                                    <p:cond delay="0"/>
                                  </p:stCondLst>
                                  <p:childTnLst>
                                    <p:set>
                                      <p:cBhvr>
                                        <p:cTn id="86" dur="1" fill="hold">
                                          <p:stCondLst>
                                            <p:cond delay="0"/>
                                          </p:stCondLst>
                                        </p:cTn>
                                        <p:tgtEl>
                                          <p:spTgt spid="127037"/>
                                        </p:tgtEl>
                                        <p:attrNameLst>
                                          <p:attrName>style.visibility</p:attrName>
                                        </p:attrNameLst>
                                      </p:cBhvr>
                                      <p:to>
                                        <p:strVal val="visible"/>
                                      </p:to>
                                    </p:set>
                                    <p:animEffect transition="in" filter="fade">
                                      <p:cBhvr>
                                        <p:cTn id="87" dur="500"/>
                                        <p:tgtEl>
                                          <p:spTgt spid="127037"/>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0" presetClass="entr" presetSubtype="0" fill="hold" nodeType="clickEffect">
                                  <p:stCondLst>
                                    <p:cond delay="0"/>
                                  </p:stCondLst>
                                  <p:childTnLst>
                                    <p:set>
                                      <p:cBhvr>
                                        <p:cTn id="91" dur="1" fill="hold">
                                          <p:stCondLst>
                                            <p:cond delay="0"/>
                                          </p:stCondLst>
                                        </p:cTn>
                                        <p:tgtEl>
                                          <p:spTgt spid="127038"/>
                                        </p:tgtEl>
                                        <p:attrNameLst>
                                          <p:attrName>style.visibility</p:attrName>
                                        </p:attrNameLst>
                                      </p:cBhvr>
                                      <p:to>
                                        <p:strVal val="visible"/>
                                      </p:to>
                                    </p:set>
                                    <p:animEffect transition="in" filter="fade">
                                      <p:cBhvr>
                                        <p:cTn id="92" dur="500"/>
                                        <p:tgtEl>
                                          <p:spTgt spid="127038"/>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0" presetClass="entr" presetSubtype="0" fill="hold" nodeType="clickEffect">
                                  <p:stCondLst>
                                    <p:cond delay="0"/>
                                  </p:stCondLst>
                                  <p:childTnLst>
                                    <p:set>
                                      <p:cBhvr>
                                        <p:cTn id="96" dur="1" fill="hold">
                                          <p:stCondLst>
                                            <p:cond delay="0"/>
                                          </p:stCondLst>
                                        </p:cTn>
                                        <p:tgtEl>
                                          <p:spTgt spid="127040"/>
                                        </p:tgtEl>
                                        <p:attrNameLst>
                                          <p:attrName>style.visibility</p:attrName>
                                        </p:attrNameLst>
                                      </p:cBhvr>
                                      <p:to>
                                        <p:strVal val="visible"/>
                                      </p:to>
                                    </p:set>
                                    <p:animEffect transition="in" filter="fade">
                                      <p:cBhvr>
                                        <p:cTn id="97" dur="500"/>
                                        <p:tgtEl>
                                          <p:spTgt spid="127040"/>
                                        </p:tgtEl>
                                      </p:cBhvr>
                                    </p:animEffect>
                                  </p:childTnLst>
                                </p:cTn>
                              </p:par>
                              <p:par>
                                <p:cTn id="98" presetID="2" presetClass="entr" presetSubtype="4" fill="hold" nodeType="withEffect">
                                  <p:stCondLst>
                                    <p:cond delay="0"/>
                                  </p:stCondLst>
                                  <p:childTnLst>
                                    <p:set>
                                      <p:cBhvr>
                                        <p:cTn id="99" dur="1" fill="hold">
                                          <p:stCondLst>
                                            <p:cond delay="0"/>
                                          </p:stCondLst>
                                        </p:cTn>
                                        <p:tgtEl>
                                          <p:spTgt spid="127041"/>
                                        </p:tgtEl>
                                        <p:attrNameLst>
                                          <p:attrName>style.visibility</p:attrName>
                                        </p:attrNameLst>
                                      </p:cBhvr>
                                      <p:to>
                                        <p:strVal val="visible"/>
                                      </p:to>
                                    </p:set>
                                    <p:anim calcmode="lin" valueType="num">
                                      <p:cBhvr additive="base">
                                        <p:cTn id="100" dur="500" fill="hold"/>
                                        <p:tgtEl>
                                          <p:spTgt spid="127041"/>
                                        </p:tgtEl>
                                        <p:attrNameLst>
                                          <p:attrName>ppt_x</p:attrName>
                                        </p:attrNameLst>
                                      </p:cBhvr>
                                      <p:tavLst>
                                        <p:tav tm="0">
                                          <p:val>
                                            <p:strVal val="#ppt_x"/>
                                          </p:val>
                                        </p:tav>
                                        <p:tav tm="100000">
                                          <p:val>
                                            <p:strVal val="#ppt_x"/>
                                          </p:val>
                                        </p:tav>
                                      </p:tavLst>
                                    </p:anim>
                                    <p:anim calcmode="lin" valueType="num">
                                      <p:cBhvr additive="base">
                                        <p:cTn id="101" dur="500" fill="hold"/>
                                        <p:tgtEl>
                                          <p:spTgt spid="127041"/>
                                        </p:tgtEl>
                                        <p:attrNameLst>
                                          <p:attrName>ppt_y</p:attrName>
                                        </p:attrNameLst>
                                      </p:cBhvr>
                                      <p:tavLst>
                                        <p:tav tm="0">
                                          <p:val>
                                            <p:strVal val="1+#ppt_h/2"/>
                                          </p:val>
                                        </p:tav>
                                        <p:tav tm="100000">
                                          <p:val>
                                            <p:strVal val="#ppt_y"/>
                                          </p:val>
                                        </p:tav>
                                      </p:tavLst>
                                    </p:anim>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3" presetClass="entr" presetSubtype="16" fill="hold" nodeType="clickEffect">
                                  <p:stCondLst>
                                    <p:cond delay="0"/>
                                  </p:stCondLst>
                                  <p:childTnLst>
                                    <p:set>
                                      <p:cBhvr>
                                        <p:cTn id="105" dur="1" fill="hold">
                                          <p:stCondLst>
                                            <p:cond delay="0"/>
                                          </p:stCondLst>
                                        </p:cTn>
                                        <p:tgtEl>
                                          <p:spTgt spid="127044"/>
                                        </p:tgtEl>
                                        <p:attrNameLst>
                                          <p:attrName>style.visibility</p:attrName>
                                        </p:attrNameLst>
                                      </p:cBhvr>
                                      <p:to>
                                        <p:strVal val="visible"/>
                                      </p:to>
                                    </p:set>
                                    <p:anim calcmode="lin" valueType="num">
                                      <p:cBhvr>
                                        <p:cTn id="106" dur="500" fill="hold"/>
                                        <p:tgtEl>
                                          <p:spTgt spid="127044"/>
                                        </p:tgtEl>
                                        <p:attrNameLst>
                                          <p:attrName>ppt_w</p:attrName>
                                        </p:attrNameLst>
                                      </p:cBhvr>
                                      <p:tavLst>
                                        <p:tav tm="0">
                                          <p:val>
                                            <p:fltVal val="0"/>
                                          </p:val>
                                        </p:tav>
                                        <p:tav tm="100000">
                                          <p:val>
                                            <p:strVal val="#ppt_w"/>
                                          </p:val>
                                        </p:tav>
                                      </p:tavLst>
                                    </p:anim>
                                    <p:anim calcmode="lin" valueType="num">
                                      <p:cBhvr>
                                        <p:cTn id="107" dur="500" fill="hold"/>
                                        <p:tgtEl>
                                          <p:spTgt spid="12704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0" grpId="0"/>
      <p:bldP spid="127011" grpId="0"/>
      <p:bldP spid="127026" grpId="0"/>
      <p:bldP spid="127027" grpId="0"/>
      <p:bldP spid="127028" grpId="0"/>
      <p:bldP spid="127029" grpId="0"/>
      <p:bldP spid="127030" grpId="0"/>
      <p:bldP spid="127031" grpId="0"/>
      <p:bldP spid="127032" grpId="0"/>
      <p:bldP spid="127033" grpId="0"/>
      <p:bldP spid="127034" grpId="0"/>
      <p:bldP spid="127035" grpId="0"/>
      <p:bldP spid="127036" grpId="0"/>
      <p:bldP spid="127037" grpId="0"/>
      <p:bldP spid="127038" grpId="0"/>
      <p:bldP spid="127040"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92034C38-A648-7418-4603-D9F97093FBB7}"/>
              </a:ext>
            </a:extLst>
          </p:cNvPr>
          <p:cNvSpPr>
            <a:spLocks noChangeArrowheads="1"/>
          </p:cNvSpPr>
          <p:nvPr/>
        </p:nvSpPr>
        <p:spPr bwMode="auto">
          <a:xfrm>
            <a:off x="0" y="-18826"/>
            <a:ext cx="77724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dirty="0">
                <a:latin typeface="Courier New" panose="02070309020205020404" pitchFamily="49" charset="0"/>
              </a:rPr>
              <a:t>PASCAL'S PRINCIPLE</a:t>
            </a:r>
          </a:p>
        </p:txBody>
      </p:sp>
      <p:sp>
        <p:nvSpPr>
          <p:cNvPr id="129028" name="Rectangle 4">
            <a:extLst>
              <a:ext uri="{FF2B5EF4-FFF2-40B4-BE49-F238E27FC236}">
                <a16:creationId xmlns:a16="http://schemas.microsoft.com/office/drawing/2014/main" id="{B65DC9AD-C9FA-1B67-A621-712D705F0E62}"/>
              </a:ext>
            </a:extLst>
          </p:cNvPr>
          <p:cNvSpPr>
            <a:spLocks noChangeArrowheads="1"/>
          </p:cNvSpPr>
          <p:nvPr/>
        </p:nvSpPr>
        <p:spPr bwMode="auto">
          <a:xfrm>
            <a:off x="209006" y="427889"/>
            <a:ext cx="8686800" cy="6208042"/>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r>
              <a:rPr lang="en-US" sz="2000" dirty="0">
                <a:solidFill>
                  <a:srgbClr val="000000"/>
                </a:solidFill>
                <a:effectLst/>
                <a:latin typeface="Courier New" panose="02070309020205020404" pitchFamily="49" charset="0"/>
                <a:cs typeface="Courier New" panose="02070309020205020404" pitchFamily="49" charset="0"/>
              </a:rPr>
              <a:t>In a car lift used in a service station, compressed air exerts a force on a small piston that has a circular cross section and a radius of 5.00 cm. This pressure is transmitted by a liquid to a piston that has a radius of 15.0 cm. </a:t>
            </a:r>
          </a:p>
          <a:p>
            <a:pPr algn="l"/>
            <a:r>
              <a:rPr lang="en-US" sz="2000" dirty="0">
                <a:solidFill>
                  <a:srgbClr val="000000"/>
                </a:solidFill>
                <a:effectLst/>
                <a:latin typeface="Courier New" panose="02070309020205020404" pitchFamily="49" charset="0"/>
                <a:cs typeface="Courier New" panose="02070309020205020404" pitchFamily="49" charset="0"/>
              </a:rPr>
              <a:t>What force must the compressed air exert to lift a car weighing 13 300 N? What air pressure produces this force?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92D6173-5997-26D5-C258-B70449E55C41}"/>
                  </a:ext>
                </a:extLst>
              </p:cNvPr>
              <p:cNvSpPr txBox="1"/>
              <p:nvPr/>
            </p:nvSpPr>
            <p:spPr>
              <a:xfrm>
                <a:off x="248194" y="3100128"/>
                <a:ext cx="1029191" cy="65774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sSub>
                            <m:sSubPr>
                              <m:ctrlPr>
                                <a:rPr lang="en-CN"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𝑖</m:t>
                              </m:r>
                            </m:sub>
                          </m:sSub>
                        </m:num>
                        <m:den>
                          <m:sSub>
                            <m:sSubPr>
                              <m:ctrlPr>
                                <a:rPr lang="en-CN"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CN"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𝑜</m:t>
                              </m:r>
                            </m:sub>
                          </m:sSub>
                        </m:num>
                        <m:den>
                          <m:sSub>
                            <m:sSubPr>
                              <m:ctrlPr>
                                <a:rPr lang="en-CN"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𝑜</m:t>
                              </m:r>
                            </m:sub>
                          </m:sSub>
                        </m:den>
                      </m:f>
                    </m:oMath>
                  </m:oMathPara>
                </a14:m>
                <a:endParaRPr lang="en-CN" dirty="0"/>
              </a:p>
            </p:txBody>
          </p:sp>
        </mc:Choice>
        <mc:Fallback xmlns="">
          <p:sp>
            <p:nvSpPr>
              <p:cNvPr id="5" name="TextBox 4">
                <a:extLst>
                  <a:ext uri="{FF2B5EF4-FFF2-40B4-BE49-F238E27FC236}">
                    <a16:creationId xmlns:a16="http://schemas.microsoft.com/office/drawing/2014/main" id="{B92D6173-5997-26D5-C258-B70449E55C41}"/>
                  </a:ext>
                </a:extLst>
              </p:cNvPr>
              <p:cNvSpPr txBox="1">
                <a:spLocks noRot="1" noChangeAspect="1" noMove="1" noResize="1" noEditPoints="1" noAdjustHandles="1" noChangeArrowheads="1" noChangeShapeType="1" noTextEdit="1"/>
              </p:cNvSpPr>
              <p:nvPr/>
            </p:nvSpPr>
            <p:spPr>
              <a:xfrm>
                <a:off x="248194" y="3100128"/>
                <a:ext cx="1029191" cy="657744"/>
              </a:xfrm>
              <a:prstGeom prst="rect">
                <a:avLst/>
              </a:prstGeom>
              <a:blipFill>
                <a:blip r:embed="rId3"/>
                <a:stretch>
                  <a:fillRect b="-192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14D90CD-CB19-A7F0-8701-F046935B8D02}"/>
                  </a:ext>
                </a:extLst>
              </p:cNvPr>
              <p:cNvSpPr txBox="1"/>
              <p:nvPr/>
            </p:nvSpPr>
            <p:spPr>
              <a:xfrm>
                <a:off x="248194" y="3788103"/>
                <a:ext cx="3118161" cy="6619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sSub>
                            <m:sSubPr>
                              <m:ctrlPr>
                                <a:rPr lang="en-CN"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𝑖</m:t>
                              </m:r>
                            </m:sub>
                          </m:sSub>
                        </m:num>
                        <m:den>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(5×</m:t>
                          </m:r>
                          <m:sSup>
                            <m:sSupPr>
                              <m:ctrlPr>
                                <a:rPr lang="en-US" b="0" i="1" smtClean="0">
                                  <a:latin typeface="Cambria Math" panose="02040503050406030204" pitchFamily="18" charset="0"/>
                                  <a:ea typeface="Cambria Math" panose="02040503050406030204" pitchFamily="18" charset="0"/>
                                </a:rPr>
                              </m:ctrlPr>
                            </m:sSup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smtClean="0">
                              <a:latin typeface="Cambria Math" panose="02040503050406030204" pitchFamily="18" charset="0"/>
                            </a:rPr>
                            <m:t>1</m:t>
                          </m:r>
                          <m:r>
                            <a:rPr lang="en-US" b="0" i="1" smtClean="0">
                              <a:latin typeface="Cambria Math" panose="02040503050406030204" pitchFamily="18" charset="0"/>
                            </a:rPr>
                            <m:t>3300</m:t>
                          </m:r>
                        </m:num>
                        <m:den>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(15×</m:t>
                          </m:r>
                          <m:sSup>
                            <m:sSupPr>
                              <m:ctrlPr>
                                <a:rPr lang="en-US" b="0" i="1" smtClean="0">
                                  <a:latin typeface="Cambria Math" panose="02040503050406030204" pitchFamily="18" charset="0"/>
                                  <a:ea typeface="Cambria Math" panose="02040503050406030204" pitchFamily="18" charset="0"/>
                                </a:rPr>
                              </m:ctrlPr>
                            </m:sSup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den>
                      </m:f>
                    </m:oMath>
                  </m:oMathPara>
                </a14:m>
                <a:endParaRPr lang="en-CN" dirty="0"/>
              </a:p>
            </p:txBody>
          </p:sp>
        </mc:Choice>
        <mc:Fallback xmlns="">
          <p:sp>
            <p:nvSpPr>
              <p:cNvPr id="6" name="TextBox 5">
                <a:extLst>
                  <a:ext uri="{FF2B5EF4-FFF2-40B4-BE49-F238E27FC236}">
                    <a16:creationId xmlns:a16="http://schemas.microsoft.com/office/drawing/2014/main" id="{A14D90CD-CB19-A7F0-8701-F046935B8D02}"/>
                  </a:ext>
                </a:extLst>
              </p:cNvPr>
              <p:cNvSpPr txBox="1">
                <a:spLocks noRot="1" noChangeAspect="1" noMove="1" noResize="1" noEditPoints="1" noAdjustHandles="1" noChangeArrowheads="1" noChangeShapeType="1" noTextEdit="1"/>
              </p:cNvSpPr>
              <p:nvPr/>
            </p:nvSpPr>
            <p:spPr>
              <a:xfrm>
                <a:off x="248194" y="3788103"/>
                <a:ext cx="3118161" cy="661912"/>
              </a:xfrm>
              <a:prstGeom prst="rect">
                <a:avLst/>
              </a:prstGeom>
              <a:blipFill>
                <a:blip r:embed="rId4"/>
                <a:stretch>
                  <a:fillRect b="-754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BA07238-342E-66BF-ACD3-2555F30A6AA5}"/>
                  </a:ext>
                </a:extLst>
              </p:cNvPr>
              <p:cNvSpPr txBox="1"/>
              <p:nvPr/>
            </p:nvSpPr>
            <p:spPr>
              <a:xfrm>
                <a:off x="248193" y="4550105"/>
                <a:ext cx="192757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𝑖</m:t>
                          </m:r>
                        </m:sub>
                      </m:sSub>
                      <m:r>
                        <a:rPr lang="en-US" b="0" i="1" smtClean="0">
                          <a:latin typeface="Cambria Math" panose="02040503050406030204" pitchFamily="18" charset="0"/>
                        </a:rPr>
                        <m:t>=1.48</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3</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oMath>
                  </m:oMathPara>
                </a14:m>
                <a:endParaRPr lang="en-CN" dirty="0"/>
              </a:p>
            </p:txBody>
          </p:sp>
        </mc:Choice>
        <mc:Fallback xmlns="">
          <p:sp>
            <p:nvSpPr>
              <p:cNvPr id="7" name="TextBox 6">
                <a:extLst>
                  <a:ext uri="{FF2B5EF4-FFF2-40B4-BE49-F238E27FC236}">
                    <a16:creationId xmlns:a16="http://schemas.microsoft.com/office/drawing/2014/main" id="{CBA07238-342E-66BF-ACD3-2555F30A6AA5}"/>
                  </a:ext>
                </a:extLst>
              </p:cNvPr>
              <p:cNvSpPr txBox="1">
                <a:spLocks noRot="1" noChangeAspect="1" noMove="1" noResize="1" noEditPoints="1" noAdjustHandles="1" noChangeArrowheads="1" noChangeShapeType="1" noTextEdit="1"/>
              </p:cNvSpPr>
              <p:nvPr/>
            </p:nvSpPr>
            <p:spPr>
              <a:xfrm>
                <a:off x="248193" y="4550105"/>
                <a:ext cx="1927579" cy="369332"/>
              </a:xfrm>
              <a:prstGeom prst="rect">
                <a:avLst/>
              </a:prstGeom>
              <a:blipFill>
                <a:blip r:embed="rId5"/>
                <a:stretch>
                  <a:fillRect b="-20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E5C35BE-3484-C16B-1F38-D95B57F3F6C6}"/>
                  </a:ext>
                </a:extLst>
              </p:cNvPr>
              <p:cNvSpPr txBox="1"/>
              <p:nvPr/>
            </p:nvSpPr>
            <p:spPr>
              <a:xfrm>
                <a:off x="4828908" y="3102181"/>
                <a:ext cx="901721" cy="65774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f>
                        <m:fPr>
                          <m:ctrlPr>
                            <a:rPr lang="en-CN" i="1" smtClean="0">
                              <a:latin typeface="Cambria Math" panose="02040503050406030204" pitchFamily="18" charset="0"/>
                            </a:rPr>
                          </m:ctrlPr>
                        </m:fPr>
                        <m:num>
                          <m:sSub>
                            <m:sSubPr>
                              <m:ctrlPr>
                                <a:rPr lang="en-CN"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𝑖</m:t>
                              </m:r>
                            </m:sub>
                          </m:sSub>
                        </m:num>
                        <m:den>
                          <m:sSub>
                            <m:sSubPr>
                              <m:ctrlPr>
                                <a:rPr lang="en-CN"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den>
                      </m:f>
                    </m:oMath>
                  </m:oMathPara>
                </a14:m>
                <a:endParaRPr lang="en-CN" dirty="0"/>
              </a:p>
            </p:txBody>
          </p:sp>
        </mc:Choice>
        <mc:Fallback xmlns="">
          <p:sp>
            <p:nvSpPr>
              <p:cNvPr id="8" name="TextBox 7">
                <a:extLst>
                  <a:ext uri="{FF2B5EF4-FFF2-40B4-BE49-F238E27FC236}">
                    <a16:creationId xmlns:a16="http://schemas.microsoft.com/office/drawing/2014/main" id="{EE5C35BE-3484-C16B-1F38-D95B57F3F6C6}"/>
                  </a:ext>
                </a:extLst>
              </p:cNvPr>
              <p:cNvSpPr txBox="1">
                <a:spLocks noRot="1" noChangeAspect="1" noMove="1" noResize="1" noEditPoints="1" noAdjustHandles="1" noChangeArrowheads="1" noChangeShapeType="1" noTextEdit="1"/>
              </p:cNvSpPr>
              <p:nvPr/>
            </p:nvSpPr>
            <p:spPr>
              <a:xfrm>
                <a:off x="4828908" y="3102181"/>
                <a:ext cx="901721" cy="657744"/>
              </a:xfrm>
              <a:prstGeom prst="rect">
                <a:avLst/>
              </a:prstGeom>
              <a:blipFill>
                <a:blip r:embed="rId6"/>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7DE9949-F58E-AAAD-3C93-A7AA6B5039B6}"/>
                  </a:ext>
                </a:extLst>
              </p:cNvPr>
              <p:cNvSpPr txBox="1"/>
              <p:nvPr/>
            </p:nvSpPr>
            <p:spPr>
              <a:xfrm>
                <a:off x="5021954" y="3799151"/>
                <a:ext cx="1705916" cy="69730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CN" i="1" smtClean="0">
                              <a:latin typeface="Cambria Math" panose="02040503050406030204" pitchFamily="18" charset="0"/>
                            </a:rPr>
                          </m:ctrlPr>
                        </m:fPr>
                        <m:num>
                          <m:r>
                            <a:rPr lang="en-US" b="0" i="1" smtClean="0">
                              <a:latin typeface="Cambria Math" panose="02040503050406030204" pitchFamily="18" charset="0"/>
                            </a:rPr>
                            <m:t>1.48</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3</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num>
                        <m:den>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(5×</m:t>
                          </m:r>
                          <m:sSup>
                            <m:sSupPr>
                              <m:ctrlPr>
                                <a:rPr lang="en-US" b="0" i="1" smtClean="0">
                                  <a:latin typeface="Cambria Math" panose="02040503050406030204" pitchFamily="18" charset="0"/>
                                  <a:ea typeface="Cambria Math" panose="02040503050406030204" pitchFamily="18" charset="0"/>
                                </a:rPr>
                              </m:ctrlPr>
                            </m:sSup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den>
                      </m:f>
                    </m:oMath>
                  </m:oMathPara>
                </a14:m>
                <a:endParaRPr lang="en-CN" dirty="0"/>
              </a:p>
            </p:txBody>
          </p:sp>
        </mc:Choice>
        <mc:Fallback xmlns="">
          <p:sp>
            <p:nvSpPr>
              <p:cNvPr id="9" name="TextBox 8">
                <a:extLst>
                  <a:ext uri="{FF2B5EF4-FFF2-40B4-BE49-F238E27FC236}">
                    <a16:creationId xmlns:a16="http://schemas.microsoft.com/office/drawing/2014/main" id="{67DE9949-F58E-AAAD-3C93-A7AA6B5039B6}"/>
                  </a:ext>
                </a:extLst>
              </p:cNvPr>
              <p:cNvSpPr txBox="1">
                <a:spLocks noRot="1" noChangeAspect="1" noMove="1" noResize="1" noEditPoints="1" noAdjustHandles="1" noChangeArrowheads="1" noChangeShapeType="1" noTextEdit="1"/>
              </p:cNvSpPr>
              <p:nvPr/>
            </p:nvSpPr>
            <p:spPr>
              <a:xfrm>
                <a:off x="5021954" y="3799151"/>
                <a:ext cx="1705916" cy="697307"/>
              </a:xfrm>
              <a:prstGeom prst="rect">
                <a:avLst/>
              </a:prstGeom>
              <a:blipFill>
                <a:blip r:embed="rId7"/>
                <a:stretch>
                  <a:fillRect b="-714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0C29659-B876-2899-57DA-8ADA64CE89A2}"/>
                  </a:ext>
                </a:extLst>
              </p:cNvPr>
              <p:cNvSpPr txBox="1"/>
              <p:nvPr/>
            </p:nvSpPr>
            <p:spPr>
              <a:xfrm>
                <a:off x="5008891" y="4574873"/>
                <a:ext cx="1775614" cy="3724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i="1" smtClean="0">
                          <a:latin typeface="Cambria Math" panose="02040503050406030204" pitchFamily="18" charset="0"/>
                        </a:rPr>
                        <m:t>1</m:t>
                      </m:r>
                      <m:r>
                        <a:rPr lang="en-US" b="0" i="1" smtClean="0">
                          <a:latin typeface="Cambria Math" panose="02040503050406030204" pitchFamily="18" charset="0"/>
                        </a:rPr>
                        <m:t>.88</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5</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𝑃𝑎</m:t>
                      </m:r>
                    </m:oMath>
                  </m:oMathPara>
                </a14:m>
                <a:endParaRPr lang="en-CN" dirty="0"/>
              </a:p>
            </p:txBody>
          </p:sp>
        </mc:Choice>
        <mc:Fallback xmlns="">
          <p:sp>
            <p:nvSpPr>
              <p:cNvPr id="10" name="TextBox 9">
                <a:extLst>
                  <a:ext uri="{FF2B5EF4-FFF2-40B4-BE49-F238E27FC236}">
                    <a16:creationId xmlns:a16="http://schemas.microsoft.com/office/drawing/2014/main" id="{C0C29659-B876-2899-57DA-8ADA64CE89A2}"/>
                  </a:ext>
                </a:extLst>
              </p:cNvPr>
              <p:cNvSpPr txBox="1">
                <a:spLocks noRot="1" noChangeAspect="1" noMove="1" noResize="1" noEditPoints="1" noAdjustHandles="1" noChangeArrowheads="1" noChangeShapeType="1" noTextEdit="1"/>
              </p:cNvSpPr>
              <p:nvPr/>
            </p:nvSpPr>
            <p:spPr>
              <a:xfrm>
                <a:off x="5008891" y="4574873"/>
                <a:ext cx="1775614" cy="372410"/>
              </a:xfrm>
              <a:prstGeom prst="rect">
                <a:avLst/>
              </a:prstGeom>
              <a:blipFill>
                <a:blip r:embed="rId8"/>
                <a:stretch>
                  <a:fillRect b="-20000"/>
                </a:stretch>
              </a:blipFill>
            </p:spPr>
            <p:txBody>
              <a:bodyPr/>
              <a:lstStyle/>
              <a:p>
                <a:r>
                  <a:rPr lang="en-CN">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dissolv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92034C38-A648-7418-4603-D9F97093FBB7}"/>
              </a:ext>
            </a:extLst>
          </p:cNvPr>
          <p:cNvSpPr>
            <a:spLocks noChangeArrowheads="1"/>
          </p:cNvSpPr>
          <p:nvPr/>
        </p:nvSpPr>
        <p:spPr bwMode="auto">
          <a:xfrm>
            <a:off x="0" y="-18826"/>
            <a:ext cx="77724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dirty="0">
                <a:latin typeface="Courier New" panose="02070309020205020404" pitchFamily="49" charset="0"/>
              </a:rPr>
              <a:t>PASCAL'S PRINCIPLE</a:t>
            </a:r>
          </a:p>
        </p:txBody>
      </p:sp>
      <p:sp>
        <p:nvSpPr>
          <p:cNvPr id="129028" name="Rectangle 4">
            <a:extLst>
              <a:ext uri="{FF2B5EF4-FFF2-40B4-BE49-F238E27FC236}">
                <a16:creationId xmlns:a16="http://schemas.microsoft.com/office/drawing/2014/main" id="{B65DC9AD-C9FA-1B67-A621-712D705F0E62}"/>
              </a:ext>
            </a:extLst>
          </p:cNvPr>
          <p:cNvSpPr>
            <a:spLocks noChangeArrowheads="1"/>
          </p:cNvSpPr>
          <p:nvPr/>
        </p:nvSpPr>
        <p:spPr bwMode="auto">
          <a:xfrm>
            <a:off x="679450" y="963467"/>
            <a:ext cx="7539038" cy="505851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dirty="0">
                <a:latin typeface="Courier New" panose="02070309020205020404" pitchFamily="49" charset="0"/>
              </a:rPr>
              <a:t>If the lift below is needed to raise a metric ton with an input force of 200 N, and the diameter of the input piston is 10 cm, what must the diameter of the output piston be?</a:t>
            </a:r>
          </a:p>
        </p:txBody>
      </p:sp>
      <p:sp>
        <p:nvSpPr>
          <p:cNvPr id="129030" name="Freeform 6">
            <a:extLst>
              <a:ext uri="{FF2B5EF4-FFF2-40B4-BE49-F238E27FC236}">
                <a16:creationId xmlns:a16="http://schemas.microsoft.com/office/drawing/2014/main" id="{87E2DBED-EE34-7637-B548-F4CE153B3FF5}"/>
              </a:ext>
            </a:extLst>
          </p:cNvPr>
          <p:cNvSpPr>
            <a:spLocks/>
          </p:cNvSpPr>
          <p:nvPr/>
        </p:nvSpPr>
        <p:spPr bwMode="auto">
          <a:xfrm>
            <a:off x="3736975" y="4034467"/>
            <a:ext cx="4427538" cy="1584325"/>
          </a:xfrm>
          <a:custGeom>
            <a:avLst/>
            <a:gdLst>
              <a:gd name="T0" fmla="*/ 260 w 2789"/>
              <a:gd name="T1" fmla="*/ 0 h 998"/>
              <a:gd name="T2" fmla="*/ 260 w 2789"/>
              <a:gd name="T3" fmla="*/ 731 h 998"/>
              <a:gd name="T4" fmla="*/ 0 w 2789"/>
              <a:gd name="T5" fmla="*/ 731 h 998"/>
              <a:gd name="T6" fmla="*/ 0 w 2789"/>
              <a:gd name="T7" fmla="*/ 998 h 998"/>
              <a:gd name="T8" fmla="*/ 2789 w 2789"/>
              <a:gd name="T9" fmla="*/ 998 h 998"/>
              <a:gd name="T10" fmla="*/ 2789 w 2789"/>
              <a:gd name="T11" fmla="*/ 731 h 998"/>
              <a:gd name="T12" fmla="*/ 2557 w 2789"/>
              <a:gd name="T13" fmla="*/ 731 h 998"/>
              <a:gd name="T14" fmla="*/ 2557 w 2789"/>
              <a:gd name="T15" fmla="*/ 0 h 998"/>
              <a:gd name="T16" fmla="*/ 2080 w 2789"/>
              <a:gd name="T17" fmla="*/ 0 h 998"/>
              <a:gd name="T18" fmla="*/ 2080 w 2789"/>
              <a:gd name="T19" fmla="*/ 731 h 998"/>
              <a:gd name="T20" fmla="*/ 450 w 2789"/>
              <a:gd name="T21" fmla="*/ 731 h 998"/>
              <a:gd name="T22" fmla="*/ 450 w 2789"/>
              <a:gd name="T23" fmla="*/ 0 h 998"/>
              <a:gd name="T24" fmla="*/ 260 w 2789"/>
              <a:gd name="T25" fmla="*/ 0 h 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89" h="998">
                <a:moveTo>
                  <a:pt x="260" y="0"/>
                </a:moveTo>
                <a:lnTo>
                  <a:pt x="260" y="731"/>
                </a:lnTo>
                <a:lnTo>
                  <a:pt x="0" y="731"/>
                </a:lnTo>
                <a:lnTo>
                  <a:pt x="0" y="998"/>
                </a:lnTo>
                <a:lnTo>
                  <a:pt x="2789" y="998"/>
                </a:lnTo>
                <a:lnTo>
                  <a:pt x="2789" y="731"/>
                </a:lnTo>
                <a:lnTo>
                  <a:pt x="2557" y="731"/>
                </a:lnTo>
                <a:lnTo>
                  <a:pt x="2557" y="0"/>
                </a:lnTo>
                <a:lnTo>
                  <a:pt x="2080" y="0"/>
                </a:lnTo>
                <a:lnTo>
                  <a:pt x="2080" y="731"/>
                </a:lnTo>
                <a:lnTo>
                  <a:pt x="450" y="731"/>
                </a:lnTo>
                <a:lnTo>
                  <a:pt x="450" y="0"/>
                </a:lnTo>
                <a:lnTo>
                  <a:pt x="260" y="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grpSp>
        <p:nvGrpSpPr>
          <p:cNvPr id="129031" name="Group 7">
            <a:extLst>
              <a:ext uri="{FF2B5EF4-FFF2-40B4-BE49-F238E27FC236}">
                <a16:creationId xmlns:a16="http://schemas.microsoft.com/office/drawing/2014/main" id="{94D53686-EB4E-063F-D946-0515A33E9B0E}"/>
              </a:ext>
            </a:extLst>
          </p:cNvPr>
          <p:cNvGrpSpPr>
            <a:grpSpLocks/>
          </p:cNvGrpSpPr>
          <p:nvPr/>
        </p:nvGrpSpPr>
        <p:grpSpPr bwMode="auto">
          <a:xfrm>
            <a:off x="4102100" y="3129592"/>
            <a:ext cx="358775" cy="1182687"/>
            <a:chOff x="1529" y="2366"/>
            <a:chExt cx="226" cy="745"/>
          </a:xfrm>
        </p:grpSpPr>
        <p:sp>
          <p:nvSpPr>
            <p:cNvPr id="129032" name="Rectangle 8">
              <a:extLst>
                <a:ext uri="{FF2B5EF4-FFF2-40B4-BE49-F238E27FC236}">
                  <a16:creationId xmlns:a16="http://schemas.microsoft.com/office/drawing/2014/main" id="{FA225224-E596-FCAE-D6C2-3E434387A3FC}"/>
                </a:ext>
              </a:extLst>
            </p:cNvPr>
            <p:cNvSpPr>
              <a:spLocks noChangeArrowheads="1"/>
            </p:cNvSpPr>
            <p:nvPr/>
          </p:nvSpPr>
          <p:spPr bwMode="auto">
            <a:xfrm>
              <a:off x="1573" y="2830"/>
              <a:ext cx="162" cy="281"/>
            </a:xfrm>
            <a:prstGeom prst="rect">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129033" name="Line 9">
              <a:extLst>
                <a:ext uri="{FF2B5EF4-FFF2-40B4-BE49-F238E27FC236}">
                  <a16:creationId xmlns:a16="http://schemas.microsoft.com/office/drawing/2014/main" id="{B4F579F2-F53E-F10B-1B71-5850C67EB0BD}"/>
                </a:ext>
              </a:extLst>
            </p:cNvPr>
            <p:cNvSpPr>
              <a:spLocks noChangeShapeType="1"/>
            </p:cNvSpPr>
            <p:nvPr/>
          </p:nvSpPr>
          <p:spPr bwMode="auto">
            <a:xfrm>
              <a:off x="1644" y="2571"/>
              <a:ext cx="0" cy="25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29034" name="Text Box 10">
              <a:extLst>
                <a:ext uri="{FF2B5EF4-FFF2-40B4-BE49-F238E27FC236}">
                  <a16:creationId xmlns:a16="http://schemas.microsoft.com/office/drawing/2014/main" id="{9B5C31E8-FFC2-63F1-2F26-13D31887DCE6}"/>
                </a:ext>
              </a:extLst>
            </p:cNvPr>
            <p:cNvSpPr txBox="1">
              <a:spLocks noChangeArrowheads="1"/>
            </p:cNvSpPr>
            <p:nvPr/>
          </p:nvSpPr>
          <p:spPr bwMode="auto">
            <a:xfrm>
              <a:off x="1529" y="2860"/>
              <a:ext cx="22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sz="1600" i="1"/>
                <a:t>A</a:t>
              </a:r>
              <a:r>
                <a:rPr lang="en-US" altLang="en-CN" sz="1600" i="1" baseline="-25000"/>
                <a:t>i</a:t>
              </a:r>
              <a:endParaRPr lang="en-US" altLang="en-CN" sz="1600" i="1"/>
            </a:p>
          </p:txBody>
        </p:sp>
        <p:sp>
          <p:nvSpPr>
            <p:cNvPr id="129035" name="Text Box 11">
              <a:extLst>
                <a:ext uri="{FF2B5EF4-FFF2-40B4-BE49-F238E27FC236}">
                  <a16:creationId xmlns:a16="http://schemas.microsoft.com/office/drawing/2014/main" id="{153775FF-A5F0-B556-E8C8-088BF3EAF0A5}"/>
                </a:ext>
              </a:extLst>
            </p:cNvPr>
            <p:cNvSpPr txBox="1">
              <a:spLocks noChangeArrowheads="1"/>
            </p:cNvSpPr>
            <p:nvPr/>
          </p:nvSpPr>
          <p:spPr bwMode="auto">
            <a:xfrm>
              <a:off x="1541" y="2366"/>
              <a:ext cx="21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sz="1600" i="1"/>
                <a:t>F</a:t>
              </a:r>
              <a:r>
                <a:rPr lang="en-US" altLang="en-CN" sz="1600" i="1" baseline="-25000"/>
                <a:t>i</a:t>
              </a:r>
              <a:endParaRPr lang="en-US" altLang="en-CN" sz="1600" i="1"/>
            </a:p>
          </p:txBody>
        </p:sp>
      </p:grpSp>
      <p:grpSp>
        <p:nvGrpSpPr>
          <p:cNvPr id="129036" name="Group 12">
            <a:extLst>
              <a:ext uri="{FF2B5EF4-FFF2-40B4-BE49-F238E27FC236}">
                <a16:creationId xmlns:a16="http://schemas.microsoft.com/office/drawing/2014/main" id="{D75F57C8-2043-E03B-4BC0-B40CBEFA8617}"/>
              </a:ext>
            </a:extLst>
          </p:cNvPr>
          <p:cNvGrpSpPr>
            <a:grpSpLocks/>
          </p:cNvGrpSpPr>
          <p:nvPr/>
        </p:nvGrpSpPr>
        <p:grpSpPr bwMode="auto">
          <a:xfrm>
            <a:off x="7070725" y="2913692"/>
            <a:ext cx="703263" cy="1400175"/>
            <a:chOff x="3399" y="2377"/>
            <a:chExt cx="443" cy="882"/>
          </a:xfrm>
        </p:grpSpPr>
        <p:sp>
          <p:nvSpPr>
            <p:cNvPr id="129037" name="Rectangle 13">
              <a:extLst>
                <a:ext uri="{FF2B5EF4-FFF2-40B4-BE49-F238E27FC236}">
                  <a16:creationId xmlns:a16="http://schemas.microsoft.com/office/drawing/2014/main" id="{A03FCA88-B8BA-84E1-8ABA-DDA52D5528D9}"/>
                </a:ext>
              </a:extLst>
            </p:cNvPr>
            <p:cNvSpPr>
              <a:spLocks noChangeArrowheads="1"/>
            </p:cNvSpPr>
            <p:nvPr/>
          </p:nvSpPr>
          <p:spPr bwMode="auto">
            <a:xfrm>
              <a:off x="3399" y="2942"/>
              <a:ext cx="443" cy="317"/>
            </a:xfrm>
            <a:prstGeom prst="rect">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129038" name="Text Box 14">
              <a:extLst>
                <a:ext uri="{FF2B5EF4-FFF2-40B4-BE49-F238E27FC236}">
                  <a16:creationId xmlns:a16="http://schemas.microsoft.com/office/drawing/2014/main" id="{232A4858-579B-C256-B4B7-6A6E488103FA}"/>
                </a:ext>
              </a:extLst>
            </p:cNvPr>
            <p:cNvSpPr txBox="1">
              <a:spLocks noChangeArrowheads="1"/>
            </p:cNvSpPr>
            <p:nvPr/>
          </p:nvSpPr>
          <p:spPr bwMode="auto">
            <a:xfrm>
              <a:off x="3522" y="2963"/>
              <a:ext cx="25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sz="1600" i="1"/>
                <a:t>A</a:t>
              </a:r>
              <a:r>
                <a:rPr lang="en-US" altLang="en-CN" sz="1600" i="1" baseline="-25000"/>
                <a:t>o</a:t>
              </a:r>
              <a:endParaRPr lang="en-US" altLang="en-CN" sz="1600" i="1"/>
            </a:p>
          </p:txBody>
        </p:sp>
        <p:sp>
          <p:nvSpPr>
            <p:cNvPr id="129039" name="Line 15">
              <a:extLst>
                <a:ext uri="{FF2B5EF4-FFF2-40B4-BE49-F238E27FC236}">
                  <a16:creationId xmlns:a16="http://schemas.microsoft.com/office/drawing/2014/main" id="{BB5D54D7-C335-1494-9C3A-62C679099093}"/>
                </a:ext>
              </a:extLst>
            </p:cNvPr>
            <p:cNvSpPr>
              <a:spLocks noChangeShapeType="1"/>
            </p:cNvSpPr>
            <p:nvPr/>
          </p:nvSpPr>
          <p:spPr bwMode="auto">
            <a:xfrm flipV="1">
              <a:off x="3611" y="2571"/>
              <a:ext cx="0" cy="365"/>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29040" name="Text Box 16">
              <a:extLst>
                <a:ext uri="{FF2B5EF4-FFF2-40B4-BE49-F238E27FC236}">
                  <a16:creationId xmlns:a16="http://schemas.microsoft.com/office/drawing/2014/main" id="{CB0EC3D6-D15C-0FF8-B155-A06E746CD0F4}"/>
                </a:ext>
              </a:extLst>
            </p:cNvPr>
            <p:cNvSpPr txBox="1">
              <a:spLocks noChangeArrowheads="1"/>
            </p:cNvSpPr>
            <p:nvPr/>
          </p:nvSpPr>
          <p:spPr bwMode="auto">
            <a:xfrm>
              <a:off x="3499" y="2377"/>
              <a:ext cx="24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sz="1600" i="1"/>
                <a:t>F</a:t>
              </a:r>
              <a:r>
                <a:rPr lang="en-US" altLang="en-CN" sz="1600" i="1" baseline="-25000"/>
                <a:t>o</a:t>
              </a:r>
              <a:endParaRPr lang="en-US" altLang="en-CN" sz="1600" i="1"/>
            </a:p>
          </p:txBody>
        </p:sp>
      </p:grpSp>
      <p:sp>
        <p:nvSpPr>
          <p:cNvPr id="129041" name="Text Box 17">
            <a:extLst>
              <a:ext uri="{FF2B5EF4-FFF2-40B4-BE49-F238E27FC236}">
                <a16:creationId xmlns:a16="http://schemas.microsoft.com/office/drawing/2014/main" id="{18F897CB-7888-BDFF-A5ED-3F28F5185A66}"/>
              </a:ext>
            </a:extLst>
          </p:cNvPr>
          <p:cNvSpPr txBox="1">
            <a:spLocks noChangeArrowheads="1"/>
          </p:cNvSpPr>
          <p:nvPr/>
        </p:nvSpPr>
        <p:spPr bwMode="auto">
          <a:xfrm>
            <a:off x="4102100" y="4913942"/>
            <a:ext cx="3667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CN" i="1"/>
              <a:t>p</a:t>
            </a:r>
          </a:p>
        </p:txBody>
      </p:sp>
      <p:sp>
        <p:nvSpPr>
          <p:cNvPr id="129042" name="Text Box 18">
            <a:extLst>
              <a:ext uri="{FF2B5EF4-FFF2-40B4-BE49-F238E27FC236}">
                <a16:creationId xmlns:a16="http://schemas.microsoft.com/office/drawing/2014/main" id="{0F2D77E9-1B59-4877-950C-FAF5D09E6C56}"/>
              </a:ext>
            </a:extLst>
          </p:cNvPr>
          <p:cNvSpPr txBox="1">
            <a:spLocks noChangeArrowheads="1"/>
          </p:cNvSpPr>
          <p:nvPr/>
        </p:nvSpPr>
        <p:spPr bwMode="auto">
          <a:xfrm>
            <a:off x="5659438" y="5223504"/>
            <a:ext cx="3667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CN" i="1"/>
              <a:t>p</a:t>
            </a:r>
          </a:p>
        </p:txBody>
      </p:sp>
      <p:sp>
        <p:nvSpPr>
          <p:cNvPr id="129043" name="Text Box 19">
            <a:extLst>
              <a:ext uri="{FF2B5EF4-FFF2-40B4-BE49-F238E27FC236}">
                <a16:creationId xmlns:a16="http://schemas.microsoft.com/office/drawing/2014/main" id="{2C005C31-4214-B564-6AF5-40910AA5977A}"/>
              </a:ext>
            </a:extLst>
          </p:cNvPr>
          <p:cNvSpPr txBox="1">
            <a:spLocks noChangeArrowheads="1"/>
          </p:cNvSpPr>
          <p:nvPr/>
        </p:nvSpPr>
        <p:spPr bwMode="auto">
          <a:xfrm>
            <a:off x="7250113" y="4283704"/>
            <a:ext cx="3667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CN" i="1"/>
              <a:t>p</a:t>
            </a:r>
          </a:p>
        </p:txBody>
      </p:sp>
      <p:sp>
        <p:nvSpPr>
          <p:cNvPr id="129062" name="Rectangle 38">
            <a:extLst>
              <a:ext uri="{FF2B5EF4-FFF2-40B4-BE49-F238E27FC236}">
                <a16:creationId xmlns:a16="http://schemas.microsoft.com/office/drawing/2014/main" id="{345EAB0B-93E2-9D83-ED12-14218AF03652}"/>
              </a:ext>
            </a:extLst>
          </p:cNvPr>
          <p:cNvSpPr>
            <a:spLocks noChangeArrowheads="1"/>
          </p:cNvSpPr>
          <p:nvPr/>
        </p:nvSpPr>
        <p:spPr bwMode="auto">
          <a:xfrm>
            <a:off x="1431925" y="2454904"/>
            <a:ext cx="1755775"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F</a:t>
            </a:r>
            <a:r>
              <a:rPr lang="en-US" altLang="en-CN" sz="1800" i="1" baseline="-25000">
                <a:latin typeface="Courier New" panose="02070309020205020404" pitchFamily="49" charset="0"/>
              </a:rPr>
              <a:t>o</a:t>
            </a:r>
            <a:r>
              <a:rPr lang="en-US" altLang="en-CN" sz="1800" i="1">
                <a:latin typeface="Courier New" panose="02070309020205020404" pitchFamily="49" charset="0"/>
              </a:rPr>
              <a:t> </a:t>
            </a:r>
            <a:r>
              <a:rPr lang="en-US" altLang="en-CN" sz="1800">
                <a:latin typeface="Courier New" panose="02070309020205020404" pitchFamily="49" charset="0"/>
              </a:rPr>
              <a:t>=     </a:t>
            </a:r>
            <a:r>
              <a:rPr lang="en-US" altLang="en-CN" sz="1800" i="1">
                <a:latin typeface="Courier New" panose="02070309020205020404" pitchFamily="49" charset="0"/>
              </a:rPr>
              <a:t>F</a:t>
            </a:r>
            <a:r>
              <a:rPr lang="en-US" altLang="en-CN" sz="1800" i="1" baseline="-25000">
                <a:latin typeface="Courier New" panose="02070309020205020404" pitchFamily="49" charset="0"/>
              </a:rPr>
              <a:t>i</a:t>
            </a:r>
            <a:endParaRPr lang="en-US" altLang="en-CN" sz="1600" b="1" i="1">
              <a:latin typeface="Courier New" panose="02070309020205020404" pitchFamily="49" charset="0"/>
              <a:sym typeface="Symbol" pitchFamily="2" charset="2"/>
            </a:endParaRPr>
          </a:p>
        </p:txBody>
      </p:sp>
      <p:sp>
        <p:nvSpPr>
          <p:cNvPr id="129063" name="Rectangle 39">
            <a:extLst>
              <a:ext uri="{FF2B5EF4-FFF2-40B4-BE49-F238E27FC236}">
                <a16:creationId xmlns:a16="http://schemas.microsoft.com/office/drawing/2014/main" id="{31EC617F-4DE7-8593-BBD1-879E388EFFCD}"/>
              </a:ext>
            </a:extLst>
          </p:cNvPr>
          <p:cNvSpPr>
            <a:spLocks noChangeArrowheads="1"/>
          </p:cNvSpPr>
          <p:nvPr/>
        </p:nvSpPr>
        <p:spPr bwMode="auto">
          <a:xfrm>
            <a:off x="2182813" y="2358067"/>
            <a:ext cx="47307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i="1" u="sng">
                <a:latin typeface="Courier New" panose="02070309020205020404" pitchFamily="49" charset="0"/>
              </a:rPr>
              <a:t>A</a:t>
            </a:r>
            <a:r>
              <a:rPr lang="en-US" altLang="en-CN" sz="1800" baseline="-25000">
                <a:latin typeface="Courier New" panose="02070309020205020404" pitchFamily="49" charset="0"/>
              </a:rPr>
              <a:t>o</a:t>
            </a:r>
            <a:endParaRPr lang="en-US" altLang="en-CN" sz="1800" i="1">
              <a:latin typeface="Courier New" panose="02070309020205020404" pitchFamily="49" charset="0"/>
            </a:endParaRPr>
          </a:p>
          <a:p>
            <a:pPr>
              <a:lnSpc>
                <a:spcPct val="90000"/>
              </a:lnSpc>
            </a:pPr>
            <a:r>
              <a:rPr lang="en-US" altLang="en-CN" sz="1800" i="1">
                <a:latin typeface="Courier New" panose="02070309020205020404" pitchFamily="49" charset="0"/>
              </a:rPr>
              <a:t>A</a:t>
            </a:r>
            <a:r>
              <a:rPr lang="en-US" altLang="en-CN" sz="1800" i="1" baseline="-25000">
                <a:latin typeface="Courier New" panose="02070309020205020404" pitchFamily="49" charset="0"/>
              </a:rPr>
              <a:t>i</a:t>
            </a:r>
            <a:endParaRPr lang="en-US" altLang="en-CN" sz="1600" b="1" i="1">
              <a:latin typeface="Courier New" panose="02070309020205020404" pitchFamily="49" charset="0"/>
            </a:endParaRPr>
          </a:p>
        </p:txBody>
      </p:sp>
      <p:sp>
        <p:nvSpPr>
          <p:cNvPr id="129064" name="AutoShape 40">
            <a:extLst>
              <a:ext uri="{FF2B5EF4-FFF2-40B4-BE49-F238E27FC236}">
                <a16:creationId xmlns:a16="http://schemas.microsoft.com/office/drawing/2014/main" id="{BA2F9EE5-95CC-2FD5-D16E-569C9EB0905F}"/>
              </a:ext>
            </a:extLst>
          </p:cNvPr>
          <p:cNvSpPr>
            <a:spLocks noChangeArrowheads="1"/>
          </p:cNvSpPr>
          <p:nvPr/>
        </p:nvSpPr>
        <p:spPr bwMode="auto">
          <a:xfrm>
            <a:off x="2197100" y="2416804"/>
            <a:ext cx="401638" cy="546100"/>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129065" name="Rectangle 41">
            <a:extLst>
              <a:ext uri="{FF2B5EF4-FFF2-40B4-BE49-F238E27FC236}">
                <a16:creationId xmlns:a16="http://schemas.microsoft.com/office/drawing/2014/main" id="{BA49B410-3F7C-3AC5-9E66-00690DAD88CA}"/>
              </a:ext>
            </a:extLst>
          </p:cNvPr>
          <p:cNvSpPr>
            <a:spLocks noChangeArrowheads="1"/>
          </p:cNvSpPr>
          <p:nvPr/>
        </p:nvSpPr>
        <p:spPr bwMode="auto">
          <a:xfrm>
            <a:off x="1450975" y="3131179"/>
            <a:ext cx="1755775"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A</a:t>
            </a:r>
            <a:r>
              <a:rPr lang="en-US" altLang="en-CN" sz="1800" i="1" baseline="-25000">
                <a:latin typeface="Courier New" panose="02070309020205020404" pitchFamily="49" charset="0"/>
              </a:rPr>
              <a:t>o</a:t>
            </a:r>
            <a:r>
              <a:rPr lang="en-US" altLang="en-CN" sz="1800" i="1">
                <a:latin typeface="Courier New" panose="02070309020205020404" pitchFamily="49" charset="0"/>
              </a:rPr>
              <a:t> </a:t>
            </a:r>
            <a:r>
              <a:rPr lang="en-US" altLang="en-CN" sz="1800">
                <a:latin typeface="Courier New" panose="02070309020205020404" pitchFamily="49" charset="0"/>
              </a:rPr>
              <a:t>=     </a:t>
            </a:r>
            <a:r>
              <a:rPr lang="en-US" altLang="en-CN" sz="1800" i="1">
                <a:latin typeface="Courier New" panose="02070309020205020404" pitchFamily="49" charset="0"/>
              </a:rPr>
              <a:t>A</a:t>
            </a:r>
            <a:r>
              <a:rPr lang="en-US" altLang="en-CN" sz="1800" i="1" baseline="-25000">
                <a:latin typeface="Courier New" panose="02070309020205020404" pitchFamily="49" charset="0"/>
              </a:rPr>
              <a:t>i</a:t>
            </a:r>
            <a:endParaRPr lang="en-US" altLang="en-CN" sz="1600" b="1" i="1">
              <a:latin typeface="Courier New" panose="02070309020205020404" pitchFamily="49" charset="0"/>
              <a:sym typeface="Symbol" pitchFamily="2" charset="2"/>
            </a:endParaRPr>
          </a:p>
        </p:txBody>
      </p:sp>
      <p:sp>
        <p:nvSpPr>
          <p:cNvPr id="129066" name="Rectangle 42">
            <a:extLst>
              <a:ext uri="{FF2B5EF4-FFF2-40B4-BE49-F238E27FC236}">
                <a16:creationId xmlns:a16="http://schemas.microsoft.com/office/drawing/2014/main" id="{AD451913-643F-AFB7-C59E-7509CEE69034}"/>
              </a:ext>
            </a:extLst>
          </p:cNvPr>
          <p:cNvSpPr>
            <a:spLocks noChangeArrowheads="1"/>
          </p:cNvSpPr>
          <p:nvPr/>
        </p:nvSpPr>
        <p:spPr bwMode="auto">
          <a:xfrm>
            <a:off x="2201863" y="3034342"/>
            <a:ext cx="47307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i="1" u="sng">
                <a:latin typeface="Courier New" panose="02070309020205020404" pitchFamily="49" charset="0"/>
              </a:rPr>
              <a:t>F</a:t>
            </a:r>
            <a:r>
              <a:rPr lang="en-US" altLang="en-CN" sz="1800" baseline="-25000">
                <a:latin typeface="Courier New" panose="02070309020205020404" pitchFamily="49" charset="0"/>
              </a:rPr>
              <a:t>o</a:t>
            </a:r>
            <a:endParaRPr lang="en-US" altLang="en-CN" sz="1800" i="1">
              <a:latin typeface="Courier New" panose="02070309020205020404" pitchFamily="49" charset="0"/>
            </a:endParaRPr>
          </a:p>
          <a:p>
            <a:pPr>
              <a:lnSpc>
                <a:spcPct val="90000"/>
              </a:lnSpc>
            </a:pPr>
            <a:r>
              <a:rPr lang="en-US" altLang="en-CN" sz="1800" i="1">
                <a:latin typeface="Courier New" panose="02070309020205020404" pitchFamily="49" charset="0"/>
              </a:rPr>
              <a:t>F</a:t>
            </a:r>
            <a:r>
              <a:rPr lang="en-US" altLang="en-CN" sz="1800" i="1" baseline="-25000">
                <a:latin typeface="Courier New" panose="02070309020205020404" pitchFamily="49" charset="0"/>
              </a:rPr>
              <a:t>i</a:t>
            </a:r>
            <a:endParaRPr lang="en-US" altLang="en-CN" sz="1600" b="1" i="1">
              <a:latin typeface="Courier New" panose="02070309020205020404" pitchFamily="49" charset="0"/>
            </a:endParaRPr>
          </a:p>
        </p:txBody>
      </p:sp>
      <p:sp>
        <p:nvSpPr>
          <p:cNvPr id="129067" name="AutoShape 43">
            <a:extLst>
              <a:ext uri="{FF2B5EF4-FFF2-40B4-BE49-F238E27FC236}">
                <a16:creationId xmlns:a16="http://schemas.microsoft.com/office/drawing/2014/main" id="{E9CCE2FA-075A-C68E-F765-8F2C62889DB0}"/>
              </a:ext>
            </a:extLst>
          </p:cNvPr>
          <p:cNvSpPr>
            <a:spLocks noChangeArrowheads="1"/>
          </p:cNvSpPr>
          <p:nvPr/>
        </p:nvSpPr>
        <p:spPr bwMode="auto">
          <a:xfrm>
            <a:off x="2216150" y="3093079"/>
            <a:ext cx="401638" cy="546100"/>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129068" name="Rectangle 44">
            <a:extLst>
              <a:ext uri="{FF2B5EF4-FFF2-40B4-BE49-F238E27FC236}">
                <a16:creationId xmlns:a16="http://schemas.microsoft.com/office/drawing/2014/main" id="{3AE4A6E1-2CEF-FA7C-426D-3CC2B7675AE3}"/>
              </a:ext>
            </a:extLst>
          </p:cNvPr>
          <p:cNvSpPr>
            <a:spLocks noChangeArrowheads="1"/>
          </p:cNvSpPr>
          <p:nvPr/>
        </p:nvSpPr>
        <p:spPr bwMode="auto">
          <a:xfrm>
            <a:off x="712788" y="3897942"/>
            <a:ext cx="3240087"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a:latin typeface="Courier New" panose="02070309020205020404" pitchFamily="49" charset="0"/>
                <a:sym typeface="Symbol" pitchFamily="2" charset="2"/>
              </a:rPr>
              <a:t>(</a:t>
            </a:r>
            <a:r>
              <a:rPr lang="en-US" altLang="en-CN" sz="1800" i="1">
                <a:latin typeface="Courier New" panose="02070309020205020404" pitchFamily="49" charset="0"/>
                <a:sym typeface="Symbol" pitchFamily="2" charset="2"/>
              </a:rPr>
              <a:t>/</a:t>
            </a:r>
            <a:r>
              <a:rPr lang="en-US" altLang="en-CN" sz="1800">
                <a:latin typeface="Courier New" panose="02070309020205020404" pitchFamily="49" charset="0"/>
                <a:sym typeface="Symbol" pitchFamily="2" charset="2"/>
              </a:rPr>
              <a:t>4)</a:t>
            </a:r>
            <a:r>
              <a:rPr lang="en-US" altLang="en-CN" sz="1800" i="1">
                <a:latin typeface="Courier New" panose="02070309020205020404" pitchFamily="49" charset="0"/>
              </a:rPr>
              <a:t>d</a:t>
            </a:r>
            <a:r>
              <a:rPr lang="en-US" altLang="en-CN" sz="1800" i="1" baseline="-25000">
                <a:latin typeface="Courier New" panose="02070309020205020404" pitchFamily="49" charset="0"/>
              </a:rPr>
              <a:t>o</a:t>
            </a:r>
            <a:r>
              <a:rPr lang="en-US" altLang="en-CN" sz="1800" baseline="30000">
                <a:latin typeface="Courier New" panose="02070309020205020404" pitchFamily="49" charset="0"/>
              </a:rPr>
              <a:t>2</a:t>
            </a:r>
            <a:r>
              <a:rPr lang="en-US" altLang="en-CN" sz="1800" i="1">
                <a:latin typeface="Courier New" panose="02070309020205020404" pitchFamily="49" charset="0"/>
              </a:rPr>
              <a:t> </a:t>
            </a:r>
            <a:r>
              <a:rPr lang="en-US" altLang="en-CN" sz="1800">
                <a:latin typeface="Courier New" panose="02070309020205020404" pitchFamily="49" charset="0"/>
              </a:rPr>
              <a:t>=    </a:t>
            </a:r>
            <a:r>
              <a:rPr lang="en-US" altLang="en-CN" sz="1800">
                <a:latin typeface="Courier New" panose="02070309020205020404" pitchFamily="49" charset="0"/>
                <a:sym typeface="Symbol" pitchFamily="2" charset="2"/>
              </a:rPr>
              <a:t>(</a:t>
            </a:r>
            <a:r>
              <a:rPr lang="en-US" altLang="en-CN" sz="1800" i="1">
                <a:latin typeface="Courier New" panose="02070309020205020404" pitchFamily="49" charset="0"/>
                <a:sym typeface="Symbol" pitchFamily="2" charset="2"/>
              </a:rPr>
              <a:t>/</a:t>
            </a:r>
            <a:r>
              <a:rPr lang="en-US" altLang="en-CN" sz="1800">
                <a:latin typeface="Courier New" panose="02070309020205020404" pitchFamily="49" charset="0"/>
                <a:sym typeface="Symbol" pitchFamily="2" charset="2"/>
              </a:rPr>
              <a:t>4)</a:t>
            </a:r>
            <a:r>
              <a:rPr lang="en-US" altLang="en-CN" sz="1800" i="1">
                <a:latin typeface="Courier New" panose="02070309020205020404" pitchFamily="49" charset="0"/>
              </a:rPr>
              <a:t>d</a:t>
            </a:r>
            <a:r>
              <a:rPr lang="en-US" altLang="en-CN" sz="1800" i="1" baseline="-25000">
                <a:latin typeface="Courier New" panose="02070309020205020404" pitchFamily="49" charset="0"/>
              </a:rPr>
              <a:t>i</a:t>
            </a:r>
            <a:r>
              <a:rPr lang="en-US" altLang="en-CN" sz="1800" baseline="30000">
                <a:latin typeface="Courier New" panose="02070309020205020404" pitchFamily="49" charset="0"/>
              </a:rPr>
              <a:t>2</a:t>
            </a:r>
            <a:r>
              <a:rPr lang="en-US" altLang="en-CN" sz="1800" i="1">
                <a:latin typeface="Courier New" panose="02070309020205020404" pitchFamily="49" charset="0"/>
              </a:rPr>
              <a:t> </a:t>
            </a:r>
          </a:p>
        </p:txBody>
      </p:sp>
      <p:sp>
        <p:nvSpPr>
          <p:cNvPr id="129069" name="Rectangle 45">
            <a:extLst>
              <a:ext uri="{FF2B5EF4-FFF2-40B4-BE49-F238E27FC236}">
                <a16:creationId xmlns:a16="http://schemas.microsoft.com/office/drawing/2014/main" id="{DC9B2BBD-66A9-B383-5051-AD609D5DE366}"/>
              </a:ext>
            </a:extLst>
          </p:cNvPr>
          <p:cNvSpPr>
            <a:spLocks noChangeArrowheads="1"/>
          </p:cNvSpPr>
          <p:nvPr/>
        </p:nvSpPr>
        <p:spPr bwMode="auto">
          <a:xfrm>
            <a:off x="2209800" y="3745542"/>
            <a:ext cx="47307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i="1" u="sng">
                <a:latin typeface="Courier New" panose="02070309020205020404" pitchFamily="49" charset="0"/>
              </a:rPr>
              <a:t>F</a:t>
            </a:r>
            <a:r>
              <a:rPr lang="en-US" altLang="en-CN" sz="1800" baseline="-25000">
                <a:latin typeface="Courier New" panose="02070309020205020404" pitchFamily="49" charset="0"/>
              </a:rPr>
              <a:t>o</a:t>
            </a:r>
            <a:endParaRPr lang="en-US" altLang="en-CN" sz="1800" i="1">
              <a:latin typeface="Courier New" panose="02070309020205020404" pitchFamily="49" charset="0"/>
            </a:endParaRPr>
          </a:p>
          <a:p>
            <a:pPr>
              <a:lnSpc>
                <a:spcPct val="90000"/>
              </a:lnSpc>
            </a:pPr>
            <a:r>
              <a:rPr lang="en-US" altLang="en-CN" sz="1800" i="1">
                <a:latin typeface="Courier New" panose="02070309020205020404" pitchFamily="49" charset="0"/>
              </a:rPr>
              <a:t>F</a:t>
            </a:r>
            <a:r>
              <a:rPr lang="en-US" altLang="en-CN" sz="1800" i="1" baseline="-25000">
                <a:latin typeface="Courier New" panose="02070309020205020404" pitchFamily="49" charset="0"/>
              </a:rPr>
              <a:t>i</a:t>
            </a:r>
            <a:endParaRPr lang="en-US" altLang="en-CN" sz="1600" b="1" i="1">
              <a:latin typeface="Courier New" panose="02070309020205020404" pitchFamily="49" charset="0"/>
            </a:endParaRPr>
          </a:p>
        </p:txBody>
      </p:sp>
      <p:sp>
        <p:nvSpPr>
          <p:cNvPr id="129070" name="AutoShape 46">
            <a:extLst>
              <a:ext uri="{FF2B5EF4-FFF2-40B4-BE49-F238E27FC236}">
                <a16:creationId xmlns:a16="http://schemas.microsoft.com/office/drawing/2014/main" id="{A06D8988-B188-4C54-9680-17556F6FBDC2}"/>
              </a:ext>
            </a:extLst>
          </p:cNvPr>
          <p:cNvSpPr>
            <a:spLocks noChangeArrowheads="1"/>
          </p:cNvSpPr>
          <p:nvPr/>
        </p:nvSpPr>
        <p:spPr bwMode="auto">
          <a:xfrm>
            <a:off x="2224088" y="3804279"/>
            <a:ext cx="401637" cy="546100"/>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129071" name="Rectangle 47">
            <a:extLst>
              <a:ext uri="{FF2B5EF4-FFF2-40B4-BE49-F238E27FC236}">
                <a16:creationId xmlns:a16="http://schemas.microsoft.com/office/drawing/2014/main" id="{A2C098E7-A07B-F19D-3617-01627BF244CF}"/>
              </a:ext>
            </a:extLst>
          </p:cNvPr>
          <p:cNvSpPr>
            <a:spLocks noChangeArrowheads="1"/>
          </p:cNvSpPr>
          <p:nvPr/>
        </p:nvSpPr>
        <p:spPr bwMode="auto">
          <a:xfrm>
            <a:off x="1420813" y="4540879"/>
            <a:ext cx="2314575"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d</a:t>
            </a:r>
            <a:r>
              <a:rPr lang="en-US" altLang="en-CN" sz="1800" i="1" baseline="-25000">
                <a:latin typeface="Courier New" panose="02070309020205020404" pitchFamily="49" charset="0"/>
              </a:rPr>
              <a:t>o</a:t>
            </a:r>
            <a:r>
              <a:rPr lang="en-US" altLang="en-CN" sz="1800" baseline="30000">
                <a:latin typeface="Courier New" panose="02070309020205020404" pitchFamily="49" charset="0"/>
              </a:rPr>
              <a:t>2</a:t>
            </a:r>
            <a:r>
              <a:rPr lang="en-US" altLang="en-CN" sz="1800" i="1">
                <a:latin typeface="Courier New" panose="02070309020205020404" pitchFamily="49" charset="0"/>
              </a:rPr>
              <a:t> </a:t>
            </a:r>
            <a:r>
              <a:rPr lang="en-US" altLang="en-CN" sz="1800">
                <a:latin typeface="Courier New" panose="02070309020205020404" pitchFamily="49" charset="0"/>
              </a:rPr>
              <a:t>=    </a:t>
            </a:r>
            <a:r>
              <a:rPr lang="en-US" altLang="en-CN" sz="1800" i="1">
                <a:latin typeface="Courier New" panose="02070309020205020404" pitchFamily="49" charset="0"/>
              </a:rPr>
              <a:t>d</a:t>
            </a:r>
            <a:r>
              <a:rPr lang="en-US" altLang="en-CN" sz="1800" i="1" baseline="-25000">
                <a:latin typeface="Courier New" panose="02070309020205020404" pitchFamily="49" charset="0"/>
              </a:rPr>
              <a:t>i</a:t>
            </a:r>
            <a:r>
              <a:rPr lang="en-US" altLang="en-CN" sz="1800" baseline="30000">
                <a:latin typeface="Courier New" panose="02070309020205020404" pitchFamily="49" charset="0"/>
              </a:rPr>
              <a:t>2</a:t>
            </a:r>
            <a:r>
              <a:rPr lang="en-US" altLang="en-CN" sz="1800" i="1">
                <a:latin typeface="Courier New" panose="02070309020205020404" pitchFamily="49" charset="0"/>
              </a:rPr>
              <a:t> </a:t>
            </a:r>
          </a:p>
        </p:txBody>
      </p:sp>
      <p:sp>
        <p:nvSpPr>
          <p:cNvPr id="129072" name="Rectangle 48">
            <a:extLst>
              <a:ext uri="{FF2B5EF4-FFF2-40B4-BE49-F238E27FC236}">
                <a16:creationId xmlns:a16="http://schemas.microsoft.com/office/drawing/2014/main" id="{DEE3CE99-47CC-136D-CE68-F86C00568FC9}"/>
              </a:ext>
            </a:extLst>
          </p:cNvPr>
          <p:cNvSpPr>
            <a:spLocks noChangeArrowheads="1"/>
          </p:cNvSpPr>
          <p:nvPr/>
        </p:nvSpPr>
        <p:spPr bwMode="auto">
          <a:xfrm>
            <a:off x="2217738" y="4388479"/>
            <a:ext cx="47307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i="1" u="sng">
                <a:latin typeface="Courier New" panose="02070309020205020404" pitchFamily="49" charset="0"/>
              </a:rPr>
              <a:t>F</a:t>
            </a:r>
            <a:r>
              <a:rPr lang="en-US" altLang="en-CN" sz="1800" baseline="-25000">
                <a:latin typeface="Courier New" panose="02070309020205020404" pitchFamily="49" charset="0"/>
              </a:rPr>
              <a:t>o</a:t>
            </a:r>
            <a:endParaRPr lang="en-US" altLang="en-CN" sz="1800" i="1">
              <a:latin typeface="Courier New" panose="02070309020205020404" pitchFamily="49" charset="0"/>
            </a:endParaRPr>
          </a:p>
          <a:p>
            <a:pPr>
              <a:lnSpc>
                <a:spcPct val="90000"/>
              </a:lnSpc>
            </a:pPr>
            <a:r>
              <a:rPr lang="en-US" altLang="en-CN" sz="1800" i="1">
                <a:latin typeface="Courier New" panose="02070309020205020404" pitchFamily="49" charset="0"/>
              </a:rPr>
              <a:t>F</a:t>
            </a:r>
            <a:r>
              <a:rPr lang="en-US" altLang="en-CN" sz="1800" i="1" baseline="-25000">
                <a:latin typeface="Courier New" panose="02070309020205020404" pitchFamily="49" charset="0"/>
              </a:rPr>
              <a:t>i</a:t>
            </a:r>
            <a:endParaRPr lang="en-US" altLang="en-CN" sz="1600" b="1" i="1">
              <a:latin typeface="Courier New" panose="02070309020205020404" pitchFamily="49" charset="0"/>
            </a:endParaRPr>
          </a:p>
        </p:txBody>
      </p:sp>
      <p:sp>
        <p:nvSpPr>
          <p:cNvPr id="129073" name="AutoShape 49">
            <a:extLst>
              <a:ext uri="{FF2B5EF4-FFF2-40B4-BE49-F238E27FC236}">
                <a16:creationId xmlns:a16="http://schemas.microsoft.com/office/drawing/2014/main" id="{AAFB5EDB-3760-4067-BB6D-F0BB7AD13DE1}"/>
              </a:ext>
            </a:extLst>
          </p:cNvPr>
          <p:cNvSpPr>
            <a:spLocks noChangeArrowheads="1"/>
          </p:cNvSpPr>
          <p:nvPr/>
        </p:nvSpPr>
        <p:spPr bwMode="auto">
          <a:xfrm>
            <a:off x="2232025" y="4447217"/>
            <a:ext cx="401638" cy="546100"/>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129074" name="Rectangle 50">
            <a:extLst>
              <a:ext uri="{FF2B5EF4-FFF2-40B4-BE49-F238E27FC236}">
                <a16:creationId xmlns:a16="http://schemas.microsoft.com/office/drawing/2014/main" id="{51D46A34-7622-979F-4E18-578C73061DAC}"/>
              </a:ext>
            </a:extLst>
          </p:cNvPr>
          <p:cNvSpPr>
            <a:spLocks noChangeArrowheads="1"/>
          </p:cNvSpPr>
          <p:nvPr/>
        </p:nvSpPr>
        <p:spPr bwMode="auto">
          <a:xfrm>
            <a:off x="4394200" y="2305679"/>
            <a:ext cx="282733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d</a:t>
            </a:r>
            <a:r>
              <a:rPr lang="en-US" altLang="en-CN" sz="1800" i="1" baseline="-25000">
                <a:latin typeface="Courier New" panose="02070309020205020404" pitchFamily="49" charset="0"/>
              </a:rPr>
              <a:t>o</a:t>
            </a:r>
            <a:r>
              <a:rPr lang="en-US" altLang="en-CN" sz="1800" baseline="30000">
                <a:latin typeface="Courier New" panose="02070309020205020404" pitchFamily="49" charset="0"/>
              </a:rPr>
              <a:t>2</a:t>
            </a:r>
            <a:r>
              <a:rPr lang="en-US" altLang="en-CN" sz="1800" i="1">
                <a:latin typeface="Courier New" panose="02070309020205020404" pitchFamily="49" charset="0"/>
              </a:rPr>
              <a:t> </a:t>
            </a:r>
            <a:r>
              <a:rPr lang="en-US" altLang="en-CN" sz="1800">
                <a:latin typeface="Courier New" panose="02070309020205020404" pitchFamily="49" charset="0"/>
              </a:rPr>
              <a:t>=           10</a:t>
            </a:r>
            <a:r>
              <a:rPr lang="en-US" altLang="en-CN" sz="1800" baseline="30000">
                <a:latin typeface="Courier New" panose="02070309020205020404" pitchFamily="49" charset="0"/>
              </a:rPr>
              <a:t>2</a:t>
            </a:r>
            <a:r>
              <a:rPr lang="en-US" altLang="en-CN" sz="1800" i="1">
                <a:latin typeface="Courier New" panose="02070309020205020404" pitchFamily="49" charset="0"/>
              </a:rPr>
              <a:t> </a:t>
            </a:r>
          </a:p>
        </p:txBody>
      </p:sp>
      <p:sp>
        <p:nvSpPr>
          <p:cNvPr id="129075" name="Rectangle 51">
            <a:extLst>
              <a:ext uri="{FF2B5EF4-FFF2-40B4-BE49-F238E27FC236}">
                <a16:creationId xmlns:a16="http://schemas.microsoft.com/office/drawing/2014/main" id="{D7B7EE9F-3784-BBA9-BEA5-94150A5B8E28}"/>
              </a:ext>
            </a:extLst>
          </p:cNvPr>
          <p:cNvSpPr>
            <a:spLocks noChangeArrowheads="1"/>
          </p:cNvSpPr>
          <p:nvPr/>
        </p:nvSpPr>
        <p:spPr bwMode="auto">
          <a:xfrm>
            <a:off x="5192713" y="2197729"/>
            <a:ext cx="1374775" cy="628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u="sng">
                <a:latin typeface="Courier New" panose="02070309020205020404" pitchFamily="49" charset="0"/>
              </a:rPr>
              <a:t>1000(10)</a:t>
            </a:r>
            <a:endParaRPr lang="en-US" altLang="en-CN" sz="1800">
              <a:latin typeface="Courier New" panose="02070309020205020404" pitchFamily="49" charset="0"/>
            </a:endParaRPr>
          </a:p>
          <a:p>
            <a:pPr>
              <a:lnSpc>
                <a:spcPct val="90000"/>
              </a:lnSpc>
            </a:pPr>
            <a:r>
              <a:rPr lang="en-US" altLang="en-CN" sz="1800">
                <a:latin typeface="Courier New" panose="02070309020205020404" pitchFamily="49" charset="0"/>
              </a:rPr>
              <a:t>200</a:t>
            </a:r>
            <a:endParaRPr lang="en-US" altLang="en-CN" sz="1600" b="1">
              <a:latin typeface="Courier New" panose="02070309020205020404" pitchFamily="49" charset="0"/>
            </a:endParaRPr>
          </a:p>
        </p:txBody>
      </p:sp>
      <p:sp>
        <p:nvSpPr>
          <p:cNvPr id="129076" name="AutoShape 52">
            <a:extLst>
              <a:ext uri="{FF2B5EF4-FFF2-40B4-BE49-F238E27FC236}">
                <a16:creationId xmlns:a16="http://schemas.microsoft.com/office/drawing/2014/main" id="{FA7E39DB-68E0-C72C-0CE5-AC8E4E06125A}"/>
              </a:ext>
            </a:extLst>
          </p:cNvPr>
          <p:cNvSpPr>
            <a:spLocks noChangeArrowheads="1"/>
          </p:cNvSpPr>
          <p:nvPr/>
        </p:nvSpPr>
        <p:spPr bwMode="auto">
          <a:xfrm>
            <a:off x="5205413" y="2212017"/>
            <a:ext cx="1338262" cy="546100"/>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129077" name="Rectangle 53">
            <a:extLst>
              <a:ext uri="{FF2B5EF4-FFF2-40B4-BE49-F238E27FC236}">
                <a16:creationId xmlns:a16="http://schemas.microsoft.com/office/drawing/2014/main" id="{159C7A08-8E8D-A9E1-FB29-5A3029AD68C9}"/>
              </a:ext>
            </a:extLst>
          </p:cNvPr>
          <p:cNvSpPr>
            <a:spLocks noChangeArrowheads="1"/>
          </p:cNvSpPr>
          <p:nvPr/>
        </p:nvSpPr>
        <p:spPr bwMode="auto">
          <a:xfrm>
            <a:off x="4479925" y="2804154"/>
            <a:ext cx="1835150" cy="349250"/>
          </a:xfrm>
          <a:prstGeom prst="rect">
            <a:avLst/>
          </a:prstGeom>
          <a:noFill/>
          <a:ln w="9525">
            <a:solidFill>
              <a:schemeClr val="hlink"/>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d</a:t>
            </a:r>
            <a:r>
              <a:rPr lang="en-US" altLang="en-CN" sz="1800" i="1" baseline="-25000">
                <a:latin typeface="Courier New" panose="02070309020205020404" pitchFamily="49" charset="0"/>
              </a:rPr>
              <a:t>o</a:t>
            </a:r>
            <a:r>
              <a:rPr lang="en-US" altLang="en-CN" sz="1800" i="1">
                <a:latin typeface="Courier New" panose="02070309020205020404" pitchFamily="49" charset="0"/>
              </a:rPr>
              <a:t> </a:t>
            </a:r>
            <a:r>
              <a:rPr lang="en-US" altLang="en-CN" sz="1800">
                <a:latin typeface="Courier New" panose="02070309020205020404" pitchFamily="49" charset="0"/>
              </a:rPr>
              <a:t>= 70.7 cm</a:t>
            </a:r>
            <a:endParaRPr lang="en-US" altLang="en-CN" sz="1800" i="1">
              <a:latin typeface="Courier New" panose="02070309020205020404" pitchFamily="49" charset="0"/>
            </a:endParaRPr>
          </a:p>
        </p:txBody>
      </p:sp>
    </p:spTree>
    <p:extLst>
      <p:ext uri="{BB962C8B-B14F-4D97-AF65-F5344CB8AC3E}">
        <p14:creationId xmlns:p14="http://schemas.microsoft.com/office/powerpoint/2010/main" val="329367404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29031"/>
                                        </p:tgtEl>
                                        <p:attrNameLst>
                                          <p:attrName>style.visibility</p:attrName>
                                        </p:attrNameLst>
                                      </p:cBhvr>
                                      <p:to>
                                        <p:strVal val="visible"/>
                                      </p:to>
                                    </p:set>
                                    <p:animEffect transition="in" filter="fade">
                                      <p:cBhvr>
                                        <p:cTn id="7" dur="2000"/>
                                        <p:tgtEl>
                                          <p:spTgt spid="129031"/>
                                        </p:tgtEl>
                                      </p:cBhvr>
                                    </p:animEffect>
                                  </p:childTnLst>
                                </p:cTn>
                              </p:par>
                              <p:par>
                                <p:cTn id="8" presetID="10" presetClass="entr" presetSubtype="0" fill="hold" nodeType="withEffect">
                                  <p:stCondLst>
                                    <p:cond delay="0"/>
                                  </p:stCondLst>
                                  <p:childTnLst>
                                    <p:set>
                                      <p:cBhvr>
                                        <p:cTn id="9" dur="1" fill="hold">
                                          <p:stCondLst>
                                            <p:cond delay="0"/>
                                          </p:stCondLst>
                                        </p:cTn>
                                        <p:tgtEl>
                                          <p:spTgt spid="129036"/>
                                        </p:tgtEl>
                                        <p:attrNameLst>
                                          <p:attrName>style.visibility</p:attrName>
                                        </p:attrNameLst>
                                      </p:cBhvr>
                                      <p:to>
                                        <p:strVal val="visible"/>
                                      </p:to>
                                    </p:set>
                                    <p:animEffect transition="in" filter="fade">
                                      <p:cBhvr>
                                        <p:cTn id="10" dur="2000"/>
                                        <p:tgtEl>
                                          <p:spTgt spid="129036"/>
                                        </p:tgtEl>
                                      </p:cBhvr>
                                    </p:animEffect>
                                  </p:childTnLst>
                                </p:cTn>
                              </p:par>
                              <p:par>
                                <p:cTn id="11" presetID="10" presetClass="entr" presetSubtype="0" fill="hold" nodeType="withEffect">
                                  <p:stCondLst>
                                    <p:cond delay="0"/>
                                  </p:stCondLst>
                                  <p:childTnLst>
                                    <p:set>
                                      <p:cBhvr>
                                        <p:cTn id="12" dur="1" fill="hold">
                                          <p:stCondLst>
                                            <p:cond delay="0"/>
                                          </p:stCondLst>
                                        </p:cTn>
                                        <p:tgtEl>
                                          <p:spTgt spid="129030"/>
                                        </p:tgtEl>
                                        <p:attrNameLst>
                                          <p:attrName>style.visibility</p:attrName>
                                        </p:attrNameLst>
                                      </p:cBhvr>
                                      <p:to>
                                        <p:strVal val="visible"/>
                                      </p:to>
                                    </p:set>
                                    <p:animEffect transition="in" filter="fade">
                                      <p:cBhvr>
                                        <p:cTn id="13" dur="2000"/>
                                        <p:tgtEl>
                                          <p:spTgt spid="12903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2" presetClass="path" presetSubtype="0" accel="50000" decel="50000" fill="hold" nodeType="clickEffect">
                                  <p:stCondLst>
                                    <p:cond delay="0"/>
                                  </p:stCondLst>
                                  <p:childTnLst>
                                    <p:animMotion origin="layout" path="M 8.33333E-7 -1.11111E-6 L 8.33333E-7 0.09908 " pathEditMode="relative" rAng="0" ptsTypes="AA">
                                      <p:cBhvr>
                                        <p:cTn id="17" dur="2000" fill="hold"/>
                                        <p:tgtEl>
                                          <p:spTgt spid="129031"/>
                                        </p:tgtEl>
                                        <p:attrNameLst>
                                          <p:attrName>ppt_x</p:attrName>
                                          <p:attrName>ppt_y</p:attrName>
                                        </p:attrNameLst>
                                      </p:cBhvr>
                                      <p:rCtr x="0" y="4954"/>
                                    </p:animMotion>
                                  </p:childTnLst>
                                </p:cTn>
                              </p:par>
                              <p:par>
                                <p:cTn id="18" presetID="10" presetClass="entr" presetSubtype="0" fill="hold" nodeType="withEffect">
                                  <p:stCondLst>
                                    <p:cond delay="0"/>
                                  </p:stCondLst>
                                  <p:childTnLst>
                                    <p:set>
                                      <p:cBhvr>
                                        <p:cTn id="19" dur="1" fill="hold">
                                          <p:stCondLst>
                                            <p:cond delay="0"/>
                                          </p:stCondLst>
                                        </p:cTn>
                                        <p:tgtEl>
                                          <p:spTgt spid="129041"/>
                                        </p:tgtEl>
                                        <p:attrNameLst>
                                          <p:attrName>style.visibility</p:attrName>
                                        </p:attrNameLst>
                                      </p:cBhvr>
                                      <p:to>
                                        <p:strVal val="visible"/>
                                      </p:to>
                                    </p:set>
                                    <p:animEffect transition="in" filter="fade">
                                      <p:cBhvr>
                                        <p:cTn id="20" dur="2000"/>
                                        <p:tgtEl>
                                          <p:spTgt spid="129041"/>
                                        </p:tgtEl>
                                      </p:cBhvr>
                                    </p:animEffect>
                                  </p:childTnLst>
                                </p:cTn>
                              </p:par>
                            </p:childTnLst>
                          </p:cTn>
                        </p:par>
                        <p:par>
                          <p:cTn id="21" fill="hold" nodeType="afterGroup">
                            <p:stCondLst>
                              <p:cond delay="2000"/>
                            </p:stCondLst>
                            <p:childTnLst>
                              <p:par>
                                <p:cTn id="22" presetID="10" presetClass="entr" presetSubtype="0" fill="hold" nodeType="afterEffect">
                                  <p:stCondLst>
                                    <p:cond delay="0"/>
                                  </p:stCondLst>
                                  <p:childTnLst>
                                    <p:set>
                                      <p:cBhvr>
                                        <p:cTn id="23" dur="1" fill="hold">
                                          <p:stCondLst>
                                            <p:cond delay="0"/>
                                          </p:stCondLst>
                                        </p:cTn>
                                        <p:tgtEl>
                                          <p:spTgt spid="129042"/>
                                        </p:tgtEl>
                                        <p:attrNameLst>
                                          <p:attrName>style.visibility</p:attrName>
                                        </p:attrNameLst>
                                      </p:cBhvr>
                                      <p:to>
                                        <p:strVal val="visible"/>
                                      </p:to>
                                    </p:set>
                                    <p:animEffect transition="in" filter="fade">
                                      <p:cBhvr>
                                        <p:cTn id="24" dur="2000"/>
                                        <p:tgtEl>
                                          <p:spTgt spid="129042"/>
                                        </p:tgtEl>
                                      </p:cBhvr>
                                    </p:animEffect>
                                  </p:childTnLst>
                                </p:cTn>
                              </p:par>
                            </p:childTnLst>
                          </p:cTn>
                        </p:par>
                        <p:par>
                          <p:cTn id="25" fill="hold" nodeType="afterGroup">
                            <p:stCondLst>
                              <p:cond delay="4000"/>
                            </p:stCondLst>
                            <p:childTnLst>
                              <p:par>
                                <p:cTn id="26" presetID="10" presetClass="entr" presetSubtype="0" fill="hold" nodeType="afterEffect">
                                  <p:stCondLst>
                                    <p:cond delay="0"/>
                                  </p:stCondLst>
                                  <p:childTnLst>
                                    <p:set>
                                      <p:cBhvr>
                                        <p:cTn id="27" dur="1" fill="hold">
                                          <p:stCondLst>
                                            <p:cond delay="0"/>
                                          </p:stCondLst>
                                        </p:cTn>
                                        <p:tgtEl>
                                          <p:spTgt spid="129043"/>
                                        </p:tgtEl>
                                        <p:attrNameLst>
                                          <p:attrName>style.visibility</p:attrName>
                                        </p:attrNameLst>
                                      </p:cBhvr>
                                      <p:to>
                                        <p:strVal val="visible"/>
                                      </p:to>
                                    </p:set>
                                    <p:animEffect transition="in" filter="fade">
                                      <p:cBhvr>
                                        <p:cTn id="28" dur="2000"/>
                                        <p:tgtEl>
                                          <p:spTgt spid="129043"/>
                                        </p:tgtEl>
                                      </p:cBhvr>
                                    </p:animEffect>
                                  </p:childTnLst>
                                </p:cTn>
                              </p:par>
                            </p:childTnLst>
                          </p:cTn>
                        </p:par>
                        <p:par>
                          <p:cTn id="29" fill="hold" nodeType="afterGroup">
                            <p:stCondLst>
                              <p:cond delay="6000"/>
                            </p:stCondLst>
                            <p:childTnLst>
                              <p:par>
                                <p:cTn id="30" presetID="64" presetClass="path" presetSubtype="0" accel="50000" decel="50000" fill="hold" nodeType="afterEffect">
                                  <p:stCondLst>
                                    <p:cond delay="0"/>
                                  </p:stCondLst>
                                  <p:childTnLst>
                                    <p:animMotion origin="layout" path="M -1.94444E-6 -1.85185E-6 L -1.94444E-6 -0.02592 " pathEditMode="relative" rAng="0" ptsTypes="AA">
                                      <p:cBhvr>
                                        <p:cTn id="31" dur="2000" fill="hold"/>
                                        <p:tgtEl>
                                          <p:spTgt spid="129036"/>
                                        </p:tgtEl>
                                        <p:attrNameLst>
                                          <p:attrName>ppt_x</p:attrName>
                                          <p:attrName>ppt_y</p:attrName>
                                        </p:attrNameLst>
                                      </p:cBhvr>
                                      <p:rCtr x="0" y="-1296"/>
                                    </p:animMotion>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nodeType="clickEffect">
                                  <p:stCondLst>
                                    <p:cond delay="0"/>
                                  </p:stCondLst>
                                  <p:childTnLst>
                                    <p:set>
                                      <p:cBhvr>
                                        <p:cTn id="35" dur="1" fill="hold">
                                          <p:stCondLst>
                                            <p:cond delay="0"/>
                                          </p:stCondLst>
                                        </p:cTn>
                                        <p:tgtEl>
                                          <p:spTgt spid="129062"/>
                                        </p:tgtEl>
                                        <p:attrNameLst>
                                          <p:attrName>style.visibility</p:attrName>
                                        </p:attrNameLst>
                                      </p:cBhvr>
                                      <p:to>
                                        <p:strVal val="visible"/>
                                      </p:to>
                                    </p:set>
                                    <p:animEffect transition="in" filter="fade">
                                      <p:cBhvr>
                                        <p:cTn id="36" dur="500"/>
                                        <p:tgtEl>
                                          <p:spTgt spid="12906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nodeType="clickEffect">
                                  <p:stCondLst>
                                    <p:cond delay="0"/>
                                  </p:stCondLst>
                                  <p:childTnLst>
                                    <p:set>
                                      <p:cBhvr>
                                        <p:cTn id="40" dur="1" fill="hold">
                                          <p:stCondLst>
                                            <p:cond delay="0"/>
                                          </p:stCondLst>
                                        </p:cTn>
                                        <p:tgtEl>
                                          <p:spTgt spid="129063"/>
                                        </p:tgtEl>
                                        <p:attrNameLst>
                                          <p:attrName>style.visibility</p:attrName>
                                        </p:attrNameLst>
                                      </p:cBhvr>
                                      <p:to>
                                        <p:strVal val="visible"/>
                                      </p:to>
                                    </p:set>
                                    <p:animEffect transition="in" filter="fade">
                                      <p:cBhvr>
                                        <p:cTn id="41" dur="500"/>
                                        <p:tgtEl>
                                          <p:spTgt spid="129063"/>
                                        </p:tgtEl>
                                      </p:cBhvr>
                                    </p:animEffect>
                                  </p:childTnLst>
                                </p:cTn>
                              </p:par>
                              <p:par>
                                <p:cTn id="42" presetID="2" presetClass="entr" presetSubtype="4" fill="hold" nodeType="withEffect">
                                  <p:stCondLst>
                                    <p:cond delay="0"/>
                                  </p:stCondLst>
                                  <p:childTnLst>
                                    <p:set>
                                      <p:cBhvr>
                                        <p:cTn id="43" dur="1" fill="hold">
                                          <p:stCondLst>
                                            <p:cond delay="0"/>
                                          </p:stCondLst>
                                        </p:cTn>
                                        <p:tgtEl>
                                          <p:spTgt spid="129064"/>
                                        </p:tgtEl>
                                        <p:attrNameLst>
                                          <p:attrName>style.visibility</p:attrName>
                                        </p:attrNameLst>
                                      </p:cBhvr>
                                      <p:to>
                                        <p:strVal val="visible"/>
                                      </p:to>
                                    </p:set>
                                    <p:anim calcmode="lin" valueType="num">
                                      <p:cBhvr additive="base">
                                        <p:cTn id="44" dur="500" fill="hold"/>
                                        <p:tgtEl>
                                          <p:spTgt spid="129064"/>
                                        </p:tgtEl>
                                        <p:attrNameLst>
                                          <p:attrName>ppt_x</p:attrName>
                                        </p:attrNameLst>
                                      </p:cBhvr>
                                      <p:tavLst>
                                        <p:tav tm="0">
                                          <p:val>
                                            <p:strVal val="#ppt_x"/>
                                          </p:val>
                                        </p:tav>
                                        <p:tav tm="100000">
                                          <p:val>
                                            <p:strVal val="#ppt_x"/>
                                          </p:val>
                                        </p:tav>
                                      </p:tavLst>
                                    </p:anim>
                                    <p:anim calcmode="lin" valueType="num">
                                      <p:cBhvr additive="base">
                                        <p:cTn id="45" dur="500" fill="hold"/>
                                        <p:tgtEl>
                                          <p:spTgt spid="129064"/>
                                        </p:tgtEl>
                                        <p:attrNameLst>
                                          <p:attrName>ppt_y</p:attrName>
                                        </p:attrNameLst>
                                      </p:cBhvr>
                                      <p:tavLst>
                                        <p:tav tm="0">
                                          <p:val>
                                            <p:strVal val="1+#ppt_h/2"/>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0" presetClass="entr" presetSubtype="0" fill="hold" nodeType="clickEffect">
                                  <p:stCondLst>
                                    <p:cond delay="0"/>
                                  </p:stCondLst>
                                  <p:childTnLst>
                                    <p:set>
                                      <p:cBhvr>
                                        <p:cTn id="49" dur="1" fill="hold">
                                          <p:stCondLst>
                                            <p:cond delay="0"/>
                                          </p:stCondLst>
                                        </p:cTn>
                                        <p:tgtEl>
                                          <p:spTgt spid="129065"/>
                                        </p:tgtEl>
                                        <p:attrNameLst>
                                          <p:attrName>style.visibility</p:attrName>
                                        </p:attrNameLst>
                                      </p:cBhvr>
                                      <p:to>
                                        <p:strVal val="visible"/>
                                      </p:to>
                                    </p:set>
                                    <p:animEffect transition="in" filter="fade">
                                      <p:cBhvr>
                                        <p:cTn id="50" dur="500"/>
                                        <p:tgtEl>
                                          <p:spTgt spid="12906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0" presetClass="entr" presetSubtype="0" fill="hold" nodeType="clickEffect">
                                  <p:stCondLst>
                                    <p:cond delay="0"/>
                                  </p:stCondLst>
                                  <p:childTnLst>
                                    <p:set>
                                      <p:cBhvr>
                                        <p:cTn id="54" dur="1" fill="hold">
                                          <p:stCondLst>
                                            <p:cond delay="0"/>
                                          </p:stCondLst>
                                        </p:cTn>
                                        <p:tgtEl>
                                          <p:spTgt spid="129066"/>
                                        </p:tgtEl>
                                        <p:attrNameLst>
                                          <p:attrName>style.visibility</p:attrName>
                                        </p:attrNameLst>
                                      </p:cBhvr>
                                      <p:to>
                                        <p:strVal val="visible"/>
                                      </p:to>
                                    </p:set>
                                    <p:animEffect transition="in" filter="fade">
                                      <p:cBhvr>
                                        <p:cTn id="55" dur="500"/>
                                        <p:tgtEl>
                                          <p:spTgt spid="129066"/>
                                        </p:tgtEl>
                                      </p:cBhvr>
                                    </p:animEffect>
                                  </p:childTnLst>
                                </p:cTn>
                              </p:par>
                              <p:par>
                                <p:cTn id="56" presetID="2" presetClass="entr" presetSubtype="4" fill="hold" nodeType="withEffect">
                                  <p:stCondLst>
                                    <p:cond delay="0"/>
                                  </p:stCondLst>
                                  <p:childTnLst>
                                    <p:set>
                                      <p:cBhvr>
                                        <p:cTn id="57" dur="1" fill="hold">
                                          <p:stCondLst>
                                            <p:cond delay="0"/>
                                          </p:stCondLst>
                                        </p:cTn>
                                        <p:tgtEl>
                                          <p:spTgt spid="129067"/>
                                        </p:tgtEl>
                                        <p:attrNameLst>
                                          <p:attrName>style.visibility</p:attrName>
                                        </p:attrNameLst>
                                      </p:cBhvr>
                                      <p:to>
                                        <p:strVal val="visible"/>
                                      </p:to>
                                    </p:set>
                                    <p:anim calcmode="lin" valueType="num">
                                      <p:cBhvr additive="base">
                                        <p:cTn id="58" dur="500" fill="hold"/>
                                        <p:tgtEl>
                                          <p:spTgt spid="129067"/>
                                        </p:tgtEl>
                                        <p:attrNameLst>
                                          <p:attrName>ppt_x</p:attrName>
                                        </p:attrNameLst>
                                      </p:cBhvr>
                                      <p:tavLst>
                                        <p:tav tm="0">
                                          <p:val>
                                            <p:strVal val="#ppt_x"/>
                                          </p:val>
                                        </p:tav>
                                        <p:tav tm="100000">
                                          <p:val>
                                            <p:strVal val="#ppt_x"/>
                                          </p:val>
                                        </p:tav>
                                      </p:tavLst>
                                    </p:anim>
                                    <p:anim calcmode="lin" valueType="num">
                                      <p:cBhvr additive="base">
                                        <p:cTn id="59" dur="500" fill="hold"/>
                                        <p:tgtEl>
                                          <p:spTgt spid="129067"/>
                                        </p:tgtEl>
                                        <p:attrNameLst>
                                          <p:attrName>ppt_y</p:attrName>
                                        </p:attrNameLst>
                                      </p:cBhvr>
                                      <p:tavLst>
                                        <p:tav tm="0">
                                          <p:val>
                                            <p:strVal val="1+#ppt_h/2"/>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0" presetClass="entr" presetSubtype="0" fill="hold" nodeType="clickEffect">
                                  <p:stCondLst>
                                    <p:cond delay="0"/>
                                  </p:stCondLst>
                                  <p:childTnLst>
                                    <p:set>
                                      <p:cBhvr>
                                        <p:cTn id="63" dur="1" fill="hold">
                                          <p:stCondLst>
                                            <p:cond delay="0"/>
                                          </p:stCondLst>
                                        </p:cTn>
                                        <p:tgtEl>
                                          <p:spTgt spid="129068"/>
                                        </p:tgtEl>
                                        <p:attrNameLst>
                                          <p:attrName>style.visibility</p:attrName>
                                        </p:attrNameLst>
                                      </p:cBhvr>
                                      <p:to>
                                        <p:strVal val="visible"/>
                                      </p:to>
                                    </p:set>
                                    <p:animEffect transition="in" filter="fade">
                                      <p:cBhvr>
                                        <p:cTn id="64" dur="500"/>
                                        <p:tgtEl>
                                          <p:spTgt spid="12906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0" presetClass="entr" presetSubtype="0" fill="hold" nodeType="clickEffect">
                                  <p:stCondLst>
                                    <p:cond delay="0"/>
                                  </p:stCondLst>
                                  <p:childTnLst>
                                    <p:set>
                                      <p:cBhvr>
                                        <p:cTn id="68" dur="1" fill="hold">
                                          <p:stCondLst>
                                            <p:cond delay="0"/>
                                          </p:stCondLst>
                                        </p:cTn>
                                        <p:tgtEl>
                                          <p:spTgt spid="129069"/>
                                        </p:tgtEl>
                                        <p:attrNameLst>
                                          <p:attrName>style.visibility</p:attrName>
                                        </p:attrNameLst>
                                      </p:cBhvr>
                                      <p:to>
                                        <p:strVal val="visible"/>
                                      </p:to>
                                    </p:set>
                                    <p:animEffect transition="in" filter="fade">
                                      <p:cBhvr>
                                        <p:cTn id="69" dur="500"/>
                                        <p:tgtEl>
                                          <p:spTgt spid="129069"/>
                                        </p:tgtEl>
                                      </p:cBhvr>
                                    </p:animEffect>
                                  </p:childTnLst>
                                </p:cTn>
                              </p:par>
                              <p:par>
                                <p:cTn id="70" presetID="2" presetClass="entr" presetSubtype="4" fill="hold" nodeType="withEffect">
                                  <p:stCondLst>
                                    <p:cond delay="0"/>
                                  </p:stCondLst>
                                  <p:childTnLst>
                                    <p:set>
                                      <p:cBhvr>
                                        <p:cTn id="71" dur="1" fill="hold">
                                          <p:stCondLst>
                                            <p:cond delay="0"/>
                                          </p:stCondLst>
                                        </p:cTn>
                                        <p:tgtEl>
                                          <p:spTgt spid="129070"/>
                                        </p:tgtEl>
                                        <p:attrNameLst>
                                          <p:attrName>style.visibility</p:attrName>
                                        </p:attrNameLst>
                                      </p:cBhvr>
                                      <p:to>
                                        <p:strVal val="visible"/>
                                      </p:to>
                                    </p:set>
                                    <p:anim calcmode="lin" valueType="num">
                                      <p:cBhvr additive="base">
                                        <p:cTn id="72" dur="500" fill="hold"/>
                                        <p:tgtEl>
                                          <p:spTgt spid="129070"/>
                                        </p:tgtEl>
                                        <p:attrNameLst>
                                          <p:attrName>ppt_x</p:attrName>
                                        </p:attrNameLst>
                                      </p:cBhvr>
                                      <p:tavLst>
                                        <p:tav tm="0">
                                          <p:val>
                                            <p:strVal val="#ppt_x"/>
                                          </p:val>
                                        </p:tav>
                                        <p:tav tm="100000">
                                          <p:val>
                                            <p:strVal val="#ppt_x"/>
                                          </p:val>
                                        </p:tav>
                                      </p:tavLst>
                                    </p:anim>
                                    <p:anim calcmode="lin" valueType="num">
                                      <p:cBhvr additive="base">
                                        <p:cTn id="73" dur="500" fill="hold"/>
                                        <p:tgtEl>
                                          <p:spTgt spid="129070"/>
                                        </p:tgtEl>
                                        <p:attrNameLst>
                                          <p:attrName>ppt_y</p:attrName>
                                        </p:attrNameLst>
                                      </p:cBhvr>
                                      <p:tavLst>
                                        <p:tav tm="0">
                                          <p:val>
                                            <p:strVal val="1+#ppt_h/2"/>
                                          </p:val>
                                        </p:tav>
                                        <p:tav tm="100000">
                                          <p:val>
                                            <p:strVal val="#ppt_y"/>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10" presetClass="entr" presetSubtype="0" fill="hold" nodeType="clickEffect">
                                  <p:stCondLst>
                                    <p:cond delay="0"/>
                                  </p:stCondLst>
                                  <p:childTnLst>
                                    <p:set>
                                      <p:cBhvr>
                                        <p:cTn id="77" dur="1" fill="hold">
                                          <p:stCondLst>
                                            <p:cond delay="0"/>
                                          </p:stCondLst>
                                        </p:cTn>
                                        <p:tgtEl>
                                          <p:spTgt spid="129071"/>
                                        </p:tgtEl>
                                        <p:attrNameLst>
                                          <p:attrName>style.visibility</p:attrName>
                                        </p:attrNameLst>
                                      </p:cBhvr>
                                      <p:to>
                                        <p:strVal val="visible"/>
                                      </p:to>
                                    </p:set>
                                    <p:animEffect transition="in" filter="fade">
                                      <p:cBhvr>
                                        <p:cTn id="78" dur="500"/>
                                        <p:tgtEl>
                                          <p:spTgt spid="129071"/>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0" presetClass="entr" presetSubtype="0" fill="hold" nodeType="clickEffect">
                                  <p:stCondLst>
                                    <p:cond delay="0"/>
                                  </p:stCondLst>
                                  <p:childTnLst>
                                    <p:set>
                                      <p:cBhvr>
                                        <p:cTn id="82" dur="1" fill="hold">
                                          <p:stCondLst>
                                            <p:cond delay="0"/>
                                          </p:stCondLst>
                                        </p:cTn>
                                        <p:tgtEl>
                                          <p:spTgt spid="129072"/>
                                        </p:tgtEl>
                                        <p:attrNameLst>
                                          <p:attrName>style.visibility</p:attrName>
                                        </p:attrNameLst>
                                      </p:cBhvr>
                                      <p:to>
                                        <p:strVal val="visible"/>
                                      </p:to>
                                    </p:set>
                                    <p:animEffect transition="in" filter="fade">
                                      <p:cBhvr>
                                        <p:cTn id="83" dur="500"/>
                                        <p:tgtEl>
                                          <p:spTgt spid="129072"/>
                                        </p:tgtEl>
                                      </p:cBhvr>
                                    </p:animEffect>
                                  </p:childTnLst>
                                </p:cTn>
                              </p:par>
                              <p:par>
                                <p:cTn id="84" presetID="2" presetClass="entr" presetSubtype="4" fill="hold" nodeType="withEffect">
                                  <p:stCondLst>
                                    <p:cond delay="0"/>
                                  </p:stCondLst>
                                  <p:childTnLst>
                                    <p:set>
                                      <p:cBhvr>
                                        <p:cTn id="85" dur="1" fill="hold">
                                          <p:stCondLst>
                                            <p:cond delay="0"/>
                                          </p:stCondLst>
                                        </p:cTn>
                                        <p:tgtEl>
                                          <p:spTgt spid="129073"/>
                                        </p:tgtEl>
                                        <p:attrNameLst>
                                          <p:attrName>style.visibility</p:attrName>
                                        </p:attrNameLst>
                                      </p:cBhvr>
                                      <p:to>
                                        <p:strVal val="visible"/>
                                      </p:to>
                                    </p:set>
                                    <p:anim calcmode="lin" valueType="num">
                                      <p:cBhvr additive="base">
                                        <p:cTn id="86" dur="500" fill="hold"/>
                                        <p:tgtEl>
                                          <p:spTgt spid="129073"/>
                                        </p:tgtEl>
                                        <p:attrNameLst>
                                          <p:attrName>ppt_x</p:attrName>
                                        </p:attrNameLst>
                                      </p:cBhvr>
                                      <p:tavLst>
                                        <p:tav tm="0">
                                          <p:val>
                                            <p:strVal val="#ppt_x"/>
                                          </p:val>
                                        </p:tav>
                                        <p:tav tm="100000">
                                          <p:val>
                                            <p:strVal val="#ppt_x"/>
                                          </p:val>
                                        </p:tav>
                                      </p:tavLst>
                                    </p:anim>
                                    <p:anim calcmode="lin" valueType="num">
                                      <p:cBhvr additive="base">
                                        <p:cTn id="87" dur="500" fill="hold"/>
                                        <p:tgtEl>
                                          <p:spTgt spid="129073"/>
                                        </p:tgtEl>
                                        <p:attrNameLst>
                                          <p:attrName>ppt_y</p:attrName>
                                        </p:attrNameLst>
                                      </p:cBhvr>
                                      <p:tavLst>
                                        <p:tav tm="0">
                                          <p:val>
                                            <p:strVal val="1+#ppt_h/2"/>
                                          </p:val>
                                        </p:tav>
                                        <p:tav tm="100000">
                                          <p:val>
                                            <p:strVal val="#ppt_y"/>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10" presetClass="entr" presetSubtype="0" fill="hold" nodeType="clickEffect">
                                  <p:stCondLst>
                                    <p:cond delay="0"/>
                                  </p:stCondLst>
                                  <p:childTnLst>
                                    <p:set>
                                      <p:cBhvr>
                                        <p:cTn id="91" dur="1" fill="hold">
                                          <p:stCondLst>
                                            <p:cond delay="0"/>
                                          </p:stCondLst>
                                        </p:cTn>
                                        <p:tgtEl>
                                          <p:spTgt spid="129074"/>
                                        </p:tgtEl>
                                        <p:attrNameLst>
                                          <p:attrName>style.visibility</p:attrName>
                                        </p:attrNameLst>
                                      </p:cBhvr>
                                      <p:to>
                                        <p:strVal val="visible"/>
                                      </p:to>
                                    </p:set>
                                    <p:animEffect transition="in" filter="fade">
                                      <p:cBhvr>
                                        <p:cTn id="92" dur="500"/>
                                        <p:tgtEl>
                                          <p:spTgt spid="129074"/>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0" presetClass="entr" presetSubtype="0" fill="hold" nodeType="clickEffect">
                                  <p:stCondLst>
                                    <p:cond delay="0"/>
                                  </p:stCondLst>
                                  <p:childTnLst>
                                    <p:set>
                                      <p:cBhvr>
                                        <p:cTn id="96" dur="1" fill="hold">
                                          <p:stCondLst>
                                            <p:cond delay="0"/>
                                          </p:stCondLst>
                                        </p:cTn>
                                        <p:tgtEl>
                                          <p:spTgt spid="129075"/>
                                        </p:tgtEl>
                                        <p:attrNameLst>
                                          <p:attrName>style.visibility</p:attrName>
                                        </p:attrNameLst>
                                      </p:cBhvr>
                                      <p:to>
                                        <p:strVal val="visible"/>
                                      </p:to>
                                    </p:set>
                                    <p:animEffect transition="in" filter="fade">
                                      <p:cBhvr>
                                        <p:cTn id="97" dur="500"/>
                                        <p:tgtEl>
                                          <p:spTgt spid="129075"/>
                                        </p:tgtEl>
                                      </p:cBhvr>
                                    </p:animEffect>
                                  </p:childTnLst>
                                </p:cTn>
                              </p:par>
                              <p:par>
                                <p:cTn id="98" presetID="2" presetClass="entr" presetSubtype="4" fill="hold" nodeType="withEffect">
                                  <p:stCondLst>
                                    <p:cond delay="0"/>
                                  </p:stCondLst>
                                  <p:childTnLst>
                                    <p:set>
                                      <p:cBhvr>
                                        <p:cTn id="99" dur="1" fill="hold">
                                          <p:stCondLst>
                                            <p:cond delay="0"/>
                                          </p:stCondLst>
                                        </p:cTn>
                                        <p:tgtEl>
                                          <p:spTgt spid="129076"/>
                                        </p:tgtEl>
                                        <p:attrNameLst>
                                          <p:attrName>style.visibility</p:attrName>
                                        </p:attrNameLst>
                                      </p:cBhvr>
                                      <p:to>
                                        <p:strVal val="visible"/>
                                      </p:to>
                                    </p:set>
                                    <p:anim calcmode="lin" valueType="num">
                                      <p:cBhvr additive="base">
                                        <p:cTn id="100" dur="500" fill="hold"/>
                                        <p:tgtEl>
                                          <p:spTgt spid="129076"/>
                                        </p:tgtEl>
                                        <p:attrNameLst>
                                          <p:attrName>ppt_x</p:attrName>
                                        </p:attrNameLst>
                                      </p:cBhvr>
                                      <p:tavLst>
                                        <p:tav tm="0">
                                          <p:val>
                                            <p:strVal val="#ppt_x"/>
                                          </p:val>
                                        </p:tav>
                                        <p:tav tm="100000">
                                          <p:val>
                                            <p:strVal val="#ppt_x"/>
                                          </p:val>
                                        </p:tav>
                                      </p:tavLst>
                                    </p:anim>
                                    <p:anim calcmode="lin" valueType="num">
                                      <p:cBhvr additive="base">
                                        <p:cTn id="101" dur="500" fill="hold"/>
                                        <p:tgtEl>
                                          <p:spTgt spid="129076"/>
                                        </p:tgtEl>
                                        <p:attrNameLst>
                                          <p:attrName>ppt_y</p:attrName>
                                        </p:attrNameLst>
                                      </p:cBhvr>
                                      <p:tavLst>
                                        <p:tav tm="0">
                                          <p:val>
                                            <p:strVal val="1+#ppt_h/2"/>
                                          </p:val>
                                        </p:tav>
                                        <p:tav tm="100000">
                                          <p:val>
                                            <p:strVal val="#ppt_y"/>
                                          </p:val>
                                        </p:tav>
                                      </p:tavLst>
                                    </p:anim>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0" presetClass="entr" presetSubtype="0" fill="hold" nodeType="clickEffect">
                                  <p:stCondLst>
                                    <p:cond delay="0"/>
                                  </p:stCondLst>
                                  <p:childTnLst>
                                    <p:set>
                                      <p:cBhvr>
                                        <p:cTn id="105" dur="1" fill="hold">
                                          <p:stCondLst>
                                            <p:cond delay="0"/>
                                          </p:stCondLst>
                                        </p:cTn>
                                        <p:tgtEl>
                                          <p:spTgt spid="129077"/>
                                        </p:tgtEl>
                                        <p:attrNameLst>
                                          <p:attrName>style.visibility</p:attrName>
                                        </p:attrNameLst>
                                      </p:cBhvr>
                                      <p:to>
                                        <p:strVal val="visible"/>
                                      </p:to>
                                    </p:set>
                                    <p:animEffect transition="in" filter="fade">
                                      <p:cBhvr>
                                        <p:cTn id="106" dur="500"/>
                                        <p:tgtEl>
                                          <p:spTgt spid="129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41" grpId="0"/>
      <p:bldP spid="129042" grpId="0"/>
      <p:bldP spid="129043" grpId="0"/>
      <p:bldP spid="129062" grpId="0"/>
      <p:bldP spid="129063" grpId="0"/>
      <p:bldP spid="129065" grpId="0"/>
      <p:bldP spid="129066" grpId="0"/>
      <p:bldP spid="129068" grpId="0"/>
      <p:bldP spid="129069" grpId="0"/>
      <p:bldP spid="129071" grpId="0"/>
      <p:bldP spid="129072" grpId="0"/>
      <p:bldP spid="129074" grpId="0"/>
      <p:bldP spid="129075" grpId="0"/>
      <p:bldP spid="129077"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26" name="Oval 142">
            <a:extLst>
              <a:ext uri="{FF2B5EF4-FFF2-40B4-BE49-F238E27FC236}">
                <a16:creationId xmlns:a16="http://schemas.microsoft.com/office/drawing/2014/main" id="{2CBC43EB-597C-E233-B622-63ADBBD876CA}"/>
              </a:ext>
            </a:extLst>
          </p:cNvPr>
          <p:cNvSpPr>
            <a:spLocks noChangeArrowheads="1"/>
          </p:cNvSpPr>
          <p:nvPr/>
        </p:nvSpPr>
        <p:spPr bwMode="auto">
          <a:xfrm>
            <a:off x="5692775" y="3667517"/>
            <a:ext cx="3113088" cy="512762"/>
          </a:xfrm>
          <a:prstGeom prst="ellipse">
            <a:avLst/>
          </a:prstGeom>
          <a:gradFill rotWithShape="1">
            <a:gsLst>
              <a:gs pos="0">
                <a:schemeClr val="accent1">
                  <a:gamma/>
                  <a:shade val="46275"/>
                  <a:invGamma/>
                </a:schemeClr>
              </a:gs>
              <a:gs pos="50000">
                <a:schemeClr val="accent1">
                  <a:alpha val="50000"/>
                </a:schemeClr>
              </a:gs>
              <a:gs pos="100000">
                <a:schemeClr val="accent1">
                  <a:gamma/>
                  <a:shade val="46275"/>
                  <a:invGamma/>
                </a:scheme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93187" name="Rectangle 3">
            <a:extLst>
              <a:ext uri="{FF2B5EF4-FFF2-40B4-BE49-F238E27FC236}">
                <a16:creationId xmlns:a16="http://schemas.microsoft.com/office/drawing/2014/main" id="{42F9B8A1-E35A-96E2-F526-F5C9D1C61878}"/>
              </a:ext>
            </a:extLst>
          </p:cNvPr>
          <p:cNvSpPr>
            <a:spLocks noChangeArrowheads="1"/>
          </p:cNvSpPr>
          <p:nvPr/>
        </p:nvSpPr>
        <p:spPr bwMode="auto">
          <a:xfrm>
            <a:off x="-15081" y="333421"/>
            <a:ext cx="5696744"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dirty="0">
                <a:latin typeface="Courier New" panose="02070309020205020404" pitchFamily="49" charset="0"/>
              </a:rPr>
              <a:t>Suppose we lower a cube of some material into a beaker of water:</a:t>
            </a:r>
            <a:endParaRPr lang="en-US" altLang="en-CN" sz="2000" b="1" dirty="0">
              <a:latin typeface="Courier New" panose="02070309020205020404" pitchFamily="49" charset="0"/>
            </a:endParaRPr>
          </a:p>
        </p:txBody>
      </p:sp>
      <p:sp>
        <p:nvSpPr>
          <p:cNvPr id="93202" name="Rectangle 18">
            <a:extLst>
              <a:ext uri="{FF2B5EF4-FFF2-40B4-BE49-F238E27FC236}">
                <a16:creationId xmlns:a16="http://schemas.microsoft.com/office/drawing/2014/main" id="{32484527-87C1-84B7-74A9-3C0A1A6E2FA0}"/>
              </a:ext>
            </a:extLst>
          </p:cNvPr>
          <p:cNvSpPr>
            <a:spLocks noChangeArrowheads="1"/>
          </p:cNvSpPr>
          <p:nvPr/>
        </p:nvSpPr>
        <p:spPr bwMode="auto">
          <a:xfrm>
            <a:off x="-15082" y="984296"/>
            <a:ext cx="5420519"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dirty="0">
                <a:latin typeface="Courier New" panose="02070309020205020404" pitchFamily="49" charset="0"/>
                <a:sym typeface="Symbol" pitchFamily="2" charset="2"/>
              </a:rPr>
              <a:t></a:t>
            </a:r>
            <a:r>
              <a:rPr lang="en-US" altLang="en-CN" sz="2000" dirty="0">
                <a:latin typeface="Courier New" panose="02070309020205020404" pitchFamily="49" charset="0"/>
              </a:rPr>
              <a:t>We may have to hold it in place.</a:t>
            </a:r>
            <a:endParaRPr lang="en-US" altLang="en-CN" sz="2000" b="1" dirty="0">
              <a:latin typeface="Courier New" panose="02070309020205020404" pitchFamily="49" charset="0"/>
            </a:endParaRPr>
          </a:p>
        </p:txBody>
      </p:sp>
      <p:sp>
        <p:nvSpPr>
          <p:cNvPr id="93316" name="Line 132">
            <a:extLst>
              <a:ext uri="{FF2B5EF4-FFF2-40B4-BE49-F238E27FC236}">
                <a16:creationId xmlns:a16="http://schemas.microsoft.com/office/drawing/2014/main" id="{CD74C9F8-1A8D-5F4C-E534-42935A13A71E}"/>
              </a:ext>
            </a:extLst>
          </p:cNvPr>
          <p:cNvSpPr>
            <a:spLocks noChangeShapeType="1"/>
          </p:cNvSpPr>
          <p:nvPr/>
        </p:nvSpPr>
        <p:spPr bwMode="auto">
          <a:xfrm rot="-1459314">
            <a:off x="7464425" y="2229242"/>
            <a:ext cx="615950" cy="0"/>
          </a:xfrm>
          <a:prstGeom prst="line">
            <a:avLst/>
          </a:prstGeom>
          <a:noFill/>
          <a:ln w="5715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93317" name="Line 133">
            <a:extLst>
              <a:ext uri="{FF2B5EF4-FFF2-40B4-BE49-F238E27FC236}">
                <a16:creationId xmlns:a16="http://schemas.microsoft.com/office/drawing/2014/main" id="{9158FB5E-8FAF-3642-9D77-4AFE31AE93A5}"/>
              </a:ext>
            </a:extLst>
          </p:cNvPr>
          <p:cNvSpPr>
            <a:spLocks noChangeShapeType="1"/>
          </p:cNvSpPr>
          <p:nvPr/>
        </p:nvSpPr>
        <p:spPr bwMode="auto">
          <a:xfrm rot="-5400000">
            <a:off x="6660356" y="3309536"/>
            <a:ext cx="1049337"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93318" name="Line 134">
            <a:extLst>
              <a:ext uri="{FF2B5EF4-FFF2-40B4-BE49-F238E27FC236}">
                <a16:creationId xmlns:a16="http://schemas.microsoft.com/office/drawing/2014/main" id="{1B844809-6AC6-AF7B-A4AD-6C8B2DB65802}"/>
              </a:ext>
            </a:extLst>
          </p:cNvPr>
          <p:cNvSpPr>
            <a:spLocks noChangeShapeType="1"/>
          </p:cNvSpPr>
          <p:nvPr/>
        </p:nvSpPr>
        <p:spPr bwMode="auto">
          <a:xfrm>
            <a:off x="6162675" y="2467367"/>
            <a:ext cx="615950"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grpSp>
        <p:nvGrpSpPr>
          <p:cNvPr id="93319" name="Group 135">
            <a:extLst>
              <a:ext uri="{FF2B5EF4-FFF2-40B4-BE49-F238E27FC236}">
                <a16:creationId xmlns:a16="http://schemas.microsoft.com/office/drawing/2014/main" id="{4DBA8D85-11B3-0B9C-BA07-4D3105D2F37D}"/>
              </a:ext>
            </a:extLst>
          </p:cNvPr>
          <p:cNvGrpSpPr>
            <a:grpSpLocks/>
          </p:cNvGrpSpPr>
          <p:nvPr/>
        </p:nvGrpSpPr>
        <p:grpSpPr bwMode="auto">
          <a:xfrm>
            <a:off x="6643688" y="1981592"/>
            <a:ext cx="1073150" cy="936625"/>
            <a:chOff x="3073" y="1739"/>
            <a:chExt cx="676" cy="590"/>
          </a:xfrm>
        </p:grpSpPr>
        <p:sp>
          <p:nvSpPr>
            <p:cNvPr id="93320" name="Rectangle 136">
              <a:extLst>
                <a:ext uri="{FF2B5EF4-FFF2-40B4-BE49-F238E27FC236}">
                  <a16:creationId xmlns:a16="http://schemas.microsoft.com/office/drawing/2014/main" id="{7C973478-DDD1-A168-AC50-12AB78750C06}"/>
                </a:ext>
              </a:extLst>
            </p:cNvPr>
            <p:cNvSpPr>
              <a:spLocks noChangeArrowheads="1"/>
            </p:cNvSpPr>
            <p:nvPr/>
          </p:nvSpPr>
          <p:spPr bwMode="auto">
            <a:xfrm>
              <a:off x="3074" y="1824"/>
              <a:ext cx="505" cy="505"/>
            </a:xfrm>
            <a:prstGeom prst="rect">
              <a:avLst/>
            </a:prstGeom>
            <a:gradFill rotWithShape="1">
              <a:gsLst>
                <a:gs pos="0">
                  <a:schemeClr val="accent1"/>
                </a:gs>
                <a:gs pos="100000">
                  <a:schemeClr val="accent1">
                    <a:gamma/>
                    <a:shade val="46275"/>
                    <a:invGamma/>
                  </a:schemeClr>
                </a:gs>
              </a:gsLst>
              <a:lin ang="189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93321" name="AutoShape 137">
              <a:extLst>
                <a:ext uri="{FF2B5EF4-FFF2-40B4-BE49-F238E27FC236}">
                  <a16:creationId xmlns:a16="http://schemas.microsoft.com/office/drawing/2014/main" id="{340D4AA8-BB5B-F4C6-5D1F-9F9595F5B6D2}"/>
                </a:ext>
              </a:extLst>
            </p:cNvPr>
            <p:cNvSpPr>
              <a:spLocks noChangeArrowheads="1"/>
            </p:cNvSpPr>
            <p:nvPr/>
          </p:nvSpPr>
          <p:spPr bwMode="auto">
            <a:xfrm>
              <a:off x="3073" y="1739"/>
              <a:ext cx="676" cy="83"/>
            </a:xfrm>
            <a:prstGeom prst="parallelogram">
              <a:avLst>
                <a:gd name="adj" fmla="val 203614"/>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93322" name="Freeform 138">
              <a:extLst>
                <a:ext uri="{FF2B5EF4-FFF2-40B4-BE49-F238E27FC236}">
                  <a16:creationId xmlns:a16="http://schemas.microsoft.com/office/drawing/2014/main" id="{FB6582CE-B9E3-C74D-A826-A68ED8EB2076}"/>
                </a:ext>
              </a:extLst>
            </p:cNvPr>
            <p:cNvSpPr>
              <a:spLocks/>
            </p:cNvSpPr>
            <p:nvPr/>
          </p:nvSpPr>
          <p:spPr bwMode="auto">
            <a:xfrm>
              <a:off x="3579" y="1739"/>
              <a:ext cx="164" cy="588"/>
            </a:xfrm>
            <a:custGeom>
              <a:avLst/>
              <a:gdLst>
                <a:gd name="T0" fmla="*/ 0 w 164"/>
                <a:gd name="T1" fmla="*/ 588 h 588"/>
                <a:gd name="T2" fmla="*/ 0 w 164"/>
                <a:gd name="T3" fmla="*/ 83 h 588"/>
                <a:gd name="T4" fmla="*/ 164 w 164"/>
                <a:gd name="T5" fmla="*/ 0 h 588"/>
                <a:gd name="T6" fmla="*/ 164 w 164"/>
                <a:gd name="T7" fmla="*/ 506 h 588"/>
                <a:gd name="T8" fmla="*/ 0 w 164"/>
                <a:gd name="T9" fmla="*/ 588 h 588"/>
              </a:gdLst>
              <a:ahLst/>
              <a:cxnLst>
                <a:cxn ang="0">
                  <a:pos x="T0" y="T1"/>
                </a:cxn>
                <a:cxn ang="0">
                  <a:pos x="T2" y="T3"/>
                </a:cxn>
                <a:cxn ang="0">
                  <a:pos x="T4" y="T5"/>
                </a:cxn>
                <a:cxn ang="0">
                  <a:pos x="T6" y="T7"/>
                </a:cxn>
                <a:cxn ang="0">
                  <a:pos x="T8" y="T9"/>
                </a:cxn>
              </a:cxnLst>
              <a:rect l="0" t="0" r="r" b="b"/>
              <a:pathLst>
                <a:path w="164" h="588">
                  <a:moveTo>
                    <a:pt x="0" y="588"/>
                  </a:moveTo>
                  <a:lnTo>
                    <a:pt x="0" y="83"/>
                  </a:lnTo>
                  <a:lnTo>
                    <a:pt x="164" y="0"/>
                  </a:lnTo>
                  <a:lnTo>
                    <a:pt x="164" y="506"/>
                  </a:lnTo>
                  <a:lnTo>
                    <a:pt x="0" y="588"/>
                  </a:lnTo>
                  <a:close/>
                </a:path>
              </a:pathLst>
            </a:custGeom>
            <a:gradFill rotWithShape="1">
              <a:gsLst>
                <a:gs pos="0">
                  <a:schemeClr val="accent1"/>
                </a:gs>
                <a:gs pos="100000">
                  <a:schemeClr val="accent1">
                    <a:gamma/>
                    <a:shade val="46275"/>
                    <a:invGamma/>
                  </a:schemeClr>
                </a:gs>
              </a:gsLst>
              <a:lin ang="189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grpSp>
      <p:sp>
        <p:nvSpPr>
          <p:cNvPr id="93323" name="Line 139">
            <a:extLst>
              <a:ext uri="{FF2B5EF4-FFF2-40B4-BE49-F238E27FC236}">
                <a16:creationId xmlns:a16="http://schemas.microsoft.com/office/drawing/2014/main" id="{5A943C33-BE09-650E-89C5-9F6770ACAE19}"/>
              </a:ext>
            </a:extLst>
          </p:cNvPr>
          <p:cNvSpPr>
            <a:spLocks noChangeShapeType="1"/>
          </p:cNvSpPr>
          <p:nvPr/>
        </p:nvSpPr>
        <p:spPr bwMode="auto">
          <a:xfrm>
            <a:off x="7586663" y="2453079"/>
            <a:ext cx="615950" cy="0"/>
          </a:xfrm>
          <a:prstGeom prst="line">
            <a:avLst/>
          </a:prstGeom>
          <a:noFill/>
          <a:ln w="5715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93324" name="Line 140">
            <a:extLst>
              <a:ext uri="{FF2B5EF4-FFF2-40B4-BE49-F238E27FC236}">
                <a16:creationId xmlns:a16="http://schemas.microsoft.com/office/drawing/2014/main" id="{14A5769E-EC92-A5B2-FAC1-68D60F289D93}"/>
              </a:ext>
            </a:extLst>
          </p:cNvPr>
          <p:cNvSpPr>
            <a:spLocks noChangeShapeType="1"/>
          </p:cNvSpPr>
          <p:nvPr/>
        </p:nvSpPr>
        <p:spPr bwMode="auto">
          <a:xfrm rot="5400000">
            <a:off x="7007225" y="1872054"/>
            <a:ext cx="355600"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93325" name="Line 141">
            <a:extLst>
              <a:ext uri="{FF2B5EF4-FFF2-40B4-BE49-F238E27FC236}">
                <a16:creationId xmlns:a16="http://schemas.microsoft.com/office/drawing/2014/main" id="{E25A785C-2092-6CC1-B9B3-EA23A7809EE4}"/>
              </a:ext>
            </a:extLst>
          </p:cNvPr>
          <p:cNvSpPr>
            <a:spLocks noChangeShapeType="1"/>
          </p:cNvSpPr>
          <p:nvPr/>
        </p:nvSpPr>
        <p:spPr bwMode="auto">
          <a:xfrm rot="-1459314">
            <a:off x="6453188" y="2657867"/>
            <a:ext cx="615950"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93327" name="Oval 143">
            <a:extLst>
              <a:ext uri="{FF2B5EF4-FFF2-40B4-BE49-F238E27FC236}">
                <a16:creationId xmlns:a16="http://schemas.microsoft.com/office/drawing/2014/main" id="{A01D9E53-63F7-491C-4F2F-3799B465061A}"/>
              </a:ext>
            </a:extLst>
          </p:cNvPr>
          <p:cNvSpPr>
            <a:spLocks noChangeArrowheads="1"/>
          </p:cNvSpPr>
          <p:nvPr/>
        </p:nvSpPr>
        <p:spPr bwMode="auto">
          <a:xfrm>
            <a:off x="5681663" y="1295792"/>
            <a:ext cx="3113087" cy="512762"/>
          </a:xfrm>
          <a:prstGeom prst="ellipse">
            <a:avLst/>
          </a:prstGeom>
          <a:gradFill rotWithShape="1">
            <a:gsLst>
              <a:gs pos="0">
                <a:schemeClr val="accent1">
                  <a:gamma/>
                  <a:shade val="46275"/>
                  <a:invGamma/>
                </a:schemeClr>
              </a:gs>
              <a:gs pos="50000">
                <a:schemeClr val="accent1">
                  <a:alpha val="50000"/>
                </a:schemeClr>
              </a:gs>
              <a:gs pos="100000">
                <a:schemeClr val="accent1">
                  <a:gamma/>
                  <a:shade val="46275"/>
                  <a:invGamma/>
                </a:scheme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93329" name="Line 145">
            <a:extLst>
              <a:ext uri="{FF2B5EF4-FFF2-40B4-BE49-F238E27FC236}">
                <a16:creationId xmlns:a16="http://schemas.microsoft.com/office/drawing/2014/main" id="{AE1CA30B-0544-CB59-DCDD-93EFD2BB1F62}"/>
              </a:ext>
            </a:extLst>
          </p:cNvPr>
          <p:cNvSpPr>
            <a:spLocks noChangeShapeType="1"/>
          </p:cNvSpPr>
          <p:nvPr/>
        </p:nvSpPr>
        <p:spPr bwMode="auto">
          <a:xfrm flipV="1">
            <a:off x="5692775" y="1530742"/>
            <a:ext cx="0" cy="23733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93330" name="Line 146">
            <a:extLst>
              <a:ext uri="{FF2B5EF4-FFF2-40B4-BE49-F238E27FC236}">
                <a16:creationId xmlns:a16="http://schemas.microsoft.com/office/drawing/2014/main" id="{034BA0F4-9ADD-F4C5-0EC6-21B0F5A41464}"/>
              </a:ext>
            </a:extLst>
          </p:cNvPr>
          <p:cNvSpPr>
            <a:spLocks noChangeShapeType="1"/>
          </p:cNvSpPr>
          <p:nvPr/>
        </p:nvSpPr>
        <p:spPr bwMode="auto">
          <a:xfrm flipV="1">
            <a:off x="8805863" y="1541854"/>
            <a:ext cx="0" cy="23733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pic>
        <p:nvPicPr>
          <p:cNvPr id="93315" name="Picture 131">
            <a:extLst>
              <a:ext uri="{FF2B5EF4-FFF2-40B4-BE49-F238E27FC236}">
                <a16:creationId xmlns:a16="http://schemas.microsoft.com/office/drawing/2014/main" id="{147A0CCC-7EC7-D608-94D6-A2290394AB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5302250" y="289317"/>
            <a:ext cx="2157413" cy="1309687"/>
          </a:xfrm>
          <a:prstGeom prst="rect">
            <a:avLst/>
          </a:prstGeom>
          <a:noFill/>
          <a:extLst>
            <a:ext uri="{909E8E84-426E-40DD-AFC4-6F175D3DCCD1}">
              <a14:hiddenFill xmlns:a14="http://schemas.microsoft.com/office/drawing/2010/main">
                <a:solidFill>
                  <a:srgbClr val="FFFFFF"/>
                </a:solidFill>
              </a14:hiddenFill>
            </a:ext>
          </a:extLst>
        </p:spPr>
      </p:pic>
      <p:sp>
        <p:nvSpPr>
          <p:cNvPr id="93328" name="Rectangle 144">
            <a:extLst>
              <a:ext uri="{FF2B5EF4-FFF2-40B4-BE49-F238E27FC236}">
                <a16:creationId xmlns:a16="http://schemas.microsoft.com/office/drawing/2014/main" id="{3281B730-CD3E-37AD-908E-FB325088EBB6}"/>
              </a:ext>
            </a:extLst>
          </p:cNvPr>
          <p:cNvSpPr>
            <a:spLocks noChangeArrowheads="1"/>
          </p:cNvSpPr>
          <p:nvPr/>
        </p:nvSpPr>
        <p:spPr bwMode="auto">
          <a:xfrm>
            <a:off x="5692775" y="1519629"/>
            <a:ext cx="3103563" cy="2384425"/>
          </a:xfrm>
          <a:prstGeom prst="rect">
            <a:avLst/>
          </a:prstGeom>
          <a:gradFill rotWithShape="1">
            <a:gsLst>
              <a:gs pos="0">
                <a:schemeClr val="accent1">
                  <a:gamma/>
                  <a:shade val="46275"/>
                  <a:invGamma/>
                </a:schemeClr>
              </a:gs>
              <a:gs pos="50000">
                <a:schemeClr val="accent1">
                  <a:alpha val="50000"/>
                </a:schemeClr>
              </a:gs>
              <a:gs pos="100000">
                <a:schemeClr val="accent1">
                  <a:gamma/>
                  <a:shade val="46275"/>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93331" name="Rectangle 147">
            <a:extLst>
              <a:ext uri="{FF2B5EF4-FFF2-40B4-BE49-F238E27FC236}">
                <a16:creationId xmlns:a16="http://schemas.microsoft.com/office/drawing/2014/main" id="{C36C2E8C-924B-CC74-EC3D-6A0AAEF3CA36}"/>
              </a:ext>
            </a:extLst>
          </p:cNvPr>
          <p:cNvSpPr>
            <a:spLocks noChangeArrowheads="1"/>
          </p:cNvSpPr>
          <p:nvPr/>
        </p:nvSpPr>
        <p:spPr bwMode="auto">
          <a:xfrm>
            <a:off x="-1" y="1371645"/>
            <a:ext cx="5602289"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dirty="0">
                <a:latin typeface="Courier New" panose="02070309020205020404" pitchFamily="49" charset="0"/>
                <a:sym typeface="Symbol" pitchFamily="2" charset="2"/>
              </a:rPr>
              <a:t></a:t>
            </a:r>
            <a:r>
              <a:rPr lang="en-US" altLang="en-CN" sz="2000" dirty="0">
                <a:latin typeface="Courier New" panose="02070309020205020404" pitchFamily="49" charset="0"/>
              </a:rPr>
              <a:t>Note that all of the horizontal forces cancel each other out.</a:t>
            </a:r>
            <a:endParaRPr lang="en-US" altLang="en-CN" sz="2000" b="1" dirty="0">
              <a:latin typeface="Courier New" panose="02070309020205020404" pitchFamily="49" charset="0"/>
            </a:endParaRPr>
          </a:p>
        </p:txBody>
      </p:sp>
      <p:sp>
        <p:nvSpPr>
          <p:cNvPr id="93332" name="Rectangle 148">
            <a:extLst>
              <a:ext uri="{FF2B5EF4-FFF2-40B4-BE49-F238E27FC236}">
                <a16:creationId xmlns:a16="http://schemas.microsoft.com/office/drawing/2014/main" id="{25F5DDFE-E708-5BC5-48F6-F17764533B9F}"/>
              </a:ext>
            </a:extLst>
          </p:cNvPr>
          <p:cNvSpPr>
            <a:spLocks noChangeArrowheads="1"/>
          </p:cNvSpPr>
          <p:nvPr/>
        </p:nvSpPr>
        <p:spPr bwMode="auto">
          <a:xfrm>
            <a:off x="15080" y="1999591"/>
            <a:ext cx="5579269"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a:latin typeface="Courier New" panose="02070309020205020404" pitchFamily="49" charset="0"/>
                <a:sym typeface="Symbol" pitchFamily="2" charset="2"/>
              </a:rPr>
              <a:t></a:t>
            </a:r>
            <a:r>
              <a:rPr lang="en-US" altLang="en-CN" sz="2000">
                <a:latin typeface="Courier New" panose="02070309020205020404" pitchFamily="49" charset="0"/>
              </a:rPr>
              <a:t>We can calculate the pressure on the bottom and the top of the cube:</a:t>
            </a:r>
            <a:endParaRPr lang="en-US" altLang="en-CN" sz="2000" b="1">
              <a:latin typeface="Courier New" panose="02070309020205020404" pitchFamily="49" charset="0"/>
            </a:endParaRPr>
          </a:p>
        </p:txBody>
      </p:sp>
      <p:sp>
        <p:nvSpPr>
          <p:cNvPr id="93334" name="Line 150">
            <a:extLst>
              <a:ext uri="{FF2B5EF4-FFF2-40B4-BE49-F238E27FC236}">
                <a16:creationId xmlns:a16="http://schemas.microsoft.com/office/drawing/2014/main" id="{3B1AA00C-3182-DB3A-979E-91638CB7C3D4}"/>
              </a:ext>
            </a:extLst>
          </p:cNvPr>
          <p:cNvSpPr>
            <a:spLocks noChangeShapeType="1"/>
          </p:cNvSpPr>
          <p:nvPr/>
        </p:nvSpPr>
        <p:spPr bwMode="auto">
          <a:xfrm>
            <a:off x="7162800" y="1521217"/>
            <a:ext cx="1622425"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93335" name="Line 151">
            <a:extLst>
              <a:ext uri="{FF2B5EF4-FFF2-40B4-BE49-F238E27FC236}">
                <a16:creationId xmlns:a16="http://schemas.microsoft.com/office/drawing/2014/main" id="{390AFB15-04C0-6ECD-3906-8D28EDF878DA}"/>
              </a:ext>
            </a:extLst>
          </p:cNvPr>
          <p:cNvSpPr>
            <a:spLocks noChangeShapeType="1"/>
          </p:cNvSpPr>
          <p:nvPr/>
        </p:nvSpPr>
        <p:spPr bwMode="auto">
          <a:xfrm>
            <a:off x="7554913" y="2054617"/>
            <a:ext cx="2603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93336" name="Line 152">
            <a:extLst>
              <a:ext uri="{FF2B5EF4-FFF2-40B4-BE49-F238E27FC236}">
                <a16:creationId xmlns:a16="http://schemas.microsoft.com/office/drawing/2014/main" id="{288C78F4-0017-777E-B159-BF574BA730F6}"/>
              </a:ext>
            </a:extLst>
          </p:cNvPr>
          <p:cNvSpPr>
            <a:spLocks noChangeShapeType="1"/>
          </p:cNvSpPr>
          <p:nvPr/>
        </p:nvSpPr>
        <p:spPr bwMode="auto">
          <a:xfrm>
            <a:off x="7729538" y="1521217"/>
            <a:ext cx="0" cy="5334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93337" name="Text Box 153">
            <a:extLst>
              <a:ext uri="{FF2B5EF4-FFF2-40B4-BE49-F238E27FC236}">
                <a16:creationId xmlns:a16="http://schemas.microsoft.com/office/drawing/2014/main" id="{5C052DB3-6FF9-F7B8-4B33-F0BEC1A38C41}"/>
              </a:ext>
            </a:extLst>
          </p:cNvPr>
          <p:cNvSpPr txBox="1">
            <a:spLocks noChangeArrowheads="1"/>
          </p:cNvSpPr>
          <p:nvPr/>
        </p:nvSpPr>
        <p:spPr bwMode="auto">
          <a:xfrm>
            <a:off x="7713663" y="1621229"/>
            <a:ext cx="3952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i="1"/>
              <a:t>h</a:t>
            </a:r>
            <a:r>
              <a:rPr lang="en-US" altLang="en-CN" i="1" baseline="-25000"/>
              <a:t>1</a:t>
            </a:r>
            <a:endParaRPr lang="en-US" altLang="en-CN" i="1"/>
          </a:p>
        </p:txBody>
      </p:sp>
      <p:sp>
        <p:nvSpPr>
          <p:cNvPr id="93338" name="Line 154">
            <a:extLst>
              <a:ext uri="{FF2B5EF4-FFF2-40B4-BE49-F238E27FC236}">
                <a16:creationId xmlns:a16="http://schemas.microsoft.com/office/drawing/2014/main" id="{6D784AB4-9819-93A2-DC6B-B2FDD586FAAB}"/>
              </a:ext>
            </a:extLst>
          </p:cNvPr>
          <p:cNvSpPr>
            <a:spLocks noChangeShapeType="1"/>
          </p:cNvSpPr>
          <p:nvPr/>
        </p:nvSpPr>
        <p:spPr bwMode="auto">
          <a:xfrm>
            <a:off x="7577138" y="2837254"/>
            <a:ext cx="6302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93339" name="Line 155">
            <a:extLst>
              <a:ext uri="{FF2B5EF4-FFF2-40B4-BE49-F238E27FC236}">
                <a16:creationId xmlns:a16="http://schemas.microsoft.com/office/drawing/2014/main" id="{F3B17A1C-621A-E400-48FC-D67311FC9881}"/>
              </a:ext>
            </a:extLst>
          </p:cNvPr>
          <p:cNvSpPr>
            <a:spLocks noChangeShapeType="1"/>
          </p:cNvSpPr>
          <p:nvPr/>
        </p:nvSpPr>
        <p:spPr bwMode="auto">
          <a:xfrm>
            <a:off x="8078788" y="1521217"/>
            <a:ext cx="0" cy="1304925"/>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93340" name="Text Box 156">
            <a:extLst>
              <a:ext uri="{FF2B5EF4-FFF2-40B4-BE49-F238E27FC236}">
                <a16:creationId xmlns:a16="http://schemas.microsoft.com/office/drawing/2014/main" id="{F9E963A9-2C1B-81F5-FD54-949636431267}"/>
              </a:ext>
            </a:extLst>
          </p:cNvPr>
          <p:cNvSpPr txBox="1">
            <a:spLocks noChangeArrowheads="1"/>
          </p:cNvSpPr>
          <p:nvPr/>
        </p:nvSpPr>
        <p:spPr bwMode="auto">
          <a:xfrm>
            <a:off x="8018463" y="1927617"/>
            <a:ext cx="3952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i="1"/>
              <a:t>h</a:t>
            </a:r>
            <a:r>
              <a:rPr lang="en-US" altLang="en-CN" i="1" baseline="-25000"/>
              <a:t>2</a:t>
            </a:r>
            <a:endParaRPr lang="en-US" altLang="en-CN" i="1"/>
          </a:p>
        </p:txBody>
      </p:sp>
      <p:sp>
        <p:nvSpPr>
          <p:cNvPr id="93341" name="Rectangle 157">
            <a:extLst>
              <a:ext uri="{FF2B5EF4-FFF2-40B4-BE49-F238E27FC236}">
                <a16:creationId xmlns:a16="http://schemas.microsoft.com/office/drawing/2014/main" id="{0720D5D6-2B4F-1CAD-B4B3-6F00114F4839}"/>
              </a:ext>
            </a:extLst>
          </p:cNvPr>
          <p:cNvSpPr>
            <a:spLocks noChangeArrowheads="1"/>
          </p:cNvSpPr>
          <p:nvPr/>
        </p:nvSpPr>
        <p:spPr bwMode="auto">
          <a:xfrm>
            <a:off x="597692" y="2647290"/>
            <a:ext cx="150018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p</a:t>
            </a:r>
            <a:r>
              <a:rPr lang="en-US" altLang="en-CN" sz="1800" i="1" baseline="-25000">
                <a:latin typeface="Courier New" panose="02070309020205020404" pitchFamily="49" charset="0"/>
              </a:rPr>
              <a:t>1</a:t>
            </a:r>
            <a:r>
              <a:rPr lang="en-US" altLang="en-CN" sz="1800">
                <a:latin typeface="Courier New" panose="02070309020205020404" pitchFamily="49" charset="0"/>
              </a:rPr>
              <a:t> = </a:t>
            </a:r>
            <a:r>
              <a:rPr lang="en-US" altLang="en-CN" sz="1800" i="1">
                <a:latin typeface="Courier New" panose="02070309020205020404" pitchFamily="49" charset="0"/>
                <a:sym typeface="Symbol" pitchFamily="2" charset="2"/>
              </a:rPr>
              <a:t>gh</a:t>
            </a:r>
            <a:r>
              <a:rPr lang="en-US" altLang="en-CN" sz="1800" i="1" baseline="-25000">
                <a:latin typeface="Courier New" panose="02070309020205020404" pitchFamily="49" charset="0"/>
                <a:sym typeface="Symbol" pitchFamily="2" charset="2"/>
              </a:rPr>
              <a:t>1</a:t>
            </a:r>
            <a:endParaRPr lang="en-US" altLang="en-CN" sz="1600" b="1" i="1">
              <a:latin typeface="Courier New" panose="02070309020205020404" pitchFamily="49" charset="0"/>
              <a:sym typeface="Symbol" pitchFamily="2" charset="2"/>
            </a:endParaRPr>
          </a:p>
        </p:txBody>
      </p:sp>
      <p:sp>
        <p:nvSpPr>
          <p:cNvPr id="93342" name="Rectangle 158">
            <a:extLst>
              <a:ext uri="{FF2B5EF4-FFF2-40B4-BE49-F238E27FC236}">
                <a16:creationId xmlns:a16="http://schemas.microsoft.com/office/drawing/2014/main" id="{1A5C87AA-9864-77B2-C6BA-54E2707CCBA6}"/>
              </a:ext>
            </a:extLst>
          </p:cNvPr>
          <p:cNvSpPr>
            <a:spLocks noChangeArrowheads="1"/>
          </p:cNvSpPr>
          <p:nvPr/>
        </p:nvSpPr>
        <p:spPr bwMode="auto">
          <a:xfrm>
            <a:off x="2486817" y="2634590"/>
            <a:ext cx="150018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p</a:t>
            </a:r>
            <a:r>
              <a:rPr lang="en-US" altLang="en-CN" sz="1800" i="1" baseline="-25000">
                <a:latin typeface="Courier New" panose="02070309020205020404" pitchFamily="49" charset="0"/>
              </a:rPr>
              <a:t>2</a:t>
            </a:r>
            <a:r>
              <a:rPr lang="en-US" altLang="en-CN" sz="1800">
                <a:latin typeface="Courier New" panose="02070309020205020404" pitchFamily="49" charset="0"/>
              </a:rPr>
              <a:t> = </a:t>
            </a:r>
            <a:r>
              <a:rPr lang="en-US" altLang="en-CN" sz="1800" i="1">
                <a:latin typeface="Courier New" panose="02070309020205020404" pitchFamily="49" charset="0"/>
                <a:sym typeface="Symbol" pitchFamily="2" charset="2"/>
              </a:rPr>
              <a:t>gh</a:t>
            </a:r>
            <a:r>
              <a:rPr lang="en-US" altLang="en-CN" sz="1800" i="1" baseline="-25000">
                <a:latin typeface="Courier New" panose="02070309020205020404" pitchFamily="49" charset="0"/>
                <a:sym typeface="Symbol" pitchFamily="2" charset="2"/>
              </a:rPr>
              <a:t>2</a:t>
            </a:r>
            <a:endParaRPr lang="en-US" altLang="en-CN" sz="1600" b="1" i="1">
              <a:latin typeface="Courier New" panose="02070309020205020404" pitchFamily="49" charset="0"/>
              <a:sym typeface="Symbol" pitchFamily="2" charset="2"/>
            </a:endParaRPr>
          </a:p>
        </p:txBody>
      </p:sp>
      <p:sp>
        <p:nvSpPr>
          <p:cNvPr id="93343" name="Rectangle 159">
            <a:extLst>
              <a:ext uri="{FF2B5EF4-FFF2-40B4-BE49-F238E27FC236}">
                <a16:creationId xmlns:a16="http://schemas.microsoft.com/office/drawing/2014/main" id="{E825FEFC-8553-31A1-D533-786A9E9CAA6E}"/>
              </a:ext>
            </a:extLst>
          </p:cNvPr>
          <p:cNvSpPr>
            <a:spLocks noChangeArrowheads="1"/>
          </p:cNvSpPr>
          <p:nvPr/>
        </p:nvSpPr>
        <p:spPr bwMode="auto">
          <a:xfrm>
            <a:off x="596105" y="3047340"/>
            <a:ext cx="137001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F</a:t>
            </a:r>
            <a:r>
              <a:rPr lang="en-US" altLang="en-CN" sz="1800" i="1" baseline="-25000">
                <a:latin typeface="Courier New" panose="02070309020205020404" pitchFamily="49" charset="0"/>
              </a:rPr>
              <a:t>1</a:t>
            </a:r>
            <a:r>
              <a:rPr lang="en-US" altLang="en-CN" sz="1800" i="1">
                <a:latin typeface="Courier New" panose="02070309020205020404" pitchFamily="49" charset="0"/>
              </a:rPr>
              <a:t> </a:t>
            </a:r>
            <a:r>
              <a:rPr lang="en-US" altLang="en-CN" sz="1800">
                <a:latin typeface="Courier New" panose="02070309020205020404" pitchFamily="49" charset="0"/>
              </a:rPr>
              <a:t>= </a:t>
            </a:r>
            <a:r>
              <a:rPr lang="en-US" altLang="en-CN" sz="1800" i="1">
                <a:latin typeface="Courier New" panose="02070309020205020404" pitchFamily="49" charset="0"/>
              </a:rPr>
              <a:t>p</a:t>
            </a:r>
            <a:r>
              <a:rPr lang="en-US" altLang="en-CN" sz="1800" i="1" baseline="-25000">
                <a:latin typeface="Courier New" panose="02070309020205020404" pitchFamily="49" charset="0"/>
              </a:rPr>
              <a:t>1</a:t>
            </a:r>
            <a:r>
              <a:rPr lang="en-US" altLang="en-CN" sz="1800" i="1">
                <a:latin typeface="Courier New" panose="02070309020205020404" pitchFamily="49" charset="0"/>
              </a:rPr>
              <a:t>A</a:t>
            </a:r>
            <a:endParaRPr lang="en-US" altLang="en-CN" sz="1600" b="1" i="1">
              <a:latin typeface="Courier New" panose="02070309020205020404" pitchFamily="49" charset="0"/>
              <a:sym typeface="Symbol" pitchFamily="2" charset="2"/>
            </a:endParaRPr>
          </a:p>
        </p:txBody>
      </p:sp>
      <p:sp>
        <p:nvSpPr>
          <p:cNvPr id="93345" name="Rectangle 161">
            <a:extLst>
              <a:ext uri="{FF2B5EF4-FFF2-40B4-BE49-F238E27FC236}">
                <a16:creationId xmlns:a16="http://schemas.microsoft.com/office/drawing/2014/main" id="{39C54CF1-BEC0-BD37-8E6A-F66757BC2D14}"/>
              </a:ext>
            </a:extLst>
          </p:cNvPr>
          <p:cNvSpPr>
            <a:spLocks noChangeArrowheads="1"/>
          </p:cNvSpPr>
          <p:nvPr/>
        </p:nvSpPr>
        <p:spPr bwMode="auto">
          <a:xfrm>
            <a:off x="2485230" y="3048928"/>
            <a:ext cx="137001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F</a:t>
            </a:r>
            <a:r>
              <a:rPr lang="en-US" altLang="en-CN" sz="1800" i="1" baseline="-25000">
                <a:latin typeface="Courier New" panose="02070309020205020404" pitchFamily="49" charset="0"/>
              </a:rPr>
              <a:t>2</a:t>
            </a:r>
            <a:r>
              <a:rPr lang="en-US" altLang="en-CN" sz="1800" i="1">
                <a:latin typeface="Courier New" panose="02070309020205020404" pitchFamily="49" charset="0"/>
              </a:rPr>
              <a:t> </a:t>
            </a:r>
            <a:r>
              <a:rPr lang="en-US" altLang="en-CN" sz="1800">
                <a:latin typeface="Courier New" panose="02070309020205020404" pitchFamily="49" charset="0"/>
              </a:rPr>
              <a:t>= </a:t>
            </a:r>
            <a:r>
              <a:rPr lang="en-US" altLang="en-CN" sz="1800" i="1">
                <a:latin typeface="Courier New" panose="02070309020205020404" pitchFamily="49" charset="0"/>
              </a:rPr>
              <a:t>p</a:t>
            </a:r>
            <a:r>
              <a:rPr lang="en-US" altLang="en-CN" sz="1800" i="1" baseline="-25000">
                <a:latin typeface="Courier New" panose="02070309020205020404" pitchFamily="49" charset="0"/>
              </a:rPr>
              <a:t>2</a:t>
            </a:r>
            <a:r>
              <a:rPr lang="en-US" altLang="en-CN" sz="1800" i="1">
                <a:latin typeface="Courier New" panose="02070309020205020404" pitchFamily="49" charset="0"/>
              </a:rPr>
              <a:t>A</a:t>
            </a:r>
            <a:endParaRPr lang="en-US" altLang="en-CN" sz="1600" b="1" i="1">
              <a:latin typeface="Courier New" panose="02070309020205020404" pitchFamily="49" charset="0"/>
              <a:sym typeface="Symbol" pitchFamily="2" charset="2"/>
            </a:endParaRPr>
          </a:p>
        </p:txBody>
      </p:sp>
      <p:sp>
        <p:nvSpPr>
          <p:cNvPr id="93346" name="Rectangle 162">
            <a:extLst>
              <a:ext uri="{FF2B5EF4-FFF2-40B4-BE49-F238E27FC236}">
                <a16:creationId xmlns:a16="http://schemas.microsoft.com/office/drawing/2014/main" id="{20CC67BE-A61D-1669-5410-A8DA777E9A74}"/>
              </a:ext>
            </a:extLst>
          </p:cNvPr>
          <p:cNvSpPr>
            <a:spLocks noChangeArrowheads="1"/>
          </p:cNvSpPr>
          <p:nvPr/>
        </p:nvSpPr>
        <p:spPr bwMode="auto">
          <a:xfrm>
            <a:off x="597692" y="3439453"/>
            <a:ext cx="1641475"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F</a:t>
            </a:r>
            <a:r>
              <a:rPr lang="en-US" altLang="en-CN" sz="1800" i="1" baseline="-25000">
                <a:latin typeface="Courier New" panose="02070309020205020404" pitchFamily="49" charset="0"/>
              </a:rPr>
              <a:t>1</a:t>
            </a:r>
            <a:r>
              <a:rPr lang="en-US" altLang="en-CN" sz="1800" i="1">
                <a:latin typeface="Courier New" panose="02070309020205020404" pitchFamily="49" charset="0"/>
              </a:rPr>
              <a:t> </a:t>
            </a:r>
            <a:r>
              <a:rPr lang="en-US" altLang="en-CN" sz="1800">
                <a:latin typeface="Courier New" panose="02070309020205020404" pitchFamily="49" charset="0"/>
              </a:rPr>
              <a:t>= </a:t>
            </a:r>
            <a:r>
              <a:rPr lang="en-US" altLang="en-CN" sz="1800" i="1">
                <a:latin typeface="Courier New" panose="02070309020205020404" pitchFamily="49" charset="0"/>
                <a:sym typeface="Symbol" pitchFamily="2" charset="2"/>
              </a:rPr>
              <a:t>gh</a:t>
            </a:r>
            <a:r>
              <a:rPr lang="en-US" altLang="en-CN" sz="1800" i="1" baseline="-25000">
                <a:latin typeface="Courier New" panose="02070309020205020404" pitchFamily="49" charset="0"/>
                <a:sym typeface="Symbol" pitchFamily="2" charset="2"/>
              </a:rPr>
              <a:t>1</a:t>
            </a:r>
            <a:r>
              <a:rPr lang="en-US" altLang="en-CN" sz="1800" i="1">
                <a:latin typeface="Courier New" panose="02070309020205020404" pitchFamily="49" charset="0"/>
              </a:rPr>
              <a:t>A</a:t>
            </a:r>
            <a:endParaRPr lang="en-US" altLang="en-CN" sz="1800" i="1" baseline="-25000">
              <a:latin typeface="Courier New" panose="02070309020205020404" pitchFamily="49" charset="0"/>
            </a:endParaRPr>
          </a:p>
        </p:txBody>
      </p:sp>
      <p:sp>
        <p:nvSpPr>
          <p:cNvPr id="93347" name="Rectangle 163">
            <a:extLst>
              <a:ext uri="{FF2B5EF4-FFF2-40B4-BE49-F238E27FC236}">
                <a16:creationId xmlns:a16="http://schemas.microsoft.com/office/drawing/2014/main" id="{0BA77A7E-23BD-9E7C-7473-2B1FBB79FFFF}"/>
              </a:ext>
            </a:extLst>
          </p:cNvPr>
          <p:cNvSpPr>
            <a:spLocks noChangeArrowheads="1"/>
          </p:cNvSpPr>
          <p:nvPr/>
        </p:nvSpPr>
        <p:spPr bwMode="auto">
          <a:xfrm>
            <a:off x="2453480" y="3448978"/>
            <a:ext cx="1641475"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F</a:t>
            </a:r>
            <a:r>
              <a:rPr lang="en-US" altLang="en-CN" sz="1800" i="1" baseline="-25000">
                <a:latin typeface="Courier New" panose="02070309020205020404" pitchFamily="49" charset="0"/>
              </a:rPr>
              <a:t>2</a:t>
            </a:r>
            <a:r>
              <a:rPr lang="en-US" altLang="en-CN" sz="1800" i="1">
                <a:latin typeface="Courier New" panose="02070309020205020404" pitchFamily="49" charset="0"/>
              </a:rPr>
              <a:t> </a:t>
            </a:r>
            <a:r>
              <a:rPr lang="en-US" altLang="en-CN" sz="1800">
                <a:latin typeface="Courier New" panose="02070309020205020404" pitchFamily="49" charset="0"/>
              </a:rPr>
              <a:t>= </a:t>
            </a:r>
            <a:r>
              <a:rPr lang="en-US" altLang="en-CN" sz="1800" i="1">
                <a:latin typeface="Courier New" panose="02070309020205020404" pitchFamily="49" charset="0"/>
                <a:sym typeface="Symbol" pitchFamily="2" charset="2"/>
              </a:rPr>
              <a:t>gh</a:t>
            </a:r>
            <a:r>
              <a:rPr lang="en-US" altLang="en-CN" sz="1800" i="1" baseline="-25000">
                <a:latin typeface="Courier New" panose="02070309020205020404" pitchFamily="49" charset="0"/>
                <a:sym typeface="Symbol" pitchFamily="2" charset="2"/>
              </a:rPr>
              <a:t>2</a:t>
            </a:r>
            <a:r>
              <a:rPr lang="en-US" altLang="en-CN" sz="1800" i="1">
                <a:latin typeface="Courier New" panose="02070309020205020404" pitchFamily="49" charset="0"/>
              </a:rPr>
              <a:t>A</a:t>
            </a:r>
            <a:endParaRPr lang="en-US" altLang="en-CN" sz="1800" i="1" baseline="-25000">
              <a:latin typeface="Courier New" panose="02070309020205020404" pitchFamily="49" charset="0"/>
            </a:endParaRPr>
          </a:p>
        </p:txBody>
      </p:sp>
      <p:sp>
        <p:nvSpPr>
          <p:cNvPr id="93350" name="Rectangle 166">
            <a:extLst>
              <a:ext uri="{FF2B5EF4-FFF2-40B4-BE49-F238E27FC236}">
                <a16:creationId xmlns:a16="http://schemas.microsoft.com/office/drawing/2014/main" id="{8E9DF318-9157-B255-F8F4-09056A9194D1}"/>
              </a:ext>
            </a:extLst>
          </p:cNvPr>
          <p:cNvSpPr>
            <a:spLocks noChangeArrowheads="1"/>
          </p:cNvSpPr>
          <p:nvPr/>
        </p:nvSpPr>
        <p:spPr bwMode="auto">
          <a:xfrm>
            <a:off x="-9686" y="4221986"/>
            <a:ext cx="9153685"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dirty="0">
                <a:latin typeface="Courier New" panose="02070309020205020404" pitchFamily="49" charset="0"/>
                <a:sym typeface="Symbol" pitchFamily="2" charset="2"/>
              </a:rPr>
              <a:t></a:t>
            </a:r>
            <a:r>
              <a:rPr lang="en-US" altLang="en-CN" sz="2000" dirty="0">
                <a:latin typeface="Courier New" panose="02070309020205020404" pitchFamily="49" charset="0"/>
              </a:rPr>
              <a:t>The </a:t>
            </a:r>
            <a:r>
              <a:rPr lang="en-US" altLang="en-CN" sz="2000" b="1" dirty="0">
                <a:latin typeface="Courier New" panose="02070309020205020404" pitchFamily="49" charset="0"/>
              </a:rPr>
              <a:t>upthrust</a:t>
            </a:r>
            <a:r>
              <a:rPr lang="en-US" altLang="en-CN" sz="2000" dirty="0">
                <a:latin typeface="Courier New" panose="02070309020205020404" pitchFamily="49" charset="0"/>
              </a:rPr>
              <a:t> </a:t>
            </a:r>
            <a:r>
              <a:rPr lang="en-US" altLang="en-CN" sz="2000" b="1" dirty="0">
                <a:latin typeface="Courier New" panose="02070309020205020404" pitchFamily="49" charset="0"/>
              </a:rPr>
              <a:t>(buoyant force F</a:t>
            </a:r>
            <a:r>
              <a:rPr lang="en-US" altLang="en-CN" sz="2000" b="1" baseline="-25000" dirty="0">
                <a:latin typeface="Courier New" panose="02070309020205020404" pitchFamily="49" charset="0"/>
              </a:rPr>
              <a:t>b</a:t>
            </a:r>
            <a:r>
              <a:rPr lang="en-US" altLang="en-CN" sz="2000" b="1" dirty="0">
                <a:latin typeface="Courier New" panose="02070309020205020404" pitchFamily="49" charset="0"/>
              </a:rPr>
              <a:t> )</a:t>
            </a:r>
            <a:r>
              <a:rPr lang="en-US" altLang="en-CN" sz="2000" dirty="0">
                <a:latin typeface="Courier New" panose="02070309020205020404" pitchFamily="49" charset="0"/>
              </a:rPr>
              <a:t>is the net upward force acting on the cube, and is the difference between the two forces:</a:t>
            </a:r>
            <a:endParaRPr lang="en-US" altLang="en-CN" sz="2000" b="1" dirty="0">
              <a:latin typeface="Courier New" panose="02070309020205020404" pitchFamily="49" charset="0"/>
            </a:endParaRPr>
          </a:p>
        </p:txBody>
      </p:sp>
      <p:sp>
        <p:nvSpPr>
          <p:cNvPr id="93351" name="Rectangle 167">
            <a:extLst>
              <a:ext uri="{FF2B5EF4-FFF2-40B4-BE49-F238E27FC236}">
                <a16:creationId xmlns:a16="http://schemas.microsoft.com/office/drawing/2014/main" id="{998C8FD6-361A-EBA9-354A-2D1643543EAE}"/>
              </a:ext>
            </a:extLst>
          </p:cNvPr>
          <p:cNvSpPr>
            <a:spLocks noChangeArrowheads="1"/>
          </p:cNvSpPr>
          <p:nvPr/>
        </p:nvSpPr>
        <p:spPr bwMode="auto">
          <a:xfrm>
            <a:off x="1265238" y="5176838"/>
            <a:ext cx="1825625"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F</a:t>
            </a:r>
            <a:r>
              <a:rPr lang="en-US" altLang="en-CN" sz="1800" i="1" baseline="-25000">
                <a:latin typeface="Courier New" panose="02070309020205020404" pitchFamily="49" charset="0"/>
              </a:rPr>
              <a:t>b</a:t>
            </a:r>
            <a:r>
              <a:rPr lang="en-US" altLang="en-CN" sz="1800" i="1">
                <a:latin typeface="Courier New" panose="02070309020205020404" pitchFamily="49" charset="0"/>
              </a:rPr>
              <a:t> </a:t>
            </a:r>
            <a:r>
              <a:rPr lang="en-US" altLang="en-CN" sz="1800">
                <a:latin typeface="Courier New" panose="02070309020205020404" pitchFamily="49" charset="0"/>
              </a:rPr>
              <a:t>= </a:t>
            </a:r>
            <a:r>
              <a:rPr lang="en-US" altLang="en-CN" sz="1800" i="1">
                <a:latin typeface="Courier New" panose="02070309020205020404" pitchFamily="49" charset="0"/>
              </a:rPr>
              <a:t>F</a:t>
            </a:r>
            <a:r>
              <a:rPr lang="en-US" altLang="en-CN" sz="1800" i="1" baseline="-25000">
                <a:latin typeface="Courier New" panose="02070309020205020404" pitchFamily="49" charset="0"/>
              </a:rPr>
              <a:t>2</a:t>
            </a:r>
            <a:r>
              <a:rPr lang="en-US" altLang="en-CN" sz="1800" i="1">
                <a:latin typeface="Courier New" panose="02070309020205020404" pitchFamily="49" charset="0"/>
              </a:rPr>
              <a:t> </a:t>
            </a:r>
            <a:r>
              <a:rPr lang="en-US" altLang="en-CN" sz="1800">
                <a:latin typeface="Courier New" panose="02070309020205020404" pitchFamily="49" charset="0"/>
              </a:rPr>
              <a:t>- </a:t>
            </a:r>
            <a:r>
              <a:rPr lang="en-US" altLang="en-CN" sz="1800" i="1">
                <a:latin typeface="Courier New" panose="02070309020205020404" pitchFamily="49" charset="0"/>
              </a:rPr>
              <a:t>F</a:t>
            </a:r>
            <a:r>
              <a:rPr lang="en-US" altLang="en-CN" sz="1800" i="1" baseline="-25000">
                <a:latin typeface="Courier New" panose="02070309020205020404" pitchFamily="49" charset="0"/>
              </a:rPr>
              <a:t>1</a:t>
            </a:r>
          </a:p>
        </p:txBody>
      </p:sp>
      <p:sp>
        <p:nvSpPr>
          <p:cNvPr id="93352" name="Text Box 168">
            <a:extLst>
              <a:ext uri="{FF2B5EF4-FFF2-40B4-BE49-F238E27FC236}">
                <a16:creationId xmlns:a16="http://schemas.microsoft.com/office/drawing/2014/main" id="{8E53E589-80DB-4F00-402B-A4317F965194}"/>
              </a:ext>
            </a:extLst>
          </p:cNvPr>
          <p:cNvSpPr txBox="1">
            <a:spLocks noChangeArrowheads="1"/>
          </p:cNvSpPr>
          <p:nvPr/>
        </p:nvSpPr>
        <p:spPr bwMode="auto">
          <a:xfrm>
            <a:off x="7159625" y="1576779"/>
            <a:ext cx="4079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i="1"/>
              <a:t>F</a:t>
            </a:r>
            <a:r>
              <a:rPr lang="en-US" altLang="en-CN" i="1" baseline="-25000"/>
              <a:t>1</a:t>
            </a:r>
            <a:endParaRPr lang="en-US" altLang="en-CN" i="1"/>
          </a:p>
        </p:txBody>
      </p:sp>
      <p:sp>
        <p:nvSpPr>
          <p:cNvPr id="93353" name="Text Box 169">
            <a:extLst>
              <a:ext uri="{FF2B5EF4-FFF2-40B4-BE49-F238E27FC236}">
                <a16:creationId xmlns:a16="http://schemas.microsoft.com/office/drawing/2014/main" id="{EF92E846-0439-8A3D-D5B9-26883C1D164E}"/>
              </a:ext>
            </a:extLst>
          </p:cNvPr>
          <p:cNvSpPr txBox="1">
            <a:spLocks noChangeArrowheads="1"/>
          </p:cNvSpPr>
          <p:nvPr/>
        </p:nvSpPr>
        <p:spPr bwMode="auto">
          <a:xfrm>
            <a:off x="7169150" y="3256354"/>
            <a:ext cx="4079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i="1"/>
              <a:t>F</a:t>
            </a:r>
            <a:r>
              <a:rPr lang="en-US" altLang="en-CN" i="1" baseline="-25000"/>
              <a:t>2</a:t>
            </a:r>
            <a:endParaRPr lang="en-US" altLang="en-CN" i="1"/>
          </a:p>
        </p:txBody>
      </p:sp>
      <p:sp>
        <p:nvSpPr>
          <p:cNvPr id="93354" name="Rectangle 170">
            <a:extLst>
              <a:ext uri="{FF2B5EF4-FFF2-40B4-BE49-F238E27FC236}">
                <a16:creationId xmlns:a16="http://schemas.microsoft.com/office/drawing/2014/main" id="{BE8144CA-1CC2-2F14-2BA8-680C7D30320E}"/>
              </a:ext>
            </a:extLst>
          </p:cNvPr>
          <p:cNvSpPr>
            <a:spLocks noChangeArrowheads="1"/>
          </p:cNvSpPr>
          <p:nvPr/>
        </p:nvSpPr>
        <p:spPr bwMode="auto">
          <a:xfrm>
            <a:off x="3009900" y="5153025"/>
            <a:ext cx="223043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a:latin typeface="Courier New" panose="02070309020205020404" pitchFamily="49" charset="0"/>
              </a:rPr>
              <a:t>= </a:t>
            </a:r>
            <a:r>
              <a:rPr lang="en-US" altLang="en-CN" sz="1800" i="1">
                <a:latin typeface="Courier New" panose="02070309020205020404" pitchFamily="49" charset="0"/>
                <a:sym typeface="Symbol" pitchFamily="2" charset="2"/>
              </a:rPr>
              <a:t>gh</a:t>
            </a:r>
            <a:r>
              <a:rPr lang="en-US" altLang="en-CN" sz="1800" i="1" baseline="-25000">
                <a:latin typeface="Courier New" panose="02070309020205020404" pitchFamily="49" charset="0"/>
                <a:sym typeface="Symbol" pitchFamily="2" charset="2"/>
              </a:rPr>
              <a:t>2</a:t>
            </a:r>
            <a:r>
              <a:rPr lang="en-US" altLang="en-CN" sz="1800" i="1">
                <a:latin typeface="Courier New" panose="02070309020205020404" pitchFamily="49" charset="0"/>
              </a:rPr>
              <a:t>A - </a:t>
            </a:r>
            <a:r>
              <a:rPr lang="en-US" altLang="en-CN" sz="1800" i="1">
                <a:latin typeface="Courier New" panose="02070309020205020404" pitchFamily="49" charset="0"/>
                <a:sym typeface="Symbol" pitchFamily="2" charset="2"/>
              </a:rPr>
              <a:t>gh</a:t>
            </a:r>
            <a:r>
              <a:rPr lang="en-US" altLang="en-CN" sz="1800" i="1" baseline="-25000">
                <a:latin typeface="Courier New" panose="02070309020205020404" pitchFamily="49" charset="0"/>
                <a:sym typeface="Symbol" pitchFamily="2" charset="2"/>
              </a:rPr>
              <a:t>1</a:t>
            </a:r>
            <a:r>
              <a:rPr lang="en-US" altLang="en-CN" sz="1800" i="1">
                <a:latin typeface="Courier New" panose="02070309020205020404" pitchFamily="49" charset="0"/>
              </a:rPr>
              <a:t>A</a:t>
            </a:r>
            <a:endParaRPr lang="en-US" altLang="en-CN" sz="1800" i="1" baseline="-25000">
              <a:latin typeface="Courier New" panose="02070309020205020404" pitchFamily="49" charset="0"/>
            </a:endParaRPr>
          </a:p>
        </p:txBody>
      </p:sp>
      <p:sp>
        <p:nvSpPr>
          <p:cNvPr id="93355" name="Rectangle 171">
            <a:extLst>
              <a:ext uri="{FF2B5EF4-FFF2-40B4-BE49-F238E27FC236}">
                <a16:creationId xmlns:a16="http://schemas.microsoft.com/office/drawing/2014/main" id="{8E48DE67-6ACE-443C-1F3E-47A1F8157B0A}"/>
              </a:ext>
            </a:extLst>
          </p:cNvPr>
          <p:cNvSpPr>
            <a:spLocks noChangeArrowheads="1"/>
          </p:cNvSpPr>
          <p:nvPr/>
        </p:nvSpPr>
        <p:spPr bwMode="auto">
          <a:xfrm>
            <a:off x="5208588" y="5164138"/>
            <a:ext cx="2230437" cy="382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a:latin typeface="Courier New" panose="02070309020205020404" pitchFamily="49" charset="0"/>
              </a:rPr>
              <a:t>= </a:t>
            </a:r>
            <a:r>
              <a:rPr lang="en-US" altLang="en-CN" sz="1800" i="1">
                <a:latin typeface="Courier New" panose="02070309020205020404" pitchFamily="49" charset="0"/>
                <a:sym typeface="Symbol" pitchFamily="2" charset="2"/>
              </a:rPr>
              <a:t>g</a:t>
            </a:r>
            <a:r>
              <a:rPr lang="en-US" altLang="en-CN" sz="1800">
                <a:latin typeface="Courier New" panose="02070309020205020404" pitchFamily="49" charset="0"/>
                <a:sym typeface="Symbol" pitchFamily="2" charset="2"/>
              </a:rPr>
              <a:t>(</a:t>
            </a:r>
            <a:r>
              <a:rPr lang="en-US" altLang="en-CN" sz="1800" i="1">
                <a:latin typeface="Courier New" panose="02070309020205020404" pitchFamily="49" charset="0"/>
                <a:sym typeface="Symbol" pitchFamily="2" charset="2"/>
              </a:rPr>
              <a:t>h</a:t>
            </a:r>
            <a:r>
              <a:rPr lang="en-US" altLang="en-CN" sz="1800" i="1" baseline="-25000">
                <a:latin typeface="Courier New" panose="02070309020205020404" pitchFamily="49" charset="0"/>
                <a:sym typeface="Symbol" pitchFamily="2" charset="2"/>
              </a:rPr>
              <a:t>2</a:t>
            </a:r>
            <a:r>
              <a:rPr lang="en-US" altLang="en-CN" sz="1800" i="1">
                <a:latin typeface="Courier New" panose="02070309020205020404" pitchFamily="49" charset="0"/>
              </a:rPr>
              <a:t>-</a:t>
            </a:r>
            <a:r>
              <a:rPr lang="en-US" altLang="en-CN" sz="1800" i="1">
                <a:latin typeface="Courier New" panose="02070309020205020404" pitchFamily="49" charset="0"/>
                <a:sym typeface="Symbol" pitchFamily="2" charset="2"/>
              </a:rPr>
              <a:t>h</a:t>
            </a:r>
            <a:r>
              <a:rPr lang="en-US" altLang="en-CN" sz="1800" i="1" baseline="-25000">
                <a:latin typeface="Courier New" panose="02070309020205020404" pitchFamily="49" charset="0"/>
                <a:sym typeface="Symbol" pitchFamily="2" charset="2"/>
              </a:rPr>
              <a:t>1</a:t>
            </a:r>
            <a:r>
              <a:rPr lang="en-US" altLang="en-CN" sz="1800">
                <a:latin typeface="Courier New" panose="02070309020205020404" pitchFamily="49" charset="0"/>
                <a:sym typeface="Symbol" pitchFamily="2" charset="2"/>
              </a:rPr>
              <a:t>)</a:t>
            </a:r>
            <a:r>
              <a:rPr lang="en-US" altLang="en-CN" sz="1800" i="1">
                <a:latin typeface="Courier New" panose="02070309020205020404" pitchFamily="49" charset="0"/>
              </a:rPr>
              <a:t>A</a:t>
            </a:r>
            <a:endParaRPr lang="en-US" altLang="en-CN" sz="1800" i="1" baseline="-25000">
              <a:latin typeface="Courier New" panose="02070309020205020404" pitchFamily="49" charset="0"/>
            </a:endParaRPr>
          </a:p>
        </p:txBody>
      </p:sp>
      <p:sp>
        <p:nvSpPr>
          <p:cNvPr id="93356" name="Rectangle 172">
            <a:extLst>
              <a:ext uri="{FF2B5EF4-FFF2-40B4-BE49-F238E27FC236}">
                <a16:creationId xmlns:a16="http://schemas.microsoft.com/office/drawing/2014/main" id="{9A1D3432-F4B4-7691-DA75-77AC01E7B51D}"/>
              </a:ext>
            </a:extLst>
          </p:cNvPr>
          <p:cNvSpPr>
            <a:spLocks noChangeArrowheads="1"/>
          </p:cNvSpPr>
          <p:nvPr/>
        </p:nvSpPr>
        <p:spPr bwMode="auto">
          <a:xfrm>
            <a:off x="2959100" y="5556250"/>
            <a:ext cx="13462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F</a:t>
            </a:r>
            <a:r>
              <a:rPr lang="en-US" altLang="en-CN" sz="1800" i="1" baseline="-25000">
                <a:latin typeface="Courier New" panose="02070309020205020404" pitchFamily="49" charset="0"/>
              </a:rPr>
              <a:t>b</a:t>
            </a:r>
            <a:r>
              <a:rPr lang="en-US" altLang="en-CN" sz="1800" i="1">
                <a:latin typeface="Courier New" panose="02070309020205020404" pitchFamily="49" charset="0"/>
              </a:rPr>
              <a:t> </a:t>
            </a:r>
            <a:r>
              <a:rPr lang="en-US" altLang="en-CN" sz="1800">
                <a:latin typeface="Courier New" panose="02070309020205020404" pitchFamily="49" charset="0"/>
              </a:rPr>
              <a:t>= </a:t>
            </a:r>
            <a:r>
              <a:rPr lang="en-US" altLang="en-CN" sz="1800" i="1">
                <a:latin typeface="Courier New" panose="02070309020205020404" pitchFamily="49" charset="0"/>
                <a:sym typeface="Symbol" pitchFamily="2" charset="2"/>
              </a:rPr>
              <a:t>g</a:t>
            </a:r>
            <a:r>
              <a:rPr lang="en-US" altLang="en-CN" sz="1800" i="1">
                <a:latin typeface="Courier New" panose="02070309020205020404" pitchFamily="49" charset="0"/>
              </a:rPr>
              <a:t>V</a:t>
            </a:r>
            <a:r>
              <a:rPr lang="en-US" altLang="en-CN" sz="1800" i="1" baseline="-25000">
                <a:latin typeface="Courier New" panose="02070309020205020404" pitchFamily="49" charset="0"/>
              </a:rPr>
              <a:t>f</a:t>
            </a:r>
            <a:endParaRPr lang="en-US" altLang="en-CN" sz="1800" i="1">
              <a:latin typeface="Courier New" panose="02070309020205020404" pitchFamily="49" charset="0"/>
            </a:endParaRPr>
          </a:p>
        </p:txBody>
      </p:sp>
      <p:grpSp>
        <p:nvGrpSpPr>
          <p:cNvPr id="93359" name="Group 175">
            <a:extLst>
              <a:ext uri="{FF2B5EF4-FFF2-40B4-BE49-F238E27FC236}">
                <a16:creationId xmlns:a16="http://schemas.microsoft.com/office/drawing/2014/main" id="{D6CA42C5-8D8A-91E4-0109-554EB41C5529}"/>
              </a:ext>
            </a:extLst>
          </p:cNvPr>
          <p:cNvGrpSpPr>
            <a:grpSpLocks/>
          </p:cNvGrpSpPr>
          <p:nvPr/>
        </p:nvGrpSpPr>
        <p:grpSpPr bwMode="auto">
          <a:xfrm>
            <a:off x="2528888" y="5573713"/>
            <a:ext cx="4271962" cy="369887"/>
            <a:chOff x="1369" y="3532"/>
            <a:chExt cx="2691" cy="233"/>
          </a:xfrm>
        </p:grpSpPr>
        <p:sp>
          <p:nvSpPr>
            <p:cNvPr id="93357" name="Text Box 173">
              <a:extLst>
                <a:ext uri="{FF2B5EF4-FFF2-40B4-BE49-F238E27FC236}">
                  <a16:creationId xmlns:a16="http://schemas.microsoft.com/office/drawing/2014/main" id="{A0BE5104-8564-DD0A-F9DD-D4FE631564BC}"/>
                </a:ext>
              </a:extLst>
            </p:cNvPr>
            <p:cNvSpPr txBox="1">
              <a:spLocks noChangeArrowheads="1"/>
            </p:cNvSpPr>
            <p:nvPr/>
          </p:nvSpPr>
          <p:spPr bwMode="auto">
            <a:xfrm>
              <a:off x="2565" y="3534"/>
              <a:ext cx="1495" cy="231"/>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a:solidFill>
                    <a:schemeClr val="bg1"/>
                  </a:solidFill>
                </a:rPr>
                <a:t>Archimedes' Principle</a:t>
              </a:r>
            </a:p>
          </p:txBody>
        </p:sp>
        <p:sp>
          <p:nvSpPr>
            <p:cNvPr id="93358" name="Rectangle 174">
              <a:extLst>
                <a:ext uri="{FF2B5EF4-FFF2-40B4-BE49-F238E27FC236}">
                  <a16:creationId xmlns:a16="http://schemas.microsoft.com/office/drawing/2014/main" id="{0078E15D-5263-0CA0-958D-A6F556AB4D04}"/>
                </a:ext>
              </a:extLst>
            </p:cNvPr>
            <p:cNvSpPr>
              <a:spLocks noChangeArrowheads="1"/>
            </p:cNvSpPr>
            <p:nvPr/>
          </p:nvSpPr>
          <p:spPr bwMode="auto">
            <a:xfrm>
              <a:off x="1369" y="3532"/>
              <a:ext cx="2687" cy="23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grpSp>
      <p:sp>
        <p:nvSpPr>
          <p:cNvPr id="93360" name="Rectangle 176">
            <a:extLst>
              <a:ext uri="{FF2B5EF4-FFF2-40B4-BE49-F238E27FC236}">
                <a16:creationId xmlns:a16="http://schemas.microsoft.com/office/drawing/2014/main" id="{B3B0723F-DD74-8217-857E-B84D45ACA693}"/>
              </a:ext>
            </a:extLst>
          </p:cNvPr>
          <p:cNvSpPr>
            <a:spLocks noChangeArrowheads="1"/>
          </p:cNvSpPr>
          <p:nvPr/>
        </p:nvSpPr>
        <p:spPr bwMode="auto">
          <a:xfrm>
            <a:off x="156754" y="5965825"/>
            <a:ext cx="8987246"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19063" indent="-119063"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dirty="0">
                <a:solidFill>
                  <a:schemeClr val="hlink"/>
                </a:solidFill>
                <a:latin typeface="Courier New" panose="02070309020205020404" pitchFamily="49" charset="0"/>
              </a:rPr>
              <a:t>"A body immersed wholly or partially in a fluid is buoyed up by a force equal in magnitude to the weight of the volume of liquid displaced."</a:t>
            </a:r>
          </a:p>
        </p:txBody>
      </p:sp>
      <p:sp>
        <p:nvSpPr>
          <p:cNvPr id="93362" name="Rectangle 178">
            <a:extLst>
              <a:ext uri="{FF2B5EF4-FFF2-40B4-BE49-F238E27FC236}">
                <a16:creationId xmlns:a16="http://schemas.microsoft.com/office/drawing/2014/main" id="{6408C15D-7151-040E-C9F7-0580A6C33F7B}"/>
              </a:ext>
            </a:extLst>
          </p:cNvPr>
          <p:cNvSpPr>
            <a:spLocks noChangeArrowheads="1"/>
          </p:cNvSpPr>
          <p:nvPr/>
        </p:nvSpPr>
        <p:spPr bwMode="auto">
          <a:xfrm>
            <a:off x="-3969" y="0"/>
            <a:ext cx="4676775" cy="35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dirty="0">
                <a:latin typeface="Courier New" panose="02070309020205020404" pitchFamily="49" charset="0"/>
              </a:rPr>
              <a:t>ARCHIMEDES' PRINCIPLE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93319"/>
                                        </p:tgtEl>
                                        <p:attrNameLst>
                                          <p:attrName>style.visibility</p:attrName>
                                        </p:attrNameLst>
                                      </p:cBhvr>
                                      <p:to>
                                        <p:strVal val="visible"/>
                                      </p:to>
                                    </p:set>
                                    <p:anim calcmode="lin" valueType="num">
                                      <p:cBhvr additive="base">
                                        <p:cTn id="7" dur="500" fill="hold"/>
                                        <p:tgtEl>
                                          <p:spTgt spid="93319"/>
                                        </p:tgtEl>
                                        <p:attrNameLst>
                                          <p:attrName>ppt_x</p:attrName>
                                        </p:attrNameLst>
                                      </p:cBhvr>
                                      <p:tavLst>
                                        <p:tav tm="0">
                                          <p:val>
                                            <p:strVal val="#ppt_x"/>
                                          </p:val>
                                        </p:tav>
                                        <p:tav tm="100000">
                                          <p:val>
                                            <p:strVal val="#ppt_x"/>
                                          </p:val>
                                        </p:tav>
                                      </p:tavLst>
                                    </p:anim>
                                    <p:anim calcmode="lin" valueType="num">
                                      <p:cBhvr additive="base">
                                        <p:cTn id="8" dur="500" fill="hold"/>
                                        <p:tgtEl>
                                          <p:spTgt spid="93319"/>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22" presetClass="entr" presetSubtype="1" fill="hold" nodeType="afterEffect">
                                  <p:stCondLst>
                                    <p:cond delay="0"/>
                                  </p:stCondLst>
                                  <p:childTnLst>
                                    <p:set>
                                      <p:cBhvr>
                                        <p:cTn id="11" dur="1" fill="hold">
                                          <p:stCondLst>
                                            <p:cond delay="0"/>
                                          </p:stCondLst>
                                        </p:cTn>
                                        <p:tgtEl>
                                          <p:spTgt spid="93324"/>
                                        </p:tgtEl>
                                        <p:attrNameLst>
                                          <p:attrName>style.visibility</p:attrName>
                                        </p:attrNameLst>
                                      </p:cBhvr>
                                      <p:to>
                                        <p:strVal val="visible"/>
                                      </p:to>
                                    </p:set>
                                    <p:animEffect transition="in" filter="wipe(up)">
                                      <p:cBhvr>
                                        <p:cTn id="12" dur="500"/>
                                        <p:tgtEl>
                                          <p:spTgt spid="93324"/>
                                        </p:tgtEl>
                                      </p:cBhvr>
                                    </p:animEffect>
                                  </p:childTnLst>
                                </p:cTn>
                              </p:par>
                              <p:par>
                                <p:cTn id="13" presetID="22" presetClass="entr" presetSubtype="2" fill="hold" nodeType="withEffect">
                                  <p:stCondLst>
                                    <p:cond delay="0"/>
                                  </p:stCondLst>
                                  <p:childTnLst>
                                    <p:set>
                                      <p:cBhvr>
                                        <p:cTn id="14" dur="1" fill="hold">
                                          <p:stCondLst>
                                            <p:cond delay="0"/>
                                          </p:stCondLst>
                                        </p:cTn>
                                        <p:tgtEl>
                                          <p:spTgt spid="93316"/>
                                        </p:tgtEl>
                                        <p:attrNameLst>
                                          <p:attrName>style.visibility</p:attrName>
                                        </p:attrNameLst>
                                      </p:cBhvr>
                                      <p:to>
                                        <p:strVal val="visible"/>
                                      </p:to>
                                    </p:set>
                                    <p:animEffect transition="in" filter="wipe(right)">
                                      <p:cBhvr>
                                        <p:cTn id="15" dur="500"/>
                                        <p:tgtEl>
                                          <p:spTgt spid="93316"/>
                                        </p:tgtEl>
                                      </p:cBhvr>
                                    </p:animEffect>
                                  </p:childTnLst>
                                </p:cTn>
                              </p:par>
                              <p:par>
                                <p:cTn id="16" presetID="22" presetClass="entr" presetSubtype="2" fill="hold" nodeType="withEffect">
                                  <p:stCondLst>
                                    <p:cond delay="0"/>
                                  </p:stCondLst>
                                  <p:childTnLst>
                                    <p:set>
                                      <p:cBhvr>
                                        <p:cTn id="17" dur="1" fill="hold">
                                          <p:stCondLst>
                                            <p:cond delay="0"/>
                                          </p:stCondLst>
                                        </p:cTn>
                                        <p:tgtEl>
                                          <p:spTgt spid="93323"/>
                                        </p:tgtEl>
                                        <p:attrNameLst>
                                          <p:attrName>style.visibility</p:attrName>
                                        </p:attrNameLst>
                                      </p:cBhvr>
                                      <p:to>
                                        <p:strVal val="visible"/>
                                      </p:to>
                                    </p:set>
                                    <p:animEffect transition="in" filter="wipe(right)">
                                      <p:cBhvr>
                                        <p:cTn id="18" dur="500"/>
                                        <p:tgtEl>
                                          <p:spTgt spid="93323"/>
                                        </p:tgtEl>
                                      </p:cBhvr>
                                    </p:animEffect>
                                  </p:childTnLst>
                                </p:cTn>
                              </p:par>
                              <p:par>
                                <p:cTn id="19" presetID="22" presetClass="entr" presetSubtype="4" fill="hold" nodeType="withEffect">
                                  <p:stCondLst>
                                    <p:cond delay="0"/>
                                  </p:stCondLst>
                                  <p:childTnLst>
                                    <p:set>
                                      <p:cBhvr>
                                        <p:cTn id="20" dur="1" fill="hold">
                                          <p:stCondLst>
                                            <p:cond delay="0"/>
                                          </p:stCondLst>
                                        </p:cTn>
                                        <p:tgtEl>
                                          <p:spTgt spid="93317"/>
                                        </p:tgtEl>
                                        <p:attrNameLst>
                                          <p:attrName>style.visibility</p:attrName>
                                        </p:attrNameLst>
                                      </p:cBhvr>
                                      <p:to>
                                        <p:strVal val="visible"/>
                                      </p:to>
                                    </p:set>
                                    <p:animEffect transition="in" filter="wipe(down)">
                                      <p:cBhvr>
                                        <p:cTn id="21" dur="500"/>
                                        <p:tgtEl>
                                          <p:spTgt spid="93317"/>
                                        </p:tgtEl>
                                      </p:cBhvr>
                                    </p:animEffect>
                                  </p:childTnLst>
                                </p:cTn>
                              </p:par>
                              <p:par>
                                <p:cTn id="22" presetID="22" presetClass="entr" presetSubtype="8" fill="hold" nodeType="withEffect">
                                  <p:stCondLst>
                                    <p:cond delay="0"/>
                                  </p:stCondLst>
                                  <p:childTnLst>
                                    <p:set>
                                      <p:cBhvr>
                                        <p:cTn id="23" dur="1" fill="hold">
                                          <p:stCondLst>
                                            <p:cond delay="0"/>
                                          </p:stCondLst>
                                        </p:cTn>
                                        <p:tgtEl>
                                          <p:spTgt spid="93325"/>
                                        </p:tgtEl>
                                        <p:attrNameLst>
                                          <p:attrName>style.visibility</p:attrName>
                                        </p:attrNameLst>
                                      </p:cBhvr>
                                      <p:to>
                                        <p:strVal val="visible"/>
                                      </p:to>
                                    </p:set>
                                    <p:animEffect transition="in" filter="wipe(left)">
                                      <p:cBhvr>
                                        <p:cTn id="24" dur="500"/>
                                        <p:tgtEl>
                                          <p:spTgt spid="93325"/>
                                        </p:tgtEl>
                                      </p:cBhvr>
                                    </p:animEffect>
                                  </p:childTnLst>
                                </p:cTn>
                              </p:par>
                              <p:par>
                                <p:cTn id="25" presetID="22" presetClass="entr" presetSubtype="8" fill="hold" nodeType="withEffect">
                                  <p:stCondLst>
                                    <p:cond delay="0"/>
                                  </p:stCondLst>
                                  <p:childTnLst>
                                    <p:set>
                                      <p:cBhvr>
                                        <p:cTn id="26" dur="1" fill="hold">
                                          <p:stCondLst>
                                            <p:cond delay="0"/>
                                          </p:stCondLst>
                                        </p:cTn>
                                        <p:tgtEl>
                                          <p:spTgt spid="93318"/>
                                        </p:tgtEl>
                                        <p:attrNameLst>
                                          <p:attrName>style.visibility</p:attrName>
                                        </p:attrNameLst>
                                      </p:cBhvr>
                                      <p:to>
                                        <p:strVal val="visible"/>
                                      </p:to>
                                    </p:set>
                                    <p:animEffect transition="in" filter="wipe(left)">
                                      <p:cBhvr>
                                        <p:cTn id="27" dur="500"/>
                                        <p:tgtEl>
                                          <p:spTgt spid="933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93315"/>
                                        </p:tgtEl>
                                        <p:attrNameLst>
                                          <p:attrName>style.visibility</p:attrName>
                                        </p:attrNameLst>
                                      </p:cBhvr>
                                      <p:to>
                                        <p:strVal val="visible"/>
                                      </p:to>
                                    </p:set>
                                    <p:animEffect transition="in" filter="fade">
                                      <p:cBhvr>
                                        <p:cTn id="32" dur="2000"/>
                                        <p:tgtEl>
                                          <p:spTgt spid="933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93202"/>
                                        </p:tgtEl>
                                        <p:attrNameLst>
                                          <p:attrName>style.visibility</p:attrName>
                                        </p:attrNameLst>
                                      </p:cBhvr>
                                      <p:to>
                                        <p:strVal val="visible"/>
                                      </p:to>
                                    </p:set>
                                    <p:animEffect transition="in" filter="fade">
                                      <p:cBhvr>
                                        <p:cTn id="37" dur="500"/>
                                        <p:tgtEl>
                                          <p:spTgt spid="9320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93331"/>
                                        </p:tgtEl>
                                        <p:attrNameLst>
                                          <p:attrName>style.visibility</p:attrName>
                                        </p:attrNameLst>
                                      </p:cBhvr>
                                      <p:to>
                                        <p:strVal val="visible"/>
                                      </p:to>
                                    </p:set>
                                    <p:animEffect transition="in" filter="fade">
                                      <p:cBhvr>
                                        <p:cTn id="42" dur="500"/>
                                        <p:tgtEl>
                                          <p:spTgt spid="93331"/>
                                        </p:tgtEl>
                                      </p:cBhvr>
                                    </p:animEffect>
                                  </p:childTnLst>
                                </p:cTn>
                              </p:par>
                              <p:par>
                                <p:cTn id="43" presetID="10" presetClass="exit" presetSubtype="0" fill="hold" nodeType="withEffect">
                                  <p:stCondLst>
                                    <p:cond delay="0"/>
                                  </p:stCondLst>
                                  <p:childTnLst>
                                    <p:animEffect transition="out" filter="fade">
                                      <p:cBhvr>
                                        <p:cTn id="44" dur="2000"/>
                                        <p:tgtEl>
                                          <p:spTgt spid="93328"/>
                                        </p:tgtEl>
                                      </p:cBhvr>
                                    </p:animEffect>
                                    <p:set>
                                      <p:cBhvr>
                                        <p:cTn id="45" dur="1" fill="hold">
                                          <p:stCondLst>
                                            <p:cond delay="1999"/>
                                          </p:stCondLst>
                                        </p:cTn>
                                        <p:tgtEl>
                                          <p:spTgt spid="93328"/>
                                        </p:tgtEl>
                                        <p:attrNameLst>
                                          <p:attrName>style.visibility</p:attrName>
                                        </p:attrNameLst>
                                      </p:cBhvr>
                                      <p:to>
                                        <p:strVal val="hidden"/>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0" presetClass="exit" presetSubtype="0" fill="hold" nodeType="clickEffect">
                                  <p:stCondLst>
                                    <p:cond delay="0"/>
                                  </p:stCondLst>
                                  <p:childTnLst>
                                    <p:animEffect transition="out" filter="fade">
                                      <p:cBhvr>
                                        <p:cTn id="49" dur="2000"/>
                                        <p:tgtEl>
                                          <p:spTgt spid="93316"/>
                                        </p:tgtEl>
                                      </p:cBhvr>
                                    </p:animEffect>
                                    <p:set>
                                      <p:cBhvr>
                                        <p:cTn id="50" dur="1" fill="hold">
                                          <p:stCondLst>
                                            <p:cond delay="1999"/>
                                          </p:stCondLst>
                                        </p:cTn>
                                        <p:tgtEl>
                                          <p:spTgt spid="93316"/>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2000"/>
                                        <p:tgtEl>
                                          <p:spTgt spid="93318"/>
                                        </p:tgtEl>
                                      </p:cBhvr>
                                    </p:animEffect>
                                    <p:set>
                                      <p:cBhvr>
                                        <p:cTn id="53" dur="1" fill="hold">
                                          <p:stCondLst>
                                            <p:cond delay="1999"/>
                                          </p:stCondLst>
                                        </p:cTn>
                                        <p:tgtEl>
                                          <p:spTgt spid="93318"/>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2000"/>
                                        <p:tgtEl>
                                          <p:spTgt spid="93323"/>
                                        </p:tgtEl>
                                      </p:cBhvr>
                                    </p:animEffect>
                                    <p:set>
                                      <p:cBhvr>
                                        <p:cTn id="56" dur="1" fill="hold">
                                          <p:stCondLst>
                                            <p:cond delay="1999"/>
                                          </p:stCondLst>
                                        </p:cTn>
                                        <p:tgtEl>
                                          <p:spTgt spid="93323"/>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2000"/>
                                        <p:tgtEl>
                                          <p:spTgt spid="93325"/>
                                        </p:tgtEl>
                                      </p:cBhvr>
                                    </p:animEffect>
                                    <p:set>
                                      <p:cBhvr>
                                        <p:cTn id="59" dur="1" fill="hold">
                                          <p:stCondLst>
                                            <p:cond delay="1999"/>
                                          </p:stCondLst>
                                        </p:cTn>
                                        <p:tgtEl>
                                          <p:spTgt spid="93325"/>
                                        </p:tgtEl>
                                        <p:attrNameLst>
                                          <p:attrName>style.visibility</p:attrName>
                                        </p:attrNameLst>
                                      </p:cBhvr>
                                      <p:to>
                                        <p:strVal val="hidden"/>
                                      </p:to>
                                    </p:set>
                                  </p:childTnLst>
                                </p:cTn>
                              </p:par>
                              <p:par>
                                <p:cTn id="60" presetID="10" presetClass="exit" presetSubtype="0" fill="hold" nodeType="withEffect">
                                  <p:stCondLst>
                                    <p:cond delay="0"/>
                                  </p:stCondLst>
                                  <p:childTnLst>
                                    <p:animEffect transition="out" filter="fade">
                                      <p:cBhvr>
                                        <p:cTn id="61" dur="2000"/>
                                        <p:tgtEl>
                                          <p:spTgt spid="93315"/>
                                        </p:tgtEl>
                                      </p:cBhvr>
                                    </p:animEffect>
                                    <p:set>
                                      <p:cBhvr>
                                        <p:cTn id="62" dur="1" fill="hold">
                                          <p:stCondLst>
                                            <p:cond delay="1999"/>
                                          </p:stCondLst>
                                        </p:cTn>
                                        <p:tgtEl>
                                          <p:spTgt spid="93315"/>
                                        </p:tgtEl>
                                        <p:attrNameLst>
                                          <p:attrName>style.visibility</p:attrName>
                                        </p:attrNameLst>
                                      </p:cBhvr>
                                      <p:to>
                                        <p:strVal val="hidden"/>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0" presetClass="entr" presetSubtype="0" fill="hold" nodeType="clickEffect">
                                  <p:stCondLst>
                                    <p:cond delay="0"/>
                                  </p:stCondLst>
                                  <p:childTnLst>
                                    <p:set>
                                      <p:cBhvr>
                                        <p:cTn id="66" dur="1" fill="hold">
                                          <p:stCondLst>
                                            <p:cond delay="0"/>
                                          </p:stCondLst>
                                        </p:cTn>
                                        <p:tgtEl>
                                          <p:spTgt spid="93332"/>
                                        </p:tgtEl>
                                        <p:attrNameLst>
                                          <p:attrName>style.visibility</p:attrName>
                                        </p:attrNameLst>
                                      </p:cBhvr>
                                      <p:to>
                                        <p:strVal val="visible"/>
                                      </p:to>
                                    </p:set>
                                    <p:animEffect transition="in" filter="fade">
                                      <p:cBhvr>
                                        <p:cTn id="67" dur="500"/>
                                        <p:tgtEl>
                                          <p:spTgt spid="93332"/>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2" fill="hold" nodeType="clickEffect">
                                  <p:stCondLst>
                                    <p:cond delay="0"/>
                                  </p:stCondLst>
                                  <p:childTnLst>
                                    <p:set>
                                      <p:cBhvr>
                                        <p:cTn id="71" dur="1" fill="hold">
                                          <p:stCondLst>
                                            <p:cond delay="0"/>
                                          </p:stCondLst>
                                        </p:cTn>
                                        <p:tgtEl>
                                          <p:spTgt spid="93334"/>
                                        </p:tgtEl>
                                        <p:attrNameLst>
                                          <p:attrName>style.visibility</p:attrName>
                                        </p:attrNameLst>
                                      </p:cBhvr>
                                      <p:to>
                                        <p:strVal val="visible"/>
                                      </p:to>
                                    </p:set>
                                    <p:animEffect transition="in" filter="wipe(right)">
                                      <p:cBhvr>
                                        <p:cTn id="72" dur="500"/>
                                        <p:tgtEl>
                                          <p:spTgt spid="9333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2" fill="hold" nodeType="clickEffect">
                                  <p:stCondLst>
                                    <p:cond delay="0"/>
                                  </p:stCondLst>
                                  <p:childTnLst>
                                    <p:set>
                                      <p:cBhvr>
                                        <p:cTn id="76" dur="1" fill="hold">
                                          <p:stCondLst>
                                            <p:cond delay="0"/>
                                          </p:stCondLst>
                                        </p:cTn>
                                        <p:tgtEl>
                                          <p:spTgt spid="93335"/>
                                        </p:tgtEl>
                                        <p:attrNameLst>
                                          <p:attrName>style.visibility</p:attrName>
                                        </p:attrNameLst>
                                      </p:cBhvr>
                                      <p:to>
                                        <p:strVal val="visible"/>
                                      </p:to>
                                    </p:set>
                                    <p:anim calcmode="lin" valueType="num">
                                      <p:cBhvr additive="base">
                                        <p:cTn id="77" dur="500" fill="hold"/>
                                        <p:tgtEl>
                                          <p:spTgt spid="93335"/>
                                        </p:tgtEl>
                                        <p:attrNameLst>
                                          <p:attrName>ppt_x</p:attrName>
                                        </p:attrNameLst>
                                      </p:cBhvr>
                                      <p:tavLst>
                                        <p:tav tm="0">
                                          <p:val>
                                            <p:strVal val="1+#ppt_w/2"/>
                                          </p:val>
                                        </p:tav>
                                        <p:tav tm="100000">
                                          <p:val>
                                            <p:strVal val="#ppt_x"/>
                                          </p:val>
                                        </p:tav>
                                      </p:tavLst>
                                    </p:anim>
                                    <p:anim calcmode="lin" valueType="num">
                                      <p:cBhvr additive="base">
                                        <p:cTn id="78" dur="500" fill="hold"/>
                                        <p:tgtEl>
                                          <p:spTgt spid="93335"/>
                                        </p:tgtEl>
                                        <p:attrNameLst>
                                          <p:attrName>ppt_y</p:attrName>
                                        </p:attrNameLst>
                                      </p:cBhvr>
                                      <p:tavLst>
                                        <p:tav tm="0">
                                          <p:val>
                                            <p:strVal val="#ppt_y"/>
                                          </p:val>
                                        </p:tav>
                                        <p:tav tm="100000">
                                          <p:val>
                                            <p:strVal val="#ppt_y"/>
                                          </p:val>
                                        </p:tav>
                                      </p:tavLst>
                                    </p:anim>
                                  </p:childTnLst>
                                </p:cTn>
                              </p:par>
                              <p:par>
                                <p:cTn id="79" presetID="2" presetClass="entr" presetSubtype="2" fill="hold" nodeType="withEffect">
                                  <p:stCondLst>
                                    <p:cond delay="0"/>
                                  </p:stCondLst>
                                  <p:childTnLst>
                                    <p:set>
                                      <p:cBhvr>
                                        <p:cTn id="80" dur="1" fill="hold">
                                          <p:stCondLst>
                                            <p:cond delay="0"/>
                                          </p:stCondLst>
                                        </p:cTn>
                                        <p:tgtEl>
                                          <p:spTgt spid="93336"/>
                                        </p:tgtEl>
                                        <p:attrNameLst>
                                          <p:attrName>style.visibility</p:attrName>
                                        </p:attrNameLst>
                                      </p:cBhvr>
                                      <p:to>
                                        <p:strVal val="visible"/>
                                      </p:to>
                                    </p:set>
                                    <p:anim calcmode="lin" valueType="num">
                                      <p:cBhvr additive="base">
                                        <p:cTn id="81" dur="500" fill="hold"/>
                                        <p:tgtEl>
                                          <p:spTgt spid="93336"/>
                                        </p:tgtEl>
                                        <p:attrNameLst>
                                          <p:attrName>ppt_x</p:attrName>
                                        </p:attrNameLst>
                                      </p:cBhvr>
                                      <p:tavLst>
                                        <p:tav tm="0">
                                          <p:val>
                                            <p:strVal val="1+#ppt_w/2"/>
                                          </p:val>
                                        </p:tav>
                                        <p:tav tm="100000">
                                          <p:val>
                                            <p:strVal val="#ppt_x"/>
                                          </p:val>
                                        </p:tav>
                                      </p:tavLst>
                                    </p:anim>
                                    <p:anim calcmode="lin" valueType="num">
                                      <p:cBhvr additive="base">
                                        <p:cTn id="82" dur="500" fill="hold"/>
                                        <p:tgtEl>
                                          <p:spTgt spid="93336"/>
                                        </p:tgtEl>
                                        <p:attrNameLst>
                                          <p:attrName>ppt_y</p:attrName>
                                        </p:attrNameLst>
                                      </p:cBhvr>
                                      <p:tavLst>
                                        <p:tav tm="0">
                                          <p:val>
                                            <p:strVal val="#ppt_y"/>
                                          </p:val>
                                        </p:tav>
                                        <p:tav tm="100000">
                                          <p:val>
                                            <p:strVal val="#ppt_y"/>
                                          </p:val>
                                        </p:tav>
                                      </p:tavLst>
                                    </p:anim>
                                  </p:childTnLst>
                                </p:cTn>
                              </p:par>
                              <p:par>
                                <p:cTn id="83" presetID="2" presetClass="entr" presetSubtype="2" fill="hold" nodeType="withEffect">
                                  <p:stCondLst>
                                    <p:cond delay="0"/>
                                  </p:stCondLst>
                                  <p:childTnLst>
                                    <p:set>
                                      <p:cBhvr>
                                        <p:cTn id="84" dur="1" fill="hold">
                                          <p:stCondLst>
                                            <p:cond delay="0"/>
                                          </p:stCondLst>
                                        </p:cTn>
                                        <p:tgtEl>
                                          <p:spTgt spid="93337"/>
                                        </p:tgtEl>
                                        <p:attrNameLst>
                                          <p:attrName>style.visibility</p:attrName>
                                        </p:attrNameLst>
                                      </p:cBhvr>
                                      <p:to>
                                        <p:strVal val="visible"/>
                                      </p:to>
                                    </p:set>
                                    <p:anim calcmode="lin" valueType="num">
                                      <p:cBhvr additive="base">
                                        <p:cTn id="85" dur="500" fill="hold"/>
                                        <p:tgtEl>
                                          <p:spTgt spid="93337"/>
                                        </p:tgtEl>
                                        <p:attrNameLst>
                                          <p:attrName>ppt_x</p:attrName>
                                        </p:attrNameLst>
                                      </p:cBhvr>
                                      <p:tavLst>
                                        <p:tav tm="0">
                                          <p:val>
                                            <p:strVal val="1+#ppt_w/2"/>
                                          </p:val>
                                        </p:tav>
                                        <p:tav tm="100000">
                                          <p:val>
                                            <p:strVal val="#ppt_x"/>
                                          </p:val>
                                        </p:tav>
                                      </p:tavLst>
                                    </p:anim>
                                    <p:anim calcmode="lin" valueType="num">
                                      <p:cBhvr additive="base">
                                        <p:cTn id="86" dur="500" fill="hold"/>
                                        <p:tgtEl>
                                          <p:spTgt spid="93337"/>
                                        </p:tgtEl>
                                        <p:attrNameLst>
                                          <p:attrName>ppt_y</p:attrName>
                                        </p:attrNameLst>
                                      </p:cBhvr>
                                      <p:tavLst>
                                        <p:tav tm="0">
                                          <p:val>
                                            <p:strVal val="#ppt_y"/>
                                          </p:val>
                                        </p:tav>
                                        <p:tav tm="100000">
                                          <p:val>
                                            <p:strVal val="#ppt_y"/>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2" presetClass="entr" presetSubtype="2" fill="hold" nodeType="clickEffect">
                                  <p:stCondLst>
                                    <p:cond delay="0"/>
                                  </p:stCondLst>
                                  <p:childTnLst>
                                    <p:set>
                                      <p:cBhvr>
                                        <p:cTn id="90" dur="1" fill="hold">
                                          <p:stCondLst>
                                            <p:cond delay="0"/>
                                          </p:stCondLst>
                                        </p:cTn>
                                        <p:tgtEl>
                                          <p:spTgt spid="93338"/>
                                        </p:tgtEl>
                                        <p:attrNameLst>
                                          <p:attrName>style.visibility</p:attrName>
                                        </p:attrNameLst>
                                      </p:cBhvr>
                                      <p:to>
                                        <p:strVal val="visible"/>
                                      </p:to>
                                    </p:set>
                                    <p:anim calcmode="lin" valueType="num">
                                      <p:cBhvr additive="base">
                                        <p:cTn id="91" dur="500" fill="hold"/>
                                        <p:tgtEl>
                                          <p:spTgt spid="93338"/>
                                        </p:tgtEl>
                                        <p:attrNameLst>
                                          <p:attrName>ppt_x</p:attrName>
                                        </p:attrNameLst>
                                      </p:cBhvr>
                                      <p:tavLst>
                                        <p:tav tm="0">
                                          <p:val>
                                            <p:strVal val="1+#ppt_w/2"/>
                                          </p:val>
                                        </p:tav>
                                        <p:tav tm="100000">
                                          <p:val>
                                            <p:strVal val="#ppt_x"/>
                                          </p:val>
                                        </p:tav>
                                      </p:tavLst>
                                    </p:anim>
                                    <p:anim calcmode="lin" valueType="num">
                                      <p:cBhvr additive="base">
                                        <p:cTn id="92" dur="500" fill="hold"/>
                                        <p:tgtEl>
                                          <p:spTgt spid="93338"/>
                                        </p:tgtEl>
                                        <p:attrNameLst>
                                          <p:attrName>ppt_y</p:attrName>
                                        </p:attrNameLst>
                                      </p:cBhvr>
                                      <p:tavLst>
                                        <p:tav tm="0">
                                          <p:val>
                                            <p:strVal val="#ppt_y"/>
                                          </p:val>
                                        </p:tav>
                                        <p:tav tm="100000">
                                          <p:val>
                                            <p:strVal val="#ppt_y"/>
                                          </p:val>
                                        </p:tav>
                                      </p:tavLst>
                                    </p:anim>
                                  </p:childTnLst>
                                </p:cTn>
                              </p:par>
                              <p:par>
                                <p:cTn id="93" presetID="2" presetClass="entr" presetSubtype="2" fill="hold" nodeType="withEffect">
                                  <p:stCondLst>
                                    <p:cond delay="0"/>
                                  </p:stCondLst>
                                  <p:childTnLst>
                                    <p:set>
                                      <p:cBhvr>
                                        <p:cTn id="94" dur="1" fill="hold">
                                          <p:stCondLst>
                                            <p:cond delay="0"/>
                                          </p:stCondLst>
                                        </p:cTn>
                                        <p:tgtEl>
                                          <p:spTgt spid="93339"/>
                                        </p:tgtEl>
                                        <p:attrNameLst>
                                          <p:attrName>style.visibility</p:attrName>
                                        </p:attrNameLst>
                                      </p:cBhvr>
                                      <p:to>
                                        <p:strVal val="visible"/>
                                      </p:to>
                                    </p:set>
                                    <p:anim calcmode="lin" valueType="num">
                                      <p:cBhvr additive="base">
                                        <p:cTn id="95" dur="500" fill="hold"/>
                                        <p:tgtEl>
                                          <p:spTgt spid="93339"/>
                                        </p:tgtEl>
                                        <p:attrNameLst>
                                          <p:attrName>ppt_x</p:attrName>
                                        </p:attrNameLst>
                                      </p:cBhvr>
                                      <p:tavLst>
                                        <p:tav tm="0">
                                          <p:val>
                                            <p:strVal val="1+#ppt_w/2"/>
                                          </p:val>
                                        </p:tav>
                                        <p:tav tm="100000">
                                          <p:val>
                                            <p:strVal val="#ppt_x"/>
                                          </p:val>
                                        </p:tav>
                                      </p:tavLst>
                                    </p:anim>
                                    <p:anim calcmode="lin" valueType="num">
                                      <p:cBhvr additive="base">
                                        <p:cTn id="96" dur="500" fill="hold"/>
                                        <p:tgtEl>
                                          <p:spTgt spid="93339"/>
                                        </p:tgtEl>
                                        <p:attrNameLst>
                                          <p:attrName>ppt_y</p:attrName>
                                        </p:attrNameLst>
                                      </p:cBhvr>
                                      <p:tavLst>
                                        <p:tav tm="0">
                                          <p:val>
                                            <p:strVal val="#ppt_y"/>
                                          </p:val>
                                        </p:tav>
                                        <p:tav tm="100000">
                                          <p:val>
                                            <p:strVal val="#ppt_y"/>
                                          </p:val>
                                        </p:tav>
                                      </p:tavLst>
                                    </p:anim>
                                  </p:childTnLst>
                                </p:cTn>
                              </p:par>
                              <p:par>
                                <p:cTn id="97" presetID="2" presetClass="entr" presetSubtype="2" fill="hold" nodeType="withEffect">
                                  <p:stCondLst>
                                    <p:cond delay="0"/>
                                  </p:stCondLst>
                                  <p:childTnLst>
                                    <p:set>
                                      <p:cBhvr>
                                        <p:cTn id="98" dur="1" fill="hold">
                                          <p:stCondLst>
                                            <p:cond delay="0"/>
                                          </p:stCondLst>
                                        </p:cTn>
                                        <p:tgtEl>
                                          <p:spTgt spid="93340"/>
                                        </p:tgtEl>
                                        <p:attrNameLst>
                                          <p:attrName>style.visibility</p:attrName>
                                        </p:attrNameLst>
                                      </p:cBhvr>
                                      <p:to>
                                        <p:strVal val="visible"/>
                                      </p:to>
                                    </p:set>
                                    <p:anim calcmode="lin" valueType="num">
                                      <p:cBhvr additive="base">
                                        <p:cTn id="99" dur="500" fill="hold"/>
                                        <p:tgtEl>
                                          <p:spTgt spid="93340"/>
                                        </p:tgtEl>
                                        <p:attrNameLst>
                                          <p:attrName>ppt_x</p:attrName>
                                        </p:attrNameLst>
                                      </p:cBhvr>
                                      <p:tavLst>
                                        <p:tav tm="0">
                                          <p:val>
                                            <p:strVal val="1+#ppt_w/2"/>
                                          </p:val>
                                        </p:tav>
                                        <p:tav tm="100000">
                                          <p:val>
                                            <p:strVal val="#ppt_x"/>
                                          </p:val>
                                        </p:tav>
                                      </p:tavLst>
                                    </p:anim>
                                    <p:anim calcmode="lin" valueType="num">
                                      <p:cBhvr additive="base">
                                        <p:cTn id="100" dur="500" fill="hold"/>
                                        <p:tgtEl>
                                          <p:spTgt spid="93340"/>
                                        </p:tgtEl>
                                        <p:attrNameLst>
                                          <p:attrName>ppt_y</p:attrName>
                                        </p:attrNameLst>
                                      </p:cBhvr>
                                      <p:tavLst>
                                        <p:tav tm="0">
                                          <p:val>
                                            <p:strVal val="#ppt_y"/>
                                          </p:val>
                                        </p:tav>
                                        <p:tav tm="100000">
                                          <p:val>
                                            <p:strVal val="#ppt_y"/>
                                          </p:val>
                                        </p:tav>
                                      </p:tavLst>
                                    </p:anim>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0" presetClass="entr" presetSubtype="0" fill="hold" nodeType="clickEffect">
                                  <p:stCondLst>
                                    <p:cond delay="0"/>
                                  </p:stCondLst>
                                  <p:childTnLst>
                                    <p:set>
                                      <p:cBhvr>
                                        <p:cTn id="104" dur="1" fill="hold">
                                          <p:stCondLst>
                                            <p:cond delay="0"/>
                                          </p:stCondLst>
                                        </p:cTn>
                                        <p:tgtEl>
                                          <p:spTgt spid="93341"/>
                                        </p:tgtEl>
                                        <p:attrNameLst>
                                          <p:attrName>style.visibility</p:attrName>
                                        </p:attrNameLst>
                                      </p:cBhvr>
                                      <p:to>
                                        <p:strVal val="visible"/>
                                      </p:to>
                                    </p:set>
                                    <p:animEffect transition="in" filter="fade">
                                      <p:cBhvr>
                                        <p:cTn id="105" dur="500"/>
                                        <p:tgtEl>
                                          <p:spTgt spid="93341"/>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0" presetClass="entr" presetSubtype="0" fill="hold" nodeType="clickEffect">
                                  <p:stCondLst>
                                    <p:cond delay="0"/>
                                  </p:stCondLst>
                                  <p:childTnLst>
                                    <p:set>
                                      <p:cBhvr>
                                        <p:cTn id="109" dur="1" fill="hold">
                                          <p:stCondLst>
                                            <p:cond delay="0"/>
                                          </p:stCondLst>
                                        </p:cTn>
                                        <p:tgtEl>
                                          <p:spTgt spid="93342"/>
                                        </p:tgtEl>
                                        <p:attrNameLst>
                                          <p:attrName>style.visibility</p:attrName>
                                        </p:attrNameLst>
                                      </p:cBhvr>
                                      <p:to>
                                        <p:strVal val="visible"/>
                                      </p:to>
                                    </p:set>
                                    <p:animEffect transition="in" filter="fade">
                                      <p:cBhvr>
                                        <p:cTn id="110" dur="500"/>
                                        <p:tgtEl>
                                          <p:spTgt spid="93342"/>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0" presetClass="entr" presetSubtype="0" fill="hold" nodeType="clickEffect">
                                  <p:stCondLst>
                                    <p:cond delay="0"/>
                                  </p:stCondLst>
                                  <p:childTnLst>
                                    <p:set>
                                      <p:cBhvr>
                                        <p:cTn id="114" dur="1" fill="hold">
                                          <p:stCondLst>
                                            <p:cond delay="0"/>
                                          </p:stCondLst>
                                        </p:cTn>
                                        <p:tgtEl>
                                          <p:spTgt spid="93343"/>
                                        </p:tgtEl>
                                        <p:attrNameLst>
                                          <p:attrName>style.visibility</p:attrName>
                                        </p:attrNameLst>
                                      </p:cBhvr>
                                      <p:to>
                                        <p:strVal val="visible"/>
                                      </p:to>
                                    </p:set>
                                    <p:animEffect transition="in" filter="fade">
                                      <p:cBhvr>
                                        <p:cTn id="115" dur="500"/>
                                        <p:tgtEl>
                                          <p:spTgt spid="93343"/>
                                        </p:tgtEl>
                                      </p:cBhvr>
                                    </p:animEffect>
                                  </p:childTnLst>
                                </p:cTn>
                              </p:par>
                              <p:par>
                                <p:cTn id="116" presetID="2" presetClass="entr" presetSubtype="2" fill="hold" nodeType="withEffect">
                                  <p:stCondLst>
                                    <p:cond delay="0"/>
                                  </p:stCondLst>
                                  <p:childTnLst>
                                    <p:set>
                                      <p:cBhvr>
                                        <p:cTn id="117" dur="1" fill="hold">
                                          <p:stCondLst>
                                            <p:cond delay="0"/>
                                          </p:stCondLst>
                                        </p:cTn>
                                        <p:tgtEl>
                                          <p:spTgt spid="93352"/>
                                        </p:tgtEl>
                                        <p:attrNameLst>
                                          <p:attrName>style.visibility</p:attrName>
                                        </p:attrNameLst>
                                      </p:cBhvr>
                                      <p:to>
                                        <p:strVal val="visible"/>
                                      </p:to>
                                    </p:set>
                                    <p:anim calcmode="lin" valueType="num">
                                      <p:cBhvr additive="base">
                                        <p:cTn id="118" dur="500" fill="hold"/>
                                        <p:tgtEl>
                                          <p:spTgt spid="93352"/>
                                        </p:tgtEl>
                                        <p:attrNameLst>
                                          <p:attrName>ppt_x</p:attrName>
                                        </p:attrNameLst>
                                      </p:cBhvr>
                                      <p:tavLst>
                                        <p:tav tm="0">
                                          <p:val>
                                            <p:strVal val="1+#ppt_w/2"/>
                                          </p:val>
                                        </p:tav>
                                        <p:tav tm="100000">
                                          <p:val>
                                            <p:strVal val="#ppt_x"/>
                                          </p:val>
                                        </p:tav>
                                      </p:tavLst>
                                    </p:anim>
                                    <p:anim calcmode="lin" valueType="num">
                                      <p:cBhvr additive="base">
                                        <p:cTn id="119" dur="500" fill="hold"/>
                                        <p:tgtEl>
                                          <p:spTgt spid="93352"/>
                                        </p:tgtEl>
                                        <p:attrNameLst>
                                          <p:attrName>ppt_y</p:attrName>
                                        </p:attrNameLst>
                                      </p:cBhvr>
                                      <p:tavLst>
                                        <p:tav tm="0">
                                          <p:val>
                                            <p:strVal val="#ppt_y"/>
                                          </p:val>
                                        </p:tav>
                                        <p:tav tm="100000">
                                          <p:val>
                                            <p:strVal val="#ppt_y"/>
                                          </p:val>
                                        </p:tav>
                                      </p:tavLst>
                                    </p:anim>
                                  </p:childTnLst>
                                </p:cTn>
                              </p:par>
                            </p:childTnLst>
                          </p:cTn>
                        </p:par>
                      </p:childTnLst>
                    </p:cTn>
                  </p:par>
                  <p:par>
                    <p:cTn id="120" fill="hold" nodeType="clickPar">
                      <p:stCondLst>
                        <p:cond delay="indefinite"/>
                      </p:stCondLst>
                      <p:childTnLst>
                        <p:par>
                          <p:cTn id="121" fill="hold" nodeType="withGroup">
                            <p:stCondLst>
                              <p:cond delay="0"/>
                            </p:stCondLst>
                            <p:childTnLst>
                              <p:par>
                                <p:cTn id="122" presetID="10" presetClass="entr" presetSubtype="0" fill="hold" nodeType="clickEffect">
                                  <p:stCondLst>
                                    <p:cond delay="0"/>
                                  </p:stCondLst>
                                  <p:childTnLst>
                                    <p:set>
                                      <p:cBhvr>
                                        <p:cTn id="123" dur="1" fill="hold">
                                          <p:stCondLst>
                                            <p:cond delay="0"/>
                                          </p:stCondLst>
                                        </p:cTn>
                                        <p:tgtEl>
                                          <p:spTgt spid="93345"/>
                                        </p:tgtEl>
                                        <p:attrNameLst>
                                          <p:attrName>style.visibility</p:attrName>
                                        </p:attrNameLst>
                                      </p:cBhvr>
                                      <p:to>
                                        <p:strVal val="visible"/>
                                      </p:to>
                                    </p:set>
                                    <p:animEffect transition="in" filter="fade">
                                      <p:cBhvr>
                                        <p:cTn id="124" dur="500"/>
                                        <p:tgtEl>
                                          <p:spTgt spid="93345"/>
                                        </p:tgtEl>
                                      </p:cBhvr>
                                    </p:animEffect>
                                  </p:childTnLst>
                                </p:cTn>
                              </p:par>
                              <p:par>
                                <p:cTn id="125" presetID="2" presetClass="entr" presetSubtype="2" fill="hold" nodeType="withEffect">
                                  <p:stCondLst>
                                    <p:cond delay="0"/>
                                  </p:stCondLst>
                                  <p:childTnLst>
                                    <p:set>
                                      <p:cBhvr>
                                        <p:cTn id="126" dur="1" fill="hold">
                                          <p:stCondLst>
                                            <p:cond delay="0"/>
                                          </p:stCondLst>
                                        </p:cTn>
                                        <p:tgtEl>
                                          <p:spTgt spid="93353"/>
                                        </p:tgtEl>
                                        <p:attrNameLst>
                                          <p:attrName>style.visibility</p:attrName>
                                        </p:attrNameLst>
                                      </p:cBhvr>
                                      <p:to>
                                        <p:strVal val="visible"/>
                                      </p:to>
                                    </p:set>
                                    <p:anim calcmode="lin" valueType="num">
                                      <p:cBhvr additive="base">
                                        <p:cTn id="127" dur="500" fill="hold"/>
                                        <p:tgtEl>
                                          <p:spTgt spid="93353"/>
                                        </p:tgtEl>
                                        <p:attrNameLst>
                                          <p:attrName>ppt_x</p:attrName>
                                        </p:attrNameLst>
                                      </p:cBhvr>
                                      <p:tavLst>
                                        <p:tav tm="0">
                                          <p:val>
                                            <p:strVal val="1+#ppt_w/2"/>
                                          </p:val>
                                        </p:tav>
                                        <p:tav tm="100000">
                                          <p:val>
                                            <p:strVal val="#ppt_x"/>
                                          </p:val>
                                        </p:tav>
                                      </p:tavLst>
                                    </p:anim>
                                    <p:anim calcmode="lin" valueType="num">
                                      <p:cBhvr additive="base">
                                        <p:cTn id="128" dur="500" fill="hold"/>
                                        <p:tgtEl>
                                          <p:spTgt spid="93353"/>
                                        </p:tgtEl>
                                        <p:attrNameLst>
                                          <p:attrName>ppt_y</p:attrName>
                                        </p:attrNameLst>
                                      </p:cBhvr>
                                      <p:tavLst>
                                        <p:tav tm="0">
                                          <p:val>
                                            <p:strVal val="#ppt_y"/>
                                          </p:val>
                                        </p:tav>
                                        <p:tav tm="100000">
                                          <p:val>
                                            <p:strVal val="#ppt_y"/>
                                          </p:val>
                                        </p:tav>
                                      </p:tavLst>
                                    </p:anim>
                                  </p:childTnLst>
                                </p:cTn>
                              </p:par>
                            </p:childTnLst>
                          </p:cTn>
                        </p:par>
                      </p:childTnLst>
                    </p:cTn>
                  </p:par>
                  <p:par>
                    <p:cTn id="129" fill="hold" nodeType="clickPar">
                      <p:stCondLst>
                        <p:cond delay="indefinite"/>
                      </p:stCondLst>
                      <p:childTnLst>
                        <p:par>
                          <p:cTn id="130" fill="hold" nodeType="withGroup">
                            <p:stCondLst>
                              <p:cond delay="0"/>
                            </p:stCondLst>
                            <p:childTnLst>
                              <p:par>
                                <p:cTn id="131" presetID="10" presetClass="entr" presetSubtype="0" fill="hold" nodeType="clickEffect">
                                  <p:stCondLst>
                                    <p:cond delay="0"/>
                                  </p:stCondLst>
                                  <p:childTnLst>
                                    <p:set>
                                      <p:cBhvr>
                                        <p:cTn id="132" dur="1" fill="hold">
                                          <p:stCondLst>
                                            <p:cond delay="0"/>
                                          </p:stCondLst>
                                        </p:cTn>
                                        <p:tgtEl>
                                          <p:spTgt spid="93346"/>
                                        </p:tgtEl>
                                        <p:attrNameLst>
                                          <p:attrName>style.visibility</p:attrName>
                                        </p:attrNameLst>
                                      </p:cBhvr>
                                      <p:to>
                                        <p:strVal val="visible"/>
                                      </p:to>
                                    </p:set>
                                    <p:animEffect transition="in" filter="fade">
                                      <p:cBhvr>
                                        <p:cTn id="133" dur="500"/>
                                        <p:tgtEl>
                                          <p:spTgt spid="93346"/>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10" presetClass="entr" presetSubtype="0" fill="hold" nodeType="clickEffect">
                                  <p:stCondLst>
                                    <p:cond delay="0"/>
                                  </p:stCondLst>
                                  <p:childTnLst>
                                    <p:set>
                                      <p:cBhvr>
                                        <p:cTn id="137" dur="1" fill="hold">
                                          <p:stCondLst>
                                            <p:cond delay="0"/>
                                          </p:stCondLst>
                                        </p:cTn>
                                        <p:tgtEl>
                                          <p:spTgt spid="93347"/>
                                        </p:tgtEl>
                                        <p:attrNameLst>
                                          <p:attrName>style.visibility</p:attrName>
                                        </p:attrNameLst>
                                      </p:cBhvr>
                                      <p:to>
                                        <p:strVal val="visible"/>
                                      </p:to>
                                    </p:set>
                                    <p:animEffect transition="in" filter="fade">
                                      <p:cBhvr>
                                        <p:cTn id="138" dur="500"/>
                                        <p:tgtEl>
                                          <p:spTgt spid="93347"/>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0" presetClass="entr" presetSubtype="0" fill="hold" nodeType="clickEffect">
                                  <p:stCondLst>
                                    <p:cond delay="0"/>
                                  </p:stCondLst>
                                  <p:childTnLst>
                                    <p:set>
                                      <p:cBhvr>
                                        <p:cTn id="142" dur="1" fill="hold">
                                          <p:stCondLst>
                                            <p:cond delay="0"/>
                                          </p:stCondLst>
                                        </p:cTn>
                                        <p:tgtEl>
                                          <p:spTgt spid="93350"/>
                                        </p:tgtEl>
                                        <p:attrNameLst>
                                          <p:attrName>style.visibility</p:attrName>
                                        </p:attrNameLst>
                                      </p:cBhvr>
                                      <p:to>
                                        <p:strVal val="visible"/>
                                      </p:to>
                                    </p:set>
                                    <p:animEffect transition="in" filter="fade">
                                      <p:cBhvr>
                                        <p:cTn id="143" dur="500"/>
                                        <p:tgtEl>
                                          <p:spTgt spid="93350"/>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0" presetClass="entr" presetSubtype="0" fill="hold" nodeType="clickEffect">
                                  <p:stCondLst>
                                    <p:cond delay="0"/>
                                  </p:stCondLst>
                                  <p:childTnLst>
                                    <p:set>
                                      <p:cBhvr>
                                        <p:cTn id="147" dur="1" fill="hold">
                                          <p:stCondLst>
                                            <p:cond delay="0"/>
                                          </p:stCondLst>
                                        </p:cTn>
                                        <p:tgtEl>
                                          <p:spTgt spid="93351"/>
                                        </p:tgtEl>
                                        <p:attrNameLst>
                                          <p:attrName>style.visibility</p:attrName>
                                        </p:attrNameLst>
                                      </p:cBhvr>
                                      <p:to>
                                        <p:strVal val="visible"/>
                                      </p:to>
                                    </p:set>
                                    <p:animEffect transition="in" filter="fade">
                                      <p:cBhvr>
                                        <p:cTn id="148" dur="500"/>
                                        <p:tgtEl>
                                          <p:spTgt spid="93351"/>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10" presetClass="entr" presetSubtype="0" fill="hold" nodeType="clickEffect">
                                  <p:stCondLst>
                                    <p:cond delay="0"/>
                                  </p:stCondLst>
                                  <p:childTnLst>
                                    <p:set>
                                      <p:cBhvr>
                                        <p:cTn id="152" dur="1" fill="hold">
                                          <p:stCondLst>
                                            <p:cond delay="0"/>
                                          </p:stCondLst>
                                        </p:cTn>
                                        <p:tgtEl>
                                          <p:spTgt spid="93354"/>
                                        </p:tgtEl>
                                        <p:attrNameLst>
                                          <p:attrName>style.visibility</p:attrName>
                                        </p:attrNameLst>
                                      </p:cBhvr>
                                      <p:to>
                                        <p:strVal val="visible"/>
                                      </p:to>
                                    </p:set>
                                    <p:animEffect transition="in" filter="fade">
                                      <p:cBhvr>
                                        <p:cTn id="153" dur="500"/>
                                        <p:tgtEl>
                                          <p:spTgt spid="93354"/>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10" presetClass="entr" presetSubtype="0" fill="hold" nodeType="clickEffect">
                                  <p:stCondLst>
                                    <p:cond delay="0"/>
                                  </p:stCondLst>
                                  <p:childTnLst>
                                    <p:set>
                                      <p:cBhvr>
                                        <p:cTn id="157" dur="1" fill="hold">
                                          <p:stCondLst>
                                            <p:cond delay="0"/>
                                          </p:stCondLst>
                                        </p:cTn>
                                        <p:tgtEl>
                                          <p:spTgt spid="93355"/>
                                        </p:tgtEl>
                                        <p:attrNameLst>
                                          <p:attrName>style.visibility</p:attrName>
                                        </p:attrNameLst>
                                      </p:cBhvr>
                                      <p:to>
                                        <p:strVal val="visible"/>
                                      </p:to>
                                    </p:set>
                                    <p:animEffect transition="in" filter="fade">
                                      <p:cBhvr>
                                        <p:cTn id="158" dur="500"/>
                                        <p:tgtEl>
                                          <p:spTgt spid="93355"/>
                                        </p:tgtEl>
                                      </p:cBhvr>
                                    </p:animEffec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10" presetClass="entr" presetSubtype="0" fill="hold" nodeType="clickEffect">
                                  <p:stCondLst>
                                    <p:cond delay="0"/>
                                  </p:stCondLst>
                                  <p:childTnLst>
                                    <p:set>
                                      <p:cBhvr>
                                        <p:cTn id="162" dur="1" fill="hold">
                                          <p:stCondLst>
                                            <p:cond delay="0"/>
                                          </p:stCondLst>
                                        </p:cTn>
                                        <p:tgtEl>
                                          <p:spTgt spid="93356"/>
                                        </p:tgtEl>
                                        <p:attrNameLst>
                                          <p:attrName>style.visibility</p:attrName>
                                        </p:attrNameLst>
                                      </p:cBhvr>
                                      <p:to>
                                        <p:strVal val="visible"/>
                                      </p:to>
                                    </p:set>
                                    <p:animEffect transition="in" filter="fade">
                                      <p:cBhvr>
                                        <p:cTn id="163" dur="500"/>
                                        <p:tgtEl>
                                          <p:spTgt spid="93356"/>
                                        </p:tgtEl>
                                      </p:cBhvr>
                                    </p:animEffec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23" presetClass="entr" presetSubtype="16" fill="hold" nodeType="clickEffect">
                                  <p:stCondLst>
                                    <p:cond delay="0"/>
                                  </p:stCondLst>
                                  <p:childTnLst>
                                    <p:set>
                                      <p:cBhvr>
                                        <p:cTn id="167" dur="1" fill="hold">
                                          <p:stCondLst>
                                            <p:cond delay="0"/>
                                          </p:stCondLst>
                                        </p:cTn>
                                        <p:tgtEl>
                                          <p:spTgt spid="93359"/>
                                        </p:tgtEl>
                                        <p:attrNameLst>
                                          <p:attrName>style.visibility</p:attrName>
                                        </p:attrNameLst>
                                      </p:cBhvr>
                                      <p:to>
                                        <p:strVal val="visible"/>
                                      </p:to>
                                    </p:set>
                                    <p:anim calcmode="lin" valueType="num">
                                      <p:cBhvr>
                                        <p:cTn id="168" dur="500" fill="hold"/>
                                        <p:tgtEl>
                                          <p:spTgt spid="93359"/>
                                        </p:tgtEl>
                                        <p:attrNameLst>
                                          <p:attrName>ppt_w</p:attrName>
                                        </p:attrNameLst>
                                      </p:cBhvr>
                                      <p:tavLst>
                                        <p:tav tm="0">
                                          <p:val>
                                            <p:fltVal val="0"/>
                                          </p:val>
                                        </p:tav>
                                        <p:tav tm="100000">
                                          <p:val>
                                            <p:strVal val="#ppt_w"/>
                                          </p:val>
                                        </p:tav>
                                      </p:tavLst>
                                    </p:anim>
                                    <p:anim calcmode="lin" valueType="num">
                                      <p:cBhvr>
                                        <p:cTn id="169" dur="500" fill="hold"/>
                                        <p:tgtEl>
                                          <p:spTgt spid="93359"/>
                                        </p:tgtEl>
                                        <p:attrNameLst>
                                          <p:attrName>ppt_h</p:attrName>
                                        </p:attrNameLst>
                                      </p:cBhvr>
                                      <p:tavLst>
                                        <p:tav tm="0">
                                          <p:val>
                                            <p:fltVal val="0"/>
                                          </p:val>
                                        </p:tav>
                                        <p:tav tm="100000">
                                          <p:val>
                                            <p:strVal val="#ppt_h"/>
                                          </p:val>
                                        </p:tav>
                                      </p:tavLst>
                                    </p:anim>
                                  </p:childTnLst>
                                </p:cTn>
                              </p:par>
                            </p:childTnLst>
                          </p:cTn>
                        </p:par>
                      </p:childTnLst>
                    </p:cTn>
                  </p:par>
                  <p:par>
                    <p:cTn id="170" fill="hold" nodeType="clickPar">
                      <p:stCondLst>
                        <p:cond delay="indefinite"/>
                      </p:stCondLst>
                      <p:childTnLst>
                        <p:par>
                          <p:cTn id="171" fill="hold" nodeType="withGroup">
                            <p:stCondLst>
                              <p:cond delay="0"/>
                            </p:stCondLst>
                            <p:childTnLst>
                              <p:par>
                                <p:cTn id="172" presetID="10" presetClass="entr" presetSubtype="0" fill="hold" nodeType="clickEffect">
                                  <p:stCondLst>
                                    <p:cond delay="0"/>
                                  </p:stCondLst>
                                  <p:childTnLst>
                                    <p:set>
                                      <p:cBhvr>
                                        <p:cTn id="173" dur="1" fill="hold">
                                          <p:stCondLst>
                                            <p:cond delay="0"/>
                                          </p:stCondLst>
                                        </p:cTn>
                                        <p:tgtEl>
                                          <p:spTgt spid="93360"/>
                                        </p:tgtEl>
                                        <p:attrNameLst>
                                          <p:attrName>style.visibility</p:attrName>
                                        </p:attrNameLst>
                                      </p:cBhvr>
                                      <p:to>
                                        <p:strVal val="visible"/>
                                      </p:to>
                                    </p:set>
                                    <p:animEffect transition="in" filter="fade">
                                      <p:cBhvr>
                                        <p:cTn id="174" dur="500"/>
                                        <p:tgtEl>
                                          <p:spTgt spid="93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02" grpId="0"/>
      <p:bldP spid="93331" grpId="0"/>
      <p:bldP spid="93332" grpId="0"/>
      <p:bldP spid="93337" grpId="0"/>
      <p:bldP spid="93340" grpId="0"/>
      <p:bldP spid="93341" grpId="0"/>
      <p:bldP spid="93342" grpId="0"/>
      <p:bldP spid="93343" grpId="0"/>
      <p:bldP spid="93345" grpId="0"/>
      <p:bldP spid="93346" grpId="0"/>
      <p:bldP spid="93347" grpId="0"/>
      <p:bldP spid="93350" grpId="0"/>
      <p:bldP spid="93351" grpId="0"/>
      <p:bldP spid="93352" grpId="0"/>
      <p:bldP spid="93353" grpId="0"/>
      <p:bldP spid="93354" grpId="0"/>
      <p:bldP spid="93355" grpId="0"/>
      <p:bldP spid="93356" grpId="0"/>
      <p:bldP spid="93360"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4F56A9C-3849-1FBC-61F9-A154742309CF}"/>
              </a:ext>
            </a:extLst>
          </p:cNvPr>
          <p:cNvSpPr>
            <a:spLocks noChangeArrowheads="1"/>
          </p:cNvSpPr>
          <p:nvPr/>
        </p:nvSpPr>
        <p:spPr bwMode="auto">
          <a:xfrm>
            <a:off x="0" y="471579"/>
            <a:ext cx="6419148"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dirty="0">
                <a:latin typeface="Courier New" panose="02070309020205020404" pitchFamily="49" charset="0"/>
              </a:rPr>
              <a:t>When the object is fully submerged:</a:t>
            </a:r>
          </a:p>
        </p:txBody>
      </p:sp>
      <p:sp>
        <p:nvSpPr>
          <p:cNvPr id="5" name="Rectangle 178">
            <a:extLst>
              <a:ext uri="{FF2B5EF4-FFF2-40B4-BE49-F238E27FC236}">
                <a16:creationId xmlns:a16="http://schemas.microsoft.com/office/drawing/2014/main" id="{F00E526B-37BF-3116-60F0-087B78F5E058}"/>
              </a:ext>
            </a:extLst>
          </p:cNvPr>
          <p:cNvSpPr>
            <a:spLocks noChangeArrowheads="1"/>
          </p:cNvSpPr>
          <p:nvPr/>
        </p:nvSpPr>
        <p:spPr bwMode="auto">
          <a:xfrm>
            <a:off x="-3969" y="0"/>
            <a:ext cx="4676775" cy="35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dirty="0">
                <a:latin typeface="Courier New" panose="02070309020205020404" pitchFamily="49" charset="0"/>
              </a:rPr>
              <a:t>ARCHIMEDES' PRINCIPLE</a:t>
            </a:r>
          </a:p>
        </p:txBody>
      </p:sp>
      <p:pic>
        <p:nvPicPr>
          <p:cNvPr id="11" name="Picture 10">
            <a:extLst>
              <a:ext uri="{FF2B5EF4-FFF2-40B4-BE49-F238E27FC236}">
                <a16:creationId xmlns:a16="http://schemas.microsoft.com/office/drawing/2014/main" id="{573E2F63-CE57-03CB-365F-AEE080717629}"/>
              </a:ext>
            </a:extLst>
          </p:cNvPr>
          <p:cNvPicPr>
            <a:picLocks noChangeAspect="1"/>
          </p:cNvPicPr>
          <p:nvPr/>
        </p:nvPicPr>
        <p:blipFill rotWithShape="1">
          <a:blip r:embed="rId2"/>
          <a:srcRect r="52304"/>
          <a:stretch/>
        </p:blipFill>
        <p:spPr>
          <a:xfrm>
            <a:off x="644315" y="3118961"/>
            <a:ext cx="1835536" cy="2271020"/>
          </a:xfrm>
          <a:prstGeom prst="rect">
            <a:avLst/>
          </a:prstGeom>
        </p:spPr>
      </p:pic>
      <p:pic>
        <p:nvPicPr>
          <p:cNvPr id="12" name="Picture 11">
            <a:extLst>
              <a:ext uri="{FF2B5EF4-FFF2-40B4-BE49-F238E27FC236}">
                <a16:creationId xmlns:a16="http://schemas.microsoft.com/office/drawing/2014/main" id="{3ECD275C-D409-C06C-A78B-079C69F07EEE}"/>
              </a:ext>
            </a:extLst>
          </p:cNvPr>
          <p:cNvPicPr>
            <a:picLocks noChangeAspect="1"/>
          </p:cNvPicPr>
          <p:nvPr/>
        </p:nvPicPr>
        <p:blipFill rotWithShape="1">
          <a:blip r:embed="rId2"/>
          <a:srcRect l="50000" t="2876" r="2304" b="-2876"/>
          <a:stretch/>
        </p:blipFill>
        <p:spPr>
          <a:xfrm>
            <a:off x="3409251" y="3118961"/>
            <a:ext cx="1835536" cy="2271020"/>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4792EFA-0C39-0251-573B-E1877521330B}"/>
                  </a:ext>
                </a:extLst>
              </p:cNvPr>
              <p:cNvSpPr txBox="1"/>
              <p:nvPr/>
            </p:nvSpPr>
            <p:spPr>
              <a:xfrm>
                <a:off x="158191" y="863987"/>
                <a:ext cx="1233799" cy="3915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𝑓</m:t>
                          </m:r>
                        </m:sub>
                      </m:sSub>
                      <m:r>
                        <a:rPr lang="en-US" b="0" i="1" smtClean="0">
                          <a:latin typeface="Cambria Math" panose="02040503050406030204" pitchFamily="18" charset="0"/>
                        </a:rPr>
                        <m:t>𝑉𝑔</m:t>
                      </m:r>
                    </m:oMath>
                  </m:oMathPara>
                </a14:m>
                <a:endParaRPr lang="en-CN" dirty="0"/>
              </a:p>
            </p:txBody>
          </p:sp>
        </mc:Choice>
        <mc:Fallback xmlns="">
          <p:sp>
            <p:nvSpPr>
              <p:cNvPr id="13" name="TextBox 12">
                <a:extLst>
                  <a:ext uri="{FF2B5EF4-FFF2-40B4-BE49-F238E27FC236}">
                    <a16:creationId xmlns:a16="http://schemas.microsoft.com/office/drawing/2014/main" id="{B4792EFA-0C39-0251-573B-E1877521330B}"/>
                  </a:ext>
                </a:extLst>
              </p:cNvPr>
              <p:cNvSpPr txBox="1">
                <a:spLocks noRot="1" noChangeAspect="1" noMove="1" noResize="1" noEditPoints="1" noAdjustHandles="1" noChangeArrowheads="1" noChangeShapeType="1" noTextEdit="1"/>
              </p:cNvSpPr>
              <p:nvPr/>
            </p:nvSpPr>
            <p:spPr>
              <a:xfrm>
                <a:off x="158191" y="863987"/>
                <a:ext cx="1233799" cy="391582"/>
              </a:xfrm>
              <a:prstGeom prst="rect">
                <a:avLst/>
              </a:prstGeom>
              <a:blipFill>
                <a:blip r:embed="rId4"/>
                <a:stretch>
                  <a:fillRect b="-967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AA80370-824F-F66B-768F-BE65CA39F5A2}"/>
                  </a:ext>
                </a:extLst>
              </p:cNvPr>
              <p:cNvSpPr txBox="1"/>
              <p:nvPr/>
            </p:nvSpPr>
            <p:spPr>
              <a:xfrm>
                <a:off x="380816" y="1201775"/>
                <a:ext cx="1274773"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𝑓</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𝑜𝑏𝑗</m:t>
                          </m:r>
                        </m:sub>
                      </m:sSub>
                      <m:r>
                        <a:rPr lang="en-US" b="0" i="1" smtClean="0">
                          <a:latin typeface="Cambria Math" panose="02040503050406030204" pitchFamily="18" charset="0"/>
                        </a:rPr>
                        <m:t>𝑔</m:t>
                      </m:r>
                    </m:oMath>
                  </m:oMathPara>
                </a14:m>
                <a:endParaRPr lang="en-CN" dirty="0"/>
              </a:p>
            </p:txBody>
          </p:sp>
        </mc:Choice>
        <mc:Fallback xmlns="">
          <p:sp>
            <p:nvSpPr>
              <p:cNvPr id="14" name="TextBox 13">
                <a:extLst>
                  <a:ext uri="{FF2B5EF4-FFF2-40B4-BE49-F238E27FC236}">
                    <a16:creationId xmlns:a16="http://schemas.microsoft.com/office/drawing/2014/main" id="{FAA80370-824F-F66B-768F-BE65CA39F5A2}"/>
                  </a:ext>
                </a:extLst>
              </p:cNvPr>
              <p:cNvSpPr txBox="1">
                <a:spLocks noRot="1" noChangeAspect="1" noMove="1" noResize="1" noEditPoints="1" noAdjustHandles="1" noChangeArrowheads="1" noChangeShapeType="1" noTextEdit="1"/>
              </p:cNvSpPr>
              <p:nvPr/>
            </p:nvSpPr>
            <p:spPr>
              <a:xfrm>
                <a:off x="380816" y="1201775"/>
                <a:ext cx="1274773" cy="391646"/>
              </a:xfrm>
              <a:prstGeom prst="rect">
                <a:avLst/>
              </a:prstGeom>
              <a:blipFill>
                <a:blip r:embed="rId5"/>
                <a:stretch>
                  <a:fillRect b="-937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B8F1552-48D3-5047-1FD8-369F20B65491}"/>
                  </a:ext>
                </a:extLst>
              </p:cNvPr>
              <p:cNvSpPr txBox="1"/>
              <p:nvPr/>
            </p:nvSpPr>
            <p:spPr>
              <a:xfrm>
                <a:off x="85412" y="1751150"/>
                <a:ext cx="111780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r>
                        <a:rPr lang="en-US" b="0" i="1" smtClean="0">
                          <a:latin typeface="Cambria Math" panose="02040503050406030204" pitchFamily="18" charset="0"/>
                        </a:rPr>
                        <m:t>𝑚𝑔</m:t>
                      </m:r>
                    </m:oMath>
                  </m:oMathPara>
                </a14:m>
                <a:endParaRPr lang="en-CN" dirty="0"/>
              </a:p>
            </p:txBody>
          </p:sp>
        </mc:Choice>
        <mc:Fallback xmlns="">
          <p:sp>
            <p:nvSpPr>
              <p:cNvPr id="15" name="TextBox 14">
                <a:extLst>
                  <a:ext uri="{FF2B5EF4-FFF2-40B4-BE49-F238E27FC236}">
                    <a16:creationId xmlns:a16="http://schemas.microsoft.com/office/drawing/2014/main" id="{FB8F1552-48D3-5047-1FD8-369F20B65491}"/>
                  </a:ext>
                </a:extLst>
              </p:cNvPr>
              <p:cNvSpPr txBox="1">
                <a:spLocks noRot="1" noChangeAspect="1" noMove="1" noResize="1" noEditPoints="1" noAdjustHandles="1" noChangeArrowheads="1" noChangeShapeType="1" noTextEdit="1"/>
              </p:cNvSpPr>
              <p:nvPr/>
            </p:nvSpPr>
            <p:spPr>
              <a:xfrm>
                <a:off x="85412" y="1751150"/>
                <a:ext cx="1117807" cy="369332"/>
              </a:xfrm>
              <a:prstGeom prst="rect">
                <a:avLst/>
              </a:prstGeom>
              <a:blipFill>
                <a:blip r:embed="rId6"/>
                <a:stretch>
                  <a:fillRect b="-967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7E9C31B-B105-FD08-143A-37D9092B32B3}"/>
                  </a:ext>
                </a:extLst>
              </p:cNvPr>
              <p:cNvSpPr txBox="1"/>
              <p:nvPr/>
            </p:nvSpPr>
            <p:spPr>
              <a:xfrm>
                <a:off x="380816" y="2084737"/>
                <a:ext cx="1455719"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𝑜𝑏𝑗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𝑜𝑏𝑗</m:t>
                          </m:r>
                        </m:sub>
                      </m:sSub>
                      <m:r>
                        <a:rPr lang="en-US" b="0" i="1" smtClean="0">
                          <a:latin typeface="Cambria Math" panose="02040503050406030204" pitchFamily="18" charset="0"/>
                        </a:rPr>
                        <m:t>𝑔</m:t>
                      </m:r>
                    </m:oMath>
                  </m:oMathPara>
                </a14:m>
                <a:endParaRPr lang="en-CN" dirty="0"/>
              </a:p>
            </p:txBody>
          </p:sp>
        </mc:Choice>
        <mc:Fallback xmlns="">
          <p:sp>
            <p:nvSpPr>
              <p:cNvPr id="16" name="TextBox 15">
                <a:extLst>
                  <a:ext uri="{FF2B5EF4-FFF2-40B4-BE49-F238E27FC236}">
                    <a16:creationId xmlns:a16="http://schemas.microsoft.com/office/drawing/2014/main" id="{97E9C31B-B105-FD08-143A-37D9092B32B3}"/>
                  </a:ext>
                </a:extLst>
              </p:cNvPr>
              <p:cNvSpPr txBox="1">
                <a:spLocks noRot="1" noChangeAspect="1" noMove="1" noResize="1" noEditPoints="1" noAdjustHandles="1" noChangeArrowheads="1" noChangeShapeType="1" noTextEdit="1"/>
              </p:cNvSpPr>
              <p:nvPr/>
            </p:nvSpPr>
            <p:spPr>
              <a:xfrm>
                <a:off x="380816" y="2084737"/>
                <a:ext cx="1455719" cy="391646"/>
              </a:xfrm>
              <a:prstGeom prst="rect">
                <a:avLst/>
              </a:prstGeom>
              <a:blipFill>
                <a:blip r:embed="rId7"/>
                <a:stretch>
                  <a:fillRect b="-967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CDF11B5-8AC6-4A1A-DF17-46A00D4FCB63}"/>
                  </a:ext>
                </a:extLst>
              </p:cNvPr>
              <p:cNvSpPr txBox="1"/>
              <p:nvPr/>
            </p:nvSpPr>
            <p:spPr>
              <a:xfrm>
                <a:off x="2437925" y="1064301"/>
                <a:ext cx="3247171"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𝑊</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𝑓</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𝑜𝑏𝑗</m:t>
                          </m:r>
                        </m:sub>
                      </m:sSub>
                      <m:r>
                        <a:rPr lang="en-US" b="0" i="1" smtClean="0">
                          <a:latin typeface="Cambria Math" panose="02040503050406030204" pitchFamily="18" charset="0"/>
                        </a:rPr>
                        <m:t>𝑔</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𝑜𝑏𝑗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𝑜𝑏𝑗</m:t>
                          </m:r>
                        </m:sub>
                      </m:sSub>
                      <m:r>
                        <a:rPr lang="en-US" b="0" i="1" smtClean="0">
                          <a:latin typeface="Cambria Math" panose="02040503050406030204" pitchFamily="18" charset="0"/>
                        </a:rPr>
                        <m:t>𝑔</m:t>
                      </m:r>
                    </m:oMath>
                  </m:oMathPara>
                </a14:m>
                <a:endParaRPr lang="en-CN" dirty="0"/>
              </a:p>
            </p:txBody>
          </p:sp>
        </mc:Choice>
        <mc:Fallback xmlns="">
          <p:sp>
            <p:nvSpPr>
              <p:cNvPr id="17" name="TextBox 16">
                <a:extLst>
                  <a:ext uri="{FF2B5EF4-FFF2-40B4-BE49-F238E27FC236}">
                    <a16:creationId xmlns:a16="http://schemas.microsoft.com/office/drawing/2014/main" id="{FCDF11B5-8AC6-4A1A-DF17-46A00D4FCB63}"/>
                  </a:ext>
                </a:extLst>
              </p:cNvPr>
              <p:cNvSpPr txBox="1">
                <a:spLocks noRot="1" noChangeAspect="1" noMove="1" noResize="1" noEditPoints="1" noAdjustHandles="1" noChangeArrowheads="1" noChangeShapeType="1" noTextEdit="1"/>
              </p:cNvSpPr>
              <p:nvPr/>
            </p:nvSpPr>
            <p:spPr>
              <a:xfrm>
                <a:off x="2437925" y="1064301"/>
                <a:ext cx="3247171" cy="391646"/>
              </a:xfrm>
              <a:prstGeom prst="rect">
                <a:avLst/>
              </a:prstGeom>
              <a:blipFill>
                <a:blip r:embed="rId8"/>
                <a:stretch>
                  <a:fillRect b="-967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A402E78-D1D4-C678-A5C9-6D5FC09FAA40}"/>
                  </a:ext>
                </a:extLst>
              </p:cNvPr>
              <p:cNvSpPr txBox="1"/>
              <p:nvPr/>
            </p:nvSpPr>
            <p:spPr>
              <a:xfrm>
                <a:off x="2437925" y="1525980"/>
                <a:ext cx="2984920" cy="3956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𝑩</m:t>
                      </m:r>
                      <m:r>
                        <a:rPr lang="en-US" b="1" i="1" smtClean="0">
                          <a:latin typeface="Cambria Math" panose="02040503050406030204" pitchFamily="18" charset="0"/>
                        </a:rPr>
                        <m:t>−</m:t>
                      </m:r>
                      <m:r>
                        <a:rPr lang="en-US" b="1" i="1" smtClean="0">
                          <a:latin typeface="Cambria Math" panose="02040503050406030204" pitchFamily="18" charset="0"/>
                        </a:rPr>
                        <m:t>𝑾</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𝝆</m:t>
                          </m:r>
                        </m:e>
                        <m:sub>
                          <m:r>
                            <a:rPr lang="en-US" b="1" i="1" smtClean="0">
                              <a:latin typeface="Cambria Math" panose="02040503050406030204" pitchFamily="18" charset="0"/>
                            </a:rPr>
                            <m:t>𝒇</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𝝆</m:t>
                          </m:r>
                        </m:e>
                        <m:sub>
                          <m:r>
                            <a:rPr lang="en-US" b="1" i="1" smtClean="0">
                              <a:latin typeface="Cambria Math" panose="02040503050406030204" pitchFamily="18" charset="0"/>
                            </a:rPr>
                            <m:t>𝒐𝒃𝒋</m:t>
                          </m:r>
                        </m:sub>
                      </m:sSub>
                      <m:r>
                        <a:rPr lang="en-US" b="1" i="1" smtClean="0">
                          <a:latin typeface="Cambria Math" panose="02040503050406030204" pitchFamily="18" charset="0"/>
                        </a:rPr>
                        <m:t>) </m:t>
                      </m:r>
                      <m:r>
                        <a:rPr lang="en-US" b="1" i="1" smtClean="0">
                          <a:latin typeface="Cambria Math" panose="02040503050406030204" pitchFamily="18" charset="0"/>
                        </a:rPr>
                        <m:t>𝒈</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𝑽</m:t>
                          </m:r>
                        </m:e>
                        <m:sub>
                          <m:r>
                            <a:rPr lang="en-US" b="1" i="1" smtClean="0">
                              <a:latin typeface="Cambria Math" panose="02040503050406030204" pitchFamily="18" charset="0"/>
                            </a:rPr>
                            <m:t>𝒐𝒃𝒋</m:t>
                          </m:r>
                        </m:sub>
                      </m:sSub>
                    </m:oMath>
                  </m:oMathPara>
                </a14:m>
                <a:endParaRPr lang="en-CN" b="1" dirty="0"/>
              </a:p>
            </p:txBody>
          </p:sp>
        </mc:Choice>
        <mc:Fallback xmlns="">
          <p:sp>
            <p:nvSpPr>
              <p:cNvPr id="18" name="TextBox 17">
                <a:extLst>
                  <a:ext uri="{FF2B5EF4-FFF2-40B4-BE49-F238E27FC236}">
                    <a16:creationId xmlns:a16="http://schemas.microsoft.com/office/drawing/2014/main" id="{2A402E78-D1D4-C678-A5C9-6D5FC09FAA40}"/>
                  </a:ext>
                </a:extLst>
              </p:cNvPr>
              <p:cNvSpPr txBox="1">
                <a:spLocks noRot="1" noChangeAspect="1" noMove="1" noResize="1" noEditPoints="1" noAdjustHandles="1" noChangeArrowheads="1" noChangeShapeType="1" noTextEdit="1"/>
              </p:cNvSpPr>
              <p:nvPr/>
            </p:nvSpPr>
            <p:spPr>
              <a:xfrm>
                <a:off x="2437925" y="1525980"/>
                <a:ext cx="2984920" cy="395621"/>
              </a:xfrm>
              <a:prstGeom prst="rect">
                <a:avLst/>
              </a:prstGeom>
              <a:blipFill>
                <a:blip r:embed="rId9"/>
                <a:stretch>
                  <a:fillRect b="-937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46DAA81D-597A-9EEF-6883-6F3D2A538F66}"/>
                  </a:ext>
                </a:extLst>
              </p:cNvPr>
              <p:cNvSpPr>
                <a:spLocks noChangeArrowheads="1"/>
              </p:cNvSpPr>
              <p:nvPr/>
            </p:nvSpPr>
            <p:spPr bwMode="auto">
              <a:xfrm>
                <a:off x="132065" y="5520764"/>
                <a:ext cx="2984920" cy="1141545"/>
              </a:xfrm>
              <a:prstGeom prst="rect">
                <a:avLst/>
              </a:prstGeom>
              <a:solidFill>
                <a:schemeClr val="bg1">
                  <a:lumMod val="85000"/>
                </a:schemeClr>
              </a:solidFill>
              <a:ln>
                <a:noFill/>
              </a:ln>
              <a:effec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2000" dirty="0">
                    <a:latin typeface="Courier New" panose="02070309020205020404" pitchFamily="49" charset="0"/>
                  </a:rPr>
                  <a:t>If</a:t>
                </a:r>
                <a:r>
                  <a:rPr lang="en-US" sz="1200" b="0" dirty="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𝜌</m:t>
                        </m:r>
                      </m:e>
                      <m:sub>
                        <m:r>
                          <a:rPr lang="en-US" sz="2000" b="0" i="1" smtClean="0">
                            <a:latin typeface="Cambria Math" panose="02040503050406030204" pitchFamily="18" charset="0"/>
                          </a:rPr>
                          <m:t>𝑓</m:t>
                        </m:r>
                      </m:sub>
                    </m:sSub>
                    <m:r>
                      <a:rPr lang="en-US" sz="2000" b="0" i="1" smtClean="0">
                        <a:latin typeface="Cambria Math" panose="02040503050406030204" pitchFamily="18" charset="0"/>
                      </a:rPr>
                      <m:t>&gt;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𝜌</m:t>
                        </m:r>
                      </m:e>
                      <m:sub>
                        <m:r>
                          <a:rPr lang="en-US" sz="2000" b="0" i="1" smtClean="0">
                            <a:latin typeface="Cambria Math" panose="02040503050406030204" pitchFamily="18" charset="0"/>
                          </a:rPr>
                          <m:t>𝑜𝑏𝑗</m:t>
                        </m:r>
                      </m:sub>
                    </m:sSub>
                  </m:oMath>
                </a14:m>
                <a:r>
                  <a:rPr lang="en-US" altLang="en-CN" sz="2000" dirty="0">
                    <a:latin typeface="Courier New" panose="02070309020205020404" pitchFamily="49" charset="0"/>
                  </a:rPr>
                  <a:t>, the unsupported object accelerates upward</a:t>
                </a:r>
              </a:p>
            </p:txBody>
          </p:sp>
        </mc:Choice>
        <mc:Fallback xmlns="">
          <p:sp>
            <p:nvSpPr>
              <p:cNvPr id="19" name="Rectangle 18">
                <a:extLst>
                  <a:ext uri="{FF2B5EF4-FFF2-40B4-BE49-F238E27FC236}">
                    <a16:creationId xmlns:a16="http://schemas.microsoft.com/office/drawing/2014/main" id="{46DAA81D-597A-9EEF-6883-6F3D2A538F66}"/>
                  </a:ext>
                </a:extLst>
              </p:cNvPr>
              <p:cNvSpPr>
                <a:spLocks noRot="1" noChangeAspect="1" noMove="1" noResize="1" noEditPoints="1" noAdjustHandles="1" noChangeArrowheads="1" noChangeShapeType="1" noTextEdit="1"/>
              </p:cNvSpPr>
              <p:nvPr/>
            </p:nvSpPr>
            <p:spPr bwMode="auto">
              <a:xfrm>
                <a:off x="132065" y="5520764"/>
                <a:ext cx="2984920" cy="1141545"/>
              </a:xfrm>
              <a:prstGeom prst="rect">
                <a:avLst/>
              </a:prstGeom>
              <a:blipFill>
                <a:blip r:embed="rId10"/>
                <a:stretch>
                  <a:fillRect l="-1271" t="-3297" r="-6356"/>
                </a:stretch>
              </a:blipFill>
              <a:ln>
                <a:noFill/>
              </a:ln>
              <a:effectLst/>
            </p:spPr>
            <p:txBody>
              <a:bodyPr/>
              <a:lstStyle/>
              <a:p>
                <a:r>
                  <a:rPr lang="en-CN">
                    <a:noFill/>
                  </a:rPr>
                  <a:t> </a:t>
                </a:r>
              </a:p>
            </p:txBody>
          </p:sp>
        </mc:Fallback>
      </mc:AlternateContent>
      <p:sp>
        <p:nvSpPr>
          <p:cNvPr id="20" name="Right Brace 19">
            <a:extLst>
              <a:ext uri="{FF2B5EF4-FFF2-40B4-BE49-F238E27FC236}">
                <a16:creationId xmlns:a16="http://schemas.microsoft.com/office/drawing/2014/main" id="{58722801-FCD0-4334-C3B5-9B498346D20D}"/>
              </a:ext>
            </a:extLst>
          </p:cNvPr>
          <p:cNvSpPr/>
          <p:nvPr/>
        </p:nvSpPr>
        <p:spPr>
          <a:xfrm>
            <a:off x="1985555" y="863987"/>
            <a:ext cx="296428" cy="1385249"/>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84EF6CAB-4516-F87B-618F-C5DAF0941F7A}"/>
                  </a:ext>
                </a:extLst>
              </p:cNvPr>
              <p:cNvSpPr>
                <a:spLocks noChangeArrowheads="1"/>
              </p:cNvSpPr>
              <p:nvPr/>
            </p:nvSpPr>
            <p:spPr bwMode="auto">
              <a:xfrm>
                <a:off x="3209574" y="5524174"/>
                <a:ext cx="2834795" cy="1141545"/>
              </a:xfrm>
              <a:prstGeom prst="rect">
                <a:avLst/>
              </a:prstGeom>
              <a:solidFill>
                <a:schemeClr val="bg1">
                  <a:lumMod val="85000"/>
                </a:schemeClr>
              </a:solidFill>
              <a:ln>
                <a:noFill/>
              </a:ln>
              <a:effec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2000" dirty="0">
                    <a:latin typeface="Courier New" panose="02070309020205020404" pitchFamily="49" charset="0"/>
                  </a:rPr>
                  <a:t>If</a:t>
                </a:r>
                <a:r>
                  <a:rPr lang="en-US" sz="1200" b="0" dirty="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𝜌</m:t>
                        </m:r>
                      </m:e>
                      <m:sub>
                        <m:r>
                          <a:rPr lang="en-US" sz="2000" b="0" i="1" smtClean="0">
                            <a:latin typeface="Cambria Math" panose="02040503050406030204" pitchFamily="18" charset="0"/>
                          </a:rPr>
                          <m:t>𝑓</m:t>
                        </m:r>
                      </m:sub>
                    </m:sSub>
                    <m:r>
                      <a:rPr lang="en-US" sz="2000" b="0" i="1" smtClean="0">
                        <a:latin typeface="Cambria Math" panose="02040503050406030204" pitchFamily="18" charset="0"/>
                      </a:rPr>
                      <m:t>&lt;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𝜌</m:t>
                        </m:r>
                      </m:e>
                      <m:sub>
                        <m:r>
                          <a:rPr lang="en-US" sz="2000" b="0" i="1" smtClean="0">
                            <a:latin typeface="Cambria Math" panose="02040503050406030204" pitchFamily="18" charset="0"/>
                          </a:rPr>
                          <m:t>𝑜𝑏𝑗</m:t>
                        </m:r>
                      </m:sub>
                    </m:sSub>
                  </m:oMath>
                </a14:m>
                <a:r>
                  <a:rPr lang="en-US" altLang="en-CN" sz="2000" dirty="0">
                    <a:latin typeface="Courier New" panose="02070309020205020404" pitchFamily="49" charset="0"/>
                  </a:rPr>
                  <a:t>, the unsupported object sinks</a:t>
                </a:r>
              </a:p>
            </p:txBody>
          </p:sp>
        </mc:Choice>
        <mc:Fallback xmlns="">
          <p:sp>
            <p:nvSpPr>
              <p:cNvPr id="21" name="Rectangle 20">
                <a:extLst>
                  <a:ext uri="{FF2B5EF4-FFF2-40B4-BE49-F238E27FC236}">
                    <a16:creationId xmlns:a16="http://schemas.microsoft.com/office/drawing/2014/main" id="{84EF6CAB-4516-F87B-618F-C5DAF0941F7A}"/>
                  </a:ext>
                </a:extLst>
              </p:cNvPr>
              <p:cNvSpPr>
                <a:spLocks noRot="1" noChangeAspect="1" noMove="1" noResize="1" noEditPoints="1" noAdjustHandles="1" noChangeArrowheads="1" noChangeShapeType="1" noTextEdit="1"/>
              </p:cNvSpPr>
              <p:nvPr/>
            </p:nvSpPr>
            <p:spPr bwMode="auto">
              <a:xfrm>
                <a:off x="3209574" y="5524174"/>
                <a:ext cx="2834795" cy="1141545"/>
              </a:xfrm>
              <a:prstGeom prst="rect">
                <a:avLst/>
              </a:prstGeom>
              <a:blipFill>
                <a:blip r:embed="rId11"/>
                <a:stretch>
                  <a:fillRect t="-3297"/>
                </a:stretch>
              </a:blipFill>
              <a:ln>
                <a:noFill/>
              </a:ln>
              <a:effectLst/>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A7F22416-4BAE-DB32-EAAE-6E4C04180107}"/>
                  </a:ext>
                </a:extLst>
              </p:cNvPr>
              <p:cNvSpPr>
                <a:spLocks noChangeArrowheads="1"/>
              </p:cNvSpPr>
              <p:nvPr/>
            </p:nvSpPr>
            <p:spPr bwMode="auto">
              <a:xfrm>
                <a:off x="6177140" y="5520764"/>
                <a:ext cx="2834795" cy="1141545"/>
              </a:xfrm>
              <a:prstGeom prst="rect">
                <a:avLst/>
              </a:prstGeom>
              <a:solidFill>
                <a:schemeClr val="bg1">
                  <a:lumMod val="85000"/>
                </a:schemeClr>
              </a:solidFill>
              <a:ln>
                <a:noFill/>
              </a:ln>
              <a:effec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2000" dirty="0">
                    <a:latin typeface="Courier New" panose="02070309020205020404" pitchFamily="49" charset="0"/>
                  </a:rPr>
                  <a:t>If</a:t>
                </a:r>
                <a:r>
                  <a:rPr lang="en-US" sz="1200" b="0" dirty="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𝜌</m:t>
                        </m:r>
                      </m:e>
                      <m:sub>
                        <m:r>
                          <a:rPr lang="en-US" sz="2000" b="0" i="1" smtClean="0">
                            <a:latin typeface="Cambria Math" panose="02040503050406030204" pitchFamily="18" charset="0"/>
                          </a:rPr>
                          <m:t>𝑓</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𝜌</m:t>
                        </m:r>
                      </m:e>
                      <m:sub>
                        <m:r>
                          <a:rPr lang="en-US" sz="2000" b="0" i="1" smtClean="0">
                            <a:latin typeface="Cambria Math" panose="02040503050406030204" pitchFamily="18" charset="0"/>
                          </a:rPr>
                          <m:t>𝑜𝑏𝑗</m:t>
                        </m:r>
                      </m:sub>
                    </m:sSub>
                  </m:oMath>
                </a14:m>
                <a:r>
                  <a:rPr lang="en-US" altLang="en-CN" sz="2000" dirty="0">
                    <a:latin typeface="Courier New" panose="02070309020205020404" pitchFamily="49" charset="0"/>
                  </a:rPr>
                  <a:t>, the object is in equilibrium (hover)</a:t>
                </a:r>
              </a:p>
            </p:txBody>
          </p:sp>
        </mc:Choice>
        <mc:Fallback xmlns="">
          <p:sp>
            <p:nvSpPr>
              <p:cNvPr id="22" name="Rectangle 21">
                <a:extLst>
                  <a:ext uri="{FF2B5EF4-FFF2-40B4-BE49-F238E27FC236}">
                    <a16:creationId xmlns:a16="http://schemas.microsoft.com/office/drawing/2014/main" id="{A7F22416-4BAE-DB32-EAAE-6E4C04180107}"/>
                  </a:ext>
                </a:extLst>
              </p:cNvPr>
              <p:cNvSpPr>
                <a:spLocks noRot="1" noChangeAspect="1" noMove="1" noResize="1" noEditPoints="1" noAdjustHandles="1" noChangeArrowheads="1" noChangeShapeType="1" noTextEdit="1"/>
              </p:cNvSpPr>
              <p:nvPr/>
            </p:nvSpPr>
            <p:spPr bwMode="auto">
              <a:xfrm>
                <a:off x="6177140" y="5520764"/>
                <a:ext cx="2834795" cy="1141545"/>
              </a:xfrm>
              <a:prstGeom prst="rect">
                <a:avLst/>
              </a:prstGeom>
              <a:blipFill>
                <a:blip r:embed="rId12"/>
                <a:stretch>
                  <a:fillRect t="-3297" b="-15385"/>
                </a:stretch>
              </a:blipFill>
              <a:ln>
                <a:noFill/>
              </a:ln>
              <a:effectLst/>
            </p:spPr>
            <p:txBody>
              <a:bodyPr/>
              <a:lstStyle/>
              <a:p>
                <a:r>
                  <a:rPr lang="en-CN">
                    <a:noFill/>
                  </a:rPr>
                  <a:t> </a:t>
                </a:r>
              </a:p>
            </p:txBody>
          </p:sp>
        </mc:Fallback>
      </mc:AlternateContent>
      <p:pic>
        <p:nvPicPr>
          <p:cNvPr id="24" name="Picture 23">
            <a:extLst>
              <a:ext uri="{FF2B5EF4-FFF2-40B4-BE49-F238E27FC236}">
                <a16:creationId xmlns:a16="http://schemas.microsoft.com/office/drawing/2014/main" id="{59FBF433-787D-78ED-DF57-6D47215204F0}"/>
              </a:ext>
            </a:extLst>
          </p:cNvPr>
          <p:cNvPicPr>
            <a:picLocks noChangeAspect="1"/>
          </p:cNvPicPr>
          <p:nvPr/>
        </p:nvPicPr>
        <p:blipFill>
          <a:blip r:embed="rId13"/>
          <a:stretch>
            <a:fillRect/>
          </a:stretch>
        </p:blipFill>
        <p:spPr>
          <a:xfrm>
            <a:off x="6664148" y="2810568"/>
            <a:ext cx="1835537" cy="2579413"/>
          </a:xfrm>
          <a:prstGeom prst="rect">
            <a:avLst/>
          </a:prstGeom>
        </p:spPr>
      </p:pic>
    </p:spTree>
    <p:extLst>
      <p:ext uri="{BB962C8B-B14F-4D97-AF65-F5344CB8AC3E}">
        <p14:creationId xmlns:p14="http://schemas.microsoft.com/office/powerpoint/2010/main" val="2646138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dissolv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dissolv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dissolv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dissolve">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dissolve">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dissolve">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dissolve">
                                      <p:cBhvr>
                                        <p:cTn id="5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animBg="1"/>
      <p:bldP spid="20" grpId="0" animBg="1"/>
      <p:bldP spid="21" grpId="0" animBg="1"/>
      <p:bldP spid="22"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4F56A9C-3849-1FBC-61F9-A154742309CF}"/>
              </a:ext>
            </a:extLst>
          </p:cNvPr>
          <p:cNvSpPr>
            <a:spLocks noChangeArrowheads="1"/>
          </p:cNvSpPr>
          <p:nvPr/>
        </p:nvSpPr>
        <p:spPr bwMode="auto">
          <a:xfrm>
            <a:off x="0" y="471579"/>
            <a:ext cx="8164286"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dirty="0">
                <a:latin typeface="Courier New" panose="02070309020205020404" pitchFamily="49" charset="0"/>
              </a:rPr>
              <a:t>When the object is partially submerged (floating):</a:t>
            </a:r>
          </a:p>
        </p:txBody>
      </p:sp>
      <p:sp>
        <p:nvSpPr>
          <p:cNvPr id="5" name="Rectangle 178">
            <a:extLst>
              <a:ext uri="{FF2B5EF4-FFF2-40B4-BE49-F238E27FC236}">
                <a16:creationId xmlns:a16="http://schemas.microsoft.com/office/drawing/2014/main" id="{F00E526B-37BF-3116-60F0-087B78F5E058}"/>
              </a:ext>
            </a:extLst>
          </p:cNvPr>
          <p:cNvSpPr>
            <a:spLocks noChangeArrowheads="1"/>
          </p:cNvSpPr>
          <p:nvPr/>
        </p:nvSpPr>
        <p:spPr bwMode="auto">
          <a:xfrm>
            <a:off x="-3969" y="0"/>
            <a:ext cx="4676775" cy="35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dirty="0">
                <a:latin typeface="Courier New" panose="02070309020205020404" pitchFamily="49" charset="0"/>
              </a:rPr>
              <a:t>ARCHIMEDES' PRINCIPLE</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4792EFA-0C39-0251-573B-E1877521330B}"/>
                  </a:ext>
                </a:extLst>
              </p:cNvPr>
              <p:cNvSpPr txBox="1"/>
              <p:nvPr/>
            </p:nvSpPr>
            <p:spPr>
              <a:xfrm>
                <a:off x="262348" y="1374928"/>
                <a:ext cx="9373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𝑊</m:t>
                      </m:r>
                    </m:oMath>
                  </m:oMathPara>
                </a14:m>
                <a:endParaRPr lang="en-CN" dirty="0"/>
              </a:p>
            </p:txBody>
          </p:sp>
        </mc:Choice>
        <mc:Fallback xmlns="">
          <p:sp>
            <p:nvSpPr>
              <p:cNvPr id="13" name="TextBox 12">
                <a:extLst>
                  <a:ext uri="{FF2B5EF4-FFF2-40B4-BE49-F238E27FC236}">
                    <a16:creationId xmlns:a16="http://schemas.microsoft.com/office/drawing/2014/main" id="{B4792EFA-0C39-0251-573B-E1877521330B}"/>
                  </a:ext>
                </a:extLst>
              </p:cNvPr>
              <p:cNvSpPr txBox="1">
                <a:spLocks noRot="1" noChangeAspect="1" noMove="1" noResize="1" noEditPoints="1" noAdjustHandles="1" noChangeArrowheads="1" noChangeShapeType="1" noTextEdit="1"/>
              </p:cNvSpPr>
              <p:nvPr/>
            </p:nvSpPr>
            <p:spPr>
              <a:xfrm>
                <a:off x="262348" y="1374928"/>
                <a:ext cx="937308" cy="369332"/>
              </a:xfrm>
              <a:prstGeom prst="rect">
                <a:avLst/>
              </a:prstGeom>
              <a:blipFill>
                <a:blip r:embed="rId3"/>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B8F1552-48D3-5047-1FD8-369F20B65491}"/>
                  </a:ext>
                </a:extLst>
              </p:cNvPr>
              <p:cNvSpPr txBox="1"/>
              <p:nvPr/>
            </p:nvSpPr>
            <p:spPr>
              <a:xfrm>
                <a:off x="1543461" y="1423285"/>
                <a:ext cx="111780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r>
                        <a:rPr lang="en-US" b="0" i="1" smtClean="0">
                          <a:latin typeface="Cambria Math" panose="02040503050406030204" pitchFamily="18" charset="0"/>
                        </a:rPr>
                        <m:t>𝑚𝑔</m:t>
                      </m:r>
                    </m:oMath>
                  </m:oMathPara>
                </a14:m>
                <a:endParaRPr lang="en-CN" dirty="0"/>
              </a:p>
            </p:txBody>
          </p:sp>
        </mc:Choice>
        <mc:Fallback xmlns="">
          <p:sp>
            <p:nvSpPr>
              <p:cNvPr id="15" name="TextBox 14">
                <a:extLst>
                  <a:ext uri="{FF2B5EF4-FFF2-40B4-BE49-F238E27FC236}">
                    <a16:creationId xmlns:a16="http://schemas.microsoft.com/office/drawing/2014/main" id="{FB8F1552-48D3-5047-1FD8-369F20B65491}"/>
                  </a:ext>
                </a:extLst>
              </p:cNvPr>
              <p:cNvSpPr txBox="1">
                <a:spLocks noRot="1" noChangeAspect="1" noMove="1" noResize="1" noEditPoints="1" noAdjustHandles="1" noChangeArrowheads="1" noChangeShapeType="1" noTextEdit="1"/>
              </p:cNvSpPr>
              <p:nvPr/>
            </p:nvSpPr>
            <p:spPr>
              <a:xfrm>
                <a:off x="1543461" y="1423285"/>
                <a:ext cx="1117807" cy="369332"/>
              </a:xfrm>
              <a:prstGeom prst="rect">
                <a:avLst/>
              </a:prstGeom>
              <a:blipFill>
                <a:blip r:embed="rId4"/>
                <a:stretch>
                  <a:fillRect b="-967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7E9C31B-B105-FD08-143A-37D9092B32B3}"/>
                  </a:ext>
                </a:extLst>
              </p:cNvPr>
              <p:cNvSpPr txBox="1"/>
              <p:nvPr/>
            </p:nvSpPr>
            <p:spPr>
              <a:xfrm>
                <a:off x="-171" y="2540232"/>
                <a:ext cx="1748493" cy="39158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𝑓</m:t>
                          </m:r>
                          <m:r>
                            <a:rPr lang="en-US" b="0" i="1" smtClean="0">
                              <a:latin typeface="Cambria Math" panose="02040503050406030204" pitchFamily="18" charset="0"/>
                            </a:rPr>
                            <m:t> </m:t>
                          </m:r>
                          <m:r>
                            <a:rPr lang="en-US" b="0" i="1" smtClean="0">
                              <a:latin typeface="Cambria Math" panose="02040503050406030204" pitchFamily="18" charset="0"/>
                            </a:rPr>
                            <m:t>𝑑𝑖𝑠𝑝𝑙𝑎𝑐𝑒𝑑</m:t>
                          </m:r>
                        </m:sub>
                      </m:sSub>
                      <m:r>
                        <a:rPr lang="en-US" b="0" i="1" smtClean="0">
                          <a:latin typeface="Cambria Math" panose="02040503050406030204" pitchFamily="18" charset="0"/>
                        </a:rPr>
                        <m:t>=</m:t>
                      </m:r>
                    </m:oMath>
                  </m:oMathPara>
                </a14:m>
                <a:endParaRPr lang="en-CN" dirty="0">
                  <a:latin typeface="Courier New" panose="02070309020205020404" pitchFamily="49" charset="0"/>
                  <a:cs typeface="Courier New" panose="02070309020205020404" pitchFamily="49" charset="0"/>
                </a:endParaRPr>
              </a:p>
            </p:txBody>
          </p:sp>
        </mc:Choice>
        <mc:Fallback xmlns="">
          <p:sp>
            <p:nvSpPr>
              <p:cNvPr id="16" name="TextBox 15">
                <a:extLst>
                  <a:ext uri="{FF2B5EF4-FFF2-40B4-BE49-F238E27FC236}">
                    <a16:creationId xmlns:a16="http://schemas.microsoft.com/office/drawing/2014/main" id="{97E9C31B-B105-FD08-143A-37D9092B32B3}"/>
                  </a:ext>
                </a:extLst>
              </p:cNvPr>
              <p:cNvSpPr txBox="1">
                <a:spLocks noRot="1" noChangeAspect="1" noMove="1" noResize="1" noEditPoints="1" noAdjustHandles="1" noChangeArrowheads="1" noChangeShapeType="1" noTextEdit="1"/>
              </p:cNvSpPr>
              <p:nvPr/>
            </p:nvSpPr>
            <p:spPr>
              <a:xfrm>
                <a:off x="-171" y="2540232"/>
                <a:ext cx="1748493" cy="391582"/>
              </a:xfrm>
              <a:prstGeom prst="rect">
                <a:avLst/>
              </a:prstGeom>
              <a:blipFill>
                <a:blip r:embed="rId5"/>
                <a:stretch>
                  <a:fillRect b="-967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CDF11B5-8AC6-4A1A-DF17-46A00D4FCB63}"/>
                  </a:ext>
                </a:extLst>
              </p:cNvPr>
              <p:cNvSpPr txBox="1"/>
              <p:nvPr/>
            </p:nvSpPr>
            <p:spPr>
              <a:xfrm>
                <a:off x="5637204" y="927613"/>
                <a:ext cx="9373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𝑊</m:t>
                      </m:r>
                    </m:oMath>
                  </m:oMathPara>
                </a14:m>
                <a:endParaRPr lang="en-CN" dirty="0"/>
              </a:p>
            </p:txBody>
          </p:sp>
        </mc:Choice>
        <mc:Fallback xmlns="">
          <p:sp>
            <p:nvSpPr>
              <p:cNvPr id="17" name="TextBox 16">
                <a:extLst>
                  <a:ext uri="{FF2B5EF4-FFF2-40B4-BE49-F238E27FC236}">
                    <a16:creationId xmlns:a16="http://schemas.microsoft.com/office/drawing/2014/main" id="{FCDF11B5-8AC6-4A1A-DF17-46A00D4FCB63}"/>
                  </a:ext>
                </a:extLst>
              </p:cNvPr>
              <p:cNvSpPr txBox="1">
                <a:spLocks noRot="1" noChangeAspect="1" noMove="1" noResize="1" noEditPoints="1" noAdjustHandles="1" noChangeArrowheads="1" noChangeShapeType="1" noTextEdit="1"/>
              </p:cNvSpPr>
              <p:nvPr/>
            </p:nvSpPr>
            <p:spPr>
              <a:xfrm>
                <a:off x="5637204" y="927613"/>
                <a:ext cx="937308" cy="369332"/>
              </a:xfrm>
              <a:prstGeom prst="rect">
                <a:avLst/>
              </a:prstGeom>
              <a:blipFill>
                <a:blip r:embed="rId6"/>
                <a:stretch>
                  <a:fillRect/>
                </a:stretch>
              </a:blipFill>
            </p:spPr>
            <p:txBody>
              <a:bodyPr/>
              <a:lstStyle/>
              <a:p>
                <a:r>
                  <a:rPr lang="en-CN">
                    <a:noFill/>
                  </a:rPr>
                  <a:t> </a:t>
                </a:r>
              </a:p>
            </p:txBody>
          </p:sp>
        </mc:Fallback>
      </mc:AlternateContent>
      <p:sp>
        <p:nvSpPr>
          <p:cNvPr id="19" name="Rectangle 18">
            <a:extLst>
              <a:ext uri="{FF2B5EF4-FFF2-40B4-BE49-F238E27FC236}">
                <a16:creationId xmlns:a16="http://schemas.microsoft.com/office/drawing/2014/main" id="{46DAA81D-597A-9EEF-6883-6F3D2A538F66}"/>
              </a:ext>
            </a:extLst>
          </p:cNvPr>
          <p:cNvSpPr>
            <a:spLocks noChangeArrowheads="1"/>
          </p:cNvSpPr>
          <p:nvPr/>
        </p:nvSpPr>
        <p:spPr bwMode="auto">
          <a:xfrm>
            <a:off x="4700185" y="2538196"/>
            <a:ext cx="4275013" cy="1968490"/>
          </a:xfrm>
          <a:prstGeom prst="rect">
            <a:avLst/>
          </a:prstGeom>
          <a:solidFill>
            <a:schemeClr val="bg1">
              <a:lumMod val="85000"/>
            </a:schemeClr>
          </a:solidFill>
          <a:ln>
            <a:noFill/>
          </a:ln>
          <a:effec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r>
              <a:rPr lang="en-US" sz="2000" dirty="0">
                <a:latin typeface="Courier New" panose="02070309020205020404" pitchFamily="49" charset="0"/>
                <a:cs typeface="Courier New" panose="02070309020205020404" pitchFamily="49" charset="0"/>
              </a:rPr>
              <a:t>the fraction of the volume of a floating object that is below the fluid surface is equal to the ratio of the density of the object to that of the fluid</a:t>
            </a:r>
          </a:p>
        </p:txBody>
      </p:sp>
      <p:sp>
        <p:nvSpPr>
          <p:cNvPr id="20" name="Right Brace 19">
            <a:extLst>
              <a:ext uri="{FF2B5EF4-FFF2-40B4-BE49-F238E27FC236}">
                <a16:creationId xmlns:a16="http://schemas.microsoft.com/office/drawing/2014/main" id="{58722801-FCD0-4334-C3B5-9B498346D20D}"/>
              </a:ext>
            </a:extLst>
          </p:cNvPr>
          <p:cNvSpPr/>
          <p:nvPr/>
        </p:nvSpPr>
        <p:spPr>
          <a:xfrm>
            <a:off x="3933929" y="915326"/>
            <a:ext cx="296428" cy="1385249"/>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grpSp>
        <p:nvGrpSpPr>
          <p:cNvPr id="8" name="Group 7">
            <a:extLst>
              <a:ext uri="{FF2B5EF4-FFF2-40B4-BE49-F238E27FC236}">
                <a16:creationId xmlns:a16="http://schemas.microsoft.com/office/drawing/2014/main" id="{3818503A-F063-B07A-85B7-0DD1AA390D0B}"/>
              </a:ext>
            </a:extLst>
          </p:cNvPr>
          <p:cNvGrpSpPr/>
          <p:nvPr/>
        </p:nvGrpSpPr>
        <p:grpSpPr>
          <a:xfrm>
            <a:off x="503620" y="3791378"/>
            <a:ext cx="3578523" cy="1735961"/>
            <a:chOff x="3064733" y="2912632"/>
            <a:chExt cx="3578523" cy="1735961"/>
          </a:xfrm>
        </p:grpSpPr>
        <p:pic>
          <p:nvPicPr>
            <p:cNvPr id="3" name="Picture 2">
              <a:extLst>
                <a:ext uri="{FF2B5EF4-FFF2-40B4-BE49-F238E27FC236}">
                  <a16:creationId xmlns:a16="http://schemas.microsoft.com/office/drawing/2014/main" id="{490D0AF4-115C-D317-A094-968F0742A0CA}"/>
                </a:ext>
              </a:extLst>
            </p:cNvPr>
            <p:cNvPicPr>
              <a:picLocks noChangeAspect="1"/>
            </p:cNvPicPr>
            <p:nvPr/>
          </p:nvPicPr>
          <p:blipFill>
            <a:blip r:embed="rId7"/>
            <a:stretch>
              <a:fillRect/>
            </a:stretch>
          </p:blipFill>
          <p:spPr>
            <a:xfrm>
              <a:off x="3116985" y="2912632"/>
              <a:ext cx="3526271" cy="1683323"/>
            </a:xfrm>
            <a:prstGeom prst="rect">
              <a:avLst/>
            </a:prstGeom>
          </p:spPr>
        </p:pic>
        <p:sp>
          <p:nvSpPr>
            <p:cNvPr id="6" name="Rectangle 5">
              <a:extLst>
                <a:ext uri="{FF2B5EF4-FFF2-40B4-BE49-F238E27FC236}">
                  <a16:creationId xmlns:a16="http://schemas.microsoft.com/office/drawing/2014/main" id="{0054EE93-1D2D-FB76-E23E-044B27A9BB71}"/>
                </a:ext>
              </a:extLst>
            </p:cNvPr>
            <p:cNvSpPr/>
            <p:nvPr/>
          </p:nvSpPr>
          <p:spPr>
            <a:xfrm>
              <a:off x="3064733" y="4462775"/>
              <a:ext cx="3060155" cy="1858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CCAF02C-B75F-9667-2AF6-8DADAC87D22C}"/>
                  </a:ext>
                </a:extLst>
              </p:cNvPr>
              <p:cNvSpPr txBox="1"/>
              <p:nvPr/>
            </p:nvSpPr>
            <p:spPr>
              <a:xfrm>
                <a:off x="1616011" y="934319"/>
                <a:ext cx="2200859" cy="3915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𝑓</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𝑓</m:t>
                          </m:r>
                          <m:r>
                            <a:rPr lang="en-US" b="0" i="1" smtClean="0">
                              <a:latin typeface="Cambria Math" panose="02040503050406030204" pitchFamily="18" charset="0"/>
                            </a:rPr>
                            <m:t> </m:t>
                          </m:r>
                          <m:r>
                            <a:rPr lang="en-US" b="0" i="1" smtClean="0">
                              <a:latin typeface="Cambria Math" panose="02040503050406030204" pitchFamily="18" charset="0"/>
                            </a:rPr>
                            <m:t>𝑑𝑖𝑠𝑝𝑙𝑎𝑐𝑒𝑑</m:t>
                          </m:r>
                        </m:sub>
                      </m:sSub>
                      <m:r>
                        <a:rPr lang="en-US" b="0" i="1" smtClean="0">
                          <a:latin typeface="Cambria Math" panose="02040503050406030204" pitchFamily="18" charset="0"/>
                        </a:rPr>
                        <m:t> </m:t>
                      </m:r>
                      <m:r>
                        <a:rPr lang="en-US" b="0" i="1" smtClean="0">
                          <a:latin typeface="Cambria Math" panose="02040503050406030204" pitchFamily="18" charset="0"/>
                        </a:rPr>
                        <m:t>𝑔</m:t>
                      </m:r>
                    </m:oMath>
                  </m:oMathPara>
                </a14:m>
                <a:endParaRPr lang="en-CN" dirty="0"/>
              </a:p>
            </p:txBody>
          </p:sp>
        </mc:Choice>
        <mc:Fallback xmlns="">
          <p:sp>
            <p:nvSpPr>
              <p:cNvPr id="9" name="TextBox 8">
                <a:extLst>
                  <a:ext uri="{FF2B5EF4-FFF2-40B4-BE49-F238E27FC236}">
                    <a16:creationId xmlns:a16="http://schemas.microsoft.com/office/drawing/2014/main" id="{9CCAF02C-B75F-9667-2AF6-8DADAC87D22C}"/>
                  </a:ext>
                </a:extLst>
              </p:cNvPr>
              <p:cNvSpPr txBox="1">
                <a:spLocks noRot="1" noChangeAspect="1" noMove="1" noResize="1" noEditPoints="1" noAdjustHandles="1" noChangeArrowheads="1" noChangeShapeType="1" noTextEdit="1"/>
              </p:cNvSpPr>
              <p:nvPr/>
            </p:nvSpPr>
            <p:spPr>
              <a:xfrm>
                <a:off x="1616011" y="934319"/>
                <a:ext cx="2200859" cy="391582"/>
              </a:xfrm>
              <a:prstGeom prst="rect">
                <a:avLst/>
              </a:prstGeom>
              <a:blipFill>
                <a:blip r:embed="rId8"/>
                <a:stretch>
                  <a:fillRect b="-937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0C0C131-4E6D-0851-D5EB-D883291D67E1}"/>
                  </a:ext>
                </a:extLst>
              </p:cNvPr>
              <p:cNvSpPr txBox="1"/>
              <p:nvPr/>
            </p:nvSpPr>
            <p:spPr>
              <a:xfrm>
                <a:off x="1543461" y="1719573"/>
                <a:ext cx="1748492"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𝑜𝑏𝑗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𝑜𝑏𝑗</m:t>
                          </m:r>
                        </m:sub>
                      </m:sSub>
                      <m:r>
                        <a:rPr lang="en-US" b="0" i="1" smtClean="0">
                          <a:latin typeface="Cambria Math" panose="02040503050406030204" pitchFamily="18" charset="0"/>
                        </a:rPr>
                        <m:t>𝑔</m:t>
                      </m:r>
                    </m:oMath>
                  </m:oMathPara>
                </a14:m>
                <a:endParaRPr lang="en-CN" dirty="0"/>
              </a:p>
            </p:txBody>
          </p:sp>
        </mc:Choice>
        <mc:Fallback xmlns="">
          <p:sp>
            <p:nvSpPr>
              <p:cNvPr id="10" name="TextBox 9">
                <a:extLst>
                  <a:ext uri="{FF2B5EF4-FFF2-40B4-BE49-F238E27FC236}">
                    <a16:creationId xmlns:a16="http://schemas.microsoft.com/office/drawing/2014/main" id="{90C0C131-4E6D-0851-D5EB-D883291D67E1}"/>
                  </a:ext>
                </a:extLst>
              </p:cNvPr>
              <p:cNvSpPr txBox="1">
                <a:spLocks noRot="1" noChangeAspect="1" noMove="1" noResize="1" noEditPoints="1" noAdjustHandles="1" noChangeArrowheads="1" noChangeShapeType="1" noTextEdit="1"/>
              </p:cNvSpPr>
              <p:nvPr/>
            </p:nvSpPr>
            <p:spPr>
              <a:xfrm>
                <a:off x="1543461" y="1719573"/>
                <a:ext cx="1748492" cy="391646"/>
              </a:xfrm>
              <a:prstGeom prst="rect">
                <a:avLst/>
              </a:prstGeom>
              <a:blipFill>
                <a:blip r:embed="rId9"/>
                <a:stretch>
                  <a:fillRect b="-6250"/>
                </a:stretch>
              </a:blipFill>
            </p:spPr>
            <p:txBody>
              <a:bodyPr/>
              <a:lstStyle/>
              <a:p>
                <a:r>
                  <a:rPr lang="en-CN">
                    <a:noFill/>
                  </a:rPr>
                  <a:t> </a:t>
                </a:r>
              </a:p>
            </p:txBody>
          </p:sp>
        </mc:Fallback>
      </mc:AlternateContent>
      <p:sp>
        <p:nvSpPr>
          <p:cNvPr id="23" name="TextBox 22">
            <a:extLst>
              <a:ext uri="{FF2B5EF4-FFF2-40B4-BE49-F238E27FC236}">
                <a16:creationId xmlns:a16="http://schemas.microsoft.com/office/drawing/2014/main" id="{49A6D0E5-12E7-8863-A01E-A20B6E099B7F}"/>
              </a:ext>
            </a:extLst>
          </p:cNvPr>
          <p:cNvSpPr txBox="1"/>
          <p:nvPr/>
        </p:nvSpPr>
        <p:spPr>
          <a:xfrm>
            <a:off x="1423591" y="2333564"/>
            <a:ext cx="2705974" cy="1200329"/>
          </a:xfrm>
          <a:prstGeom prst="rect">
            <a:avLst/>
          </a:prstGeom>
          <a:noFill/>
        </p:spPr>
        <p:txBody>
          <a:bodyPr wrap="square" rtlCol="0">
            <a:spAutoFit/>
          </a:bodyPr>
          <a:lstStyle/>
          <a:p>
            <a:pPr algn="ctr"/>
            <a:r>
              <a:rPr lang="en-US" b="0" i="0" dirty="0">
                <a:latin typeface="Courier New" panose="02070309020205020404" pitchFamily="49" charset="0"/>
                <a:cs typeface="Courier New" panose="02070309020205020404" pitchFamily="49" charset="0"/>
              </a:rPr>
              <a:t>volume of part of the object submerged in the fluid</a:t>
            </a:r>
            <a:endParaRPr lang="en-CN" dirty="0">
              <a:latin typeface="Courier New" panose="02070309020205020404" pitchFamily="49" charset="0"/>
              <a:cs typeface="Courier New" panose="02070309020205020404" pitchFamily="49" charset="0"/>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A572E2F-549C-449F-FB1A-29D8D2FEAA84}"/>
                  </a:ext>
                </a:extLst>
              </p:cNvPr>
              <p:cNvSpPr txBox="1"/>
              <p:nvPr/>
            </p:nvSpPr>
            <p:spPr>
              <a:xfrm>
                <a:off x="4299253" y="1253588"/>
                <a:ext cx="3012043"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𝑓</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𝑓</m:t>
                          </m:r>
                          <m:r>
                            <a:rPr lang="en-US" b="0" i="1" smtClean="0">
                              <a:latin typeface="Cambria Math" panose="02040503050406030204" pitchFamily="18" charset="0"/>
                            </a:rPr>
                            <m:t> </m:t>
                          </m:r>
                          <m:r>
                            <a:rPr lang="en-US" b="0" i="1" smtClean="0">
                              <a:latin typeface="Cambria Math" panose="02040503050406030204" pitchFamily="18" charset="0"/>
                            </a:rPr>
                            <m:t>𝑑𝑖𝑠𝑝𝑙𝑎𝑐𝑒𝑑</m:t>
                          </m:r>
                        </m:sub>
                      </m:sSub>
                      <m:r>
                        <a:rPr lang="en-US" b="0" i="1" smtClean="0">
                          <a:latin typeface="Cambria Math" panose="02040503050406030204" pitchFamily="18" charset="0"/>
                        </a:rPr>
                        <m:t> </m:t>
                      </m:r>
                      <m:r>
                        <a:rPr lang="en-US" b="0" i="1" smtClean="0">
                          <a:latin typeface="Cambria Math" panose="02040503050406030204" pitchFamily="18" charset="0"/>
                        </a:rPr>
                        <m:t>𝑔</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𝑜𝑏𝑗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𝑜𝑏𝑗</m:t>
                          </m:r>
                        </m:sub>
                      </m:sSub>
                      <m:r>
                        <a:rPr lang="en-US" b="0" i="1" smtClean="0">
                          <a:latin typeface="Cambria Math" panose="02040503050406030204" pitchFamily="18" charset="0"/>
                        </a:rPr>
                        <m:t>𝑔</m:t>
                      </m:r>
                    </m:oMath>
                  </m:oMathPara>
                </a14:m>
                <a:endParaRPr lang="en-CN" dirty="0"/>
              </a:p>
            </p:txBody>
          </p:sp>
        </mc:Choice>
        <mc:Fallback xmlns="">
          <p:sp>
            <p:nvSpPr>
              <p:cNvPr id="26" name="TextBox 25">
                <a:extLst>
                  <a:ext uri="{FF2B5EF4-FFF2-40B4-BE49-F238E27FC236}">
                    <a16:creationId xmlns:a16="http://schemas.microsoft.com/office/drawing/2014/main" id="{EA572E2F-549C-449F-FB1A-29D8D2FEAA84}"/>
                  </a:ext>
                </a:extLst>
              </p:cNvPr>
              <p:cNvSpPr txBox="1">
                <a:spLocks noRot="1" noChangeAspect="1" noMove="1" noResize="1" noEditPoints="1" noAdjustHandles="1" noChangeArrowheads="1" noChangeShapeType="1" noTextEdit="1"/>
              </p:cNvSpPr>
              <p:nvPr/>
            </p:nvSpPr>
            <p:spPr>
              <a:xfrm>
                <a:off x="4299253" y="1253588"/>
                <a:ext cx="3012043" cy="391646"/>
              </a:xfrm>
              <a:prstGeom prst="rect">
                <a:avLst/>
              </a:prstGeom>
              <a:blipFill>
                <a:blip r:embed="rId10"/>
                <a:stretch>
                  <a:fillRect b="-937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B969EA7-35FC-6661-4C89-3B7A772D9059}"/>
                  </a:ext>
                </a:extLst>
              </p:cNvPr>
              <p:cNvSpPr txBox="1"/>
              <p:nvPr/>
            </p:nvSpPr>
            <p:spPr>
              <a:xfrm>
                <a:off x="4672806" y="1765158"/>
                <a:ext cx="2124171" cy="7048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1" i="1" smtClean="0">
                              <a:latin typeface="Cambria Math" panose="02040503050406030204" pitchFamily="18" charset="0"/>
                            </a:rPr>
                          </m:ctrlPr>
                        </m:fPr>
                        <m:num>
                          <m:sSub>
                            <m:sSubPr>
                              <m:ctrlPr>
                                <a:rPr lang="en-US" b="1" i="1" smtClean="0">
                                  <a:latin typeface="Cambria Math" panose="02040503050406030204" pitchFamily="18" charset="0"/>
                                </a:rPr>
                              </m:ctrlPr>
                            </m:sSubPr>
                            <m:e>
                              <m:r>
                                <a:rPr lang="en-US" b="1" i="1" smtClean="0">
                                  <a:latin typeface="Cambria Math" panose="02040503050406030204" pitchFamily="18" charset="0"/>
                                </a:rPr>
                                <m:t>𝑽</m:t>
                              </m:r>
                            </m:e>
                            <m:sub>
                              <m:r>
                                <a:rPr lang="en-US" b="1" i="1" smtClean="0">
                                  <a:latin typeface="Cambria Math" panose="02040503050406030204" pitchFamily="18" charset="0"/>
                                </a:rPr>
                                <m:t>𝒇</m:t>
                              </m:r>
                              <m:r>
                                <a:rPr lang="en-US" b="1" i="1" smtClean="0">
                                  <a:latin typeface="Cambria Math" panose="02040503050406030204" pitchFamily="18" charset="0"/>
                                </a:rPr>
                                <m:t> </m:t>
                              </m:r>
                              <m:r>
                                <a:rPr lang="en-US" b="1" i="1" smtClean="0">
                                  <a:latin typeface="Cambria Math" panose="02040503050406030204" pitchFamily="18" charset="0"/>
                                </a:rPr>
                                <m:t>𝒅𝒊𝒔𝒑𝒍𝒂𝒄𝒆𝒅</m:t>
                              </m:r>
                            </m:sub>
                          </m:sSub>
                        </m:num>
                        <m:den>
                          <m:sSub>
                            <m:sSubPr>
                              <m:ctrlPr>
                                <a:rPr lang="en-US" b="1" i="1" smtClean="0">
                                  <a:latin typeface="Cambria Math" panose="02040503050406030204" pitchFamily="18" charset="0"/>
                                </a:rPr>
                              </m:ctrlPr>
                            </m:sSubPr>
                            <m:e>
                              <m:r>
                                <a:rPr lang="en-US" b="1" i="1" smtClean="0">
                                  <a:latin typeface="Cambria Math" panose="02040503050406030204" pitchFamily="18" charset="0"/>
                                </a:rPr>
                                <m:t>𝑽</m:t>
                              </m:r>
                            </m:e>
                            <m:sub>
                              <m:r>
                                <a:rPr lang="en-US" b="1" i="1" smtClean="0">
                                  <a:latin typeface="Cambria Math" panose="02040503050406030204" pitchFamily="18" charset="0"/>
                                </a:rPr>
                                <m:t>𝒐𝒃𝒋</m:t>
                              </m:r>
                            </m:sub>
                          </m:sSub>
                        </m:den>
                      </m:f>
                      <m:r>
                        <a:rPr lang="en-US" b="1" i="1" smtClean="0">
                          <a:latin typeface="Cambria Math" panose="02040503050406030204" pitchFamily="18" charset="0"/>
                        </a:rPr>
                        <m:t>= </m:t>
                      </m:r>
                      <m:f>
                        <m:fPr>
                          <m:ctrlPr>
                            <a:rPr lang="en-US" b="1" i="1" smtClean="0">
                              <a:latin typeface="Cambria Math" panose="02040503050406030204" pitchFamily="18" charset="0"/>
                            </a:rPr>
                          </m:ctrlPr>
                        </m:fPr>
                        <m:num>
                          <m:sSub>
                            <m:sSubPr>
                              <m:ctrlPr>
                                <a:rPr lang="en-US" b="1" i="1" smtClean="0">
                                  <a:latin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𝝆</m:t>
                              </m:r>
                            </m:e>
                            <m:sub>
                              <m:r>
                                <a:rPr lang="en-US" b="1" i="1" smtClean="0">
                                  <a:latin typeface="Cambria Math" panose="02040503050406030204" pitchFamily="18" charset="0"/>
                                </a:rPr>
                                <m:t>𝒐𝒃𝒋</m:t>
                              </m:r>
                            </m:sub>
                          </m:sSub>
                        </m:num>
                        <m:den>
                          <m:sSub>
                            <m:sSubPr>
                              <m:ctrlPr>
                                <a:rPr lang="en-US" b="1" i="1" smtClean="0">
                                  <a:latin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𝝆</m:t>
                              </m:r>
                            </m:e>
                            <m:sub>
                              <m:r>
                                <a:rPr lang="en-US" b="1" i="1" smtClean="0">
                                  <a:latin typeface="Cambria Math" panose="02040503050406030204" pitchFamily="18" charset="0"/>
                                </a:rPr>
                                <m:t>𝒇</m:t>
                              </m:r>
                            </m:sub>
                          </m:sSub>
                        </m:den>
                      </m:f>
                    </m:oMath>
                  </m:oMathPara>
                </a14:m>
                <a:endParaRPr lang="en-CN" b="1" dirty="0"/>
              </a:p>
            </p:txBody>
          </p:sp>
        </mc:Choice>
        <mc:Fallback xmlns="">
          <p:sp>
            <p:nvSpPr>
              <p:cNvPr id="27" name="TextBox 26">
                <a:extLst>
                  <a:ext uri="{FF2B5EF4-FFF2-40B4-BE49-F238E27FC236}">
                    <a16:creationId xmlns:a16="http://schemas.microsoft.com/office/drawing/2014/main" id="{0B969EA7-35FC-6661-4C89-3B7A772D9059}"/>
                  </a:ext>
                </a:extLst>
              </p:cNvPr>
              <p:cNvSpPr txBox="1">
                <a:spLocks noRot="1" noChangeAspect="1" noMove="1" noResize="1" noEditPoints="1" noAdjustHandles="1" noChangeArrowheads="1" noChangeShapeType="1" noTextEdit="1"/>
              </p:cNvSpPr>
              <p:nvPr/>
            </p:nvSpPr>
            <p:spPr>
              <a:xfrm>
                <a:off x="4672806" y="1765158"/>
                <a:ext cx="2124171" cy="704873"/>
              </a:xfrm>
              <a:prstGeom prst="rect">
                <a:avLst/>
              </a:prstGeom>
              <a:blipFill>
                <a:blip r:embed="rId11"/>
                <a:stretch>
                  <a:fillRect b="-3571"/>
                </a:stretch>
              </a:blipFill>
            </p:spPr>
            <p:txBody>
              <a:bodyPr/>
              <a:lstStyle/>
              <a:p>
                <a:r>
                  <a:rPr lang="en-CN">
                    <a:noFill/>
                  </a:rPr>
                  <a:t> </a:t>
                </a:r>
              </a:p>
            </p:txBody>
          </p:sp>
        </mc:Fallback>
      </mc:AlternateContent>
    </p:spTree>
    <p:extLst>
      <p:ext uri="{BB962C8B-B14F-4D97-AF65-F5344CB8AC3E}">
        <p14:creationId xmlns:p14="http://schemas.microsoft.com/office/powerpoint/2010/main" val="1564580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heckerboard(across)">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
                                            <p:txEl>
                                              <p:pRg st="0" end="0"/>
                                            </p:txEl>
                                          </p:spTgt>
                                        </p:tgtEl>
                                        <p:attrNameLst>
                                          <p:attrName>style.visibility</p:attrName>
                                        </p:attrNameLst>
                                      </p:cBhvr>
                                      <p:to>
                                        <p:strVal val="visible"/>
                                      </p:to>
                                    </p:set>
                                    <p:animEffect transition="in" filter="dissolve">
                                      <p:cBhvr>
                                        <p:cTn id="17" dur="500"/>
                                        <p:tgtEl>
                                          <p:spTgt spid="1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dissolve">
                                      <p:cBhvr>
                                        <p:cTn id="22" dur="500"/>
                                        <p:tgtEl>
                                          <p:spTgt spid="1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checkerboard(across)">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dissolve">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dissolve">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7">
                                            <p:txEl>
                                              <p:pRg st="0" end="0"/>
                                            </p:txEl>
                                          </p:spTgt>
                                        </p:tgtEl>
                                        <p:attrNameLst>
                                          <p:attrName>style.visibility</p:attrName>
                                        </p:attrNameLst>
                                      </p:cBhvr>
                                      <p:to>
                                        <p:strVal val="visible"/>
                                      </p:to>
                                    </p:set>
                                    <p:animEffect transition="in" filter="dissolve">
                                      <p:cBhvr>
                                        <p:cTn id="42" dur="500"/>
                                        <p:tgtEl>
                                          <p:spTgt spid="17">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dissolve">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dissolve">
                                      <p:cBhvr>
                                        <p:cTn id="52" dur="500"/>
                                        <p:tgtEl>
                                          <p:spTgt spid="27"/>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dissolve">
                                      <p:cBhvr>
                                        <p:cTn id="5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9" grpId="0" animBg="1"/>
      <p:bldP spid="20" grpId="0" animBg="1"/>
      <p:bldP spid="9" grpId="0"/>
      <p:bldP spid="23" grpId="0"/>
      <p:bldP spid="26" grpId="0"/>
      <p:bldP spid="27"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13C61DF7-D6D7-15D4-FAEC-5FA805ECFC04}"/>
              </a:ext>
            </a:extLst>
          </p:cNvPr>
          <p:cNvSpPr>
            <a:spLocks noChangeArrowheads="1"/>
          </p:cNvSpPr>
          <p:nvPr/>
        </p:nvSpPr>
        <p:spPr bwMode="auto">
          <a:xfrm>
            <a:off x="685800" y="439057"/>
            <a:ext cx="7588250" cy="530860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dirty="0">
                <a:latin typeface="Courier New" panose="02070309020205020404" pitchFamily="49" charset="0"/>
              </a:rPr>
              <a:t>A 20-N object is lowered into an unknown liquid in a graduated cylinder using a spring scale.  While in the liquid the spring scale reads 16.5 N.  The initial volume of the liquid is 50 </a:t>
            </a:r>
            <a:r>
              <a:rPr lang="en-US" altLang="en-CN" sz="1800" dirty="0" err="1">
                <a:latin typeface="Courier New" panose="02070309020205020404" pitchFamily="49" charset="0"/>
              </a:rPr>
              <a:t>mL.</a:t>
            </a:r>
            <a:r>
              <a:rPr lang="en-US" altLang="en-CN" sz="1800" dirty="0">
                <a:latin typeface="Courier New" panose="02070309020205020404" pitchFamily="49" charset="0"/>
              </a:rPr>
              <a:t>  When the object is completely submerged the volume reads 125 </a:t>
            </a:r>
            <a:r>
              <a:rPr lang="en-US" altLang="en-CN" sz="1800" dirty="0" err="1">
                <a:latin typeface="Courier New" panose="02070309020205020404" pitchFamily="49" charset="0"/>
              </a:rPr>
              <a:t>mL.</a:t>
            </a:r>
            <a:endParaRPr lang="en-US" altLang="en-CN" sz="1600" b="1" dirty="0">
              <a:latin typeface="Courier New" panose="02070309020205020404" pitchFamily="49" charset="0"/>
            </a:endParaRPr>
          </a:p>
        </p:txBody>
      </p:sp>
      <p:sp>
        <p:nvSpPr>
          <p:cNvPr id="117808" name="Rectangle 48">
            <a:extLst>
              <a:ext uri="{FF2B5EF4-FFF2-40B4-BE49-F238E27FC236}">
                <a16:creationId xmlns:a16="http://schemas.microsoft.com/office/drawing/2014/main" id="{6A7A1005-6E70-E30E-37C3-BED63E6C19A0}"/>
              </a:ext>
            </a:extLst>
          </p:cNvPr>
          <p:cNvSpPr>
            <a:spLocks noChangeArrowheads="1"/>
          </p:cNvSpPr>
          <p:nvPr/>
        </p:nvSpPr>
        <p:spPr bwMode="auto">
          <a:xfrm>
            <a:off x="15877" y="-9661"/>
            <a:ext cx="4676775" cy="35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2000" b="1" dirty="0">
                <a:latin typeface="Courier New" panose="02070309020205020404" pitchFamily="49" charset="0"/>
              </a:rPr>
              <a:t>ARCHIMEDES' PRINCIPLE</a:t>
            </a:r>
          </a:p>
        </p:txBody>
      </p:sp>
      <p:sp>
        <p:nvSpPr>
          <p:cNvPr id="117809" name="Rectangle 49">
            <a:extLst>
              <a:ext uri="{FF2B5EF4-FFF2-40B4-BE49-F238E27FC236}">
                <a16:creationId xmlns:a16="http://schemas.microsoft.com/office/drawing/2014/main" id="{DF8BFDF1-9509-1FC0-A1A1-6D828EC344FF}"/>
              </a:ext>
            </a:extLst>
          </p:cNvPr>
          <p:cNvSpPr>
            <a:spLocks noChangeArrowheads="1"/>
          </p:cNvSpPr>
          <p:nvPr/>
        </p:nvSpPr>
        <p:spPr bwMode="auto">
          <a:xfrm>
            <a:off x="711200" y="1710645"/>
            <a:ext cx="7505700"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600" b="1">
                <a:latin typeface="Courier New" panose="02070309020205020404" pitchFamily="49" charset="0"/>
                <a:sym typeface="Symbol" pitchFamily="2" charset="2"/>
              </a:rPr>
              <a:t>(a) </a:t>
            </a:r>
            <a:r>
              <a:rPr lang="en-US" altLang="en-CN" sz="1800">
                <a:latin typeface="Courier New" panose="02070309020205020404" pitchFamily="49" charset="0"/>
              </a:rPr>
              <a:t>What is the buoyant force acting on the object?</a:t>
            </a:r>
            <a:endParaRPr lang="en-US" altLang="en-CN" sz="1600" b="1">
              <a:latin typeface="Courier New" panose="02070309020205020404" pitchFamily="49" charset="0"/>
            </a:endParaRPr>
          </a:p>
        </p:txBody>
      </p:sp>
      <p:sp>
        <p:nvSpPr>
          <p:cNvPr id="117811" name="Rectangle 51">
            <a:extLst>
              <a:ext uri="{FF2B5EF4-FFF2-40B4-BE49-F238E27FC236}">
                <a16:creationId xmlns:a16="http://schemas.microsoft.com/office/drawing/2014/main" id="{351BCC7D-84AD-16C2-93EA-A00736CA9EB4}"/>
              </a:ext>
            </a:extLst>
          </p:cNvPr>
          <p:cNvSpPr>
            <a:spLocks noChangeArrowheads="1"/>
          </p:cNvSpPr>
          <p:nvPr/>
        </p:nvSpPr>
        <p:spPr bwMode="auto">
          <a:xfrm>
            <a:off x="2632075" y="2005920"/>
            <a:ext cx="2332038" cy="32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F</a:t>
            </a:r>
            <a:r>
              <a:rPr lang="en-US" altLang="en-CN" sz="1800" i="1" baseline="-25000">
                <a:latin typeface="Courier New" panose="02070309020205020404" pitchFamily="49" charset="0"/>
              </a:rPr>
              <a:t>b</a:t>
            </a:r>
            <a:r>
              <a:rPr lang="en-US" altLang="en-CN" sz="1800">
                <a:latin typeface="Courier New" panose="02070309020205020404" pitchFamily="49" charset="0"/>
              </a:rPr>
              <a:t> = 20 - 16.5</a:t>
            </a:r>
            <a:endParaRPr lang="en-US" altLang="en-CN" sz="1600" b="1" i="1">
              <a:latin typeface="Courier New" panose="02070309020205020404" pitchFamily="49" charset="0"/>
            </a:endParaRPr>
          </a:p>
        </p:txBody>
      </p:sp>
      <p:sp>
        <p:nvSpPr>
          <p:cNvPr id="117812" name="Rectangle 52">
            <a:extLst>
              <a:ext uri="{FF2B5EF4-FFF2-40B4-BE49-F238E27FC236}">
                <a16:creationId xmlns:a16="http://schemas.microsoft.com/office/drawing/2014/main" id="{79257BA9-3713-ED66-AB73-EEC3975A7127}"/>
              </a:ext>
            </a:extLst>
          </p:cNvPr>
          <p:cNvSpPr>
            <a:spLocks noChangeArrowheads="1"/>
          </p:cNvSpPr>
          <p:nvPr/>
        </p:nvSpPr>
        <p:spPr bwMode="auto">
          <a:xfrm>
            <a:off x="741363" y="2401207"/>
            <a:ext cx="7505700"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600" b="1">
                <a:latin typeface="Courier New" panose="02070309020205020404" pitchFamily="49" charset="0"/>
                <a:sym typeface="Symbol" pitchFamily="2" charset="2"/>
              </a:rPr>
              <a:t>(b) </a:t>
            </a:r>
            <a:r>
              <a:rPr lang="en-US" altLang="en-CN" sz="1800">
                <a:latin typeface="Courier New" panose="02070309020205020404" pitchFamily="49" charset="0"/>
              </a:rPr>
              <a:t>What is volume of the object in m</a:t>
            </a:r>
            <a:r>
              <a:rPr lang="en-US" altLang="en-CN" sz="1800" baseline="30000">
                <a:latin typeface="Courier New" panose="02070309020205020404" pitchFamily="49" charset="0"/>
              </a:rPr>
              <a:t>3</a:t>
            </a:r>
            <a:r>
              <a:rPr lang="en-US" altLang="en-CN" sz="1800">
                <a:latin typeface="Courier New" panose="02070309020205020404" pitchFamily="49" charset="0"/>
              </a:rPr>
              <a:t>?</a:t>
            </a:r>
            <a:endParaRPr lang="en-US" altLang="en-CN" sz="1600" b="1">
              <a:latin typeface="Courier New" panose="02070309020205020404" pitchFamily="49" charset="0"/>
            </a:endParaRPr>
          </a:p>
        </p:txBody>
      </p:sp>
      <p:sp>
        <p:nvSpPr>
          <p:cNvPr id="117813" name="Rectangle 53">
            <a:extLst>
              <a:ext uri="{FF2B5EF4-FFF2-40B4-BE49-F238E27FC236}">
                <a16:creationId xmlns:a16="http://schemas.microsoft.com/office/drawing/2014/main" id="{A53F5370-B2FD-BFD0-DB21-CC4EBAF0EF28}"/>
              </a:ext>
            </a:extLst>
          </p:cNvPr>
          <p:cNvSpPr>
            <a:spLocks noChangeArrowheads="1"/>
          </p:cNvSpPr>
          <p:nvPr/>
        </p:nvSpPr>
        <p:spPr bwMode="auto">
          <a:xfrm>
            <a:off x="1636713" y="2728232"/>
            <a:ext cx="3124200" cy="32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V</a:t>
            </a:r>
            <a:r>
              <a:rPr lang="en-US" altLang="en-CN" sz="1800" i="1" baseline="-25000">
                <a:latin typeface="Courier New" panose="02070309020205020404" pitchFamily="49" charset="0"/>
              </a:rPr>
              <a:t>f</a:t>
            </a:r>
            <a:r>
              <a:rPr lang="en-US" altLang="en-CN" sz="1800">
                <a:latin typeface="Courier New" panose="02070309020205020404" pitchFamily="49" charset="0"/>
              </a:rPr>
              <a:t> = 125 - 50 = 75 mL</a:t>
            </a:r>
            <a:endParaRPr lang="en-US" altLang="en-CN" sz="1600" b="1" i="1">
              <a:latin typeface="Courier New" panose="02070309020205020404" pitchFamily="49" charset="0"/>
            </a:endParaRPr>
          </a:p>
        </p:txBody>
      </p:sp>
      <p:sp>
        <p:nvSpPr>
          <p:cNvPr id="117814" name="Rectangle 54">
            <a:extLst>
              <a:ext uri="{FF2B5EF4-FFF2-40B4-BE49-F238E27FC236}">
                <a16:creationId xmlns:a16="http://schemas.microsoft.com/office/drawing/2014/main" id="{D2ACECE4-213C-A871-10E8-C9B86147CCCF}"/>
              </a:ext>
            </a:extLst>
          </p:cNvPr>
          <p:cNvSpPr>
            <a:spLocks noChangeArrowheads="1"/>
          </p:cNvSpPr>
          <p:nvPr/>
        </p:nvSpPr>
        <p:spPr bwMode="auto">
          <a:xfrm>
            <a:off x="1643063" y="3058432"/>
            <a:ext cx="1562100" cy="32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V</a:t>
            </a:r>
            <a:r>
              <a:rPr lang="en-US" altLang="en-CN" sz="1800" i="1" baseline="-25000">
                <a:latin typeface="Courier New" panose="02070309020205020404" pitchFamily="49" charset="0"/>
              </a:rPr>
              <a:t>f</a:t>
            </a:r>
            <a:r>
              <a:rPr lang="en-US" altLang="en-CN" sz="1800">
                <a:latin typeface="Courier New" panose="02070309020205020404" pitchFamily="49" charset="0"/>
              </a:rPr>
              <a:t> = 75 mL</a:t>
            </a:r>
            <a:endParaRPr lang="en-US" altLang="en-CN" sz="1600" b="1" i="1">
              <a:latin typeface="Courier New" panose="02070309020205020404" pitchFamily="49" charset="0"/>
            </a:endParaRPr>
          </a:p>
        </p:txBody>
      </p:sp>
      <p:sp>
        <p:nvSpPr>
          <p:cNvPr id="117815" name="Rectangle 55">
            <a:extLst>
              <a:ext uri="{FF2B5EF4-FFF2-40B4-BE49-F238E27FC236}">
                <a16:creationId xmlns:a16="http://schemas.microsoft.com/office/drawing/2014/main" id="{522990C5-6D28-1830-7F17-9D9871A8E353}"/>
              </a:ext>
            </a:extLst>
          </p:cNvPr>
          <p:cNvSpPr>
            <a:spLocks noChangeArrowheads="1"/>
          </p:cNvSpPr>
          <p:nvPr/>
        </p:nvSpPr>
        <p:spPr bwMode="auto">
          <a:xfrm>
            <a:off x="3190875" y="3055257"/>
            <a:ext cx="882650" cy="630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a:latin typeface="Courier New" panose="02070309020205020404" pitchFamily="49" charset="0"/>
              </a:rPr>
              <a:t>1 cm</a:t>
            </a:r>
            <a:r>
              <a:rPr lang="en-US" altLang="en-CN" sz="1800" baseline="30000">
                <a:latin typeface="Courier New" panose="02070309020205020404" pitchFamily="49" charset="0"/>
              </a:rPr>
              <a:t>3</a:t>
            </a:r>
            <a:endParaRPr lang="en-US" altLang="en-CN" sz="1800">
              <a:latin typeface="Courier New" panose="02070309020205020404" pitchFamily="49" charset="0"/>
            </a:endParaRPr>
          </a:p>
          <a:p>
            <a:pPr>
              <a:lnSpc>
                <a:spcPct val="90000"/>
              </a:lnSpc>
            </a:pPr>
            <a:r>
              <a:rPr lang="en-US" altLang="en-CN" sz="1800">
                <a:latin typeface="Courier New" panose="02070309020205020404" pitchFamily="49" charset="0"/>
              </a:rPr>
              <a:t>1 mL</a:t>
            </a:r>
            <a:endParaRPr lang="en-US" altLang="en-CN" sz="1600" b="1">
              <a:latin typeface="Courier New" panose="02070309020205020404" pitchFamily="49" charset="0"/>
            </a:endParaRPr>
          </a:p>
        </p:txBody>
      </p:sp>
      <p:sp>
        <p:nvSpPr>
          <p:cNvPr id="117816" name="Rectangle 56">
            <a:extLst>
              <a:ext uri="{FF2B5EF4-FFF2-40B4-BE49-F238E27FC236}">
                <a16:creationId xmlns:a16="http://schemas.microsoft.com/office/drawing/2014/main" id="{9E6806E4-A4EF-11F3-1490-1E0967B1E3E7}"/>
              </a:ext>
            </a:extLst>
          </p:cNvPr>
          <p:cNvSpPr>
            <a:spLocks noChangeArrowheads="1"/>
          </p:cNvSpPr>
          <p:nvPr/>
        </p:nvSpPr>
        <p:spPr bwMode="auto">
          <a:xfrm>
            <a:off x="4113213" y="3061607"/>
            <a:ext cx="1193800" cy="630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nSpc>
                <a:spcPct val="90000"/>
              </a:lnSpc>
            </a:pPr>
            <a:r>
              <a:rPr lang="en-US" altLang="en-CN" sz="1800">
                <a:latin typeface="Courier New" panose="02070309020205020404" pitchFamily="49" charset="0"/>
              </a:rPr>
              <a:t>1 m</a:t>
            </a:r>
          </a:p>
          <a:p>
            <a:pPr>
              <a:lnSpc>
                <a:spcPct val="90000"/>
              </a:lnSpc>
            </a:pPr>
            <a:r>
              <a:rPr lang="en-US" altLang="en-CN" sz="1800">
                <a:latin typeface="Courier New" panose="02070309020205020404" pitchFamily="49" charset="0"/>
              </a:rPr>
              <a:t>100 cm</a:t>
            </a:r>
            <a:endParaRPr lang="en-US" altLang="en-CN" sz="1600" b="1">
              <a:latin typeface="Courier New" panose="02070309020205020404" pitchFamily="49" charset="0"/>
            </a:endParaRPr>
          </a:p>
        </p:txBody>
      </p:sp>
      <p:sp>
        <p:nvSpPr>
          <p:cNvPr id="117817" name="AutoShape 57">
            <a:extLst>
              <a:ext uri="{FF2B5EF4-FFF2-40B4-BE49-F238E27FC236}">
                <a16:creationId xmlns:a16="http://schemas.microsoft.com/office/drawing/2014/main" id="{600C5832-A24A-FA2B-5B44-6045DED9886A}"/>
              </a:ext>
            </a:extLst>
          </p:cNvPr>
          <p:cNvSpPr>
            <a:spLocks noChangeArrowheads="1"/>
          </p:cNvSpPr>
          <p:nvPr/>
        </p:nvSpPr>
        <p:spPr bwMode="auto">
          <a:xfrm>
            <a:off x="4168775" y="3096532"/>
            <a:ext cx="1049338" cy="557213"/>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N"/>
          </a:p>
        </p:txBody>
      </p:sp>
      <p:sp>
        <p:nvSpPr>
          <p:cNvPr id="117818" name="Text Box 58">
            <a:extLst>
              <a:ext uri="{FF2B5EF4-FFF2-40B4-BE49-F238E27FC236}">
                <a16:creationId xmlns:a16="http://schemas.microsoft.com/office/drawing/2014/main" id="{E08B494D-7C78-D84B-350B-9F292505C83C}"/>
              </a:ext>
            </a:extLst>
          </p:cNvPr>
          <p:cNvSpPr txBox="1">
            <a:spLocks noChangeArrowheads="1"/>
          </p:cNvSpPr>
          <p:nvPr/>
        </p:nvSpPr>
        <p:spPr bwMode="auto">
          <a:xfrm>
            <a:off x="5170488" y="2993345"/>
            <a:ext cx="2905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CN" sz="1400">
                <a:latin typeface="Courier New" panose="02070309020205020404" pitchFamily="49" charset="0"/>
              </a:rPr>
              <a:t>3</a:t>
            </a:r>
          </a:p>
        </p:txBody>
      </p:sp>
      <p:sp>
        <p:nvSpPr>
          <p:cNvPr id="117819" name="Rectangle 59">
            <a:extLst>
              <a:ext uri="{FF2B5EF4-FFF2-40B4-BE49-F238E27FC236}">
                <a16:creationId xmlns:a16="http://schemas.microsoft.com/office/drawing/2014/main" id="{8154D900-D0E2-05AE-A46E-30304F0A550A}"/>
              </a:ext>
            </a:extLst>
          </p:cNvPr>
          <p:cNvSpPr>
            <a:spLocks noChangeArrowheads="1"/>
          </p:cNvSpPr>
          <p:nvPr/>
        </p:nvSpPr>
        <p:spPr bwMode="auto">
          <a:xfrm>
            <a:off x="5553075" y="3020332"/>
            <a:ext cx="1917700" cy="328613"/>
          </a:xfrm>
          <a:prstGeom prst="rect">
            <a:avLst/>
          </a:prstGeom>
          <a:noFill/>
          <a:ln w="9525">
            <a:solidFill>
              <a:schemeClr val="hlink"/>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a:latin typeface="Courier New" panose="02070309020205020404" pitchFamily="49" charset="0"/>
              </a:rPr>
              <a:t>= 7.5</a:t>
            </a:r>
            <a:r>
              <a:rPr lang="en-US" altLang="en-CN" sz="1800">
                <a:latin typeface="Courier New" panose="02070309020205020404" pitchFamily="49" charset="0"/>
                <a:sym typeface="Symbol" pitchFamily="2" charset="2"/>
              </a:rPr>
              <a:t>10</a:t>
            </a:r>
            <a:r>
              <a:rPr lang="en-US" altLang="en-CN" sz="1800" baseline="30000">
                <a:latin typeface="Courier New" panose="02070309020205020404" pitchFamily="49" charset="0"/>
                <a:sym typeface="Symbol" pitchFamily="2" charset="2"/>
              </a:rPr>
              <a:t>-5</a:t>
            </a:r>
            <a:r>
              <a:rPr lang="en-US" altLang="en-CN" sz="1800">
                <a:latin typeface="Courier New" panose="02070309020205020404" pitchFamily="49" charset="0"/>
                <a:sym typeface="Symbol" pitchFamily="2" charset="2"/>
              </a:rPr>
              <a:t> m</a:t>
            </a:r>
            <a:r>
              <a:rPr lang="en-US" altLang="en-CN" sz="1800" baseline="30000">
                <a:latin typeface="Courier New" panose="02070309020205020404" pitchFamily="49" charset="0"/>
                <a:sym typeface="Symbol" pitchFamily="2" charset="2"/>
              </a:rPr>
              <a:t>3</a:t>
            </a:r>
            <a:endParaRPr lang="en-US" altLang="en-CN" sz="1600" b="1" i="1">
              <a:latin typeface="Courier New" panose="02070309020205020404" pitchFamily="49" charset="0"/>
              <a:sym typeface="Symbol" pitchFamily="2" charset="2"/>
            </a:endParaRPr>
          </a:p>
        </p:txBody>
      </p:sp>
      <p:sp>
        <p:nvSpPr>
          <p:cNvPr id="117820" name="Line 60">
            <a:extLst>
              <a:ext uri="{FF2B5EF4-FFF2-40B4-BE49-F238E27FC236}">
                <a16:creationId xmlns:a16="http://schemas.microsoft.com/office/drawing/2014/main" id="{892BD30C-8CE8-5AC5-9D99-B47315608EA4}"/>
              </a:ext>
            </a:extLst>
          </p:cNvPr>
          <p:cNvSpPr>
            <a:spLocks noChangeShapeType="1"/>
          </p:cNvSpPr>
          <p:nvPr/>
        </p:nvSpPr>
        <p:spPr bwMode="auto">
          <a:xfrm>
            <a:off x="2373313" y="3341007"/>
            <a:ext cx="30003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17821" name="Line 61">
            <a:extLst>
              <a:ext uri="{FF2B5EF4-FFF2-40B4-BE49-F238E27FC236}">
                <a16:creationId xmlns:a16="http://schemas.microsoft.com/office/drawing/2014/main" id="{1DD3DDC7-3476-C8B3-5A5C-15A61C7E9DF7}"/>
              </a:ext>
            </a:extLst>
          </p:cNvPr>
          <p:cNvSpPr>
            <a:spLocks noChangeShapeType="1"/>
          </p:cNvSpPr>
          <p:nvPr/>
        </p:nvSpPr>
        <p:spPr bwMode="auto">
          <a:xfrm>
            <a:off x="3176588" y="3129870"/>
            <a:ext cx="11112" cy="4794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N"/>
          </a:p>
        </p:txBody>
      </p:sp>
      <p:sp>
        <p:nvSpPr>
          <p:cNvPr id="117823" name="Rectangle 63">
            <a:extLst>
              <a:ext uri="{FF2B5EF4-FFF2-40B4-BE49-F238E27FC236}">
                <a16:creationId xmlns:a16="http://schemas.microsoft.com/office/drawing/2014/main" id="{DEB61C9E-9B26-A07B-8AE7-7CA2905D95D2}"/>
              </a:ext>
            </a:extLst>
          </p:cNvPr>
          <p:cNvSpPr>
            <a:spLocks noChangeArrowheads="1"/>
          </p:cNvSpPr>
          <p:nvPr/>
        </p:nvSpPr>
        <p:spPr bwMode="auto">
          <a:xfrm>
            <a:off x="771525" y="3791857"/>
            <a:ext cx="5097463"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600" b="1">
                <a:latin typeface="Courier New" panose="02070309020205020404" pitchFamily="49" charset="0"/>
                <a:sym typeface="Symbol" pitchFamily="2" charset="2"/>
              </a:rPr>
              <a:t>(c) </a:t>
            </a:r>
            <a:r>
              <a:rPr lang="en-US" altLang="en-CN" sz="1800">
                <a:latin typeface="Courier New" panose="02070309020205020404" pitchFamily="49" charset="0"/>
              </a:rPr>
              <a:t>What is density of the object?</a:t>
            </a:r>
            <a:endParaRPr lang="en-US" altLang="en-CN" sz="1600" b="1">
              <a:latin typeface="Courier New" panose="02070309020205020404" pitchFamily="49" charset="0"/>
            </a:endParaRPr>
          </a:p>
        </p:txBody>
      </p:sp>
      <p:sp>
        <p:nvSpPr>
          <p:cNvPr id="117824" name="Rectangle 64">
            <a:extLst>
              <a:ext uri="{FF2B5EF4-FFF2-40B4-BE49-F238E27FC236}">
                <a16:creationId xmlns:a16="http://schemas.microsoft.com/office/drawing/2014/main" id="{1557CAB8-FC9A-556C-6EE7-9A061382774E}"/>
              </a:ext>
            </a:extLst>
          </p:cNvPr>
          <p:cNvSpPr>
            <a:spLocks noChangeArrowheads="1"/>
          </p:cNvSpPr>
          <p:nvPr/>
        </p:nvSpPr>
        <p:spPr bwMode="auto">
          <a:xfrm>
            <a:off x="1457325" y="4133170"/>
            <a:ext cx="1249363" cy="32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sym typeface="Symbol" pitchFamily="2" charset="2"/>
              </a:rPr>
              <a:t></a:t>
            </a:r>
            <a:r>
              <a:rPr lang="en-US" altLang="en-CN" sz="1800">
                <a:latin typeface="Courier New" panose="02070309020205020404" pitchFamily="49" charset="0"/>
              </a:rPr>
              <a:t> = </a:t>
            </a:r>
            <a:r>
              <a:rPr lang="en-US" altLang="en-CN" sz="1800" i="1">
                <a:latin typeface="Courier New" panose="02070309020205020404" pitchFamily="49" charset="0"/>
              </a:rPr>
              <a:t>m/V</a:t>
            </a:r>
            <a:r>
              <a:rPr lang="en-US" altLang="en-CN" sz="1800">
                <a:latin typeface="Courier New" panose="02070309020205020404" pitchFamily="49" charset="0"/>
              </a:rPr>
              <a:t> </a:t>
            </a:r>
            <a:endParaRPr lang="en-US" altLang="en-CN" sz="1600" b="1" i="1">
              <a:latin typeface="Courier New" panose="02070309020205020404" pitchFamily="49" charset="0"/>
            </a:endParaRPr>
          </a:p>
        </p:txBody>
      </p:sp>
      <p:sp>
        <p:nvSpPr>
          <p:cNvPr id="117825" name="Rectangle 65">
            <a:extLst>
              <a:ext uri="{FF2B5EF4-FFF2-40B4-BE49-F238E27FC236}">
                <a16:creationId xmlns:a16="http://schemas.microsoft.com/office/drawing/2014/main" id="{09C51D11-C743-C0F7-4971-C39F4C83CD27}"/>
              </a:ext>
            </a:extLst>
          </p:cNvPr>
          <p:cNvSpPr>
            <a:spLocks noChangeArrowheads="1"/>
          </p:cNvSpPr>
          <p:nvPr/>
        </p:nvSpPr>
        <p:spPr bwMode="auto">
          <a:xfrm>
            <a:off x="2725738" y="4128407"/>
            <a:ext cx="2576512" cy="32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a:latin typeface="Courier New" panose="02070309020205020404" pitchFamily="49" charset="0"/>
              </a:rPr>
              <a:t>= 2 kg</a:t>
            </a:r>
            <a:r>
              <a:rPr lang="en-US" altLang="en-CN" sz="1800" i="1">
                <a:latin typeface="Courier New" panose="02070309020205020404" pitchFamily="49" charset="0"/>
              </a:rPr>
              <a:t>/</a:t>
            </a:r>
            <a:r>
              <a:rPr lang="en-US" altLang="en-CN" sz="1800">
                <a:latin typeface="Courier New" panose="02070309020205020404" pitchFamily="49" charset="0"/>
              </a:rPr>
              <a:t>7.5</a:t>
            </a:r>
            <a:r>
              <a:rPr lang="en-US" altLang="en-CN" sz="1800">
                <a:latin typeface="Courier New" panose="02070309020205020404" pitchFamily="49" charset="0"/>
                <a:sym typeface="Symbol" pitchFamily="2" charset="2"/>
              </a:rPr>
              <a:t>10</a:t>
            </a:r>
            <a:r>
              <a:rPr lang="en-US" altLang="en-CN" sz="1800" baseline="30000">
                <a:latin typeface="Courier New" panose="02070309020205020404" pitchFamily="49" charset="0"/>
                <a:sym typeface="Symbol" pitchFamily="2" charset="2"/>
              </a:rPr>
              <a:t>-5</a:t>
            </a:r>
            <a:r>
              <a:rPr lang="en-US" altLang="en-CN" sz="1800">
                <a:latin typeface="Courier New" panose="02070309020205020404" pitchFamily="49" charset="0"/>
                <a:sym typeface="Symbol" pitchFamily="2" charset="2"/>
              </a:rPr>
              <a:t> m</a:t>
            </a:r>
            <a:r>
              <a:rPr lang="en-US" altLang="en-CN" sz="1800" baseline="30000">
                <a:latin typeface="Courier New" panose="02070309020205020404" pitchFamily="49" charset="0"/>
                <a:sym typeface="Symbol" pitchFamily="2" charset="2"/>
              </a:rPr>
              <a:t>3</a:t>
            </a:r>
            <a:endParaRPr lang="en-US" altLang="en-CN" sz="1600" b="1" i="1">
              <a:latin typeface="Courier New" panose="02070309020205020404" pitchFamily="49" charset="0"/>
              <a:sym typeface="Symbol" pitchFamily="2" charset="2"/>
            </a:endParaRPr>
          </a:p>
          <a:p>
            <a:pPr algn="l">
              <a:lnSpc>
                <a:spcPct val="90000"/>
              </a:lnSpc>
            </a:pPr>
            <a:r>
              <a:rPr lang="en-US" altLang="en-CN" sz="1800">
                <a:latin typeface="Courier New" panose="02070309020205020404" pitchFamily="49" charset="0"/>
              </a:rPr>
              <a:t> </a:t>
            </a:r>
          </a:p>
        </p:txBody>
      </p:sp>
      <p:sp>
        <p:nvSpPr>
          <p:cNvPr id="117826" name="Rectangle 66">
            <a:extLst>
              <a:ext uri="{FF2B5EF4-FFF2-40B4-BE49-F238E27FC236}">
                <a16:creationId xmlns:a16="http://schemas.microsoft.com/office/drawing/2014/main" id="{7540E40C-9932-C885-0EE8-47EE5810C618}"/>
              </a:ext>
            </a:extLst>
          </p:cNvPr>
          <p:cNvSpPr>
            <a:spLocks noChangeArrowheads="1"/>
          </p:cNvSpPr>
          <p:nvPr/>
        </p:nvSpPr>
        <p:spPr bwMode="auto">
          <a:xfrm>
            <a:off x="5219700" y="4112532"/>
            <a:ext cx="2298700" cy="328613"/>
          </a:xfrm>
          <a:prstGeom prst="rect">
            <a:avLst/>
          </a:prstGeom>
          <a:noFill/>
          <a:ln w="9525">
            <a:solidFill>
              <a:schemeClr val="hlink"/>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a:latin typeface="Courier New" panose="02070309020205020404" pitchFamily="49" charset="0"/>
              </a:rPr>
              <a:t>= 26667 kg/m</a:t>
            </a:r>
            <a:r>
              <a:rPr lang="en-US" altLang="en-CN" sz="1800" baseline="30000">
                <a:latin typeface="Courier New" panose="02070309020205020404" pitchFamily="49" charset="0"/>
              </a:rPr>
              <a:t>3</a:t>
            </a:r>
            <a:endParaRPr lang="en-US" altLang="en-CN" sz="1800">
              <a:latin typeface="Courier New" panose="02070309020205020404" pitchFamily="49" charset="0"/>
            </a:endParaRPr>
          </a:p>
        </p:txBody>
      </p:sp>
      <p:sp>
        <p:nvSpPr>
          <p:cNvPr id="117827" name="Rectangle 67">
            <a:extLst>
              <a:ext uri="{FF2B5EF4-FFF2-40B4-BE49-F238E27FC236}">
                <a16:creationId xmlns:a16="http://schemas.microsoft.com/office/drawing/2014/main" id="{C7D7C170-EB87-4F00-218A-4C0095C02CE4}"/>
              </a:ext>
            </a:extLst>
          </p:cNvPr>
          <p:cNvSpPr>
            <a:spLocks noChangeArrowheads="1"/>
          </p:cNvSpPr>
          <p:nvPr/>
        </p:nvSpPr>
        <p:spPr bwMode="auto">
          <a:xfrm>
            <a:off x="779463" y="4545920"/>
            <a:ext cx="5097462"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600" b="1">
                <a:latin typeface="Courier New" panose="02070309020205020404" pitchFamily="49" charset="0"/>
                <a:sym typeface="Symbol" pitchFamily="2" charset="2"/>
              </a:rPr>
              <a:t>(d) </a:t>
            </a:r>
            <a:r>
              <a:rPr lang="en-US" altLang="en-CN" sz="1800">
                <a:latin typeface="Courier New" panose="02070309020205020404" pitchFamily="49" charset="0"/>
              </a:rPr>
              <a:t>What is density of the fluid?</a:t>
            </a:r>
            <a:endParaRPr lang="en-US" altLang="en-CN" sz="1600" b="1">
              <a:latin typeface="Courier New" panose="02070309020205020404" pitchFamily="49" charset="0"/>
            </a:endParaRPr>
          </a:p>
        </p:txBody>
      </p:sp>
      <p:sp>
        <p:nvSpPr>
          <p:cNvPr id="117828" name="Rectangle 68">
            <a:extLst>
              <a:ext uri="{FF2B5EF4-FFF2-40B4-BE49-F238E27FC236}">
                <a16:creationId xmlns:a16="http://schemas.microsoft.com/office/drawing/2014/main" id="{49A8E442-0AD2-A616-A93A-617AED2DAE2B}"/>
              </a:ext>
            </a:extLst>
          </p:cNvPr>
          <p:cNvSpPr>
            <a:spLocks noChangeArrowheads="1"/>
          </p:cNvSpPr>
          <p:nvPr/>
        </p:nvSpPr>
        <p:spPr bwMode="auto">
          <a:xfrm>
            <a:off x="1398588" y="4838020"/>
            <a:ext cx="175895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rPr>
              <a:t>F</a:t>
            </a:r>
            <a:r>
              <a:rPr lang="en-US" altLang="en-CN" sz="1800" i="1" baseline="-25000">
                <a:latin typeface="Courier New" panose="02070309020205020404" pitchFamily="49" charset="0"/>
              </a:rPr>
              <a:t>b</a:t>
            </a:r>
            <a:r>
              <a:rPr lang="en-US" altLang="en-CN" sz="1800" i="1">
                <a:latin typeface="Courier New" panose="02070309020205020404" pitchFamily="49" charset="0"/>
              </a:rPr>
              <a:t> </a:t>
            </a:r>
            <a:r>
              <a:rPr lang="en-US" altLang="en-CN" sz="1800">
                <a:latin typeface="Courier New" panose="02070309020205020404" pitchFamily="49" charset="0"/>
              </a:rPr>
              <a:t>= </a:t>
            </a:r>
            <a:r>
              <a:rPr lang="en-US" altLang="en-CN" sz="1800" i="1">
                <a:latin typeface="Courier New" panose="02070309020205020404" pitchFamily="49" charset="0"/>
                <a:sym typeface="Symbol" pitchFamily="2" charset="2"/>
              </a:rPr>
              <a:t>g</a:t>
            </a:r>
            <a:r>
              <a:rPr lang="en-US" altLang="en-CN" sz="1800" i="1">
                <a:latin typeface="Courier New" panose="02070309020205020404" pitchFamily="49" charset="0"/>
              </a:rPr>
              <a:t>V</a:t>
            </a:r>
            <a:r>
              <a:rPr lang="en-US" altLang="en-CN" sz="1800" i="1" baseline="-25000">
                <a:latin typeface="Courier New" panose="02070309020205020404" pitchFamily="49" charset="0"/>
              </a:rPr>
              <a:t>f </a:t>
            </a:r>
            <a:r>
              <a:rPr lang="en-US" altLang="en-CN" sz="1800">
                <a:latin typeface="Courier New" panose="02070309020205020404" pitchFamily="49" charset="0"/>
                <a:sym typeface="Symbol" pitchFamily="2" charset="2"/>
              </a:rPr>
              <a:t></a:t>
            </a:r>
          </a:p>
        </p:txBody>
      </p:sp>
      <p:sp>
        <p:nvSpPr>
          <p:cNvPr id="117829" name="Rectangle 69">
            <a:extLst>
              <a:ext uri="{FF2B5EF4-FFF2-40B4-BE49-F238E27FC236}">
                <a16:creationId xmlns:a16="http://schemas.microsoft.com/office/drawing/2014/main" id="{24E49F31-0216-54BC-5212-BA84F0D2D413}"/>
              </a:ext>
            </a:extLst>
          </p:cNvPr>
          <p:cNvSpPr>
            <a:spLocks noChangeArrowheads="1"/>
          </p:cNvSpPr>
          <p:nvPr/>
        </p:nvSpPr>
        <p:spPr bwMode="auto">
          <a:xfrm>
            <a:off x="3122613" y="4812620"/>
            <a:ext cx="1546225"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i="1">
                <a:latin typeface="Courier New" panose="02070309020205020404" pitchFamily="49" charset="0"/>
                <a:sym typeface="Symbol" pitchFamily="2" charset="2"/>
              </a:rPr>
              <a:t></a:t>
            </a:r>
            <a:r>
              <a:rPr lang="en-US" altLang="en-CN" sz="1800">
                <a:latin typeface="Courier New" panose="02070309020205020404" pitchFamily="49" charset="0"/>
                <a:sym typeface="Symbol" pitchFamily="2" charset="2"/>
              </a:rPr>
              <a:t> = </a:t>
            </a:r>
            <a:r>
              <a:rPr lang="en-US" altLang="en-CN" sz="1800" i="1">
                <a:latin typeface="Courier New" panose="02070309020205020404" pitchFamily="49" charset="0"/>
              </a:rPr>
              <a:t>F</a:t>
            </a:r>
            <a:r>
              <a:rPr lang="en-US" altLang="en-CN" sz="1800" i="1" baseline="-25000">
                <a:latin typeface="Courier New" panose="02070309020205020404" pitchFamily="49" charset="0"/>
              </a:rPr>
              <a:t>b</a:t>
            </a:r>
            <a:r>
              <a:rPr lang="en-US" altLang="en-CN" sz="1800" i="1">
                <a:latin typeface="Courier New" panose="02070309020205020404" pitchFamily="49" charset="0"/>
              </a:rPr>
              <a:t>/</a:t>
            </a:r>
            <a:r>
              <a:rPr lang="en-US" altLang="en-CN" sz="1800" i="1">
                <a:latin typeface="Courier New" panose="02070309020205020404" pitchFamily="49" charset="0"/>
                <a:sym typeface="Symbol" pitchFamily="2" charset="2"/>
              </a:rPr>
              <a:t>g</a:t>
            </a:r>
            <a:r>
              <a:rPr lang="en-US" altLang="en-CN" sz="1800" i="1">
                <a:latin typeface="Courier New" panose="02070309020205020404" pitchFamily="49" charset="0"/>
              </a:rPr>
              <a:t>V</a:t>
            </a:r>
            <a:r>
              <a:rPr lang="en-US" altLang="en-CN" sz="1800" i="1" baseline="-25000">
                <a:latin typeface="Courier New" panose="02070309020205020404" pitchFamily="49" charset="0"/>
              </a:rPr>
              <a:t>f</a:t>
            </a:r>
            <a:endParaRPr lang="en-US" altLang="en-CN" sz="1800">
              <a:latin typeface="Courier New" panose="02070309020205020404" pitchFamily="49" charset="0"/>
              <a:sym typeface="Symbol" pitchFamily="2" charset="2"/>
            </a:endParaRPr>
          </a:p>
        </p:txBody>
      </p:sp>
      <p:sp>
        <p:nvSpPr>
          <p:cNvPr id="117830" name="Rectangle 70">
            <a:extLst>
              <a:ext uri="{FF2B5EF4-FFF2-40B4-BE49-F238E27FC236}">
                <a16:creationId xmlns:a16="http://schemas.microsoft.com/office/drawing/2014/main" id="{6ACC5245-C91F-B587-E0C5-1A21514FD82F}"/>
              </a:ext>
            </a:extLst>
          </p:cNvPr>
          <p:cNvSpPr>
            <a:spLocks noChangeArrowheads="1"/>
          </p:cNvSpPr>
          <p:nvPr/>
        </p:nvSpPr>
        <p:spPr bwMode="auto">
          <a:xfrm>
            <a:off x="3386138" y="5199970"/>
            <a:ext cx="308451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a:latin typeface="Courier New" panose="02070309020205020404" pitchFamily="49" charset="0"/>
                <a:sym typeface="Symbol" pitchFamily="2" charset="2"/>
              </a:rPr>
              <a:t>= </a:t>
            </a:r>
            <a:r>
              <a:rPr lang="en-US" altLang="en-CN" sz="1800">
                <a:latin typeface="Courier New" panose="02070309020205020404" pitchFamily="49" charset="0"/>
              </a:rPr>
              <a:t>3.5/</a:t>
            </a:r>
            <a:r>
              <a:rPr lang="en-US" altLang="en-CN" sz="1800">
                <a:latin typeface="Courier New" panose="02070309020205020404" pitchFamily="49" charset="0"/>
                <a:sym typeface="Symbol" pitchFamily="2" charset="2"/>
              </a:rPr>
              <a:t>(10)(</a:t>
            </a:r>
            <a:r>
              <a:rPr lang="en-US" altLang="en-CN" sz="1800">
                <a:latin typeface="Courier New" panose="02070309020205020404" pitchFamily="49" charset="0"/>
              </a:rPr>
              <a:t>7.5</a:t>
            </a:r>
            <a:r>
              <a:rPr lang="en-US" altLang="en-CN" sz="1800">
                <a:latin typeface="Courier New" panose="02070309020205020404" pitchFamily="49" charset="0"/>
                <a:sym typeface="Symbol" pitchFamily="2" charset="2"/>
              </a:rPr>
              <a:t>10</a:t>
            </a:r>
            <a:r>
              <a:rPr lang="en-US" altLang="en-CN" sz="1800" baseline="30000">
                <a:latin typeface="Courier New" panose="02070309020205020404" pitchFamily="49" charset="0"/>
                <a:sym typeface="Symbol" pitchFamily="2" charset="2"/>
              </a:rPr>
              <a:t>-5</a:t>
            </a:r>
            <a:r>
              <a:rPr lang="en-US" altLang="en-CN" sz="1800">
                <a:latin typeface="Courier New" panose="02070309020205020404" pitchFamily="49" charset="0"/>
                <a:sym typeface="Symbol" pitchFamily="2" charset="2"/>
              </a:rPr>
              <a:t>)</a:t>
            </a:r>
          </a:p>
        </p:txBody>
      </p:sp>
      <p:sp>
        <p:nvSpPr>
          <p:cNvPr id="117831" name="Rectangle 71">
            <a:extLst>
              <a:ext uri="{FF2B5EF4-FFF2-40B4-BE49-F238E27FC236}">
                <a16:creationId xmlns:a16="http://schemas.microsoft.com/office/drawing/2014/main" id="{F8F88895-3DB6-2368-26C4-5E1D2AE91D06}"/>
              </a:ext>
            </a:extLst>
          </p:cNvPr>
          <p:cNvSpPr>
            <a:spLocks noChangeArrowheads="1"/>
          </p:cNvSpPr>
          <p:nvPr/>
        </p:nvSpPr>
        <p:spPr bwMode="auto">
          <a:xfrm>
            <a:off x="6180138" y="5207907"/>
            <a:ext cx="1879600" cy="349250"/>
          </a:xfrm>
          <a:prstGeom prst="rect">
            <a:avLst/>
          </a:prstGeom>
          <a:noFill/>
          <a:ln w="9525">
            <a:solidFill>
              <a:schemeClr val="hlink"/>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a:latin typeface="Courier New" panose="02070309020205020404" pitchFamily="49" charset="0"/>
                <a:sym typeface="Symbol" pitchFamily="2" charset="2"/>
              </a:rPr>
              <a:t>= </a:t>
            </a:r>
            <a:r>
              <a:rPr lang="en-US" altLang="en-CN" sz="1800">
                <a:latin typeface="Courier New" panose="02070309020205020404" pitchFamily="49" charset="0"/>
              </a:rPr>
              <a:t>4667 kg/m</a:t>
            </a:r>
            <a:r>
              <a:rPr lang="en-US" altLang="en-CN" sz="1800" baseline="30000">
                <a:latin typeface="Courier New" panose="02070309020205020404" pitchFamily="49" charset="0"/>
              </a:rPr>
              <a:t>3</a:t>
            </a:r>
          </a:p>
        </p:txBody>
      </p:sp>
      <p:sp>
        <p:nvSpPr>
          <p:cNvPr id="117832" name="Rectangle 72">
            <a:extLst>
              <a:ext uri="{FF2B5EF4-FFF2-40B4-BE49-F238E27FC236}">
                <a16:creationId xmlns:a16="http://schemas.microsoft.com/office/drawing/2014/main" id="{D5A656F2-7B99-A2A3-D7F5-EAF5BD3DC95E}"/>
              </a:ext>
            </a:extLst>
          </p:cNvPr>
          <p:cNvSpPr>
            <a:spLocks noChangeArrowheads="1"/>
          </p:cNvSpPr>
          <p:nvPr/>
        </p:nvSpPr>
        <p:spPr bwMode="auto">
          <a:xfrm>
            <a:off x="4735513" y="1991632"/>
            <a:ext cx="1293812" cy="328613"/>
          </a:xfrm>
          <a:prstGeom prst="rect">
            <a:avLst/>
          </a:prstGeom>
          <a:noFill/>
          <a:ln w="9525">
            <a:solidFill>
              <a:schemeClr val="hlink"/>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defRPr>
            </a:lvl1pPr>
            <a:lvl2pPr algn="ctr">
              <a:spcBef>
                <a:spcPct val="20000"/>
              </a:spcBef>
              <a:defRPr sz="2800">
                <a:solidFill>
                  <a:schemeClr val="tx1"/>
                </a:solidFill>
                <a:latin typeface="Arial" panose="020B0604020202020204" pitchFamily="34" charset="0"/>
              </a:defRPr>
            </a:lvl2pPr>
            <a:lvl3pPr algn="ctr">
              <a:spcBef>
                <a:spcPct val="20000"/>
              </a:spcBef>
              <a:defRPr sz="2400">
                <a:solidFill>
                  <a:schemeClr val="tx1"/>
                </a:solidFill>
                <a:latin typeface="Arial" panose="020B0604020202020204" pitchFamily="34" charset="0"/>
              </a:defRPr>
            </a:lvl3pPr>
            <a:lvl4pPr algn="ctr">
              <a:spcBef>
                <a:spcPct val="20000"/>
              </a:spcBef>
              <a:defRPr sz="2000">
                <a:solidFill>
                  <a:schemeClr val="tx1"/>
                </a:solidFill>
                <a:latin typeface="Arial" panose="020B0604020202020204" pitchFamily="34" charset="0"/>
              </a:defRPr>
            </a:lvl4pPr>
            <a:lvl5pPr algn="ctr">
              <a:spcBef>
                <a:spcPct val="20000"/>
              </a:spcBef>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lnSpc>
                <a:spcPct val="90000"/>
              </a:lnSpc>
            </a:pPr>
            <a:r>
              <a:rPr lang="en-US" altLang="en-CN" sz="1800">
                <a:latin typeface="Courier New" panose="02070309020205020404" pitchFamily="49" charset="0"/>
              </a:rPr>
              <a:t>= 3.5 N.</a:t>
            </a:r>
            <a:endParaRPr lang="en-US" altLang="en-CN" sz="1600" b="1" i="1">
              <a:latin typeface="Courier New" panose="02070309020205020404" pitchFamily="49"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D07201E-414F-637A-36E5-A763E2DD2013}"/>
                  </a:ext>
                </a:extLst>
              </p:cNvPr>
              <p:cNvSpPr txBox="1"/>
              <p:nvPr/>
            </p:nvSpPr>
            <p:spPr>
              <a:xfrm>
                <a:off x="1326833" y="5841208"/>
                <a:ext cx="6412846" cy="461665"/>
              </a:xfrm>
              <a:prstGeom prst="rect">
                <a:avLst/>
              </a:prstGeom>
              <a:noFill/>
            </p:spPr>
            <p:txBody>
              <a:bodyPr wrap="none" rtlCol="0">
                <a:spAutoFit/>
              </a:bodyPr>
              <a:lstStyle/>
              <a:p>
                <a:r>
                  <a:rPr lang="en-CN" sz="2400" b="1" dirty="0">
                    <a:latin typeface="Courier New" panose="02070309020205020404" pitchFamily="49" charset="0"/>
                    <a:cs typeface="Courier New" panose="02070309020205020404" pitchFamily="49" charset="0"/>
                  </a:rPr>
                  <a:t>FYI: Apparent weight = </a:t>
                </a:r>
                <a14:m>
                  <m:oMath xmlns:m="http://schemas.openxmlformats.org/officeDocument/2006/math">
                    <m:sSub>
                      <m:sSubPr>
                        <m:ctrlPr>
                          <a:rPr lang="en-CN" sz="2400" b="1" i="1" smtClean="0">
                            <a:latin typeface="Cambria Math" panose="02040503050406030204" pitchFamily="18" charset="0"/>
                            <a:cs typeface="Courier New" panose="02070309020205020404" pitchFamily="49" charset="0"/>
                          </a:rPr>
                        </m:ctrlPr>
                      </m:sSubPr>
                      <m:e>
                        <m:r>
                          <a:rPr lang="en-US" sz="2400" b="1" i="1" smtClean="0">
                            <a:latin typeface="Cambria Math" panose="02040503050406030204" pitchFamily="18" charset="0"/>
                            <a:cs typeface="Courier New" panose="02070309020205020404" pitchFamily="49" charset="0"/>
                          </a:rPr>
                          <m:t>𝑾</m:t>
                        </m:r>
                      </m:e>
                      <m:sub>
                        <m:r>
                          <a:rPr lang="en-US" sz="2400" b="1" i="1" smtClean="0">
                            <a:latin typeface="Cambria Math" panose="02040503050406030204" pitchFamily="18" charset="0"/>
                            <a:cs typeface="Courier New" panose="02070309020205020404" pitchFamily="49" charset="0"/>
                          </a:rPr>
                          <m:t>𝒂𝒄𝒕𝒖𝒂𝒍</m:t>
                        </m:r>
                      </m:sub>
                    </m:sSub>
                    <m:r>
                      <a:rPr lang="en-US" sz="2400" b="1" i="1" smtClean="0">
                        <a:latin typeface="Cambria Math" panose="02040503050406030204" pitchFamily="18" charset="0"/>
                        <a:cs typeface="Courier New" panose="02070309020205020404" pitchFamily="49" charset="0"/>
                      </a:rPr>
                      <m:t>−</m:t>
                    </m:r>
                    <m:r>
                      <a:rPr lang="en-US" sz="2400" b="1" i="1" smtClean="0">
                        <a:latin typeface="Cambria Math" panose="02040503050406030204" pitchFamily="18" charset="0"/>
                        <a:cs typeface="Courier New" panose="02070309020205020404" pitchFamily="49" charset="0"/>
                      </a:rPr>
                      <m:t>𝑩</m:t>
                    </m:r>
                  </m:oMath>
                </a14:m>
                <a:r>
                  <a:rPr lang="en-CN" sz="2400" b="1" dirty="0">
                    <a:latin typeface="Courier New" panose="02070309020205020404" pitchFamily="49" charset="0"/>
                    <a:cs typeface="Courier New" panose="02070309020205020404" pitchFamily="49" charset="0"/>
                  </a:rPr>
                  <a:t>  </a:t>
                </a:r>
              </a:p>
            </p:txBody>
          </p:sp>
        </mc:Choice>
        <mc:Fallback xmlns="">
          <p:sp>
            <p:nvSpPr>
              <p:cNvPr id="3" name="TextBox 2">
                <a:extLst>
                  <a:ext uri="{FF2B5EF4-FFF2-40B4-BE49-F238E27FC236}">
                    <a16:creationId xmlns:a16="http://schemas.microsoft.com/office/drawing/2014/main" id="{BD07201E-414F-637A-36E5-A763E2DD2013}"/>
                  </a:ext>
                </a:extLst>
              </p:cNvPr>
              <p:cNvSpPr txBox="1">
                <a:spLocks noRot="1" noChangeAspect="1" noMove="1" noResize="1" noEditPoints="1" noAdjustHandles="1" noChangeArrowheads="1" noChangeShapeType="1" noTextEdit="1"/>
              </p:cNvSpPr>
              <p:nvPr/>
            </p:nvSpPr>
            <p:spPr>
              <a:xfrm>
                <a:off x="1326833" y="5841208"/>
                <a:ext cx="6412846" cy="461665"/>
              </a:xfrm>
              <a:prstGeom prst="rect">
                <a:avLst/>
              </a:prstGeom>
              <a:blipFill>
                <a:blip r:embed="rId4"/>
                <a:stretch>
                  <a:fillRect l="-1581" t="-7895" b="-31579"/>
                </a:stretch>
              </a:blipFill>
            </p:spPr>
            <p:txBody>
              <a:bodyPr/>
              <a:lstStyle/>
              <a:p>
                <a:r>
                  <a:rPr lang="en-CN">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17809"/>
                                        </p:tgtEl>
                                        <p:attrNameLst>
                                          <p:attrName>style.visibility</p:attrName>
                                        </p:attrNameLst>
                                      </p:cBhvr>
                                      <p:to>
                                        <p:strVal val="visible"/>
                                      </p:to>
                                    </p:set>
                                    <p:animEffect transition="in" filter="fade">
                                      <p:cBhvr>
                                        <p:cTn id="7" dur="500"/>
                                        <p:tgtEl>
                                          <p:spTgt spid="1178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17811"/>
                                        </p:tgtEl>
                                        <p:attrNameLst>
                                          <p:attrName>style.visibility</p:attrName>
                                        </p:attrNameLst>
                                      </p:cBhvr>
                                      <p:to>
                                        <p:strVal val="visible"/>
                                      </p:to>
                                    </p:set>
                                    <p:animEffect transition="in" filter="fade">
                                      <p:cBhvr>
                                        <p:cTn id="12" dur="500"/>
                                        <p:tgtEl>
                                          <p:spTgt spid="1178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17832"/>
                                        </p:tgtEl>
                                        <p:attrNameLst>
                                          <p:attrName>style.visibility</p:attrName>
                                        </p:attrNameLst>
                                      </p:cBhvr>
                                      <p:to>
                                        <p:strVal val="visible"/>
                                      </p:to>
                                    </p:set>
                                    <p:animEffect transition="in" filter="fade">
                                      <p:cBhvr>
                                        <p:cTn id="17" dur="500"/>
                                        <p:tgtEl>
                                          <p:spTgt spid="1178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17812"/>
                                        </p:tgtEl>
                                        <p:attrNameLst>
                                          <p:attrName>style.visibility</p:attrName>
                                        </p:attrNameLst>
                                      </p:cBhvr>
                                      <p:to>
                                        <p:strVal val="visible"/>
                                      </p:to>
                                    </p:set>
                                    <p:animEffect transition="in" filter="fade">
                                      <p:cBhvr>
                                        <p:cTn id="22" dur="500"/>
                                        <p:tgtEl>
                                          <p:spTgt spid="11781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117813"/>
                                        </p:tgtEl>
                                        <p:attrNameLst>
                                          <p:attrName>style.visibility</p:attrName>
                                        </p:attrNameLst>
                                      </p:cBhvr>
                                      <p:to>
                                        <p:strVal val="visible"/>
                                      </p:to>
                                    </p:set>
                                    <p:animEffect transition="in" filter="fade">
                                      <p:cBhvr>
                                        <p:cTn id="27" dur="500"/>
                                        <p:tgtEl>
                                          <p:spTgt spid="11781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117814"/>
                                        </p:tgtEl>
                                        <p:attrNameLst>
                                          <p:attrName>style.visibility</p:attrName>
                                        </p:attrNameLst>
                                      </p:cBhvr>
                                      <p:to>
                                        <p:strVal val="visible"/>
                                      </p:to>
                                    </p:set>
                                    <p:animEffect transition="in" filter="fade">
                                      <p:cBhvr>
                                        <p:cTn id="32" dur="500"/>
                                        <p:tgtEl>
                                          <p:spTgt spid="117814"/>
                                        </p:tgtEl>
                                      </p:cBhvr>
                                    </p:animEffect>
                                  </p:childTnLst>
                                </p:cTn>
                              </p:par>
                              <p:par>
                                <p:cTn id="33" presetID="22" presetClass="entr" presetSubtype="8" fill="hold" nodeType="withEffect">
                                  <p:stCondLst>
                                    <p:cond delay="0"/>
                                  </p:stCondLst>
                                  <p:childTnLst>
                                    <p:set>
                                      <p:cBhvr>
                                        <p:cTn id="34" dur="1" fill="hold">
                                          <p:stCondLst>
                                            <p:cond delay="0"/>
                                          </p:stCondLst>
                                        </p:cTn>
                                        <p:tgtEl>
                                          <p:spTgt spid="117821"/>
                                        </p:tgtEl>
                                        <p:attrNameLst>
                                          <p:attrName>style.visibility</p:attrName>
                                        </p:attrNameLst>
                                      </p:cBhvr>
                                      <p:to>
                                        <p:strVal val="visible"/>
                                      </p:to>
                                    </p:set>
                                    <p:animEffect transition="in" filter="wipe(left)">
                                      <p:cBhvr>
                                        <p:cTn id="35" dur="500"/>
                                        <p:tgtEl>
                                          <p:spTgt spid="117821"/>
                                        </p:tgtEl>
                                      </p:cBhvr>
                                    </p:animEffect>
                                  </p:childTnLst>
                                </p:cTn>
                              </p:par>
                              <p:par>
                                <p:cTn id="36" presetID="22" presetClass="entr" presetSubtype="8" fill="hold" nodeType="withEffect">
                                  <p:stCondLst>
                                    <p:cond delay="0"/>
                                  </p:stCondLst>
                                  <p:childTnLst>
                                    <p:set>
                                      <p:cBhvr>
                                        <p:cTn id="37" dur="1" fill="hold">
                                          <p:stCondLst>
                                            <p:cond delay="0"/>
                                          </p:stCondLst>
                                        </p:cTn>
                                        <p:tgtEl>
                                          <p:spTgt spid="117820"/>
                                        </p:tgtEl>
                                        <p:attrNameLst>
                                          <p:attrName>style.visibility</p:attrName>
                                        </p:attrNameLst>
                                      </p:cBhvr>
                                      <p:to>
                                        <p:strVal val="visible"/>
                                      </p:to>
                                    </p:set>
                                    <p:animEffect transition="in" filter="wipe(left)">
                                      <p:cBhvr>
                                        <p:cTn id="38" dur="500"/>
                                        <p:tgtEl>
                                          <p:spTgt spid="11782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ntr" presetSubtype="0" fill="hold" nodeType="clickEffect">
                                  <p:stCondLst>
                                    <p:cond delay="0"/>
                                  </p:stCondLst>
                                  <p:childTnLst>
                                    <p:set>
                                      <p:cBhvr>
                                        <p:cTn id="42" dur="1" fill="hold">
                                          <p:stCondLst>
                                            <p:cond delay="0"/>
                                          </p:stCondLst>
                                        </p:cTn>
                                        <p:tgtEl>
                                          <p:spTgt spid="117815"/>
                                        </p:tgtEl>
                                        <p:attrNameLst>
                                          <p:attrName>style.visibility</p:attrName>
                                        </p:attrNameLst>
                                      </p:cBhvr>
                                      <p:to>
                                        <p:strVal val="visible"/>
                                      </p:to>
                                    </p:set>
                                    <p:animEffect transition="in" filter="fade">
                                      <p:cBhvr>
                                        <p:cTn id="43" dur="500"/>
                                        <p:tgtEl>
                                          <p:spTgt spid="11781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nodeType="clickEffect">
                                  <p:stCondLst>
                                    <p:cond delay="0"/>
                                  </p:stCondLst>
                                  <p:childTnLst>
                                    <p:set>
                                      <p:cBhvr>
                                        <p:cTn id="47" dur="1" fill="hold">
                                          <p:stCondLst>
                                            <p:cond delay="0"/>
                                          </p:stCondLst>
                                        </p:cTn>
                                        <p:tgtEl>
                                          <p:spTgt spid="117816"/>
                                        </p:tgtEl>
                                        <p:attrNameLst>
                                          <p:attrName>style.visibility</p:attrName>
                                        </p:attrNameLst>
                                      </p:cBhvr>
                                      <p:to>
                                        <p:strVal val="visible"/>
                                      </p:to>
                                    </p:set>
                                    <p:animEffect transition="in" filter="fade">
                                      <p:cBhvr>
                                        <p:cTn id="48" dur="500"/>
                                        <p:tgtEl>
                                          <p:spTgt spid="117816"/>
                                        </p:tgtEl>
                                      </p:cBhvr>
                                    </p:animEffect>
                                  </p:childTnLst>
                                </p:cTn>
                              </p:par>
                              <p:par>
                                <p:cTn id="49" presetID="10" presetClass="entr" presetSubtype="0" fill="hold" nodeType="withEffect">
                                  <p:stCondLst>
                                    <p:cond delay="0"/>
                                  </p:stCondLst>
                                  <p:childTnLst>
                                    <p:set>
                                      <p:cBhvr>
                                        <p:cTn id="50" dur="1" fill="hold">
                                          <p:stCondLst>
                                            <p:cond delay="0"/>
                                          </p:stCondLst>
                                        </p:cTn>
                                        <p:tgtEl>
                                          <p:spTgt spid="117817"/>
                                        </p:tgtEl>
                                        <p:attrNameLst>
                                          <p:attrName>style.visibility</p:attrName>
                                        </p:attrNameLst>
                                      </p:cBhvr>
                                      <p:to>
                                        <p:strVal val="visible"/>
                                      </p:to>
                                    </p:set>
                                    <p:animEffect transition="in" filter="fade">
                                      <p:cBhvr>
                                        <p:cTn id="51" dur="500"/>
                                        <p:tgtEl>
                                          <p:spTgt spid="11781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0" presetClass="entr" presetSubtype="0" fill="hold" nodeType="clickEffect">
                                  <p:stCondLst>
                                    <p:cond delay="0"/>
                                  </p:stCondLst>
                                  <p:childTnLst>
                                    <p:set>
                                      <p:cBhvr>
                                        <p:cTn id="55" dur="1" fill="hold">
                                          <p:stCondLst>
                                            <p:cond delay="0"/>
                                          </p:stCondLst>
                                        </p:cTn>
                                        <p:tgtEl>
                                          <p:spTgt spid="117819"/>
                                        </p:tgtEl>
                                        <p:attrNameLst>
                                          <p:attrName>style.visibility</p:attrName>
                                        </p:attrNameLst>
                                      </p:cBhvr>
                                      <p:to>
                                        <p:strVal val="visible"/>
                                      </p:to>
                                    </p:set>
                                    <p:animEffect transition="in" filter="fade">
                                      <p:cBhvr>
                                        <p:cTn id="56" dur="500"/>
                                        <p:tgtEl>
                                          <p:spTgt spid="11781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0" presetClass="entr" presetSubtype="0" fill="hold" nodeType="clickEffect">
                                  <p:stCondLst>
                                    <p:cond delay="0"/>
                                  </p:stCondLst>
                                  <p:childTnLst>
                                    <p:set>
                                      <p:cBhvr>
                                        <p:cTn id="60" dur="1" fill="hold">
                                          <p:stCondLst>
                                            <p:cond delay="0"/>
                                          </p:stCondLst>
                                        </p:cTn>
                                        <p:tgtEl>
                                          <p:spTgt spid="117823"/>
                                        </p:tgtEl>
                                        <p:attrNameLst>
                                          <p:attrName>style.visibility</p:attrName>
                                        </p:attrNameLst>
                                      </p:cBhvr>
                                      <p:to>
                                        <p:strVal val="visible"/>
                                      </p:to>
                                    </p:set>
                                    <p:animEffect transition="in" filter="fade">
                                      <p:cBhvr>
                                        <p:cTn id="61" dur="500"/>
                                        <p:tgtEl>
                                          <p:spTgt spid="11782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0" presetClass="entr" presetSubtype="0" fill="hold" nodeType="clickEffect">
                                  <p:stCondLst>
                                    <p:cond delay="0"/>
                                  </p:stCondLst>
                                  <p:childTnLst>
                                    <p:set>
                                      <p:cBhvr>
                                        <p:cTn id="65" dur="1" fill="hold">
                                          <p:stCondLst>
                                            <p:cond delay="0"/>
                                          </p:stCondLst>
                                        </p:cTn>
                                        <p:tgtEl>
                                          <p:spTgt spid="117824"/>
                                        </p:tgtEl>
                                        <p:attrNameLst>
                                          <p:attrName>style.visibility</p:attrName>
                                        </p:attrNameLst>
                                      </p:cBhvr>
                                      <p:to>
                                        <p:strVal val="visible"/>
                                      </p:to>
                                    </p:set>
                                    <p:animEffect transition="in" filter="fade">
                                      <p:cBhvr>
                                        <p:cTn id="66" dur="500"/>
                                        <p:tgtEl>
                                          <p:spTgt spid="11782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0" presetClass="entr" presetSubtype="0" fill="hold" nodeType="clickEffect">
                                  <p:stCondLst>
                                    <p:cond delay="0"/>
                                  </p:stCondLst>
                                  <p:childTnLst>
                                    <p:set>
                                      <p:cBhvr>
                                        <p:cTn id="70" dur="1" fill="hold">
                                          <p:stCondLst>
                                            <p:cond delay="0"/>
                                          </p:stCondLst>
                                        </p:cTn>
                                        <p:tgtEl>
                                          <p:spTgt spid="117825"/>
                                        </p:tgtEl>
                                        <p:attrNameLst>
                                          <p:attrName>style.visibility</p:attrName>
                                        </p:attrNameLst>
                                      </p:cBhvr>
                                      <p:to>
                                        <p:strVal val="visible"/>
                                      </p:to>
                                    </p:set>
                                    <p:animEffect transition="in" filter="fade">
                                      <p:cBhvr>
                                        <p:cTn id="71" dur="500"/>
                                        <p:tgtEl>
                                          <p:spTgt spid="117825"/>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0" presetClass="entr" presetSubtype="0" fill="hold" nodeType="clickEffect">
                                  <p:stCondLst>
                                    <p:cond delay="0"/>
                                  </p:stCondLst>
                                  <p:childTnLst>
                                    <p:set>
                                      <p:cBhvr>
                                        <p:cTn id="75" dur="1" fill="hold">
                                          <p:stCondLst>
                                            <p:cond delay="0"/>
                                          </p:stCondLst>
                                        </p:cTn>
                                        <p:tgtEl>
                                          <p:spTgt spid="117826"/>
                                        </p:tgtEl>
                                        <p:attrNameLst>
                                          <p:attrName>style.visibility</p:attrName>
                                        </p:attrNameLst>
                                      </p:cBhvr>
                                      <p:to>
                                        <p:strVal val="visible"/>
                                      </p:to>
                                    </p:set>
                                    <p:animEffect transition="in" filter="fade">
                                      <p:cBhvr>
                                        <p:cTn id="76" dur="500"/>
                                        <p:tgtEl>
                                          <p:spTgt spid="117826"/>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0" presetClass="entr" presetSubtype="0" fill="hold" nodeType="clickEffect">
                                  <p:stCondLst>
                                    <p:cond delay="0"/>
                                  </p:stCondLst>
                                  <p:childTnLst>
                                    <p:set>
                                      <p:cBhvr>
                                        <p:cTn id="80" dur="1" fill="hold">
                                          <p:stCondLst>
                                            <p:cond delay="0"/>
                                          </p:stCondLst>
                                        </p:cTn>
                                        <p:tgtEl>
                                          <p:spTgt spid="117827"/>
                                        </p:tgtEl>
                                        <p:attrNameLst>
                                          <p:attrName>style.visibility</p:attrName>
                                        </p:attrNameLst>
                                      </p:cBhvr>
                                      <p:to>
                                        <p:strVal val="visible"/>
                                      </p:to>
                                    </p:set>
                                    <p:animEffect transition="in" filter="fade">
                                      <p:cBhvr>
                                        <p:cTn id="81" dur="500"/>
                                        <p:tgtEl>
                                          <p:spTgt spid="117827"/>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0" presetClass="entr" presetSubtype="0" fill="hold" nodeType="clickEffect">
                                  <p:stCondLst>
                                    <p:cond delay="0"/>
                                  </p:stCondLst>
                                  <p:childTnLst>
                                    <p:set>
                                      <p:cBhvr>
                                        <p:cTn id="85" dur="1" fill="hold">
                                          <p:stCondLst>
                                            <p:cond delay="0"/>
                                          </p:stCondLst>
                                        </p:cTn>
                                        <p:tgtEl>
                                          <p:spTgt spid="117828"/>
                                        </p:tgtEl>
                                        <p:attrNameLst>
                                          <p:attrName>style.visibility</p:attrName>
                                        </p:attrNameLst>
                                      </p:cBhvr>
                                      <p:to>
                                        <p:strVal val="visible"/>
                                      </p:to>
                                    </p:set>
                                    <p:animEffect transition="in" filter="fade">
                                      <p:cBhvr>
                                        <p:cTn id="86" dur="500"/>
                                        <p:tgtEl>
                                          <p:spTgt spid="117828"/>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10" presetClass="entr" presetSubtype="0" fill="hold" nodeType="clickEffect">
                                  <p:stCondLst>
                                    <p:cond delay="0"/>
                                  </p:stCondLst>
                                  <p:childTnLst>
                                    <p:set>
                                      <p:cBhvr>
                                        <p:cTn id="90" dur="1" fill="hold">
                                          <p:stCondLst>
                                            <p:cond delay="0"/>
                                          </p:stCondLst>
                                        </p:cTn>
                                        <p:tgtEl>
                                          <p:spTgt spid="117829"/>
                                        </p:tgtEl>
                                        <p:attrNameLst>
                                          <p:attrName>style.visibility</p:attrName>
                                        </p:attrNameLst>
                                      </p:cBhvr>
                                      <p:to>
                                        <p:strVal val="visible"/>
                                      </p:to>
                                    </p:set>
                                    <p:animEffect transition="in" filter="fade">
                                      <p:cBhvr>
                                        <p:cTn id="91" dur="500"/>
                                        <p:tgtEl>
                                          <p:spTgt spid="117829"/>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10" presetClass="entr" presetSubtype="0" fill="hold" nodeType="clickEffect">
                                  <p:stCondLst>
                                    <p:cond delay="0"/>
                                  </p:stCondLst>
                                  <p:childTnLst>
                                    <p:set>
                                      <p:cBhvr>
                                        <p:cTn id="95" dur="1" fill="hold">
                                          <p:stCondLst>
                                            <p:cond delay="0"/>
                                          </p:stCondLst>
                                        </p:cTn>
                                        <p:tgtEl>
                                          <p:spTgt spid="117830"/>
                                        </p:tgtEl>
                                        <p:attrNameLst>
                                          <p:attrName>style.visibility</p:attrName>
                                        </p:attrNameLst>
                                      </p:cBhvr>
                                      <p:to>
                                        <p:strVal val="visible"/>
                                      </p:to>
                                    </p:set>
                                    <p:animEffect transition="in" filter="fade">
                                      <p:cBhvr>
                                        <p:cTn id="96" dur="500"/>
                                        <p:tgtEl>
                                          <p:spTgt spid="117830"/>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10" presetClass="entr" presetSubtype="0" fill="hold" nodeType="clickEffect">
                                  <p:stCondLst>
                                    <p:cond delay="0"/>
                                  </p:stCondLst>
                                  <p:childTnLst>
                                    <p:set>
                                      <p:cBhvr>
                                        <p:cTn id="100" dur="1" fill="hold">
                                          <p:stCondLst>
                                            <p:cond delay="0"/>
                                          </p:stCondLst>
                                        </p:cTn>
                                        <p:tgtEl>
                                          <p:spTgt spid="117831"/>
                                        </p:tgtEl>
                                        <p:attrNameLst>
                                          <p:attrName>style.visibility</p:attrName>
                                        </p:attrNameLst>
                                      </p:cBhvr>
                                      <p:to>
                                        <p:strVal val="visible"/>
                                      </p:to>
                                    </p:set>
                                    <p:animEffect transition="in" filter="fade">
                                      <p:cBhvr>
                                        <p:cTn id="101" dur="500"/>
                                        <p:tgtEl>
                                          <p:spTgt spid="117831"/>
                                        </p:tgtEl>
                                      </p:cBhvr>
                                    </p:animEffect>
                                  </p:childTnLst>
                                </p:cTn>
                              </p:par>
                            </p:childTnLst>
                          </p:cTn>
                        </p:par>
                      </p:childTnLst>
                    </p:cTn>
                  </p:par>
                  <p:par>
                    <p:cTn id="102" fill="hold">
                      <p:stCondLst>
                        <p:cond delay="indefinite"/>
                      </p:stCondLst>
                      <p:childTnLst>
                        <p:par>
                          <p:cTn id="103" fill="hold">
                            <p:stCondLst>
                              <p:cond delay="0"/>
                            </p:stCondLst>
                            <p:childTnLst>
                              <p:par>
                                <p:cTn id="104" presetID="5" presetClass="entr" presetSubtype="10" fill="hold" grpId="0" nodeType="clickEffect">
                                  <p:stCondLst>
                                    <p:cond delay="0"/>
                                  </p:stCondLst>
                                  <p:childTnLst>
                                    <p:set>
                                      <p:cBhvr>
                                        <p:cTn id="105" dur="1" fill="hold">
                                          <p:stCondLst>
                                            <p:cond delay="0"/>
                                          </p:stCondLst>
                                        </p:cTn>
                                        <p:tgtEl>
                                          <p:spTgt spid="3"/>
                                        </p:tgtEl>
                                        <p:attrNameLst>
                                          <p:attrName>style.visibility</p:attrName>
                                        </p:attrNameLst>
                                      </p:cBhvr>
                                      <p:to>
                                        <p:strVal val="visible"/>
                                      </p:to>
                                    </p:set>
                                    <p:animEffect transition="in" filter="checkerboard(across)">
                                      <p:cBhvr>
                                        <p:cTn id="10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809" grpId="0"/>
      <p:bldP spid="117811" grpId="0"/>
      <p:bldP spid="117812" grpId="0"/>
      <p:bldP spid="117813" grpId="0"/>
      <p:bldP spid="117814" grpId="0"/>
      <p:bldP spid="117815" grpId="0"/>
      <p:bldP spid="117816" grpId="0"/>
      <p:bldP spid="117819" grpId="0" animBg="1"/>
      <p:bldP spid="117823" grpId="0"/>
      <p:bldP spid="117824" grpId="0"/>
      <p:bldP spid="117825" grpId="0"/>
      <p:bldP spid="117826" grpId="0" animBg="1"/>
      <p:bldP spid="117827" grpId="0"/>
      <p:bldP spid="117828" grpId="0"/>
      <p:bldP spid="117829" grpId="0"/>
      <p:bldP spid="117830" grpId="0"/>
      <p:bldP spid="117831" grpId="0" animBg="1"/>
      <p:bldP spid="117832" grpId="0" animBg="1"/>
      <p:bldP spid="3"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32B9768-5574-FF07-4748-D034EBCC6066}"/>
              </a:ext>
            </a:extLst>
          </p:cNvPr>
          <p:cNvPicPr>
            <a:picLocks noChangeAspect="1"/>
          </p:cNvPicPr>
          <p:nvPr/>
        </p:nvPicPr>
        <p:blipFill>
          <a:blip r:embed="rId2"/>
          <a:stretch>
            <a:fillRect/>
          </a:stretch>
        </p:blipFill>
        <p:spPr>
          <a:xfrm>
            <a:off x="5283200" y="0"/>
            <a:ext cx="3860800" cy="264160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4AA51C2-F214-022A-3860-DBB6ADD49832}"/>
                  </a:ext>
                </a:extLst>
              </p:cNvPr>
              <p:cNvSpPr txBox="1"/>
              <p:nvPr/>
            </p:nvSpPr>
            <p:spPr>
              <a:xfrm>
                <a:off x="1071155" y="727637"/>
                <a:ext cx="214230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000000"/>
                              </a:solidFill>
                              <a:effectLst/>
                              <a:latin typeface="Cambria Math" panose="02040503050406030204" pitchFamily="18" charset="0"/>
                            </a:rPr>
                          </m:ctrlPr>
                        </m:sSubPr>
                        <m:e>
                          <m:r>
                            <a:rPr lang="en-US" i="1" smtClean="0">
                              <a:solidFill>
                                <a:srgbClr val="000000"/>
                              </a:solidFill>
                              <a:effectLst/>
                              <a:latin typeface="Cambria Math" panose="02040503050406030204" pitchFamily="18" charset="0"/>
                              <a:ea typeface="Cambria Math" panose="02040503050406030204" pitchFamily="18" charset="0"/>
                            </a:rPr>
                            <m:t>𝜌</m:t>
                          </m:r>
                        </m:e>
                        <m:sub>
                          <m:r>
                            <a:rPr lang="en-US" b="0" i="1" smtClean="0">
                              <a:solidFill>
                                <a:srgbClr val="000000"/>
                              </a:solidFill>
                              <a:effectLst/>
                              <a:latin typeface="Cambria Math" panose="02040503050406030204" pitchFamily="18" charset="0"/>
                            </a:rPr>
                            <m:t>𝑖</m:t>
                          </m:r>
                        </m:sub>
                      </m:sSub>
                      <m:r>
                        <a:rPr lang="en-US" b="0" i="1" smtClean="0">
                          <a:solidFill>
                            <a:srgbClr val="000000"/>
                          </a:solidFill>
                          <a:effectLst/>
                          <a:latin typeface="Cambria Math" panose="02040503050406030204" pitchFamily="18" charset="0"/>
                        </a:rPr>
                        <m:t>=917 </m:t>
                      </m:r>
                      <m:r>
                        <a:rPr lang="en-US" b="0" i="1" smtClean="0">
                          <a:solidFill>
                            <a:srgbClr val="000000"/>
                          </a:solidFill>
                          <a:effectLst/>
                          <a:latin typeface="Cambria Math" panose="02040503050406030204" pitchFamily="18" charset="0"/>
                        </a:rPr>
                        <m:t>𝑘𝑔</m:t>
                      </m:r>
                      <m:sSup>
                        <m:sSupPr>
                          <m:ctrlPr>
                            <a:rPr lang="en-US" b="0" i="1" smtClean="0">
                              <a:solidFill>
                                <a:srgbClr val="000000"/>
                              </a:solidFill>
                              <a:effectLst/>
                              <a:latin typeface="Cambria Math" panose="02040503050406030204" pitchFamily="18" charset="0"/>
                            </a:rPr>
                          </m:ctrlPr>
                        </m:sSupPr>
                        <m:e>
                          <m:r>
                            <a:rPr lang="en-US" b="0" i="1" smtClean="0">
                              <a:solidFill>
                                <a:srgbClr val="000000"/>
                              </a:solidFill>
                              <a:effectLst/>
                              <a:latin typeface="Cambria Math" panose="02040503050406030204" pitchFamily="18" charset="0"/>
                            </a:rPr>
                            <m:t>𝑚</m:t>
                          </m:r>
                        </m:e>
                        <m:sup>
                          <m:r>
                            <a:rPr lang="en-US" b="0" i="1" smtClean="0">
                              <a:solidFill>
                                <a:srgbClr val="000000"/>
                              </a:solidFill>
                              <a:effectLst/>
                              <a:latin typeface="Cambria Math" panose="02040503050406030204" pitchFamily="18" charset="0"/>
                            </a:rPr>
                            <m:t>−3</m:t>
                          </m:r>
                        </m:sup>
                      </m:sSup>
                    </m:oMath>
                  </m:oMathPara>
                </a14:m>
                <a:endParaRPr lang="en-US" dirty="0">
                  <a:solidFill>
                    <a:srgbClr val="000000"/>
                  </a:solidFill>
                  <a:effectLst/>
                  <a:latin typeface="Helvetica" pitchFamily="2" charset="0"/>
                </a:endParaRPr>
              </a:p>
            </p:txBody>
          </p:sp>
        </mc:Choice>
        <mc:Fallback xmlns="">
          <p:sp>
            <p:nvSpPr>
              <p:cNvPr id="8" name="TextBox 7">
                <a:extLst>
                  <a:ext uri="{FF2B5EF4-FFF2-40B4-BE49-F238E27FC236}">
                    <a16:creationId xmlns:a16="http://schemas.microsoft.com/office/drawing/2014/main" id="{04AA51C2-F214-022A-3860-DBB6ADD49832}"/>
                  </a:ext>
                </a:extLst>
              </p:cNvPr>
              <p:cNvSpPr txBox="1">
                <a:spLocks noRot="1" noChangeAspect="1" noMove="1" noResize="1" noEditPoints="1" noAdjustHandles="1" noChangeArrowheads="1" noChangeShapeType="1" noTextEdit="1"/>
              </p:cNvSpPr>
              <p:nvPr/>
            </p:nvSpPr>
            <p:spPr>
              <a:xfrm>
                <a:off x="1071155" y="727637"/>
                <a:ext cx="2142309" cy="369332"/>
              </a:xfrm>
              <a:prstGeom prst="rect">
                <a:avLst/>
              </a:prstGeom>
              <a:blipFill>
                <a:blip r:embed="rId4"/>
                <a:stretch>
                  <a:fillRect b="-1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A8244E3-53DC-EE38-A3A1-80F42A551456}"/>
                  </a:ext>
                </a:extLst>
              </p:cNvPr>
              <p:cNvSpPr txBox="1"/>
              <p:nvPr/>
            </p:nvSpPr>
            <p:spPr>
              <a:xfrm>
                <a:off x="1071154" y="1096969"/>
                <a:ext cx="214230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000000"/>
                              </a:solidFill>
                              <a:effectLst/>
                              <a:latin typeface="Cambria Math" panose="02040503050406030204" pitchFamily="18" charset="0"/>
                            </a:rPr>
                          </m:ctrlPr>
                        </m:sSubPr>
                        <m:e>
                          <m:r>
                            <a:rPr lang="en-US" i="1" smtClean="0">
                              <a:solidFill>
                                <a:srgbClr val="000000"/>
                              </a:solidFill>
                              <a:effectLst/>
                              <a:latin typeface="Cambria Math" panose="02040503050406030204" pitchFamily="18" charset="0"/>
                              <a:ea typeface="Cambria Math" panose="02040503050406030204" pitchFamily="18" charset="0"/>
                            </a:rPr>
                            <m:t>𝜌</m:t>
                          </m:r>
                        </m:e>
                        <m:sub>
                          <m:r>
                            <a:rPr lang="en-US" b="0" i="1" smtClean="0">
                              <a:solidFill>
                                <a:srgbClr val="000000"/>
                              </a:solidFill>
                              <a:effectLst/>
                              <a:latin typeface="Cambria Math" panose="02040503050406030204" pitchFamily="18" charset="0"/>
                            </a:rPr>
                            <m:t>𝑤</m:t>
                          </m:r>
                        </m:sub>
                      </m:sSub>
                      <m:r>
                        <a:rPr lang="en-US" b="0" i="1" smtClean="0">
                          <a:solidFill>
                            <a:srgbClr val="000000"/>
                          </a:solidFill>
                          <a:effectLst/>
                          <a:latin typeface="Cambria Math" panose="02040503050406030204" pitchFamily="18" charset="0"/>
                        </a:rPr>
                        <m:t>=1030 </m:t>
                      </m:r>
                      <m:r>
                        <a:rPr lang="en-US" b="0" i="1" smtClean="0">
                          <a:solidFill>
                            <a:srgbClr val="000000"/>
                          </a:solidFill>
                          <a:effectLst/>
                          <a:latin typeface="Cambria Math" panose="02040503050406030204" pitchFamily="18" charset="0"/>
                        </a:rPr>
                        <m:t>𝑘𝑔</m:t>
                      </m:r>
                      <m:sSup>
                        <m:sSupPr>
                          <m:ctrlPr>
                            <a:rPr lang="en-US" b="0" i="1" smtClean="0">
                              <a:solidFill>
                                <a:srgbClr val="000000"/>
                              </a:solidFill>
                              <a:effectLst/>
                              <a:latin typeface="Cambria Math" panose="02040503050406030204" pitchFamily="18" charset="0"/>
                            </a:rPr>
                          </m:ctrlPr>
                        </m:sSupPr>
                        <m:e>
                          <m:r>
                            <a:rPr lang="en-US" b="0" i="1" smtClean="0">
                              <a:solidFill>
                                <a:srgbClr val="000000"/>
                              </a:solidFill>
                              <a:effectLst/>
                              <a:latin typeface="Cambria Math" panose="02040503050406030204" pitchFamily="18" charset="0"/>
                            </a:rPr>
                            <m:t>𝑚</m:t>
                          </m:r>
                        </m:e>
                        <m:sup>
                          <m:r>
                            <a:rPr lang="en-US" b="0" i="1" smtClean="0">
                              <a:solidFill>
                                <a:srgbClr val="000000"/>
                              </a:solidFill>
                              <a:effectLst/>
                              <a:latin typeface="Cambria Math" panose="02040503050406030204" pitchFamily="18" charset="0"/>
                            </a:rPr>
                            <m:t>−3</m:t>
                          </m:r>
                        </m:sup>
                      </m:sSup>
                    </m:oMath>
                  </m:oMathPara>
                </a14:m>
                <a:endParaRPr lang="en-US" dirty="0">
                  <a:solidFill>
                    <a:srgbClr val="000000"/>
                  </a:solidFill>
                  <a:effectLst/>
                  <a:latin typeface="Helvetica" pitchFamily="2" charset="0"/>
                </a:endParaRPr>
              </a:p>
            </p:txBody>
          </p:sp>
        </mc:Choice>
        <mc:Fallback xmlns="">
          <p:sp>
            <p:nvSpPr>
              <p:cNvPr id="9" name="TextBox 8">
                <a:extLst>
                  <a:ext uri="{FF2B5EF4-FFF2-40B4-BE49-F238E27FC236}">
                    <a16:creationId xmlns:a16="http://schemas.microsoft.com/office/drawing/2014/main" id="{DA8244E3-53DC-EE38-A3A1-80F42A551456}"/>
                  </a:ext>
                </a:extLst>
              </p:cNvPr>
              <p:cNvSpPr txBox="1">
                <a:spLocks noRot="1" noChangeAspect="1" noMove="1" noResize="1" noEditPoints="1" noAdjustHandles="1" noChangeArrowheads="1" noChangeShapeType="1" noTextEdit="1"/>
              </p:cNvSpPr>
              <p:nvPr/>
            </p:nvSpPr>
            <p:spPr>
              <a:xfrm>
                <a:off x="1071154" y="1096969"/>
                <a:ext cx="2142309" cy="369332"/>
              </a:xfrm>
              <a:prstGeom prst="rect">
                <a:avLst/>
              </a:prstGeom>
              <a:blipFill>
                <a:blip r:embed="rId5"/>
                <a:stretch>
                  <a:fillRect b="-1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2BEC34D-F127-6718-1888-C44F3525F717}"/>
                  </a:ext>
                </a:extLst>
              </p:cNvPr>
              <p:cNvSpPr txBox="1"/>
              <p:nvPr/>
            </p:nvSpPr>
            <p:spPr>
              <a:xfrm>
                <a:off x="953585" y="2723642"/>
                <a:ext cx="2124171" cy="7048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𝑓</m:t>
                              </m:r>
                              <m:r>
                                <a:rPr lang="en-US" b="0" i="1" smtClean="0">
                                  <a:latin typeface="Cambria Math" panose="02040503050406030204" pitchFamily="18" charset="0"/>
                                </a:rPr>
                                <m:t> </m:t>
                              </m:r>
                              <m:r>
                                <a:rPr lang="en-US" b="0" i="1" smtClean="0">
                                  <a:latin typeface="Cambria Math" panose="02040503050406030204" pitchFamily="18" charset="0"/>
                                </a:rPr>
                                <m:t>𝑑𝑖𝑠𝑝𝑙𝑎𝑐𝑒𝑑</m:t>
                              </m:r>
                            </m:sub>
                          </m:sSub>
                        </m:num>
                        <m:den>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𝑜𝑏𝑗</m:t>
                              </m:r>
                            </m:sub>
                          </m:sSub>
                        </m:den>
                      </m:f>
                      <m:r>
                        <a:rPr lang="en-US" b="0" i="1" smtClean="0">
                          <a:latin typeface="Cambria Math" panose="02040503050406030204" pitchFamily="18" charset="0"/>
                        </a:rPr>
                        <m:t>= </m:t>
                      </m:r>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𝑜𝑏𝑗</m:t>
                              </m:r>
                            </m:sub>
                          </m:sSub>
                        </m:num>
                        <m:den>
                          <m:sSub>
                            <m:sSubPr>
                              <m:ctrlPr>
                                <a:rPr lang="en-US"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𝑓</m:t>
                              </m:r>
                            </m:sub>
                          </m:sSub>
                        </m:den>
                      </m:f>
                    </m:oMath>
                  </m:oMathPara>
                </a14:m>
                <a:endParaRPr lang="en-CN" dirty="0"/>
              </a:p>
            </p:txBody>
          </p:sp>
        </mc:Choice>
        <mc:Fallback xmlns="">
          <p:sp>
            <p:nvSpPr>
              <p:cNvPr id="10" name="TextBox 9">
                <a:extLst>
                  <a:ext uri="{FF2B5EF4-FFF2-40B4-BE49-F238E27FC236}">
                    <a16:creationId xmlns:a16="http://schemas.microsoft.com/office/drawing/2014/main" id="{F2BEC34D-F127-6718-1888-C44F3525F717}"/>
                  </a:ext>
                </a:extLst>
              </p:cNvPr>
              <p:cNvSpPr txBox="1">
                <a:spLocks noRot="1" noChangeAspect="1" noMove="1" noResize="1" noEditPoints="1" noAdjustHandles="1" noChangeArrowheads="1" noChangeShapeType="1" noTextEdit="1"/>
              </p:cNvSpPr>
              <p:nvPr/>
            </p:nvSpPr>
            <p:spPr>
              <a:xfrm>
                <a:off x="953585" y="2723642"/>
                <a:ext cx="2124171" cy="704873"/>
              </a:xfrm>
              <a:prstGeom prst="rect">
                <a:avLst/>
              </a:prstGeom>
              <a:blipFill>
                <a:blip r:embed="rId6"/>
                <a:stretch>
                  <a:fillRect b="-5357"/>
                </a:stretch>
              </a:blipFill>
            </p:spPr>
            <p:txBody>
              <a:bodyPr/>
              <a:lstStyle/>
              <a:p>
                <a:r>
                  <a:rPr lang="en-CN">
                    <a:noFill/>
                  </a:rPr>
                  <a:t> </a:t>
                </a:r>
              </a:p>
            </p:txBody>
          </p:sp>
        </mc:Fallback>
      </mc:AlternateContent>
      <p:sp>
        <p:nvSpPr>
          <p:cNvPr id="11" name="TextBox 10">
            <a:extLst>
              <a:ext uri="{FF2B5EF4-FFF2-40B4-BE49-F238E27FC236}">
                <a16:creationId xmlns:a16="http://schemas.microsoft.com/office/drawing/2014/main" id="{AA8E352E-0833-3B4F-68AE-103A6FCB5AEA}"/>
              </a:ext>
            </a:extLst>
          </p:cNvPr>
          <p:cNvSpPr txBox="1"/>
          <p:nvPr/>
        </p:nvSpPr>
        <p:spPr>
          <a:xfrm>
            <a:off x="0" y="19751"/>
            <a:ext cx="5283199" cy="707886"/>
          </a:xfrm>
          <a:prstGeom prst="rect">
            <a:avLst/>
          </a:prstGeom>
          <a:noFill/>
        </p:spPr>
        <p:txBody>
          <a:bodyPr wrap="square" rtlCol="0">
            <a:spAutoFit/>
          </a:bodyPr>
          <a:lstStyle/>
          <a:p>
            <a:r>
              <a:rPr lang="en-CN" sz="2000" dirty="0">
                <a:latin typeface="Courier New" panose="02070309020205020404" pitchFamily="49" charset="0"/>
                <a:cs typeface="Courier New" panose="02070309020205020404" pitchFamily="49" charset="0"/>
              </a:rPr>
              <a:t>What fraction of the iceberg is submerged in water? </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D3DB27B-961A-DEE8-B668-05C6B6FDD2F3}"/>
                  </a:ext>
                </a:extLst>
              </p:cNvPr>
              <p:cNvSpPr txBox="1"/>
              <p:nvPr/>
            </p:nvSpPr>
            <p:spPr>
              <a:xfrm>
                <a:off x="42038" y="1435523"/>
                <a:ext cx="3860800" cy="3915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rgbClr val="000000"/>
                          </a:solidFill>
                          <a:effectLst/>
                          <a:latin typeface="Cambria Math" panose="02040503050406030204" pitchFamily="18" charset="0"/>
                        </a:rPr>
                        <m:t>𝐵</m:t>
                      </m:r>
                      <m:r>
                        <a:rPr lang="en-US" b="0" i="1" smtClean="0">
                          <a:solidFill>
                            <a:srgbClr val="000000"/>
                          </a:solidFill>
                          <a:effectLst/>
                          <a:latin typeface="Cambria Math" panose="02040503050406030204" pitchFamily="18" charset="0"/>
                        </a:rPr>
                        <m:t>=</m:t>
                      </m:r>
                      <m:sSub>
                        <m:sSubPr>
                          <m:ctrlPr>
                            <a:rPr lang="en-US" b="0" i="1" smtClean="0">
                              <a:solidFill>
                                <a:srgbClr val="000000"/>
                              </a:solidFill>
                              <a:effectLst/>
                              <a:latin typeface="Cambria Math" panose="02040503050406030204" pitchFamily="18" charset="0"/>
                            </a:rPr>
                          </m:ctrlPr>
                        </m:sSubPr>
                        <m:e>
                          <m:r>
                            <a:rPr lang="en-US" b="0" i="1" smtClean="0">
                              <a:solidFill>
                                <a:srgbClr val="000000"/>
                              </a:solidFill>
                              <a:effectLst/>
                              <a:latin typeface="Cambria Math" panose="02040503050406030204" pitchFamily="18" charset="0"/>
                            </a:rPr>
                            <m:t>𝑊</m:t>
                          </m:r>
                        </m:e>
                        <m:sub>
                          <m:r>
                            <a:rPr lang="en-US" b="0" i="1" smtClean="0">
                              <a:solidFill>
                                <a:srgbClr val="000000"/>
                              </a:solidFill>
                              <a:effectLst/>
                              <a:latin typeface="Cambria Math" panose="02040503050406030204" pitchFamily="18" charset="0"/>
                            </a:rPr>
                            <m:t>𝑓</m:t>
                          </m:r>
                          <m:r>
                            <a:rPr lang="en-US" b="0" i="1" smtClean="0">
                              <a:solidFill>
                                <a:srgbClr val="000000"/>
                              </a:solidFill>
                              <a:effectLst/>
                              <a:latin typeface="Cambria Math" panose="02040503050406030204" pitchFamily="18" charset="0"/>
                            </a:rPr>
                            <m:t> </m:t>
                          </m:r>
                          <m:r>
                            <a:rPr lang="en-US" b="0" i="1" smtClean="0">
                              <a:solidFill>
                                <a:srgbClr val="000000"/>
                              </a:solidFill>
                              <a:effectLst/>
                              <a:latin typeface="Cambria Math" panose="02040503050406030204" pitchFamily="18" charset="0"/>
                            </a:rPr>
                            <m:t>𝑑𝑖𝑠𝑝𝑙𝑎𝑐𝑒𝑑</m:t>
                          </m:r>
                        </m:sub>
                      </m:sSub>
                      <m:r>
                        <a:rPr lang="en-US" b="0" i="1" smtClean="0">
                          <a:solidFill>
                            <a:srgbClr val="000000"/>
                          </a:solidFill>
                          <a:effectLst/>
                          <a:latin typeface="Cambria Math" panose="02040503050406030204" pitchFamily="18" charset="0"/>
                        </a:rPr>
                        <m:t>=</m:t>
                      </m:r>
                      <m:sSub>
                        <m:sSubPr>
                          <m:ctrlPr>
                            <a:rPr lang="en-US" b="0" i="1" smtClean="0">
                              <a:solidFill>
                                <a:srgbClr val="000000"/>
                              </a:solidFill>
                              <a:effectLst/>
                              <a:latin typeface="Cambria Math" panose="02040503050406030204" pitchFamily="18" charset="0"/>
                            </a:rPr>
                          </m:ctrlPr>
                        </m:sSubPr>
                        <m:e>
                          <m:r>
                            <a:rPr lang="en-US" b="0" i="1" smtClean="0">
                              <a:solidFill>
                                <a:srgbClr val="000000"/>
                              </a:solidFill>
                              <a:effectLst/>
                              <a:latin typeface="Cambria Math" panose="02040503050406030204" pitchFamily="18" charset="0"/>
                              <a:ea typeface="Cambria Math" panose="02040503050406030204" pitchFamily="18" charset="0"/>
                            </a:rPr>
                            <m:t>𝜌</m:t>
                          </m:r>
                        </m:e>
                        <m:sub>
                          <m:r>
                            <a:rPr lang="en-US" b="0" i="1" smtClean="0">
                              <a:solidFill>
                                <a:srgbClr val="000000"/>
                              </a:solidFill>
                              <a:effectLst/>
                              <a:latin typeface="Cambria Math" panose="02040503050406030204" pitchFamily="18" charset="0"/>
                            </a:rPr>
                            <m:t>𝑓</m:t>
                          </m:r>
                        </m:sub>
                      </m:sSub>
                      <m:sSub>
                        <m:sSubPr>
                          <m:ctrlPr>
                            <a:rPr lang="en-US" b="0" i="1" smtClean="0">
                              <a:solidFill>
                                <a:srgbClr val="000000"/>
                              </a:solidFill>
                              <a:effectLst/>
                              <a:latin typeface="Cambria Math" panose="02040503050406030204" pitchFamily="18" charset="0"/>
                            </a:rPr>
                          </m:ctrlPr>
                        </m:sSubPr>
                        <m:e>
                          <m:r>
                            <a:rPr lang="en-US" b="0" i="1" smtClean="0">
                              <a:solidFill>
                                <a:srgbClr val="000000"/>
                              </a:solidFill>
                              <a:effectLst/>
                              <a:latin typeface="Cambria Math" panose="02040503050406030204" pitchFamily="18" charset="0"/>
                            </a:rPr>
                            <m:t>𝑉</m:t>
                          </m:r>
                        </m:e>
                        <m:sub>
                          <m:r>
                            <a:rPr lang="en-US" b="0" i="1" smtClean="0">
                              <a:solidFill>
                                <a:srgbClr val="000000"/>
                              </a:solidFill>
                              <a:effectLst/>
                              <a:latin typeface="Cambria Math" panose="02040503050406030204" pitchFamily="18" charset="0"/>
                            </a:rPr>
                            <m:t>𝑓</m:t>
                          </m:r>
                          <m:r>
                            <a:rPr lang="en-US" b="0" i="1" smtClean="0">
                              <a:solidFill>
                                <a:srgbClr val="000000"/>
                              </a:solidFill>
                              <a:effectLst/>
                              <a:latin typeface="Cambria Math" panose="02040503050406030204" pitchFamily="18" charset="0"/>
                            </a:rPr>
                            <m:t> </m:t>
                          </m:r>
                          <m:r>
                            <a:rPr lang="en-US" b="0" i="1" smtClean="0">
                              <a:solidFill>
                                <a:srgbClr val="000000"/>
                              </a:solidFill>
                              <a:effectLst/>
                              <a:latin typeface="Cambria Math" panose="02040503050406030204" pitchFamily="18" charset="0"/>
                            </a:rPr>
                            <m:t>𝑑𝑖𝑠𝑝𝑙𝑎𝑐𝑒𝑑</m:t>
                          </m:r>
                        </m:sub>
                      </m:sSub>
                      <m:r>
                        <a:rPr lang="en-US" b="0" i="1" smtClean="0">
                          <a:solidFill>
                            <a:srgbClr val="000000"/>
                          </a:solidFill>
                          <a:effectLst/>
                          <a:latin typeface="Cambria Math" panose="02040503050406030204" pitchFamily="18" charset="0"/>
                        </a:rPr>
                        <m:t> </m:t>
                      </m:r>
                      <m:r>
                        <a:rPr lang="en-US" b="0" i="1" smtClean="0">
                          <a:solidFill>
                            <a:srgbClr val="000000"/>
                          </a:solidFill>
                          <a:effectLst/>
                          <a:latin typeface="Cambria Math" panose="02040503050406030204" pitchFamily="18" charset="0"/>
                        </a:rPr>
                        <m:t>𝑔</m:t>
                      </m:r>
                    </m:oMath>
                  </m:oMathPara>
                </a14:m>
                <a:endParaRPr lang="en-US" dirty="0">
                  <a:solidFill>
                    <a:srgbClr val="000000"/>
                  </a:solidFill>
                  <a:effectLst/>
                  <a:latin typeface="Helvetica" pitchFamily="2" charset="0"/>
                </a:endParaRPr>
              </a:p>
            </p:txBody>
          </p:sp>
        </mc:Choice>
        <mc:Fallback xmlns="">
          <p:sp>
            <p:nvSpPr>
              <p:cNvPr id="12" name="TextBox 11">
                <a:extLst>
                  <a:ext uri="{FF2B5EF4-FFF2-40B4-BE49-F238E27FC236}">
                    <a16:creationId xmlns:a16="http://schemas.microsoft.com/office/drawing/2014/main" id="{6D3DB27B-961A-DEE8-B668-05C6B6FDD2F3}"/>
                  </a:ext>
                </a:extLst>
              </p:cNvPr>
              <p:cNvSpPr txBox="1">
                <a:spLocks noRot="1" noChangeAspect="1" noMove="1" noResize="1" noEditPoints="1" noAdjustHandles="1" noChangeArrowheads="1" noChangeShapeType="1" noTextEdit="1"/>
              </p:cNvSpPr>
              <p:nvPr/>
            </p:nvSpPr>
            <p:spPr>
              <a:xfrm>
                <a:off x="42038" y="1435523"/>
                <a:ext cx="3860800" cy="391582"/>
              </a:xfrm>
              <a:prstGeom prst="rect">
                <a:avLst/>
              </a:prstGeom>
              <a:blipFill>
                <a:blip r:embed="rId7"/>
                <a:stretch>
                  <a:fillRect b="-937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EE6BED-5B2A-68FE-BFD3-9A3555893FB8}"/>
                  </a:ext>
                </a:extLst>
              </p:cNvPr>
              <p:cNvSpPr txBox="1"/>
              <p:nvPr/>
            </p:nvSpPr>
            <p:spPr>
              <a:xfrm>
                <a:off x="79339" y="1835633"/>
                <a:ext cx="1799788"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𝑜𝑏𝑗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𝑜𝑏𝑗</m:t>
                          </m:r>
                        </m:sub>
                      </m:sSub>
                      <m:r>
                        <a:rPr lang="en-US" b="0" i="1" smtClean="0">
                          <a:latin typeface="Cambria Math" panose="02040503050406030204" pitchFamily="18" charset="0"/>
                        </a:rPr>
                        <m:t> </m:t>
                      </m:r>
                      <m:r>
                        <a:rPr lang="en-US" b="0" i="1" smtClean="0">
                          <a:latin typeface="Cambria Math" panose="02040503050406030204" pitchFamily="18" charset="0"/>
                        </a:rPr>
                        <m:t>𝑔</m:t>
                      </m:r>
                    </m:oMath>
                  </m:oMathPara>
                </a14:m>
                <a:endParaRPr lang="en-CN" dirty="0"/>
              </a:p>
            </p:txBody>
          </p:sp>
        </mc:Choice>
        <mc:Fallback xmlns="">
          <p:sp>
            <p:nvSpPr>
              <p:cNvPr id="13" name="TextBox 12">
                <a:extLst>
                  <a:ext uri="{FF2B5EF4-FFF2-40B4-BE49-F238E27FC236}">
                    <a16:creationId xmlns:a16="http://schemas.microsoft.com/office/drawing/2014/main" id="{C0EE6BED-5B2A-68FE-BFD3-9A3555893FB8}"/>
                  </a:ext>
                </a:extLst>
              </p:cNvPr>
              <p:cNvSpPr txBox="1">
                <a:spLocks noRot="1" noChangeAspect="1" noMove="1" noResize="1" noEditPoints="1" noAdjustHandles="1" noChangeArrowheads="1" noChangeShapeType="1" noTextEdit="1"/>
              </p:cNvSpPr>
              <p:nvPr/>
            </p:nvSpPr>
            <p:spPr>
              <a:xfrm>
                <a:off x="79339" y="1835633"/>
                <a:ext cx="1799788" cy="391646"/>
              </a:xfrm>
              <a:prstGeom prst="rect">
                <a:avLst/>
              </a:prstGeom>
              <a:blipFill>
                <a:blip r:embed="rId8"/>
                <a:stretch>
                  <a:fillRect b="-937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D310A95-F105-BFA5-E918-930E7593708F}"/>
                  </a:ext>
                </a:extLst>
              </p:cNvPr>
              <p:cNvSpPr txBox="1"/>
              <p:nvPr/>
            </p:nvSpPr>
            <p:spPr>
              <a:xfrm>
                <a:off x="953585" y="3569528"/>
                <a:ext cx="2174441" cy="6969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𝑓</m:t>
                              </m:r>
                              <m:r>
                                <a:rPr lang="en-US" b="0" i="1" smtClean="0">
                                  <a:latin typeface="Cambria Math" panose="02040503050406030204" pitchFamily="18" charset="0"/>
                                </a:rPr>
                                <m:t> </m:t>
                              </m:r>
                              <m:r>
                                <a:rPr lang="en-US" b="0" i="1" smtClean="0">
                                  <a:latin typeface="Cambria Math" panose="02040503050406030204" pitchFamily="18" charset="0"/>
                                </a:rPr>
                                <m:t>𝑑𝑖𝑠𝑝𝑙𝑎𝑐𝑒𝑑</m:t>
                              </m:r>
                            </m:sub>
                          </m:sSub>
                        </m:num>
                        <m:den>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𝑜𝑏𝑗</m:t>
                              </m:r>
                            </m:sub>
                          </m:sSub>
                        </m:den>
                      </m:f>
                      <m:r>
                        <a:rPr lang="en-US" b="0" i="1" smtClean="0">
                          <a:latin typeface="Cambria Math" panose="02040503050406030204" pitchFamily="18" charset="0"/>
                        </a:rPr>
                        <m:t>= </m:t>
                      </m:r>
                      <m:f>
                        <m:fPr>
                          <m:ctrlPr>
                            <a:rPr lang="en-US" i="1" smtClean="0">
                              <a:latin typeface="Cambria Math" panose="02040503050406030204" pitchFamily="18" charset="0"/>
                            </a:rPr>
                          </m:ctrlPr>
                        </m:fPr>
                        <m:num>
                          <m:r>
                            <a:rPr lang="en-US" i="1" smtClean="0">
                              <a:latin typeface="Cambria Math" panose="02040503050406030204" pitchFamily="18" charset="0"/>
                            </a:rPr>
                            <m:t>9</m:t>
                          </m:r>
                          <m:r>
                            <a:rPr lang="en-US" b="0" i="1" smtClean="0">
                              <a:latin typeface="Cambria Math" panose="02040503050406030204" pitchFamily="18" charset="0"/>
                            </a:rPr>
                            <m:t>17</m:t>
                          </m:r>
                        </m:num>
                        <m:den>
                          <m:r>
                            <a:rPr lang="en-US" i="1" smtClean="0">
                              <a:latin typeface="Cambria Math" panose="02040503050406030204" pitchFamily="18" charset="0"/>
                            </a:rPr>
                            <m:t>1</m:t>
                          </m:r>
                          <m:r>
                            <a:rPr lang="en-US" b="0" i="1" smtClean="0">
                              <a:latin typeface="Cambria Math" panose="02040503050406030204" pitchFamily="18" charset="0"/>
                            </a:rPr>
                            <m:t>030</m:t>
                          </m:r>
                        </m:den>
                      </m:f>
                    </m:oMath>
                  </m:oMathPara>
                </a14:m>
                <a:endParaRPr lang="en-CN" dirty="0"/>
              </a:p>
            </p:txBody>
          </p:sp>
        </mc:Choice>
        <mc:Fallback xmlns="">
          <p:sp>
            <p:nvSpPr>
              <p:cNvPr id="14" name="TextBox 13">
                <a:extLst>
                  <a:ext uri="{FF2B5EF4-FFF2-40B4-BE49-F238E27FC236}">
                    <a16:creationId xmlns:a16="http://schemas.microsoft.com/office/drawing/2014/main" id="{CD310A95-F105-BFA5-E918-930E7593708F}"/>
                  </a:ext>
                </a:extLst>
              </p:cNvPr>
              <p:cNvSpPr txBox="1">
                <a:spLocks noRot="1" noChangeAspect="1" noMove="1" noResize="1" noEditPoints="1" noAdjustHandles="1" noChangeArrowheads="1" noChangeShapeType="1" noTextEdit="1"/>
              </p:cNvSpPr>
              <p:nvPr/>
            </p:nvSpPr>
            <p:spPr>
              <a:xfrm>
                <a:off x="953585" y="3569528"/>
                <a:ext cx="2174441" cy="696922"/>
              </a:xfrm>
              <a:prstGeom prst="rect">
                <a:avLst/>
              </a:prstGeom>
              <a:blipFill>
                <a:blip r:embed="rId9"/>
                <a:stretch>
                  <a:fillRect b="-545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8CD45B9-D0BC-9103-DEE0-79BE53490D1A}"/>
                  </a:ext>
                </a:extLst>
              </p:cNvPr>
              <p:cNvSpPr txBox="1"/>
              <p:nvPr/>
            </p:nvSpPr>
            <p:spPr>
              <a:xfrm>
                <a:off x="953584" y="4355306"/>
                <a:ext cx="2042995" cy="6969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𝑓</m:t>
                              </m:r>
                              <m:r>
                                <a:rPr lang="en-US" b="0" i="1" smtClean="0">
                                  <a:latin typeface="Cambria Math" panose="02040503050406030204" pitchFamily="18" charset="0"/>
                                </a:rPr>
                                <m:t> </m:t>
                              </m:r>
                              <m:r>
                                <a:rPr lang="en-US" b="0" i="1" smtClean="0">
                                  <a:latin typeface="Cambria Math" panose="02040503050406030204" pitchFamily="18" charset="0"/>
                                </a:rPr>
                                <m:t>𝑑𝑖𝑠𝑝𝑙𝑎𝑐𝑒𝑑</m:t>
                              </m:r>
                            </m:sub>
                          </m:sSub>
                        </m:num>
                        <m:den>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𝑜𝑏𝑗</m:t>
                              </m:r>
                            </m:sub>
                          </m:sSub>
                        </m:den>
                      </m:f>
                      <m:r>
                        <a:rPr lang="en-US" b="0" i="1" smtClean="0">
                          <a:latin typeface="Cambria Math" panose="02040503050406030204" pitchFamily="18" charset="0"/>
                        </a:rPr>
                        <m:t>=</m:t>
                      </m:r>
                      <m:r>
                        <a:rPr lang="en-US" i="1" smtClean="0">
                          <a:latin typeface="Cambria Math" panose="02040503050406030204" pitchFamily="18" charset="0"/>
                        </a:rPr>
                        <m:t>0</m:t>
                      </m:r>
                      <m:r>
                        <a:rPr lang="en-US" b="0" i="1" smtClean="0">
                          <a:latin typeface="Cambria Math" panose="02040503050406030204" pitchFamily="18" charset="0"/>
                        </a:rPr>
                        <m:t>.89</m:t>
                      </m:r>
                    </m:oMath>
                  </m:oMathPara>
                </a14:m>
                <a:endParaRPr lang="en-CN" dirty="0"/>
              </a:p>
            </p:txBody>
          </p:sp>
        </mc:Choice>
        <mc:Fallback xmlns="">
          <p:sp>
            <p:nvSpPr>
              <p:cNvPr id="15" name="TextBox 14">
                <a:extLst>
                  <a:ext uri="{FF2B5EF4-FFF2-40B4-BE49-F238E27FC236}">
                    <a16:creationId xmlns:a16="http://schemas.microsoft.com/office/drawing/2014/main" id="{A8CD45B9-D0BC-9103-DEE0-79BE53490D1A}"/>
                  </a:ext>
                </a:extLst>
              </p:cNvPr>
              <p:cNvSpPr txBox="1">
                <a:spLocks noRot="1" noChangeAspect="1" noMove="1" noResize="1" noEditPoints="1" noAdjustHandles="1" noChangeArrowheads="1" noChangeShapeType="1" noTextEdit="1"/>
              </p:cNvSpPr>
              <p:nvPr/>
            </p:nvSpPr>
            <p:spPr>
              <a:xfrm>
                <a:off x="953584" y="4355306"/>
                <a:ext cx="2042995" cy="696922"/>
              </a:xfrm>
              <a:prstGeom prst="rect">
                <a:avLst/>
              </a:prstGeom>
              <a:blipFill>
                <a:blip r:embed="rId10"/>
                <a:stretch>
                  <a:fillRect b="-5357"/>
                </a:stretch>
              </a:blipFill>
            </p:spPr>
            <p:txBody>
              <a:bodyPr/>
              <a:lstStyle/>
              <a:p>
                <a:r>
                  <a:rPr lang="en-CN">
                    <a:noFill/>
                  </a:rPr>
                  <a:t> </a:t>
                </a:r>
              </a:p>
            </p:txBody>
          </p:sp>
        </mc:Fallback>
      </mc:AlternateContent>
      <p:sp>
        <p:nvSpPr>
          <p:cNvPr id="16" name="TextBox 15">
            <a:extLst>
              <a:ext uri="{FF2B5EF4-FFF2-40B4-BE49-F238E27FC236}">
                <a16:creationId xmlns:a16="http://schemas.microsoft.com/office/drawing/2014/main" id="{254712CF-DFE2-9468-9240-053E52B86EDD}"/>
              </a:ext>
            </a:extLst>
          </p:cNvPr>
          <p:cNvSpPr txBox="1"/>
          <p:nvPr/>
        </p:nvSpPr>
        <p:spPr>
          <a:xfrm>
            <a:off x="466699" y="5237811"/>
            <a:ext cx="5974713" cy="369332"/>
          </a:xfrm>
          <a:prstGeom prst="rect">
            <a:avLst/>
          </a:prstGeom>
          <a:noFill/>
        </p:spPr>
        <p:txBody>
          <a:bodyPr wrap="none" rtlCol="0">
            <a:spAutoFit/>
          </a:bodyPr>
          <a:lstStyle/>
          <a:p>
            <a:r>
              <a:rPr lang="en-CN" dirty="0">
                <a:latin typeface="Courier New" panose="02070309020205020404" pitchFamily="49" charset="0"/>
                <a:cs typeface="Courier New" panose="02070309020205020404" pitchFamily="49" charset="0"/>
              </a:rPr>
              <a:t>89% of the iceberg is submerged in water. </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E86BC8E-A758-723C-A588-ABECFA239C0C}"/>
                  </a:ext>
                </a:extLst>
              </p:cNvPr>
              <p:cNvSpPr txBox="1"/>
              <p:nvPr/>
            </p:nvSpPr>
            <p:spPr>
              <a:xfrm>
                <a:off x="558088" y="2281386"/>
                <a:ext cx="3063339"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ea typeface="Cambria Math" panose="02040503050406030204" pitchFamily="18" charset="0"/>
                            </a:rPr>
                            <m:t>𝜌</m:t>
                          </m:r>
                        </m:e>
                        <m:sub>
                          <m:r>
                            <a:rPr lang="en-US" i="1">
                              <a:solidFill>
                                <a:srgbClr val="000000"/>
                              </a:solidFill>
                              <a:latin typeface="Cambria Math" panose="02040503050406030204" pitchFamily="18" charset="0"/>
                            </a:rPr>
                            <m:t>𝑓</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𝑑𝑖𝑠𝑝𝑙𝑎𝑐𝑒𝑑</m:t>
                          </m:r>
                        </m:sub>
                      </m:sSub>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𝑔</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𝜌</m:t>
                          </m:r>
                        </m:e>
                        <m:sub>
                          <m:r>
                            <a:rPr lang="en-US" i="1">
                              <a:latin typeface="Cambria Math" panose="02040503050406030204" pitchFamily="18" charset="0"/>
                            </a:rPr>
                            <m:t>𝑜𝑏𝑗</m:t>
                          </m:r>
                        </m:sub>
                      </m:sSub>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𝑜𝑏𝑗</m:t>
                          </m:r>
                        </m:sub>
                      </m:sSub>
                      <m:r>
                        <a:rPr lang="en-US" i="1">
                          <a:latin typeface="Cambria Math" panose="02040503050406030204" pitchFamily="18" charset="0"/>
                        </a:rPr>
                        <m:t> </m:t>
                      </m:r>
                      <m:r>
                        <a:rPr lang="en-US" i="1">
                          <a:latin typeface="Cambria Math" panose="02040503050406030204" pitchFamily="18" charset="0"/>
                        </a:rPr>
                        <m:t>𝑔</m:t>
                      </m:r>
                    </m:oMath>
                  </m:oMathPara>
                </a14:m>
                <a:endParaRPr lang="en-CN" dirty="0"/>
              </a:p>
            </p:txBody>
          </p:sp>
        </mc:Choice>
        <mc:Fallback xmlns="">
          <p:sp>
            <p:nvSpPr>
              <p:cNvPr id="2" name="TextBox 1">
                <a:extLst>
                  <a:ext uri="{FF2B5EF4-FFF2-40B4-BE49-F238E27FC236}">
                    <a16:creationId xmlns:a16="http://schemas.microsoft.com/office/drawing/2014/main" id="{1E86BC8E-A758-723C-A588-ABECFA239C0C}"/>
                  </a:ext>
                </a:extLst>
              </p:cNvPr>
              <p:cNvSpPr txBox="1">
                <a:spLocks noRot="1" noChangeAspect="1" noMove="1" noResize="1" noEditPoints="1" noAdjustHandles="1" noChangeArrowheads="1" noChangeShapeType="1" noTextEdit="1"/>
              </p:cNvSpPr>
              <p:nvPr/>
            </p:nvSpPr>
            <p:spPr>
              <a:xfrm>
                <a:off x="558088" y="2281386"/>
                <a:ext cx="3063339" cy="391646"/>
              </a:xfrm>
              <a:prstGeom prst="rect">
                <a:avLst/>
              </a:prstGeom>
              <a:blipFill>
                <a:blip r:embed="rId11"/>
                <a:stretch>
                  <a:fillRect b="-9375"/>
                </a:stretch>
              </a:blipFill>
            </p:spPr>
            <p:txBody>
              <a:bodyPr/>
              <a:lstStyle/>
              <a:p>
                <a:r>
                  <a:rPr lang="en-CN">
                    <a:noFill/>
                  </a:rPr>
                  <a:t> </a:t>
                </a:r>
              </a:p>
            </p:txBody>
          </p:sp>
        </mc:Fallback>
      </mc:AlternateContent>
    </p:spTree>
    <p:extLst>
      <p:ext uri="{BB962C8B-B14F-4D97-AF65-F5344CB8AC3E}">
        <p14:creationId xmlns:p14="http://schemas.microsoft.com/office/powerpoint/2010/main" val="1110327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dissolve">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Effect transition="in" filter="dissolve">
                                      <p:cBhvr>
                                        <p:cTn id="17" dur="500"/>
                                        <p:tgtEl>
                                          <p:spTgt spid="1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3">
                                            <p:txEl>
                                              <p:pRg st="0" end="0"/>
                                            </p:txEl>
                                          </p:spTgt>
                                        </p:tgtEl>
                                        <p:attrNameLst>
                                          <p:attrName>style.visibility</p:attrName>
                                        </p:attrNameLst>
                                      </p:cBhvr>
                                      <p:to>
                                        <p:strVal val="visible"/>
                                      </p:to>
                                    </p:set>
                                    <p:animEffect transition="in" filter="dissolve">
                                      <p:cBhvr>
                                        <p:cTn id="22" dur="500"/>
                                        <p:tgtEl>
                                          <p:spTgt spid="1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5">
                                            <p:txEl>
                                              <p:pRg st="0" end="0"/>
                                            </p:txEl>
                                          </p:spTgt>
                                        </p:tgtEl>
                                        <p:attrNameLst>
                                          <p:attrName>style.visibility</p:attrName>
                                        </p:attrNameLst>
                                      </p:cBhvr>
                                      <p:to>
                                        <p:strVal val="visible"/>
                                      </p:to>
                                    </p:set>
                                    <p:animEffect transition="in" filter="dissolve">
                                      <p:cBhvr>
                                        <p:cTn id="42" dur="500"/>
                                        <p:tgtEl>
                                          <p:spTgt spid="1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dissolve">
                                      <p:cBhvr>
                                        <p:cTn id="4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4" grpId="0"/>
      <p:bldP spid="16" grpId="0"/>
      <p:bldP spid="2"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2D3454-1CC6-4160-8F79-26A2AC17E406}"/>
              </a:ext>
            </a:extLst>
          </p:cNvPr>
          <p:cNvPicPr>
            <a:picLocks noChangeAspect="1"/>
          </p:cNvPicPr>
          <p:nvPr/>
        </p:nvPicPr>
        <p:blipFill>
          <a:blip r:embed="rId2"/>
          <a:stretch>
            <a:fillRect/>
          </a:stretch>
        </p:blipFill>
        <p:spPr>
          <a:xfrm>
            <a:off x="-1" y="0"/>
            <a:ext cx="9149291" cy="4349262"/>
          </a:xfrm>
          <a:prstGeom prst="rect">
            <a:avLst/>
          </a:prstGeom>
        </p:spPr>
      </p:pic>
      <p:sp>
        <p:nvSpPr>
          <p:cNvPr id="2" name="TextBox 1">
            <a:extLst>
              <a:ext uri="{FF2B5EF4-FFF2-40B4-BE49-F238E27FC236}">
                <a16:creationId xmlns:a16="http://schemas.microsoft.com/office/drawing/2014/main" id="{90ADB1AA-CF24-0973-6369-19A0C8091122}"/>
              </a:ext>
            </a:extLst>
          </p:cNvPr>
          <p:cNvSpPr txBox="1"/>
          <p:nvPr/>
        </p:nvSpPr>
        <p:spPr>
          <a:xfrm>
            <a:off x="178676" y="4349262"/>
            <a:ext cx="8586951" cy="923330"/>
          </a:xfrm>
          <a:prstGeom prst="rect">
            <a:avLst/>
          </a:prstGeom>
          <a:noFill/>
        </p:spPr>
        <p:txBody>
          <a:bodyPr wrap="square" rtlCol="0">
            <a:spAutoFit/>
          </a:bodyPr>
          <a:lstStyle/>
          <a:p>
            <a:pPr>
              <a:spcBef>
                <a:spcPts val="900"/>
              </a:spcBef>
              <a:spcAft>
                <a:spcPts val="900"/>
              </a:spcAft>
            </a:pPr>
            <a:r>
              <a:rPr lang="en-US" sz="1800" dirty="0">
                <a:solidFill>
                  <a:srgbClr val="0070C0"/>
                </a:solidFill>
                <a:effectLst/>
                <a:latin typeface="+mn-lt"/>
                <a:ea typeface="Cambria" panose="02040503050406030204" pitchFamily="18" charset="0"/>
                <a:cs typeface="Times New Roman" panose="02020603050405020304" pitchFamily="18" charset="0"/>
              </a:rPr>
              <a:t>Pressure in a liquid increases with depth, therefore</a:t>
            </a:r>
            <a:r>
              <a:rPr lang="en-CN" dirty="0">
                <a:solidFill>
                  <a:srgbClr val="0070C0"/>
                </a:solidFill>
                <a:latin typeface="+mn-lt"/>
                <a:ea typeface="Cambria" panose="02040503050406030204" pitchFamily="18" charset="0"/>
                <a:cs typeface="Times New Roman" panose="02020603050405020304" pitchFamily="18" charset="0"/>
              </a:rPr>
              <a:t> the </a:t>
            </a:r>
            <a:r>
              <a:rPr lang="en-US" sz="1800" dirty="0">
                <a:solidFill>
                  <a:srgbClr val="0070C0"/>
                </a:solidFill>
                <a:effectLst/>
                <a:latin typeface="+mn-lt"/>
                <a:ea typeface="Cambria" panose="02040503050406030204" pitchFamily="18" charset="0"/>
                <a:cs typeface="Times New Roman" panose="02020603050405020304" pitchFamily="18" charset="0"/>
              </a:rPr>
              <a:t>pressure at the bottom of the bubble is greater than the pressure at top of the bubble. This difference produces the buoyant force.</a:t>
            </a:r>
            <a:endParaRPr lang="en-CN" sz="1800" dirty="0">
              <a:solidFill>
                <a:srgbClr val="0070C0"/>
              </a:solidFill>
              <a:effectLst/>
              <a:latin typeface="+mn-lt"/>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020920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2D3454-1CC6-4160-8F79-26A2AC17E406}"/>
              </a:ext>
            </a:extLst>
          </p:cNvPr>
          <p:cNvPicPr>
            <a:picLocks noChangeAspect="1"/>
          </p:cNvPicPr>
          <p:nvPr/>
        </p:nvPicPr>
        <p:blipFill rotWithShape="1">
          <a:blip r:embed="rId2"/>
          <a:srcRect b="9749"/>
          <a:stretch/>
        </p:blipFill>
        <p:spPr>
          <a:xfrm>
            <a:off x="-1" y="0"/>
            <a:ext cx="9149291" cy="3925229"/>
          </a:xfrm>
          <a:prstGeom prst="rect">
            <a:avLst/>
          </a:prstGeom>
        </p:spPr>
      </p:pic>
      <p:pic>
        <p:nvPicPr>
          <p:cNvPr id="4" name="Picture 3">
            <a:extLst>
              <a:ext uri="{FF2B5EF4-FFF2-40B4-BE49-F238E27FC236}">
                <a16:creationId xmlns:a16="http://schemas.microsoft.com/office/drawing/2014/main" id="{687440A4-9FA6-D264-86C4-F41EF9C1CFB6}"/>
              </a:ext>
            </a:extLst>
          </p:cNvPr>
          <p:cNvPicPr>
            <a:picLocks noChangeAspect="1"/>
          </p:cNvPicPr>
          <p:nvPr/>
        </p:nvPicPr>
        <p:blipFill>
          <a:blip r:embed="rId3"/>
          <a:stretch>
            <a:fillRect/>
          </a:stretch>
        </p:blipFill>
        <p:spPr>
          <a:xfrm>
            <a:off x="0" y="3957406"/>
            <a:ext cx="9140994" cy="1010256"/>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D15064A-D671-D468-FD7C-27BAD2E00F1E}"/>
                  </a:ext>
                </a:extLst>
              </p:cNvPr>
              <p:cNvSpPr txBox="1"/>
              <p:nvPr/>
            </p:nvSpPr>
            <p:spPr>
              <a:xfrm>
                <a:off x="599090" y="4986244"/>
                <a:ext cx="707501" cy="6090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CN" i="1" smtClean="0">
                              <a:solidFill>
                                <a:srgbClr val="0070C0"/>
                              </a:solidFill>
                              <a:latin typeface="Cambria Math" panose="02040503050406030204" pitchFamily="18" charset="0"/>
                            </a:rPr>
                          </m:ctrlPr>
                        </m:fPr>
                        <m:num>
                          <m:sSub>
                            <m:sSubPr>
                              <m:ctrlPr>
                                <a:rPr lang="en-US" b="0" i="1" smtClean="0">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𝑊</m:t>
                              </m:r>
                            </m:e>
                            <m:sub>
                              <m:r>
                                <a:rPr lang="en-US" b="0" i="1" smtClean="0">
                                  <a:solidFill>
                                    <a:srgbClr val="0070C0"/>
                                  </a:solidFill>
                                  <a:latin typeface="Cambria Math" panose="02040503050406030204" pitchFamily="18" charset="0"/>
                                </a:rPr>
                                <m:t>𝑎𝑖𝑟</m:t>
                              </m:r>
                            </m:sub>
                          </m:sSub>
                        </m:num>
                        <m:den>
                          <m:r>
                            <a:rPr lang="en-US" b="0" i="1" smtClean="0">
                              <a:solidFill>
                                <a:srgbClr val="0070C0"/>
                              </a:solidFill>
                              <a:latin typeface="Cambria Math" panose="02040503050406030204" pitchFamily="18" charset="0"/>
                            </a:rPr>
                            <m:t>𝐵</m:t>
                          </m:r>
                        </m:den>
                      </m:f>
                    </m:oMath>
                  </m:oMathPara>
                </a14:m>
                <a:endParaRPr lang="en-CN" dirty="0">
                  <a:solidFill>
                    <a:srgbClr val="0070C0"/>
                  </a:solidFill>
                </a:endParaRPr>
              </a:p>
            </p:txBody>
          </p:sp>
        </mc:Choice>
        <mc:Fallback xmlns="">
          <p:sp>
            <p:nvSpPr>
              <p:cNvPr id="2" name="TextBox 1">
                <a:extLst>
                  <a:ext uri="{FF2B5EF4-FFF2-40B4-BE49-F238E27FC236}">
                    <a16:creationId xmlns:a16="http://schemas.microsoft.com/office/drawing/2014/main" id="{1D15064A-D671-D468-FD7C-27BAD2E00F1E}"/>
                  </a:ext>
                </a:extLst>
              </p:cNvPr>
              <p:cNvSpPr txBox="1">
                <a:spLocks noRot="1" noChangeAspect="1" noMove="1" noResize="1" noEditPoints="1" noAdjustHandles="1" noChangeArrowheads="1" noChangeShapeType="1" noTextEdit="1"/>
              </p:cNvSpPr>
              <p:nvPr/>
            </p:nvSpPr>
            <p:spPr>
              <a:xfrm>
                <a:off x="599090" y="4986244"/>
                <a:ext cx="707501" cy="609077"/>
              </a:xfrm>
              <a:prstGeom prst="rect">
                <a:avLst/>
              </a:prstGeom>
              <a:blipFill>
                <a:blip r:embed="rId5"/>
                <a:stretch>
                  <a:fillRect b="-408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E2EB4CA-C348-78DC-B8FA-BFEEAAEB14CA}"/>
                  </a:ext>
                </a:extLst>
              </p:cNvPr>
              <p:cNvSpPr txBox="1"/>
              <p:nvPr/>
            </p:nvSpPr>
            <p:spPr>
              <a:xfrm>
                <a:off x="1150883" y="5104939"/>
                <a:ext cx="4219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0070C0"/>
                          </a:solidFill>
                          <a:latin typeface="Cambria Math" panose="02040503050406030204" pitchFamily="18" charset="0"/>
                        </a:rPr>
                        <m:t>=</m:t>
                      </m:r>
                    </m:oMath>
                  </m:oMathPara>
                </a14:m>
                <a:endParaRPr lang="en-CN" dirty="0">
                  <a:solidFill>
                    <a:srgbClr val="0070C0"/>
                  </a:solidFill>
                </a:endParaRPr>
              </a:p>
            </p:txBody>
          </p:sp>
        </mc:Choice>
        <mc:Fallback xmlns="">
          <p:sp>
            <p:nvSpPr>
              <p:cNvPr id="5" name="TextBox 4">
                <a:extLst>
                  <a:ext uri="{FF2B5EF4-FFF2-40B4-BE49-F238E27FC236}">
                    <a16:creationId xmlns:a16="http://schemas.microsoft.com/office/drawing/2014/main" id="{7E2EB4CA-C348-78DC-B8FA-BFEEAAEB14CA}"/>
                  </a:ext>
                </a:extLst>
              </p:cNvPr>
              <p:cNvSpPr txBox="1">
                <a:spLocks noRot="1" noChangeAspect="1" noMove="1" noResize="1" noEditPoints="1" noAdjustHandles="1" noChangeArrowheads="1" noChangeShapeType="1" noTextEdit="1"/>
              </p:cNvSpPr>
              <p:nvPr/>
            </p:nvSpPr>
            <p:spPr>
              <a:xfrm>
                <a:off x="1150883" y="5104939"/>
                <a:ext cx="421910" cy="369332"/>
              </a:xfrm>
              <a:prstGeom prst="rect">
                <a:avLst/>
              </a:prstGeom>
              <a:blipFill>
                <a:blip r:embed="rId6"/>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A905A47-7684-A214-5F5C-F2750E7305C2}"/>
                  </a:ext>
                </a:extLst>
              </p:cNvPr>
              <p:cNvSpPr txBox="1"/>
              <p:nvPr/>
            </p:nvSpPr>
            <p:spPr>
              <a:xfrm>
                <a:off x="1417085" y="4980194"/>
                <a:ext cx="930383" cy="68897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CN" i="1" smtClean="0">
                              <a:solidFill>
                                <a:srgbClr val="0070C0"/>
                              </a:solidFill>
                              <a:latin typeface="Cambria Math" panose="02040503050406030204" pitchFamily="18" charset="0"/>
                            </a:rPr>
                          </m:ctrlPr>
                        </m:fPr>
                        <m:num>
                          <m:sSub>
                            <m:sSubPr>
                              <m:ctrlPr>
                                <a:rPr lang="en-US" b="0" i="1" smtClean="0">
                                  <a:solidFill>
                                    <a:srgbClr val="0070C0"/>
                                  </a:solidFill>
                                  <a:latin typeface="Cambria Math" panose="02040503050406030204" pitchFamily="18" charset="0"/>
                                </a:rPr>
                              </m:ctrlPr>
                            </m:sSubPr>
                            <m:e>
                              <m:r>
                                <a:rPr lang="en-US" i="1" smtClean="0">
                                  <a:solidFill>
                                    <a:srgbClr val="0070C0"/>
                                  </a:solidFill>
                                  <a:latin typeface="Cambria Math" panose="02040503050406030204" pitchFamily="18" charset="0"/>
                                  <a:ea typeface="Cambria Math" panose="02040503050406030204" pitchFamily="18" charset="0"/>
                                </a:rPr>
                                <m:t>𝜌</m:t>
                              </m:r>
                            </m:e>
                            <m:sub>
                              <m:r>
                                <a:rPr lang="en-US" b="0" i="1" smtClean="0">
                                  <a:solidFill>
                                    <a:srgbClr val="0070C0"/>
                                  </a:solidFill>
                                  <a:latin typeface="Cambria Math" panose="02040503050406030204" pitchFamily="18" charset="0"/>
                                </a:rPr>
                                <m:t>𝑎𝑖𝑟</m:t>
                              </m:r>
                            </m:sub>
                          </m:sSub>
                          <m:r>
                            <a:rPr lang="en-US" b="0" i="1" smtClean="0">
                              <a:solidFill>
                                <a:srgbClr val="0070C0"/>
                              </a:solidFill>
                              <a:latin typeface="Cambria Math" panose="02040503050406030204" pitchFamily="18" charset="0"/>
                            </a:rPr>
                            <m:t>𝑉𝑔</m:t>
                          </m:r>
                        </m:num>
                        <m:den>
                          <m:sSub>
                            <m:sSubPr>
                              <m:ctrlPr>
                                <a:rPr lang="en-CN" i="1" smtClean="0">
                                  <a:solidFill>
                                    <a:srgbClr val="0070C0"/>
                                  </a:solidFill>
                                  <a:latin typeface="Cambria Math" panose="02040503050406030204" pitchFamily="18" charset="0"/>
                                </a:rPr>
                              </m:ctrlPr>
                            </m:sSubPr>
                            <m:e>
                              <m:r>
                                <a:rPr lang="en-CN" i="1" smtClean="0">
                                  <a:solidFill>
                                    <a:srgbClr val="0070C0"/>
                                  </a:solidFill>
                                  <a:latin typeface="Cambria Math" panose="02040503050406030204" pitchFamily="18" charset="0"/>
                                  <a:ea typeface="Cambria Math" panose="02040503050406030204" pitchFamily="18" charset="0"/>
                                </a:rPr>
                                <m:t>𝜌</m:t>
                              </m:r>
                            </m:e>
                            <m:sub>
                              <m:r>
                                <a:rPr lang="en-US" b="0" i="1" smtClean="0">
                                  <a:solidFill>
                                    <a:srgbClr val="0070C0"/>
                                  </a:solidFill>
                                  <a:latin typeface="Cambria Math" panose="02040503050406030204" pitchFamily="18" charset="0"/>
                                </a:rPr>
                                <m:t>𝑓</m:t>
                              </m:r>
                            </m:sub>
                          </m:sSub>
                          <m:r>
                            <a:rPr lang="en-US" b="0" i="1" smtClean="0">
                              <a:solidFill>
                                <a:srgbClr val="0070C0"/>
                              </a:solidFill>
                              <a:latin typeface="Cambria Math" panose="02040503050406030204" pitchFamily="18" charset="0"/>
                            </a:rPr>
                            <m:t>𝑉𝑔</m:t>
                          </m:r>
                        </m:den>
                      </m:f>
                    </m:oMath>
                  </m:oMathPara>
                </a14:m>
                <a:endParaRPr lang="en-CN" dirty="0">
                  <a:solidFill>
                    <a:srgbClr val="0070C0"/>
                  </a:solidFill>
                </a:endParaRPr>
              </a:p>
            </p:txBody>
          </p:sp>
        </mc:Choice>
        <mc:Fallback xmlns="">
          <p:sp>
            <p:nvSpPr>
              <p:cNvPr id="6" name="TextBox 5">
                <a:extLst>
                  <a:ext uri="{FF2B5EF4-FFF2-40B4-BE49-F238E27FC236}">
                    <a16:creationId xmlns:a16="http://schemas.microsoft.com/office/drawing/2014/main" id="{FA905A47-7684-A214-5F5C-F2750E7305C2}"/>
                  </a:ext>
                </a:extLst>
              </p:cNvPr>
              <p:cNvSpPr txBox="1">
                <a:spLocks noRot="1" noChangeAspect="1" noMove="1" noResize="1" noEditPoints="1" noAdjustHandles="1" noChangeArrowheads="1" noChangeShapeType="1" noTextEdit="1"/>
              </p:cNvSpPr>
              <p:nvPr/>
            </p:nvSpPr>
            <p:spPr>
              <a:xfrm>
                <a:off x="1417085" y="4980194"/>
                <a:ext cx="930383" cy="688971"/>
              </a:xfrm>
              <a:prstGeom prst="rect">
                <a:avLst/>
              </a:prstGeom>
              <a:blipFill>
                <a:blip r:embed="rId7"/>
                <a:stretch>
                  <a:fillRect b="-363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157E293-6A32-D87A-88C9-0F0EEDA15A8D}"/>
                  </a:ext>
                </a:extLst>
              </p:cNvPr>
              <p:cNvSpPr txBox="1"/>
              <p:nvPr/>
            </p:nvSpPr>
            <p:spPr>
              <a:xfrm>
                <a:off x="2124586" y="5009256"/>
                <a:ext cx="878317" cy="64472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m:t>
                      </m:r>
                      <m:f>
                        <m:fPr>
                          <m:ctrlPr>
                            <a:rPr lang="en-CN" i="1" smtClean="0">
                              <a:solidFill>
                                <a:srgbClr val="0070C0"/>
                              </a:solidFill>
                              <a:latin typeface="Cambria Math" panose="02040503050406030204" pitchFamily="18" charset="0"/>
                            </a:rPr>
                          </m:ctrlPr>
                        </m:fPr>
                        <m:num>
                          <m:sSub>
                            <m:sSubPr>
                              <m:ctrlPr>
                                <a:rPr lang="en-US" b="0" i="1" smtClean="0">
                                  <a:solidFill>
                                    <a:srgbClr val="0070C0"/>
                                  </a:solidFill>
                                  <a:latin typeface="Cambria Math" panose="02040503050406030204" pitchFamily="18" charset="0"/>
                                </a:rPr>
                              </m:ctrlPr>
                            </m:sSubPr>
                            <m:e>
                              <m:r>
                                <a:rPr lang="en-US" i="1" smtClean="0">
                                  <a:solidFill>
                                    <a:srgbClr val="0070C0"/>
                                  </a:solidFill>
                                  <a:latin typeface="Cambria Math" panose="02040503050406030204" pitchFamily="18" charset="0"/>
                                  <a:ea typeface="Cambria Math" panose="02040503050406030204" pitchFamily="18" charset="0"/>
                                </a:rPr>
                                <m:t>𝜌</m:t>
                              </m:r>
                            </m:e>
                            <m:sub>
                              <m:r>
                                <a:rPr lang="en-US" b="0" i="1" smtClean="0">
                                  <a:solidFill>
                                    <a:srgbClr val="0070C0"/>
                                  </a:solidFill>
                                  <a:latin typeface="Cambria Math" panose="02040503050406030204" pitchFamily="18" charset="0"/>
                                </a:rPr>
                                <m:t>𝑎𝑖𝑟</m:t>
                              </m:r>
                            </m:sub>
                          </m:sSub>
                        </m:num>
                        <m:den>
                          <m:sSub>
                            <m:sSubPr>
                              <m:ctrlPr>
                                <a:rPr lang="en-CN" i="1" smtClean="0">
                                  <a:solidFill>
                                    <a:srgbClr val="0070C0"/>
                                  </a:solidFill>
                                  <a:latin typeface="Cambria Math" panose="02040503050406030204" pitchFamily="18" charset="0"/>
                                </a:rPr>
                              </m:ctrlPr>
                            </m:sSubPr>
                            <m:e>
                              <m:r>
                                <a:rPr lang="en-CN" i="1" smtClean="0">
                                  <a:solidFill>
                                    <a:srgbClr val="0070C0"/>
                                  </a:solidFill>
                                  <a:latin typeface="Cambria Math" panose="02040503050406030204" pitchFamily="18" charset="0"/>
                                  <a:ea typeface="Cambria Math" panose="02040503050406030204" pitchFamily="18" charset="0"/>
                                </a:rPr>
                                <m:t>𝜌</m:t>
                              </m:r>
                            </m:e>
                            <m:sub>
                              <m:r>
                                <a:rPr lang="en-US" b="0" i="1" smtClean="0">
                                  <a:solidFill>
                                    <a:srgbClr val="0070C0"/>
                                  </a:solidFill>
                                  <a:latin typeface="Cambria Math" panose="02040503050406030204" pitchFamily="18" charset="0"/>
                                </a:rPr>
                                <m:t>𝑓</m:t>
                              </m:r>
                            </m:sub>
                          </m:sSub>
                        </m:den>
                      </m:f>
                    </m:oMath>
                  </m:oMathPara>
                </a14:m>
                <a:endParaRPr lang="en-CN" dirty="0">
                  <a:solidFill>
                    <a:srgbClr val="0070C0"/>
                  </a:solidFill>
                </a:endParaRPr>
              </a:p>
            </p:txBody>
          </p:sp>
        </mc:Choice>
        <mc:Fallback xmlns="">
          <p:sp>
            <p:nvSpPr>
              <p:cNvPr id="7" name="TextBox 6">
                <a:extLst>
                  <a:ext uri="{FF2B5EF4-FFF2-40B4-BE49-F238E27FC236}">
                    <a16:creationId xmlns:a16="http://schemas.microsoft.com/office/drawing/2014/main" id="{8157E293-6A32-D87A-88C9-0F0EEDA15A8D}"/>
                  </a:ext>
                </a:extLst>
              </p:cNvPr>
              <p:cNvSpPr txBox="1">
                <a:spLocks noRot="1" noChangeAspect="1" noMove="1" noResize="1" noEditPoints="1" noAdjustHandles="1" noChangeArrowheads="1" noChangeShapeType="1" noTextEdit="1"/>
              </p:cNvSpPr>
              <p:nvPr/>
            </p:nvSpPr>
            <p:spPr>
              <a:xfrm>
                <a:off x="2124586" y="5009256"/>
                <a:ext cx="878317" cy="644728"/>
              </a:xfrm>
              <a:prstGeom prst="rect">
                <a:avLst/>
              </a:prstGeom>
              <a:blipFill>
                <a:blip r:embed="rId8"/>
                <a:stretch>
                  <a:fillRect b="-588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B38C90E-0849-271B-94CD-5C2C78847CD0}"/>
                  </a:ext>
                </a:extLst>
              </p:cNvPr>
              <p:cNvSpPr txBox="1"/>
              <p:nvPr/>
            </p:nvSpPr>
            <p:spPr>
              <a:xfrm>
                <a:off x="2832087" y="4960275"/>
                <a:ext cx="998991"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m:t>
                      </m:r>
                      <m:f>
                        <m:fPr>
                          <m:ctrlPr>
                            <a:rPr lang="en-CN"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1.2</m:t>
                          </m:r>
                        </m:num>
                        <m:den>
                          <m:r>
                            <a:rPr lang="en-US" i="1" smtClean="0">
                              <a:solidFill>
                                <a:srgbClr val="0070C0"/>
                              </a:solidFill>
                              <a:latin typeface="Cambria Math" panose="02040503050406030204" pitchFamily="18" charset="0"/>
                            </a:rPr>
                            <m:t>1</m:t>
                          </m:r>
                          <m:r>
                            <a:rPr lang="en-US" b="0" i="1" smtClean="0">
                              <a:solidFill>
                                <a:srgbClr val="0070C0"/>
                              </a:solidFill>
                              <a:latin typeface="Cambria Math" panose="02040503050406030204" pitchFamily="18" charset="0"/>
                            </a:rPr>
                            <m:t>200</m:t>
                          </m:r>
                        </m:den>
                      </m:f>
                    </m:oMath>
                  </m:oMathPara>
                </a14:m>
                <a:endParaRPr lang="en-CN" dirty="0">
                  <a:solidFill>
                    <a:srgbClr val="0070C0"/>
                  </a:solidFill>
                </a:endParaRPr>
              </a:p>
            </p:txBody>
          </p:sp>
        </mc:Choice>
        <mc:Fallback xmlns="">
          <p:sp>
            <p:nvSpPr>
              <p:cNvPr id="8" name="TextBox 7">
                <a:extLst>
                  <a:ext uri="{FF2B5EF4-FFF2-40B4-BE49-F238E27FC236}">
                    <a16:creationId xmlns:a16="http://schemas.microsoft.com/office/drawing/2014/main" id="{6B38C90E-0849-271B-94CD-5C2C78847CD0}"/>
                  </a:ext>
                </a:extLst>
              </p:cNvPr>
              <p:cNvSpPr txBox="1">
                <a:spLocks noRot="1" noChangeAspect="1" noMove="1" noResize="1" noEditPoints="1" noAdjustHandles="1" noChangeArrowheads="1" noChangeShapeType="1" noTextEdit="1"/>
              </p:cNvSpPr>
              <p:nvPr/>
            </p:nvSpPr>
            <p:spPr>
              <a:xfrm>
                <a:off x="2832087" y="4960275"/>
                <a:ext cx="998991" cy="612732"/>
              </a:xfrm>
              <a:prstGeom prst="rect">
                <a:avLst/>
              </a:prstGeom>
              <a:blipFill>
                <a:blip r:embed="rId9"/>
                <a:stretch>
                  <a:fillRect b="-408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A6D2230-B881-F85C-725A-D7642C6AA8F3}"/>
                  </a:ext>
                </a:extLst>
              </p:cNvPr>
              <p:cNvSpPr txBox="1"/>
              <p:nvPr/>
            </p:nvSpPr>
            <p:spPr>
              <a:xfrm>
                <a:off x="3634180" y="5089964"/>
                <a:ext cx="10470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m:t>
                      </m:r>
                      <m:r>
                        <a:rPr lang="en-US" i="1" smtClean="0">
                          <a:solidFill>
                            <a:srgbClr val="0070C0"/>
                          </a:solidFill>
                          <a:latin typeface="Cambria Math" panose="02040503050406030204" pitchFamily="18" charset="0"/>
                        </a:rPr>
                        <m:t>0</m:t>
                      </m:r>
                      <m:r>
                        <a:rPr lang="en-US" b="0" i="1" smtClean="0">
                          <a:solidFill>
                            <a:srgbClr val="0070C0"/>
                          </a:solidFill>
                          <a:latin typeface="Cambria Math" panose="02040503050406030204" pitchFamily="18" charset="0"/>
                        </a:rPr>
                        <m:t>.001</m:t>
                      </m:r>
                    </m:oMath>
                  </m:oMathPara>
                </a14:m>
                <a:endParaRPr lang="en-CN" dirty="0">
                  <a:solidFill>
                    <a:srgbClr val="0070C0"/>
                  </a:solidFill>
                </a:endParaRPr>
              </a:p>
            </p:txBody>
          </p:sp>
        </mc:Choice>
        <mc:Fallback xmlns="">
          <p:sp>
            <p:nvSpPr>
              <p:cNvPr id="9" name="TextBox 8">
                <a:extLst>
                  <a:ext uri="{FF2B5EF4-FFF2-40B4-BE49-F238E27FC236}">
                    <a16:creationId xmlns:a16="http://schemas.microsoft.com/office/drawing/2014/main" id="{4A6D2230-B881-F85C-725A-D7642C6AA8F3}"/>
                  </a:ext>
                </a:extLst>
              </p:cNvPr>
              <p:cNvSpPr txBox="1">
                <a:spLocks noRot="1" noChangeAspect="1" noMove="1" noResize="1" noEditPoints="1" noAdjustHandles="1" noChangeArrowheads="1" noChangeShapeType="1" noTextEdit="1"/>
              </p:cNvSpPr>
              <p:nvPr/>
            </p:nvSpPr>
            <p:spPr>
              <a:xfrm>
                <a:off x="3634180" y="5089964"/>
                <a:ext cx="1047082" cy="369332"/>
              </a:xfrm>
              <a:prstGeom prst="rect">
                <a:avLst/>
              </a:prstGeom>
              <a:blipFill>
                <a:blip r:embed="rId10"/>
                <a:stretch>
                  <a:fillRect/>
                </a:stretch>
              </a:blipFill>
            </p:spPr>
            <p:txBody>
              <a:bodyPr/>
              <a:lstStyle/>
              <a:p>
                <a:r>
                  <a:rPr lang="en-CN">
                    <a:noFill/>
                  </a:rPr>
                  <a:t> </a:t>
                </a:r>
              </a:p>
            </p:txBody>
          </p:sp>
        </mc:Fallback>
      </mc:AlternateContent>
      <p:sp>
        <p:nvSpPr>
          <p:cNvPr id="11" name="TextBox 10">
            <a:extLst>
              <a:ext uri="{FF2B5EF4-FFF2-40B4-BE49-F238E27FC236}">
                <a16:creationId xmlns:a16="http://schemas.microsoft.com/office/drawing/2014/main" id="{CE2337D2-B123-AB5E-49F6-DFFB8FB3413E}"/>
              </a:ext>
            </a:extLst>
          </p:cNvPr>
          <p:cNvSpPr txBox="1"/>
          <p:nvPr/>
        </p:nvSpPr>
        <p:spPr>
          <a:xfrm>
            <a:off x="554043" y="5772679"/>
            <a:ext cx="8586951" cy="369332"/>
          </a:xfrm>
          <a:prstGeom prst="rect">
            <a:avLst/>
          </a:prstGeom>
          <a:noFill/>
        </p:spPr>
        <p:txBody>
          <a:bodyPr wrap="square" rtlCol="0">
            <a:spAutoFit/>
          </a:bodyPr>
          <a:lstStyle/>
          <a:p>
            <a:pPr>
              <a:spcBef>
                <a:spcPts val="900"/>
              </a:spcBef>
              <a:spcAft>
                <a:spcPts val="900"/>
              </a:spcAft>
            </a:pPr>
            <a:r>
              <a:rPr lang="en-US" dirty="0">
                <a:solidFill>
                  <a:srgbClr val="0070C0"/>
                </a:solidFill>
                <a:latin typeface="+mn-lt"/>
                <a:ea typeface="Cambria" panose="02040503050406030204" pitchFamily="18" charset="0"/>
                <a:cs typeface="Times New Roman" panose="02020603050405020304" pitchFamily="18" charset="0"/>
              </a:rPr>
              <a:t>Ratio is very small so it can be neglected</a:t>
            </a:r>
            <a:r>
              <a:rPr lang="en-US" sz="1800" dirty="0">
                <a:solidFill>
                  <a:srgbClr val="0070C0"/>
                </a:solidFill>
                <a:effectLst/>
                <a:latin typeface="+mn-lt"/>
                <a:ea typeface="Cambria" panose="02040503050406030204" pitchFamily="18" charset="0"/>
                <a:cs typeface="Times New Roman" panose="02020603050405020304" pitchFamily="18" charset="0"/>
              </a:rPr>
              <a:t>.</a:t>
            </a:r>
            <a:endParaRPr lang="en-CN" sz="1800" dirty="0">
              <a:solidFill>
                <a:srgbClr val="0070C0"/>
              </a:solidFill>
              <a:effectLst/>
              <a:latin typeface="+mn-lt"/>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279029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dissolv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dissolv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dissolve">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8" grpId="0"/>
      <p:bldP spid="9" grpId="0"/>
      <p:bldP spid="11"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0A9761-3DE5-B8ED-E57E-A38CAC6440D4}"/>
              </a:ext>
            </a:extLst>
          </p:cNvPr>
          <p:cNvPicPr>
            <a:picLocks noChangeAspect="1"/>
          </p:cNvPicPr>
          <p:nvPr/>
        </p:nvPicPr>
        <p:blipFill>
          <a:blip r:embed="rId3"/>
          <a:stretch>
            <a:fillRect/>
          </a:stretch>
        </p:blipFill>
        <p:spPr>
          <a:xfrm>
            <a:off x="-1" y="0"/>
            <a:ext cx="9156193" cy="182880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C771D2C-A5B3-A730-AD59-D2D032DEEC91}"/>
                  </a:ext>
                </a:extLst>
              </p:cNvPr>
              <p:cNvSpPr txBox="1"/>
              <p:nvPr/>
            </p:nvSpPr>
            <p:spPr>
              <a:xfrm>
                <a:off x="418014" y="1926349"/>
                <a:ext cx="182287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i="1" smtClean="0">
                          <a:solidFill>
                            <a:srgbClr val="0070C0"/>
                          </a:solidFill>
                          <a:latin typeface="Cambria Math" panose="02040503050406030204" pitchFamily="18" charset="0"/>
                        </a:rPr>
                        <m:t>W</m:t>
                      </m:r>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𝑚𝑔</m:t>
                      </m:r>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ea typeface="Cambria Math" panose="02040503050406030204" pitchFamily="18" charset="0"/>
                        </a:rPr>
                        <m:t>𝜌</m:t>
                      </m:r>
                      <m:r>
                        <a:rPr lang="en-US" b="0" i="1" smtClean="0">
                          <a:solidFill>
                            <a:srgbClr val="0070C0"/>
                          </a:solidFill>
                          <a:latin typeface="Cambria Math" panose="02040503050406030204" pitchFamily="18" charset="0"/>
                          <a:ea typeface="Cambria Math" panose="02040503050406030204" pitchFamily="18" charset="0"/>
                        </a:rPr>
                        <m:t>𝑉𝑔</m:t>
                      </m:r>
                    </m:oMath>
                  </m:oMathPara>
                </a14:m>
                <a:endParaRPr lang="en-CN" dirty="0">
                  <a:solidFill>
                    <a:srgbClr val="0070C0"/>
                  </a:solidFill>
                </a:endParaRPr>
              </a:p>
            </p:txBody>
          </p:sp>
        </mc:Choice>
        <mc:Fallback xmlns="">
          <p:sp>
            <p:nvSpPr>
              <p:cNvPr id="2" name="TextBox 1">
                <a:extLst>
                  <a:ext uri="{FF2B5EF4-FFF2-40B4-BE49-F238E27FC236}">
                    <a16:creationId xmlns:a16="http://schemas.microsoft.com/office/drawing/2014/main" id="{0C771D2C-A5B3-A730-AD59-D2D032DEEC91}"/>
                  </a:ext>
                </a:extLst>
              </p:cNvPr>
              <p:cNvSpPr txBox="1">
                <a:spLocks noRot="1" noChangeAspect="1" noMove="1" noResize="1" noEditPoints="1" noAdjustHandles="1" noChangeArrowheads="1" noChangeShapeType="1" noTextEdit="1"/>
              </p:cNvSpPr>
              <p:nvPr/>
            </p:nvSpPr>
            <p:spPr>
              <a:xfrm>
                <a:off x="418014" y="1926349"/>
                <a:ext cx="1822870" cy="369332"/>
              </a:xfrm>
              <a:prstGeom prst="rect">
                <a:avLst/>
              </a:prstGeom>
              <a:blipFill>
                <a:blip r:embed="rId5"/>
                <a:stretch>
                  <a:fillRect b="-1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2F86E6A-E966-3C01-F597-B2C9043933CB}"/>
                  </a:ext>
                </a:extLst>
              </p:cNvPr>
              <p:cNvSpPr txBox="1"/>
              <p:nvPr/>
            </p:nvSpPr>
            <p:spPr>
              <a:xfrm>
                <a:off x="1329449" y="2267109"/>
                <a:ext cx="2291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m:t>
                      </m:r>
                      <m:d>
                        <m:dPr>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210</m:t>
                          </m:r>
                        </m:e>
                      </m:d>
                      <m:r>
                        <a:rPr lang="en-US" b="0" i="1" smtClean="0">
                          <a:solidFill>
                            <a:srgbClr val="0070C0"/>
                          </a:solidFill>
                          <a:latin typeface="Cambria Math" panose="02040503050406030204" pitchFamily="18" charset="0"/>
                        </a:rPr>
                        <m:t>(</m:t>
                      </m:r>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0.15</m:t>
                          </m:r>
                        </m:e>
                        <m:sup>
                          <m:r>
                            <a:rPr lang="en-US" b="0" i="1" smtClean="0">
                              <a:solidFill>
                                <a:srgbClr val="0070C0"/>
                              </a:solidFill>
                              <a:latin typeface="Cambria Math" panose="02040503050406030204" pitchFamily="18" charset="0"/>
                            </a:rPr>
                            <m:t>3</m:t>
                          </m:r>
                        </m:sup>
                      </m:sSup>
                      <m:r>
                        <a:rPr lang="en-US" b="0" i="1" smtClean="0">
                          <a:solidFill>
                            <a:srgbClr val="0070C0"/>
                          </a:solidFill>
                          <a:latin typeface="Cambria Math" panose="02040503050406030204" pitchFamily="18" charset="0"/>
                        </a:rPr>
                        <m:t>)(9.8)</m:t>
                      </m:r>
                    </m:oMath>
                  </m:oMathPara>
                </a14:m>
                <a:endParaRPr lang="en-CN" dirty="0">
                  <a:solidFill>
                    <a:srgbClr val="0070C0"/>
                  </a:solidFill>
                </a:endParaRPr>
              </a:p>
            </p:txBody>
          </p:sp>
        </mc:Choice>
        <mc:Fallback xmlns="">
          <p:sp>
            <p:nvSpPr>
              <p:cNvPr id="4" name="TextBox 3">
                <a:extLst>
                  <a:ext uri="{FF2B5EF4-FFF2-40B4-BE49-F238E27FC236}">
                    <a16:creationId xmlns:a16="http://schemas.microsoft.com/office/drawing/2014/main" id="{52F86E6A-E966-3C01-F597-B2C9043933CB}"/>
                  </a:ext>
                </a:extLst>
              </p:cNvPr>
              <p:cNvSpPr txBox="1">
                <a:spLocks noRot="1" noChangeAspect="1" noMove="1" noResize="1" noEditPoints="1" noAdjustHandles="1" noChangeArrowheads="1" noChangeShapeType="1" noTextEdit="1"/>
              </p:cNvSpPr>
              <p:nvPr/>
            </p:nvSpPr>
            <p:spPr>
              <a:xfrm>
                <a:off x="1329449" y="2267109"/>
                <a:ext cx="2291781" cy="369332"/>
              </a:xfrm>
              <a:prstGeom prst="rect">
                <a:avLst/>
              </a:prstGeom>
              <a:blipFill>
                <a:blip r:embed="rId6"/>
                <a:stretch>
                  <a:fillRect b="-1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9F71D6C-C22F-61A1-C6AB-3DBF955CE282}"/>
                  </a:ext>
                </a:extLst>
              </p:cNvPr>
              <p:cNvSpPr txBox="1"/>
              <p:nvPr/>
            </p:nvSpPr>
            <p:spPr>
              <a:xfrm>
                <a:off x="1329449" y="2636441"/>
                <a:ext cx="191142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=6.9</m:t>
                      </m:r>
                      <m:r>
                        <a:rPr lang="en-US" b="0" i="1" smtClean="0">
                          <a:solidFill>
                            <a:srgbClr val="0070C0"/>
                          </a:solidFill>
                          <a:latin typeface="Cambria Math" panose="02040503050406030204" pitchFamily="18" charset="0"/>
                        </a:rPr>
                        <m:t>𝑁</m:t>
                      </m:r>
                      <m:r>
                        <a:rPr lang="en-US" b="0" i="1" smtClean="0">
                          <a:solidFill>
                            <a:srgbClr val="0070C0"/>
                          </a:solidFill>
                          <a:latin typeface="Cambria Math" panose="02040503050406030204" pitchFamily="18" charset="0"/>
                        </a:rPr>
                        <m:t> </m:t>
                      </m:r>
                      <m:r>
                        <a:rPr lang="en-US" b="0" i="1" smtClean="0">
                          <a:solidFill>
                            <a:srgbClr val="0070C0"/>
                          </a:solidFill>
                          <a:latin typeface="Cambria Math" panose="02040503050406030204" pitchFamily="18" charset="0"/>
                        </a:rPr>
                        <m:t>𝑜𝑟</m:t>
                      </m:r>
                      <m:r>
                        <a:rPr lang="en-US" b="0" i="1" smtClean="0">
                          <a:solidFill>
                            <a:srgbClr val="0070C0"/>
                          </a:solidFill>
                          <a:latin typeface="Cambria Math" panose="02040503050406030204" pitchFamily="18" charset="0"/>
                        </a:rPr>
                        <m:t> 6.95</m:t>
                      </m:r>
                      <m:r>
                        <a:rPr lang="en-US" b="0" i="1" smtClean="0">
                          <a:solidFill>
                            <a:srgbClr val="0070C0"/>
                          </a:solidFill>
                          <a:latin typeface="Cambria Math" panose="02040503050406030204" pitchFamily="18" charset="0"/>
                        </a:rPr>
                        <m:t>𝑁</m:t>
                      </m:r>
                    </m:oMath>
                  </m:oMathPara>
                </a14:m>
                <a:endParaRPr lang="en-CN" dirty="0">
                  <a:solidFill>
                    <a:srgbClr val="0070C0"/>
                  </a:solidFill>
                </a:endParaRPr>
              </a:p>
            </p:txBody>
          </p:sp>
        </mc:Choice>
        <mc:Fallback xmlns="">
          <p:sp>
            <p:nvSpPr>
              <p:cNvPr id="5" name="TextBox 4">
                <a:extLst>
                  <a:ext uri="{FF2B5EF4-FFF2-40B4-BE49-F238E27FC236}">
                    <a16:creationId xmlns:a16="http://schemas.microsoft.com/office/drawing/2014/main" id="{99F71D6C-C22F-61A1-C6AB-3DBF955CE282}"/>
                  </a:ext>
                </a:extLst>
              </p:cNvPr>
              <p:cNvSpPr txBox="1">
                <a:spLocks noRot="1" noChangeAspect="1" noMove="1" noResize="1" noEditPoints="1" noAdjustHandles="1" noChangeArrowheads="1" noChangeShapeType="1" noTextEdit="1"/>
              </p:cNvSpPr>
              <p:nvPr/>
            </p:nvSpPr>
            <p:spPr>
              <a:xfrm>
                <a:off x="1329449" y="2636441"/>
                <a:ext cx="1911421" cy="369332"/>
              </a:xfrm>
              <a:prstGeom prst="rect">
                <a:avLst/>
              </a:prstGeom>
              <a:blipFill>
                <a:blip r:embed="rId7"/>
                <a:stretch>
                  <a:fillRect b="-20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B49C281-4DD8-BF56-A4C9-09F03078B3C0}"/>
                  </a:ext>
                </a:extLst>
              </p:cNvPr>
              <p:cNvSpPr txBox="1"/>
              <p:nvPr/>
            </p:nvSpPr>
            <p:spPr>
              <a:xfrm>
                <a:off x="4672806" y="1859748"/>
                <a:ext cx="2124171" cy="7048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1" i="1" smtClean="0">
                              <a:solidFill>
                                <a:srgbClr val="0070C0"/>
                              </a:solidFill>
                              <a:latin typeface="Cambria Math" panose="02040503050406030204" pitchFamily="18" charset="0"/>
                            </a:rPr>
                          </m:ctrlPr>
                        </m:fPr>
                        <m:num>
                          <m:sSub>
                            <m:sSubPr>
                              <m:ctrlPr>
                                <a:rPr lang="en-US" b="1" i="1" smtClean="0">
                                  <a:solidFill>
                                    <a:srgbClr val="0070C0"/>
                                  </a:solidFill>
                                  <a:latin typeface="Cambria Math" panose="02040503050406030204" pitchFamily="18" charset="0"/>
                                </a:rPr>
                              </m:ctrlPr>
                            </m:sSubPr>
                            <m:e>
                              <m:r>
                                <a:rPr lang="en-US" b="1" i="1" smtClean="0">
                                  <a:solidFill>
                                    <a:srgbClr val="0070C0"/>
                                  </a:solidFill>
                                  <a:latin typeface="Cambria Math" panose="02040503050406030204" pitchFamily="18" charset="0"/>
                                </a:rPr>
                                <m:t>𝑽</m:t>
                              </m:r>
                            </m:e>
                            <m:sub>
                              <m:r>
                                <a:rPr lang="en-US" b="1" i="1" smtClean="0">
                                  <a:solidFill>
                                    <a:srgbClr val="0070C0"/>
                                  </a:solidFill>
                                  <a:latin typeface="Cambria Math" panose="02040503050406030204" pitchFamily="18" charset="0"/>
                                </a:rPr>
                                <m:t>𝒇</m:t>
                              </m:r>
                              <m:r>
                                <a:rPr lang="en-US" b="1" i="1" smtClean="0">
                                  <a:solidFill>
                                    <a:srgbClr val="0070C0"/>
                                  </a:solidFill>
                                  <a:latin typeface="Cambria Math" panose="02040503050406030204" pitchFamily="18" charset="0"/>
                                </a:rPr>
                                <m:t> </m:t>
                              </m:r>
                              <m:r>
                                <a:rPr lang="en-US" b="1" i="1" smtClean="0">
                                  <a:solidFill>
                                    <a:srgbClr val="0070C0"/>
                                  </a:solidFill>
                                  <a:latin typeface="Cambria Math" panose="02040503050406030204" pitchFamily="18" charset="0"/>
                                </a:rPr>
                                <m:t>𝒅𝒊𝒔𝒑𝒍𝒂𝒄𝒆𝒅</m:t>
                              </m:r>
                            </m:sub>
                          </m:sSub>
                        </m:num>
                        <m:den>
                          <m:sSub>
                            <m:sSubPr>
                              <m:ctrlPr>
                                <a:rPr lang="en-US" b="1" i="1" smtClean="0">
                                  <a:solidFill>
                                    <a:srgbClr val="0070C0"/>
                                  </a:solidFill>
                                  <a:latin typeface="Cambria Math" panose="02040503050406030204" pitchFamily="18" charset="0"/>
                                </a:rPr>
                              </m:ctrlPr>
                            </m:sSubPr>
                            <m:e>
                              <m:r>
                                <a:rPr lang="en-US" b="1" i="1" smtClean="0">
                                  <a:solidFill>
                                    <a:srgbClr val="0070C0"/>
                                  </a:solidFill>
                                  <a:latin typeface="Cambria Math" panose="02040503050406030204" pitchFamily="18" charset="0"/>
                                </a:rPr>
                                <m:t>𝑽</m:t>
                              </m:r>
                            </m:e>
                            <m:sub>
                              <m:r>
                                <a:rPr lang="en-US" b="1" i="1" smtClean="0">
                                  <a:solidFill>
                                    <a:srgbClr val="0070C0"/>
                                  </a:solidFill>
                                  <a:latin typeface="Cambria Math" panose="02040503050406030204" pitchFamily="18" charset="0"/>
                                </a:rPr>
                                <m:t>𝒐𝒃𝒋</m:t>
                              </m:r>
                            </m:sub>
                          </m:sSub>
                        </m:den>
                      </m:f>
                      <m:r>
                        <a:rPr lang="en-US" b="1" i="1" smtClean="0">
                          <a:solidFill>
                            <a:srgbClr val="0070C0"/>
                          </a:solidFill>
                          <a:latin typeface="Cambria Math" panose="02040503050406030204" pitchFamily="18" charset="0"/>
                        </a:rPr>
                        <m:t>= </m:t>
                      </m:r>
                      <m:f>
                        <m:fPr>
                          <m:ctrlPr>
                            <a:rPr lang="en-US" b="1" i="1" smtClean="0">
                              <a:solidFill>
                                <a:srgbClr val="0070C0"/>
                              </a:solidFill>
                              <a:latin typeface="Cambria Math" panose="02040503050406030204" pitchFamily="18" charset="0"/>
                            </a:rPr>
                          </m:ctrlPr>
                        </m:fPr>
                        <m:num>
                          <m:sSub>
                            <m:sSubPr>
                              <m:ctrlPr>
                                <a:rPr lang="en-US" b="1" i="1" smtClean="0">
                                  <a:solidFill>
                                    <a:srgbClr val="0070C0"/>
                                  </a:solidFill>
                                  <a:latin typeface="Cambria Math" panose="02040503050406030204" pitchFamily="18" charset="0"/>
                                </a:rPr>
                              </m:ctrlPr>
                            </m:sSubPr>
                            <m:e>
                              <m:r>
                                <a:rPr lang="en-US" b="1" i="1" smtClean="0">
                                  <a:solidFill>
                                    <a:srgbClr val="0070C0"/>
                                  </a:solidFill>
                                  <a:latin typeface="Cambria Math" panose="02040503050406030204" pitchFamily="18" charset="0"/>
                                  <a:ea typeface="Cambria Math" panose="02040503050406030204" pitchFamily="18" charset="0"/>
                                </a:rPr>
                                <m:t>𝝆</m:t>
                              </m:r>
                            </m:e>
                            <m:sub>
                              <m:r>
                                <a:rPr lang="en-US" b="1" i="1" smtClean="0">
                                  <a:solidFill>
                                    <a:srgbClr val="0070C0"/>
                                  </a:solidFill>
                                  <a:latin typeface="Cambria Math" panose="02040503050406030204" pitchFamily="18" charset="0"/>
                                </a:rPr>
                                <m:t>𝒐𝒃𝒋</m:t>
                              </m:r>
                            </m:sub>
                          </m:sSub>
                        </m:num>
                        <m:den>
                          <m:sSub>
                            <m:sSubPr>
                              <m:ctrlPr>
                                <a:rPr lang="en-US" b="1" i="1" smtClean="0">
                                  <a:solidFill>
                                    <a:srgbClr val="0070C0"/>
                                  </a:solidFill>
                                  <a:latin typeface="Cambria Math" panose="02040503050406030204" pitchFamily="18" charset="0"/>
                                </a:rPr>
                              </m:ctrlPr>
                            </m:sSubPr>
                            <m:e>
                              <m:r>
                                <a:rPr lang="en-US" b="1" i="1" smtClean="0">
                                  <a:solidFill>
                                    <a:srgbClr val="0070C0"/>
                                  </a:solidFill>
                                  <a:latin typeface="Cambria Math" panose="02040503050406030204" pitchFamily="18" charset="0"/>
                                  <a:ea typeface="Cambria Math" panose="02040503050406030204" pitchFamily="18" charset="0"/>
                                </a:rPr>
                                <m:t>𝝆</m:t>
                              </m:r>
                            </m:e>
                            <m:sub>
                              <m:r>
                                <a:rPr lang="en-US" b="1" i="1" smtClean="0">
                                  <a:solidFill>
                                    <a:srgbClr val="0070C0"/>
                                  </a:solidFill>
                                  <a:latin typeface="Cambria Math" panose="02040503050406030204" pitchFamily="18" charset="0"/>
                                </a:rPr>
                                <m:t>𝒇</m:t>
                              </m:r>
                            </m:sub>
                          </m:sSub>
                        </m:den>
                      </m:f>
                    </m:oMath>
                  </m:oMathPara>
                </a14:m>
                <a:endParaRPr lang="en-CN" b="1" dirty="0">
                  <a:solidFill>
                    <a:srgbClr val="0070C0"/>
                  </a:solidFill>
                </a:endParaRPr>
              </a:p>
            </p:txBody>
          </p:sp>
        </mc:Choice>
        <mc:Fallback xmlns="">
          <p:sp>
            <p:nvSpPr>
              <p:cNvPr id="6" name="TextBox 5">
                <a:extLst>
                  <a:ext uri="{FF2B5EF4-FFF2-40B4-BE49-F238E27FC236}">
                    <a16:creationId xmlns:a16="http://schemas.microsoft.com/office/drawing/2014/main" id="{0B49C281-4DD8-BF56-A4C9-09F03078B3C0}"/>
                  </a:ext>
                </a:extLst>
              </p:cNvPr>
              <p:cNvSpPr txBox="1">
                <a:spLocks noRot="1" noChangeAspect="1" noMove="1" noResize="1" noEditPoints="1" noAdjustHandles="1" noChangeArrowheads="1" noChangeShapeType="1" noTextEdit="1"/>
              </p:cNvSpPr>
              <p:nvPr/>
            </p:nvSpPr>
            <p:spPr>
              <a:xfrm>
                <a:off x="4672806" y="1859748"/>
                <a:ext cx="2124171" cy="704873"/>
              </a:xfrm>
              <a:prstGeom prst="rect">
                <a:avLst/>
              </a:prstGeom>
              <a:blipFill>
                <a:blip r:embed="rId8"/>
                <a:stretch>
                  <a:fillRect b="-350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B733044-B80D-5258-D6F3-0A4207BBE6F3}"/>
                  </a:ext>
                </a:extLst>
              </p:cNvPr>
              <p:cNvSpPr txBox="1"/>
              <p:nvPr/>
            </p:nvSpPr>
            <p:spPr>
              <a:xfrm>
                <a:off x="5846076" y="2567291"/>
                <a:ext cx="950901"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0070C0"/>
                          </a:solidFill>
                          <a:latin typeface="Cambria Math" panose="02040503050406030204" pitchFamily="18" charset="0"/>
                        </a:rPr>
                        <m:t>= </m:t>
                      </m:r>
                      <m:f>
                        <m:fPr>
                          <m:ctrlPr>
                            <a:rPr lang="en-US" b="1" i="1" smtClean="0">
                              <a:solidFill>
                                <a:srgbClr val="0070C0"/>
                              </a:solidFill>
                              <a:latin typeface="Cambria Math" panose="02040503050406030204" pitchFamily="18" charset="0"/>
                            </a:rPr>
                          </m:ctrlPr>
                        </m:fPr>
                        <m:num>
                          <m:r>
                            <a:rPr lang="en-US" b="1" i="1" smtClean="0">
                              <a:solidFill>
                                <a:srgbClr val="0070C0"/>
                              </a:solidFill>
                              <a:latin typeface="Cambria Math" panose="02040503050406030204" pitchFamily="18" charset="0"/>
                            </a:rPr>
                            <m:t>𝟐𝟏𝟎</m:t>
                          </m:r>
                        </m:num>
                        <m:den>
                          <m:r>
                            <a:rPr lang="en-US" b="1" i="1" smtClean="0">
                              <a:solidFill>
                                <a:srgbClr val="0070C0"/>
                              </a:solidFill>
                              <a:latin typeface="Cambria Math" panose="02040503050406030204" pitchFamily="18" charset="0"/>
                            </a:rPr>
                            <m:t>𝟕𝟐𝟎</m:t>
                          </m:r>
                        </m:den>
                      </m:f>
                    </m:oMath>
                  </m:oMathPara>
                </a14:m>
                <a:endParaRPr lang="en-CN" b="1" dirty="0">
                  <a:solidFill>
                    <a:srgbClr val="0070C0"/>
                  </a:solidFill>
                </a:endParaRPr>
              </a:p>
            </p:txBody>
          </p:sp>
        </mc:Choice>
        <mc:Fallback xmlns="">
          <p:sp>
            <p:nvSpPr>
              <p:cNvPr id="7" name="TextBox 6">
                <a:extLst>
                  <a:ext uri="{FF2B5EF4-FFF2-40B4-BE49-F238E27FC236}">
                    <a16:creationId xmlns:a16="http://schemas.microsoft.com/office/drawing/2014/main" id="{9B733044-B80D-5258-D6F3-0A4207BBE6F3}"/>
                  </a:ext>
                </a:extLst>
              </p:cNvPr>
              <p:cNvSpPr txBox="1">
                <a:spLocks noRot="1" noChangeAspect="1" noMove="1" noResize="1" noEditPoints="1" noAdjustHandles="1" noChangeArrowheads="1" noChangeShapeType="1" noTextEdit="1"/>
              </p:cNvSpPr>
              <p:nvPr/>
            </p:nvSpPr>
            <p:spPr>
              <a:xfrm>
                <a:off x="5846076" y="2567291"/>
                <a:ext cx="950901" cy="612732"/>
              </a:xfrm>
              <a:prstGeom prst="rect">
                <a:avLst/>
              </a:prstGeom>
              <a:blipFill>
                <a:blip r:embed="rId9"/>
                <a:stretch>
                  <a:fillRect b="-408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9C0DF07-7B76-9BD9-2194-1564764184A3}"/>
                  </a:ext>
                </a:extLst>
              </p:cNvPr>
              <p:cNvSpPr txBox="1"/>
              <p:nvPr/>
            </p:nvSpPr>
            <p:spPr>
              <a:xfrm>
                <a:off x="5846076" y="3180023"/>
                <a:ext cx="98616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0070C0"/>
                          </a:solidFill>
                          <a:latin typeface="Cambria Math" panose="02040503050406030204" pitchFamily="18" charset="0"/>
                        </a:rPr>
                        <m:t>=</m:t>
                      </m:r>
                      <m:r>
                        <a:rPr lang="en-US" b="1" i="1" smtClean="0">
                          <a:solidFill>
                            <a:srgbClr val="0070C0"/>
                          </a:solidFill>
                          <a:latin typeface="Cambria Math" panose="02040503050406030204" pitchFamily="18" charset="0"/>
                        </a:rPr>
                        <m:t>𝟎</m:t>
                      </m:r>
                      <m:r>
                        <a:rPr lang="en-US" b="1" i="1" smtClean="0">
                          <a:solidFill>
                            <a:srgbClr val="0070C0"/>
                          </a:solidFill>
                          <a:latin typeface="Cambria Math" panose="02040503050406030204" pitchFamily="18" charset="0"/>
                        </a:rPr>
                        <m:t>.</m:t>
                      </m:r>
                      <m:r>
                        <a:rPr lang="en-US" b="1" i="1" smtClean="0">
                          <a:solidFill>
                            <a:srgbClr val="0070C0"/>
                          </a:solidFill>
                          <a:latin typeface="Cambria Math" panose="02040503050406030204" pitchFamily="18" charset="0"/>
                        </a:rPr>
                        <m:t>𝟐𝟗</m:t>
                      </m:r>
                    </m:oMath>
                  </m:oMathPara>
                </a14:m>
                <a:endParaRPr lang="en-CN" b="1" dirty="0">
                  <a:solidFill>
                    <a:srgbClr val="0070C0"/>
                  </a:solidFill>
                </a:endParaRPr>
              </a:p>
            </p:txBody>
          </p:sp>
        </mc:Choice>
        <mc:Fallback xmlns="">
          <p:sp>
            <p:nvSpPr>
              <p:cNvPr id="8" name="TextBox 7">
                <a:extLst>
                  <a:ext uri="{FF2B5EF4-FFF2-40B4-BE49-F238E27FC236}">
                    <a16:creationId xmlns:a16="http://schemas.microsoft.com/office/drawing/2014/main" id="{59C0DF07-7B76-9BD9-2194-1564764184A3}"/>
                  </a:ext>
                </a:extLst>
              </p:cNvPr>
              <p:cNvSpPr txBox="1">
                <a:spLocks noRot="1" noChangeAspect="1" noMove="1" noResize="1" noEditPoints="1" noAdjustHandles="1" noChangeArrowheads="1" noChangeShapeType="1" noTextEdit="1"/>
              </p:cNvSpPr>
              <p:nvPr/>
            </p:nvSpPr>
            <p:spPr>
              <a:xfrm>
                <a:off x="5846076" y="3180023"/>
                <a:ext cx="986167" cy="369332"/>
              </a:xfrm>
              <a:prstGeom prst="rect">
                <a:avLst/>
              </a:prstGeom>
              <a:blipFill>
                <a:blip r:embed="rId10"/>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63ED85E-A25F-AFBB-E910-82BE77CAF9B4}"/>
                  </a:ext>
                </a:extLst>
              </p:cNvPr>
              <p:cNvSpPr txBox="1"/>
              <p:nvPr/>
            </p:nvSpPr>
            <p:spPr>
              <a:xfrm>
                <a:off x="5898626" y="3551381"/>
                <a:ext cx="2149781"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0070C0"/>
                          </a:solidFill>
                          <a:latin typeface="Cambria Math" panose="02040503050406030204" pitchFamily="18" charset="0"/>
                        </a:rPr>
                        <m:t>=</m:t>
                      </m:r>
                      <m:r>
                        <a:rPr lang="en-US" b="1" i="1" smtClean="0">
                          <a:solidFill>
                            <a:srgbClr val="0070C0"/>
                          </a:solidFill>
                          <a:latin typeface="Cambria Math" panose="02040503050406030204" pitchFamily="18" charset="0"/>
                        </a:rPr>
                        <m:t>𝑨𝒃𝒐𝒖𝒕</m:t>
                      </m:r>
                      <m:r>
                        <a:rPr lang="en-US" b="1" i="1" smtClean="0">
                          <a:solidFill>
                            <a:srgbClr val="0070C0"/>
                          </a:solidFill>
                          <a:latin typeface="Cambria Math" panose="02040503050406030204" pitchFamily="18" charset="0"/>
                        </a:rPr>
                        <m:t> </m:t>
                      </m:r>
                      <m:r>
                        <a:rPr lang="en-US" b="1" i="1" smtClean="0">
                          <a:solidFill>
                            <a:srgbClr val="0070C0"/>
                          </a:solidFill>
                          <a:latin typeface="Cambria Math" panose="02040503050406030204" pitchFamily="18" charset="0"/>
                        </a:rPr>
                        <m:t>𝟕𝟏</m:t>
                      </m:r>
                      <m:r>
                        <a:rPr lang="en-US" b="1" i="1" smtClean="0">
                          <a:solidFill>
                            <a:srgbClr val="0070C0"/>
                          </a:solidFill>
                          <a:latin typeface="Cambria Math" panose="02040503050406030204" pitchFamily="18" charset="0"/>
                        </a:rPr>
                        <m:t>% </m:t>
                      </m:r>
                      <m:r>
                        <a:rPr lang="en-US" b="1" i="1" smtClean="0">
                          <a:solidFill>
                            <a:srgbClr val="0070C0"/>
                          </a:solidFill>
                          <a:latin typeface="Cambria Math" panose="02040503050406030204" pitchFamily="18" charset="0"/>
                        </a:rPr>
                        <m:t>𝒐𝒇</m:t>
                      </m:r>
                      <m:r>
                        <a:rPr lang="en-US" b="1" i="1" smtClean="0">
                          <a:solidFill>
                            <a:srgbClr val="0070C0"/>
                          </a:solidFill>
                          <a:latin typeface="Cambria Math" panose="02040503050406030204" pitchFamily="18" charset="0"/>
                        </a:rPr>
                        <m:t> </m:t>
                      </m:r>
                      <m:r>
                        <a:rPr lang="en-US" b="1" i="1" smtClean="0">
                          <a:solidFill>
                            <a:srgbClr val="0070C0"/>
                          </a:solidFill>
                          <a:latin typeface="Cambria Math" panose="02040503050406030204" pitchFamily="18" charset="0"/>
                        </a:rPr>
                        <m:t>𝒕𝒉𝒆</m:t>
                      </m:r>
                      <m:r>
                        <a:rPr lang="en-US" b="1" i="1" smtClean="0">
                          <a:solidFill>
                            <a:srgbClr val="0070C0"/>
                          </a:solidFill>
                          <a:latin typeface="Cambria Math" panose="02040503050406030204" pitchFamily="18" charset="0"/>
                        </a:rPr>
                        <m:t> </m:t>
                      </m:r>
                      <m:r>
                        <a:rPr lang="en-US" b="1" i="1" smtClean="0">
                          <a:solidFill>
                            <a:srgbClr val="0070C0"/>
                          </a:solidFill>
                          <a:latin typeface="Cambria Math" panose="02040503050406030204" pitchFamily="18" charset="0"/>
                        </a:rPr>
                        <m:t>𝒄𝒖𝒃𝒆</m:t>
                      </m:r>
                      <m:r>
                        <a:rPr lang="en-US" b="1" i="1" smtClean="0">
                          <a:solidFill>
                            <a:srgbClr val="0070C0"/>
                          </a:solidFill>
                          <a:latin typeface="Cambria Math" panose="02040503050406030204" pitchFamily="18" charset="0"/>
                        </a:rPr>
                        <m:t> </m:t>
                      </m:r>
                      <m:r>
                        <a:rPr lang="en-US" b="1" i="1" smtClean="0">
                          <a:solidFill>
                            <a:srgbClr val="0070C0"/>
                          </a:solidFill>
                          <a:latin typeface="Cambria Math" panose="02040503050406030204" pitchFamily="18" charset="0"/>
                        </a:rPr>
                        <m:t>𝒊𝒔</m:t>
                      </m:r>
                      <m:r>
                        <a:rPr lang="en-US" b="1" i="1" smtClean="0">
                          <a:solidFill>
                            <a:srgbClr val="0070C0"/>
                          </a:solidFill>
                          <a:latin typeface="Cambria Math" panose="02040503050406030204" pitchFamily="18" charset="0"/>
                        </a:rPr>
                        <m:t> </m:t>
                      </m:r>
                    </m:oMath>
                  </m:oMathPara>
                </a14:m>
                <a:endParaRPr lang="en-US" b="1" i="1" dirty="0">
                  <a:solidFill>
                    <a:srgbClr val="0070C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1" i="1" smtClean="0">
                          <a:solidFill>
                            <a:srgbClr val="0070C0"/>
                          </a:solidFill>
                          <a:latin typeface="Cambria Math" panose="02040503050406030204" pitchFamily="18" charset="0"/>
                        </a:rPr>
                        <m:t>𝒂𝒃𝒐𝒗𝒆</m:t>
                      </m:r>
                      <m:r>
                        <a:rPr lang="en-US" b="1" i="1" smtClean="0">
                          <a:solidFill>
                            <a:srgbClr val="0070C0"/>
                          </a:solidFill>
                          <a:latin typeface="Cambria Math" panose="02040503050406030204" pitchFamily="18" charset="0"/>
                        </a:rPr>
                        <m:t> </m:t>
                      </m:r>
                      <m:r>
                        <a:rPr lang="en-US" b="1" i="1" smtClean="0">
                          <a:solidFill>
                            <a:srgbClr val="0070C0"/>
                          </a:solidFill>
                          <a:latin typeface="Cambria Math" panose="02040503050406030204" pitchFamily="18" charset="0"/>
                        </a:rPr>
                        <m:t>𝒕𝒉𝒆</m:t>
                      </m:r>
                      <m:r>
                        <a:rPr lang="en-US" b="1" i="1" smtClean="0">
                          <a:solidFill>
                            <a:srgbClr val="0070C0"/>
                          </a:solidFill>
                          <a:latin typeface="Cambria Math" panose="02040503050406030204" pitchFamily="18" charset="0"/>
                        </a:rPr>
                        <m:t> </m:t>
                      </m:r>
                      <m:r>
                        <a:rPr lang="en-US" b="1" i="1" smtClean="0">
                          <a:solidFill>
                            <a:srgbClr val="0070C0"/>
                          </a:solidFill>
                          <a:latin typeface="Cambria Math" panose="02040503050406030204" pitchFamily="18" charset="0"/>
                        </a:rPr>
                        <m:t>𝒔𝒖𝒓𝒇𝒂𝒄𝒆</m:t>
                      </m:r>
                      <m:r>
                        <a:rPr lang="en-US" b="1" i="1" smtClean="0">
                          <a:solidFill>
                            <a:srgbClr val="0070C0"/>
                          </a:solidFill>
                          <a:latin typeface="Cambria Math" panose="02040503050406030204" pitchFamily="18" charset="0"/>
                        </a:rPr>
                        <m:t> </m:t>
                      </m:r>
                      <m:r>
                        <a:rPr lang="en-US" b="1" i="1" smtClean="0">
                          <a:solidFill>
                            <a:srgbClr val="0070C0"/>
                          </a:solidFill>
                          <a:latin typeface="Cambria Math" panose="02040503050406030204" pitchFamily="18" charset="0"/>
                        </a:rPr>
                        <m:t>𝒐𝒇</m:t>
                      </m:r>
                      <m:r>
                        <a:rPr lang="en-US" b="1" i="1" smtClean="0">
                          <a:solidFill>
                            <a:srgbClr val="0070C0"/>
                          </a:solidFill>
                          <a:latin typeface="Cambria Math" panose="02040503050406030204" pitchFamily="18" charset="0"/>
                        </a:rPr>
                        <m:t> </m:t>
                      </m:r>
                      <m:r>
                        <a:rPr lang="en-US" b="1" i="1" smtClean="0">
                          <a:solidFill>
                            <a:srgbClr val="0070C0"/>
                          </a:solidFill>
                          <a:latin typeface="Cambria Math" panose="02040503050406030204" pitchFamily="18" charset="0"/>
                        </a:rPr>
                        <m:t>𝒕𝒉𝒆</m:t>
                      </m:r>
                      <m:r>
                        <a:rPr lang="en-US" b="1" i="1" smtClean="0">
                          <a:solidFill>
                            <a:srgbClr val="0070C0"/>
                          </a:solidFill>
                          <a:latin typeface="Cambria Math" panose="02040503050406030204" pitchFamily="18" charset="0"/>
                        </a:rPr>
                        <m:t> </m:t>
                      </m:r>
                    </m:oMath>
                  </m:oMathPara>
                </a14:m>
                <a:endParaRPr lang="en-US" b="1" i="1" dirty="0">
                  <a:solidFill>
                    <a:srgbClr val="0070C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1" i="1" smtClean="0">
                          <a:solidFill>
                            <a:srgbClr val="0070C0"/>
                          </a:solidFill>
                          <a:latin typeface="Cambria Math" panose="02040503050406030204" pitchFamily="18" charset="0"/>
                        </a:rPr>
                        <m:t>𝒈𝒂𝒔𝒐𝒍𝒊𝒏𝒆</m:t>
                      </m:r>
                      <m:r>
                        <a:rPr lang="en-US" b="1" i="1" smtClean="0">
                          <a:solidFill>
                            <a:srgbClr val="0070C0"/>
                          </a:solidFill>
                          <a:latin typeface="Cambria Math" panose="02040503050406030204" pitchFamily="18" charset="0"/>
                        </a:rPr>
                        <m:t>.</m:t>
                      </m:r>
                    </m:oMath>
                  </m:oMathPara>
                </a14:m>
                <a:endParaRPr lang="en-CN" b="1" dirty="0">
                  <a:solidFill>
                    <a:srgbClr val="0070C0"/>
                  </a:solidFill>
                </a:endParaRPr>
              </a:p>
            </p:txBody>
          </p:sp>
        </mc:Choice>
        <mc:Fallback xmlns="">
          <p:sp>
            <p:nvSpPr>
              <p:cNvPr id="9" name="TextBox 8">
                <a:extLst>
                  <a:ext uri="{FF2B5EF4-FFF2-40B4-BE49-F238E27FC236}">
                    <a16:creationId xmlns:a16="http://schemas.microsoft.com/office/drawing/2014/main" id="{363ED85E-A25F-AFBB-E910-82BE77CAF9B4}"/>
                  </a:ext>
                </a:extLst>
              </p:cNvPr>
              <p:cNvSpPr txBox="1">
                <a:spLocks noRot="1" noChangeAspect="1" noMove="1" noResize="1" noEditPoints="1" noAdjustHandles="1" noChangeArrowheads="1" noChangeShapeType="1" noTextEdit="1"/>
              </p:cNvSpPr>
              <p:nvPr/>
            </p:nvSpPr>
            <p:spPr>
              <a:xfrm>
                <a:off x="5898626" y="3551381"/>
                <a:ext cx="2149781" cy="923330"/>
              </a:xfrm>
              <a:prstGeom prst="rect">
                <a:avLst/>
              </a:prstGeom>
              <a:blipFill>
                <a:blip r:embed="rId11"/>
                <a:stretch>
                  <a:fillRect r="-50588" b="-6757"/>
                </a:stretch>
              </a:blipFill>
            </p:spPr>
            <p:txBody>
              <a:bodyPr/>
              <a:lstStyle/>
              <a:p>
                <a:r>
                  <a:rPr lang="en-CN">
                    <a:noFill/>
                  </a:rPr>
                  <a:t> </a:t>
                </a:r>
              </a:p>
            </p:txBody>
          </p:sp>
        </mc:Fallback>
      </mc:AlternateContent>
    </p:spTree>
    <p:extLst>
      <p:ext uri="{BB962C8B-B14F-4D97-AF65-F5344CB8AC3E}">
        <p14:creationId xmlns:p14="http://schemas.microsoft.com/office/powerpoint/2010/main" val="3040627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dissolv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dissolv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P spid="8" grpId="0"/>
      <p:bldP spid="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14215</TotalTime>
  <Words>6542</Words>
  <Application>Microsoft Macintosh PowerPoint</Application>
  <PresentationFormat>On-screen Show (4:3)</PresentationFormat>
  <Paragraphs>734</Paragraphs>
  <Slides>95</Slides>
  <Notes>33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95</vt:i4>
      </vt:variant>
    </vt:vector>
  </HeadingPairs>
  <TitlesOfParts>
    <vt:vector size="105" baseType="lpstr">
      <vt:lpstr>Arial</vt:lpstr>
      <vt:lpstr>Calibri</vt:lpstr>
      <vt:lpstr>Cambria Math</vt:lpstr>
      <vt:lpstr>Century Gothic</vt:lpstr>
      <vt:lpstr>Courier New</vt:lpstr>
      <vt:lpstr>Helvetica</vt:lpstr>
      <vt:lpstr>Symbol</vt:lpstr>
      <vt:lpstr>Times New Roman</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Raymund Dimayuga</dc:creator>
  <cp:lastModifiedBy>Raymund Dimayuga</cp:lastModifiedBy>
  <cp:revision>59</cp:revision>
  <dcterms:created xsi:type="dcterms:W3CDTF">2009-09-07T12:34:44Z</dcterms:created>
  <dcterms:modified xsi:type="dcterms:W3CDTF">2025-09-11T06:37:08Z</dcterms:modified>
</cp:coreProperties>
</file>