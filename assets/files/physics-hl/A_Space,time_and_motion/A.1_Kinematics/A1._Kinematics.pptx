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7.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995" r:id="rId2"/>
  </p:sldMasterIdLst>
  <p:notesMasterIdLst>
    <p:notesMasterId r:id="rId79"/>
  </p:notesMasterIdLst>
  <p:sldIdLst>
    <p:sldId id="256" r:id="rId3"/>
    <p:sldId id="265" r:id="rId4"/>
    <p:sldId id="257" r:id="rId5"/>
    <p:sldId id="258" r:id="rId6"/>
    <p:sldId id="259" r:id="rId7"/>
    <p:sldId id="386" r:id="rId8"/>
    <p:sldId id="302" r:id="rId9"/>
    <p:sldId id="303" r:id="rId10"/>
    <p:sldId id="384" r:id="rId11"/>
    <p:sldId id="266" r:id="rId12"/>
    <p:sldId id="301" r:id="rId13"/>
    <p:sldId id="300" r:id="rId14"/>
    <p:sldId id="267" r:id="rId15"/>
    <p:sldId id="304" r:id="rId16"/>
    <p:sldId id="305" r:id="rId17"/>
    <p:sldId id="306" r:id="rId18"/>
    <p:sldId id="307" r:id="rId19"/>
    <p:sldId id="268" r:id="rId20"/>
    <p:sldId id="299" r:id="rId21"/>
    <p:sldId id="260" r:id="rId22"/>
    <p:sldId id="262" r:id="rId23"/>
    <p:sldId id="263" r:id="rId24"/>
    <p:sldId id="269" r:id="rId25"/>
    <p:sldId id="271" r:id="rId26"/>
    <p:sldId id="273" r:id="rId27"/>
    <p:sldId id="274" r:id="rId28"/>
    <p:sldId id="385" r:id="rId29"/>
    <p:sldId id="279" r:id="rId30"/>
    <p:sldId id="280" r:id="rId31"/>
    <p:sldId id="281" r:id="rId32"/>
    <p:sldId id="283" r:id="rId33"/>
    <p:sldId id="284" r:id="rId34"/>
    <p:sldId id="286" r:id="rId35"/>
    <p:sldId id="289" r:id="rId36"/>
    <p:sldId id="282" r:id="rId37"/>
    <p:sldId id="294" r:id="rId38"/>
    <p:sldId id="293" r:id="rId39"/>
    <p:sldId id="308" r:id="rId40"/>
    <p:sldId id="295" r:id="rId41"/>
    <p:sldId id="290" r:id="rId42"/>
    <p:sldId id="296" r:id="rId43"/>
    <p:sldId id="297" r:id="rId44"/>
    <p:sldId id="287" r:id="rId45"/>
    <p:sldId id="288" r:id="rId46"/>
    <p:sldId id="276" r:id="rId47"/>
    <p:sldId id="298" r:id="rId48"/>
    <p:sldId id="278" r:id="rId49"/>
    <p:sldId id="387" r:id="rId50"/>
    <p:sldId id="388" r:id="rId51"/>
    <p:sldId id="264" r:id="rId52"/>
    <p:sldId id="389" r:id="rId53"/>
    <p:sldId id="390" r:id="rId54"/>
    <p:sldId id="277" r:id="rId55"/>
    <p:sldId id="391" r:id="rId56"/>
    <p:sldId id="392" r:id="rId57"/>
    <p:sldId id="393" r:id="rId58"/>
    <p:sldId id="394" r:id="rId59"/>
    <p:sldId id="261" r:id="rId60"/>
    <p:sldId id="395" r:id="rId61"/>
    <p:sldId id="396" r:id="rId62"/>
    <p:sldId id="397" r:id="rId63"/>
    <p:sldId id="270" r:id="rId64"/>
    <p:sldId id="398" r:id="rId65"/>
    <p:sldId id="399" r:id="rId66"/>
    <p:sldId id="400" r:id="rId67"/>
    <p:sldId id="272" r:id="rId68"/>
    <p:sldId id="285" r:id="rId69"/>
    <p:sldId id="401" r:id="rId70"/>
    <p:sldId id="402" r:id="rId71"/>
    <p:sldId id="403" r:id="rId72"/>
    <p:sldId id="404" r:id="rId73"/>
    <p:sldId id="405" r:id="rId74"/>
    <p:sldId id="406" r:id="rId75"/>
    <p:sldId id="275" r:id="rId76"/>
    <p:sldId id="407" r:id="rId77"/>
    <p:sldId id="408" r:id="rId7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202"/>
    <p:restoredTop sz="94580"/>
  </p:normalViewPr>
  <p:slideViewPr>
    <p:cSldViewPr>
      <p:cViewPr varScale="1">
        <p:scale>
          <a:sx n="121" d="100"/>
          <a:sy n="121" d="100"/>
        </p:scale>
        <p:origin x="190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image" Target="../media/image1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emf"/></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9-08-28T07:11:54.824"/>
    </inkml:context>
    <inkml:brush xml:id="br0">
      <inkml:brushProperty name="width" value="0.05292" units="cm"/>
      <inkml:brushProperty name="height" value="0.05292" units="cm"/>
      <inkml:brushProperty name="color" value="#FF0000"/>
    </inkml:brush>
  </inkml:definitions>
  <inkml:trace contextRef="#ctx0" brushRef="#br0">5829 3349,'-25'-50,"25"50,-25 0,1-25,-1 25,0 0,0 0,0 25,1 0,-1 24,25-24,0 50,25-1,-1 0,1-49,25 25,-1-25,1 0,0-1,24-24,-24 0,-1-24,-24-1,50-75,-51 51,-24-26,25 51,-25-1,0 25,0-25,0 0,-25 25,25 25,-24 0,24 0,0 49,24-24,1 24,0-49,0 0,0 0,24-25,1 0,-25-50,49-49,-74 49,0 0,-25 1,-24-1,-26 50,1 0,-1 0,26 0,49 25</inkml:trace>
  <inkml:trace contextRef="#ctx0" brushRef="#br0" timeOffset="437.02">6623 3349,'25'49,"-25"26,24-1,1 0,-25-24,0-25,0 0,0-50,-25-50,25 1,25 0,0 24,-25 25,50 25,-26 0,26 0,-25 25,49 49,-74-24,50 49,-25-74</inkml:trace>
  <inkml:trace contextRef="#ctx0" brushRef="#br0" timeOffset="822.04">7293 3398,'0'0,"0"-25,-25 25,0 0,-25 0,26 25,-1 0,25 25,0-50,25 49,-1-24,26 25,-25-50,24 49,-24-49,0 25,-25-25,0 50,0-50,-25 49,0-49,-49 25,-25-74,99-1,49-74</inkml:trace>
  <inkml:trace contextRef="#ctx0" brushRef="#br0" timeOffset="1076.06">7491 3051,'25'74,"0"-49,-1 74,1-24,25 74,-1 24,-49-73,0-76,-24 26,24-50</inkml:trace>
  <inkml:trace contextRef="#ctx0" brushRef="#br0" timeOffset="1274.07">7863 3473,'-25'0,"-24"0,-26 0,26-25,-100 0,74 25,26 0,49 0</inkml:trace>
  <inkml:trace contextRef="#ctx0" brushRef="#br0" timeOffset="2274.13">8086 3423,'-24'-25,"-26"25,0 25,25-25,1 25,-1 49,25-24,25-25,-1 24,1-24,50 0,-1-25,-24 0,-50-25,25 0,-1-24,-24-26,-24 26,24 24,0 25,24 0,-24 0,25 25,50 123,-75-98,0-25,0-50,0 25,0-50,0-24,24 0,-24 49,25 25,0 0,0 0,0 0,-1 49,1 26,-25-50,0-1,-25-48,25-26,0 25,25 0,74 75,-49 24,24-24,-49-50,25 0,-25-25,-1-49,1-1,0-49,-25 25,-25 25,25 24,0 25,0 50,0 25,50 49,-25 0,49 25,1 50,-75-249</inkml:trace>
  <inkml:trace contextRef="#ctx0" brushRef="#br0" timeOffset="2450.14">9103 3349,'-74'24,"-1"1,-24-25,50 0,-51-25</inkml:trace>
  <inkml:trace contextRef="#ctx0" brushRef="#br0" timeOffset="2870.16">9599 3373,'-24'0,"24"0,-75 0,50 25,1 0,24 0,49 24,-24-24,49 25,-49-25,50-1,-26 1,-49 0,25 0,-25 0,-25 0,-49 24,-1-24,1-25,0-74</inkml:trace>
  <inkml:trace contextRef="#ctx0" brushRef="#br0" timeOffset="3144.17">9823 3349,'24'74,"1"25,0 25,0 0,0 0,-25-24,0-51,0-49,-25-149</inkml:trace>
  <inkml:trace contextRef="#ctx0" brushRef="#br0" timeOffset="3863.22">9847 3473,'50'-75,"0"50,24 25,-49 25,0 0,-25 0,-25 49,25-24,-50-1,25-24,25-25,0 0,50 0,-25 0,49 0,1 0,-1-25,-24 1,-1-1,-24 25,0-25,0-49,-50 49,25 0,-25 25,25 0,-25 25,1 24,-1 1,25-25,25 0,-25-1,24 1,51-25,-26 0,1 0,24-25,-49 1,25-1,-25 0,-1 0,-24 0,0 1,-24-1,24 0,-75 25,75 25,-25 0,25 24,25-24,-25 0,50 0,-1 24</inkml:trace>
  <inkml:trace contextRef="#ctx0" brushRef="#br0" timeOffset="4373.25">11112 3398,'0'-25,"-24"1,-1 24,0 0,-25 24,26 26,-1 49,25-24,0-26,25 1,-1-25,26-25,0 0,-1-50,1 0,-25-24,0 0,-25-1,-25 1,0-50,0 99,0 25,0 25,1 24,24 26,24 24,26 25,-25-25,0-74,49-75</inkml:trace>
  <inkml:trace contextRef="#ctx0" brushRef="#br0" timeOffset="6922.39">13047 3373,'-25'-24,"1"-1,-1 0,0 25,-25 0,26-25,24 25,-25 25,0-25,0 25,0-25,1 25,-1-1,25 1,0 25,0-25,0 24,25-24,-1 25,1-26,0-24,0 25,0-25,24 0,-49 0,50 0,-1-49,-24 24,0-25,-25 25,25-49,-25 0,0-26,0 26,0 0,0-1,0 1,-25 24,25 1,0 24,0 0,0 50,-25 24,25-24,-25 124,25-75,0 1,25-1,0-24,0-1,24 1,1 0,25-1,-1-24,-24-25,-1 0,-49 0,0-25,-25 0,25 1</inkml:trace>
  <inkml:trace contextRef="#ctx0" brushRef="#br0" timeOffset="7421.42">14238 3299,'0'0,"0"0,-25 0,0 25,-24-25,-1 0,-24 25,49-25,-50 0,51 0,-51 0,50 0,-24 0,49 0,0 0,0 0,49 0,51 24</inkml:trace>
  <inkml:trace contextRef="#ctx0" brushRef="#br0" timeOffset="7734.44">14213 3497,'0'0,"0"25,-50-25,26 0,-51 0,50 0,-24 0,24 0,-49 0,24 0,25-25,0 25,1 0,24 0,24 0</inkml:trace>
  <inkml:trace contextRef="#ctx0" brushRef="#br0" timeOffset="9004.51">14585 3200,'0'0,"0"25,0-25,0 0,0 24,0 1,0 0,0 0,0 24,0-24,25 0,-25 0,0 24,0 1,25-25,-25 0,0-1,0-24,0 25,25 0,-25 0,0-25,0 25,0-25,0 0,0 0,0-25,-25 0,25 0,0 0,0 1,0-1,-25-50,25 26,25 24,-25 0,0 0,25 1,-1 24,-24-25,25 25,0-25,-25 25,25-25,0 25,-1 0,1 0,0 0,0 0,-25 25,25-25,-1 0,-24 25,0-25,25 0,-25 25,-25-25,25 0,0-25</inkml:trace>
  <inkml:trace contextRef="#ctx0" brushRef="#br0" timeOffset="9550.54">15329 2877,'0'0,"0"50,25 0,-25-26,0 51,0-26,0 26,25 24,-25-25,0-49,0 50,25-26,-25 1,25-1,-25-24,24 0,-24-25,0 0,25 25,25-25,-1-50,-24 50,0-49,0 24,0 25</inkml:trace>
  <inkml:trace contextRef="#ctx0" brushRef="#br0" timeOffset="9774.54">15627 3225,'-124'24,"50"-24,-1 0,1-24,24 24,0 0,26 24</inkml:trace>
  <inkml:trace contextRef="#ctx0" brushRef="#br0" timeOffset="12860.73">16197 3820,'-24'0,"-1"0,0 0,0 0,-24 0,-26 25,26-25,-1 0,-24 0,-1 0,-24 0,0 0,0-25,-1 25,-24-25,25 25,0 0,-25 0,25 0,-149 0,124 0,-1 0,1 0,0 25,0-25,0 0,0 0,0 25,25-25,-25 25,0-25,25 24,0-24,-1 25,26 0,0-25,-1 0,26 25,-1-25,-24 0,74-25,0 25,-25-50,25 26,0-51,0 26,0-26,0 1,0-1,0-24,0 0,0-25,-25 25,0-1,25 1,-25 25,25 24,0 1,25 24,-25 0,25 25,0 0,24-25,1 25,24 0,1 0,49 0,-25 0,25-25,25 25,0-25,0 1,24 24,-24-25,25 25,24-25,-24 0,-1 25,125 0,-124-25,-26 25,1 0,-25-24,0 24,0 0,-49 0,24 0,-49 0,-1 0,-24 24,25 26,-26 0,-24 49,25 25,0 25,-25 24,25-49,-50 50,0-149,-24 0,-26-25</inkml:trace>
  <inkml:trace contextRef="#ctx0" brushRef="#br0" timeOffset="13568.77">12005 3398,'0'0,"-24"0,-1 25,0-25,-49 0,24 0,0 0,26 0,-51 25,26-25,-1 0,0 0,-24 0,24 0,26 0,24 0,-25 0,25 0,49-50</inkml:trace>
  <inkml:trace contextRef="#ctx0" brushRef="#br0" timeOffset="14026.8">11906 3249,'50'0,"-1"0,26 0,-26 25,26-25,-1 25,-24 0,-25 0,-25-25,0 24,-25 1,0 25,-24-1,-1-24,-25 0,51 0,-26 0,25-1,0 1,25-25,0-25</inkml:trace>
  <inkml:trace contextRef="#ctx0" brushRef="#br0" timeOffset="14228.81">12005 3249,'25'25,"0"50,25 24,-26 0,-24-49,0 49</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9-08-29T06:50:27.424"/>
    </inkml:context>
    <inkml:brush xml:id="br0">
      <inkml:brushProperty name="width" value="0.05292" units="cm"/>
      <inkml:brushProperty name="height" value="0.05292" units="cm"/>
      <inkml:brushProperty name="color" value="#FF0000"/>
    </inkml:brush>
  </inkml:definitions>
  <inkml:trace contextRef="#ctx0" brushRef="#br0">3547 1885,'0'0,"25"25,-25-25,25 25,-1 24,1-24,25 25,-25-1,24 26,-24-26,0 1,0-25,24 49,-24-24,-25-25,25-1,0 26,-25-25,0-25,0 0,25 25</inkml:trace>
  <inkml:trace contextRef="#ctx0" brushRef="#br0" timeOffset="386.02">4167 1860,'0'50,"-25"0,25 74,-24 0,-1-25,25-25,-25 1,0-1,0-49,25-25</inkml:trace>
  <inkml:trace contextRef="#ctx0" brushRef="#br0" timeOffset="712.04">4291 2456,'0'49,"0"1,0-50,0 49,25-49,-25 25,25 0,0 0,-25-25,24 0,1 0,0-25,0 0</inkml:trace>
  <inkml:trace contextRef="#ctx0" brushRef="#br0" timeOffset="887.05">4366 2133</inkml:trace>
  <inkml:trace contextRef="#ctx0" brushRef="#br0" timeOffset="1280.07">5060 2183,'-49'0,"-1"0,25 0,-24 0,49 0,-50 0,25 0,-25 0,50 0,0 0,0 0,0 0</inkml:trace>
  <inkml:trace contextRef="#ctx0" brushRef="#br0" timeOffset="1577.09">5035 2381,'-24'0,"-26"0,25 0,0 0,1 0,24 25,-25-25,50 0</inkml:trace>
  <inkml:trace contextRef="#ctx0" brushRef="#br0" timeOffset="5473.31">5581 1761,'0'0,"0"0,0 25,0-25,0 25,-25 0,25-1,0 1,-25 0,25 0,-24 0,24-1,0 1,0 25,-25-25,25-1,0 1,0 0,0 25,0 24,0-24,25-1,-1 1,26-1,0-24,-1 0,50 0,-74-50,0 0,0-24,-25 24,0-25,0 25,-25 1,25-1,-25 25,0-25,25 25,-24 25,-1 0,0 24,25 1,0-25,0-1,25 1,24-99,-24-1</inkml:trace>
  <inkml:trace contextRef="#ctx0" brushRef="#br0" timeOffset="6236.35">6003 2034,'0'0,"0"0,0-25,25 0,-1 25,-24-24,50 24,0 0,-50 0,49 24,-49-24,25 50,0-25,-25 24,0-24,-25 25,25-25,-50-1,26-24,-26 25,50-25,-25-25,50 25,0-24,24 24,1 0,-25 0,24 0,-24 24,25 1,-1 0,-24 25,-25-50,0 49,0-24,0 25,-49-26,-1 1,25-25,-49 0,49-25,0 1,25-1,25-25,0 25</inkml:trace>
  <inkml:trace contextRef="#ctx0" brushRef="#br0" timeOffset="7144.4">6796 2009,'25'25,"-25"0,0 24,0-24,0 50,0-26,0 1,0-25,0-1,0-24,0 25,0-50,0-24,0 24,0-25,0 1,25-1,0 25,0-24,-25 49,49-25,-24 25,0 0,0 50,0-26,-1 26,1 0,-25-26,25 51,-25-50,0 24,0-49,-25 25,25-25,0-25,-25-24,25-1,25 50,-25-74,25 49,0-25,0 25,-1 25,1-24,25 24,-50 24,49 1,-24 50,0 24,-25-74,0 49,0-49,-25 0,50-100</inkml:trace>
  <inkml:trace contextRef="#ctx0" brushRef="#br0" timeOffset="7535.42">7640 2108,'-25'0,"0"0,0 25,1 25,24-25,0-1,24 1,26 25,0-25,-26-1,1 1,-25 0,25 0,-50 0,0-25,-24 24,-1-24,25-24</inkml:trace>
  <inkml:trace contextRef="#ctx0" brushRef="#br0" timeOffset="7780.44">7714 1885,'-25'0,"-24"25,-1-25,25-25</inkml:trace>
  <inkml:trace contextRef="#ctx0" brushRef="#br0" timeOffset="8104.46">7888 1786,'25'74,"-25"-24,24 49,-24-49,0-1,0-49,0 25,0-25,25-49</inkml:trace>
  <inkml:trace contextRef="#ctx0" brushRef="#br0" timeOffset="9504.54">3944 3299,'25'25,"0"0,-1 24,26 1,0 24,-26-49,51 49,-26 1,26-1,-50-49,-1 25,1-50,0 25,-50-100</inkml:trace>
  <inkml:trace contextRef="#ctx0" brushRef="#br0" timeOffset="9793.56">4514 3324,'0'25,"0"24,0-24,0 74,0-49,0 49,-24-24,24-26,0-24,-25 0,25 0</inkml:trace>
  <inkml:trace contextRef="#ctx0" brushRef="#br0" timeOffset="10259.58">4738 3671,'-25'0,"0"0,25 0,-25 0,25 50,0-25,0-1,25 26,0 24,0-74,-1 75,-24-50,0-1,0 26,0-25,0 0,-24-1,24-24,-50 25,25-25,-49 0,49 0,0-74,25 74,50-99</inkml:trace>
  <inkml:trace contextRef="#ctx0" brushRef="#br0" timeOffset="10475.59">4837 3919,'-25'0,"0"0,-49 25,24-25,25 0,25-25,-24 25,24-25</inkml:trace>
  <inkml:trace contextRef="#ctx0" brushRef="#br0" timeOffset="10855.62">5407 3671,'-24'0,"-26"25,0-25,1 0,24 0,0 0,0 0,75 0</inkml:trace>
  <inkml:trace contextRef="#ctx0" brushRef="#br0" timeOffset="11088.63">5482 3845,'-50'0,"1"25,-1-25,0 0,50 0,25 0</inkml:trace>
  <inkml:trace contextRef="#ctx0" brushRef="#br0" timeOffset="12423.71">6325 3373,'0'0,"0"0,-25 0,25 0,-24 0,24 0,-25 25,25-25,0 25,-25 0,25 24,0 1,-25-25,25 24,0 1,0-25,0 0,0 24,0-24,25 0,-25 0,0 0,25-1,-25 1,25 0,-1-25,1 25,0 0,0-25,0 0,24 0,-24 0,0 0,0 0,24-25,-24 0,49-124,-49 0,-25 50,-25 0,-24 0,-1 49,-49 50,-25 0,50 50,24-26</inkml:trace>
  <inkml:trace contextRef="#ctx0" brushRef="#br0" timeOffset="19083.09">9401 1712,'-25'49,"25"75,0 25,0 74,0-74,0-99,0-1,0 1,25-25,-25-1,0-24,25 0,-25 0,25 0,24-49,-24 49,25-25,24 0,-49 25,-25-25,0 25,0-24,0-26</inkml:trace>
  <inkml:trace contextRef="#ctx0" brushRef="#br0" timeOffset="19372.09">9500 2108,'-49'0,"49"0,-50 0,25 0,0 0,-24 0,24 0,-25 25,26-25,-1 0,25 0,-25 0</inkml:trace>
  <inkml:trace contextRef="#ctx0" brushRef="#br0" timeOffset="19703.12">10170 2158,'-25'0,"0"0,-24 0,-1 25,0-25,26 0,24 0,24 25</inkml:trace>
  <inkml:trace contextRef="#ctx0" brushRef="#br0" timeOffset="19900.12">10244 2356,'-24'0,"-1"0,-50 0,26 25,-1-25,25 0</inkml:trace>
  <inkml:trace contextRef="#ctx0" brushRef="#br0" timeOffset="19904.12">9996 2381</inkml:trace>
  <inkml:trace contextRef="#ctx0" brushRef="#br0" timeOffset="19908.12">9996 2381</inkml:trace>
  <inkml:trace contextRef="#ctx0" brushRef="#br0" timeOffset="20577.16">10616 2158,'50'-25,"0"0,-26 25,-24 0,50-24,-25 24,0 0,-1 24,1 26,0-50,-25 50,25-26,-25 26,-25 0,25 24,-25-49,-24 49,24-49,-25 0,-24 24,24-49,25 0,-24 25,24-74,25 24,0 0,0 25,50-25,-26 25,51 0,-26 0,1 25,0 0,-1 0,-24-25,0 0,0 0,24-25</inkml:trace>
  <inkml:trace contextRef="#ctx0" brushRef="#br0" timeOffset="20755.18">11237 2530,'74'-25</inkml:trace>
  <inkml:trace contextRef="#ctx0" brushRef="#br0" timeOffset="21411.22">11559 2232,'0'25,"0"0,-25 0,0 24,25-24,-24 50,24-51,0 26,24 0,-24-26,25 1,0 0,-25-25,50 0,-26 0,26-25,-25 0,24 1,-49 24,50-50,-25 25,0-49,-25 49,24 0,-24 0,-24-24,-1-1,0 25,25 1,-50-1,50 25,-49 0,24 0,-25 0,26 25,-1-25,0 0,0 24,25 1,0-25,0 25</inkml:trace>
  <inkml:trace contextRef="#ctx0" brushRef="#br0" timeOffset="22048.26">12427 2406,'0'-25,"-25"25,1 0,-26 0,25 25,0 0,1 0,24-1,0 1,0 0,0-25,24 25,1 0,25-1,-25 1,24 0,-24 0,-25 0,0 24,0-24,-25 0,25 0,-49-25,-1 0,0 0,50-25,-49 0,49 0,-25 1,50 24</inkml:trace>
  <inkml:trace contextRef="#ctx0" brushRef="#br0" timeOffset="51283.93">1339 11509,'0'0,"25"-24,-50 24,25-25,-24 25,-1 0,0 0,-25 0,1 25,49-1,-50 26,25-25,1 24,-26 1,25 24,25-49,0 50,0-51,0 26,25 0,0-26,24-24,1 0,-25 0,0-24,24-26,-24 0,0 26,0-26,-25 25,0-49,0 24,0 1,0 24,0 0,0 0,-25 50,50 0,-25 49,0-49,24 49,-24-49,25 25,25 24,-1-24,-24-50,0 0,0 0,0 0,24-25,-24 0,-25 0,25-74</inkml:trace>
  <inkml:trace contextRef="#ctx0" brushRef="#br0" timeOffset="51798.96">1662 11311,'0'0,"25"0,0 50,-1-26,1 26,25 24,-25-24,-1 49,1 0,0-24,-25-26,0 51,0-51,-25 1,0 24,1-24,24-25,-25 0,0-1,25-24,-25 25,25-25,25 0,0 25,-25-25,25 0,-1-25</inkml:trace>
  <inkml:trace contextRef="#ctx0" brushRef="#br0" timeOffset="53065.03">2952 11609,'0'-25,"0"25,-25-25,0 25,-24 0,49 0,-50 0,25 0,-24 25,-1 24,25-24,25 25,-25-1,25-24,0 50,0-51,25 51,-25-50,50 24,-25-24,24-25,1-25,-1 0,1-24,-25-1,0-24,-25 24,0 1,0-26,0 26,-25 49,25 0,0 49,0 26,0-1,25-24,-1 24,1-24,25-26,-1 1,1-25,0 0,-26-25,-24 25,25-24,-25-51</inkml:trace>
  <inkml:trace contextRef="#ctx0" brushRef="#br0" timeOffset="53624.06">3969 11683,'0'0,"-25"0,0 0,0 0,-24 0,24 0,0 0,-24 0,24 25,25-25,-50 0,50 25,0-25,0 0,0 0,50-25</inkml:trace>
  <inkml:trace contextRef="#ctx0" brushRef="#br0" timeOffset="53957.08">4018 11906,'0'0,"-24"0,24 25,-50-25,25 0,0 0,-24 0,24 0,0 0,0-25,1 25,-1 0,25 25,0-25,-25 0</inkml:trace>
  <inkml:trace contextRef="#ctx0" brushRef="#br0" timeOffset="54955.14">4366 11237,'0'0,"24"0,-24 24,0 1,25 0,0 0,0 24,0-24,-1 0,1 25,0-1,0 1,24 24,-24-24,0-25,0 24,0-24,-25 25,24-26,1 1,-25 0,50 25,-50-50,25 24</inkml:trace>
  <inkml:trace contextRef="#ctx0" brushRef="#br0" timeOffset="55372.16">5085 11311,'-25'50,"25"-26,-25 26,1 24,-26 1,25-26,0 1,-24 24,-1-24,0-25,26 24,24 1,0-25,0 0,49-100</inkml:trace>
  <inkml:trace contextRef="#ctx0" brushRef="#br0" timeOffset="56246.21">5159 11832,'25'0,"-25"-25,-25 25,25-25,-24 25,24 0,-25 25,25 0,-25 0,25 24,0-24,0 49,0 1,25-26,-25 1,0 0,0-25,0 24,-25-24,25 0,-25-25,25 0,-25-25,1 0,-1 0</inkml:trace>
  <inkml:trace contextRef="#ctx0" brushRef="#br0" timeOffset="56561.23">5159 12080,'0'0,"-24"0,24 0,-25 0,0 25,0-25,-24 0,24 0,0 0,25 0,0 24,50-48</inkml:trace>
  <inkml:trace contextRef="#ctx0" brushRef="#br0" timeOffset="57008.25">6003 11931,'-50'0,"1"25,24-25,0 0,-25 0,1 0,-1 0,25 25,25-25,-25 0,25 0,0 0</inkml:trace>
  <inkml:trace contextRef="#ctx0" brushRef="#br0" timeOffset="57438.28">6176 11485,'25'24,"0"26,0 0,-25-26,25 51,-1-26,26 26,-25-1,24 1,-24-51,-25 26,25-25,0 0,0-1,-1 1,-24-25,25 0,-25 0,50-74</inkml:trace>
  <inkml:trace contextRef="#ctx0" brushRef="#br0" timeOffset="57859.3">6772 11509,'-25'25,"25"0,-25 25,0-1,0 1,25-1,-24 1,-1 0,25-1,-25 26,0-26,25-24,0 25,0-26,-25 26,25-25,25-25,0-25</inkml:trace>
  <inkml:trace contextRef="#ctx0" brushRef="#br0" timeOffset="58226.33">6772 12030,'0'75,"0"-26,0-24,24 0,-24 0,25 0,-25-1,25 1,-25-25,0 0,25 0,-25-25,50 1,-50-26,24-25</inkml:trace>
  <inkml:trace contextRef="#ctx0" brushRef="#br0" timeOffset="58410.34">6970 11683,'0'0,"0"0,0 74</inkml:trace>
  <inkml:trace contextRef="#ctx0" brushRef="#br0" timeOffset="59241.38">7069 12601,'-24'0,"-1"0,25 0,-50 0,25 0,1 0,-26 0,25 0,-25 0,-24 0,0 0,49 0,-50 0,26 0,-26 0,1 0,0 0,24-25,-49 25,24 0,-24 0,25 0,-26 0,-48 0,48 0,26 0,-25-25,24 25,-24 0,25 0,-1 0,1 0,0 0,24 0,0 0,1 25,24-25,25 0,0 25,0-25,25 0,24 0</inkml:trace>
  <inkml:trace contextRef="#ctx0" brushRef="#br0" timeOffset="59912.42">5804 12849,'0'74,"0"1,0-1,0 0,0 1,0 24,-25-24,25-1,-24 0,24-24,0 0,0-26,0-24,24 25,-24-25,25 0,0 0,25-25,-25 1,-1 24,51-50,-26 50,-24-25,0 0,25-24</inkml:trace>
  <inkml:trace contextRef="#ctx0" brushRef="#br0" timeOffset="60305.44">6102 13196,'-74'0,"24"0,0 0,26 0,-26 0,25 0,-49 0,24 0,25 0,0 0,1 0,-1 0,25 0,-25 0,50 0</inkml:trace>
  <inkml:trace contextRef="#ctx0" brushRef="#br0" timeOffset="63659.64">4018 14312,'0'0,"-24"0,24 0,-25 0,0 0,-25 0,1 0,24 0,-25-25,26 25,-26 0,0 0,50 0,-25 25</inkml:trace>
  <inkml:trace contextRef="#ctx0" brushRef="#br0" timeOffset="63989.66">3994 14536,'-50'-25,"25"25,-24 0,24-25,0 25,0 0,0 0,1 0,24 0,-25 0,25 25,0-25</inkml:trace>
  <inkml:trace contextRef="#ctx0" brushRef="#br0" timeOffset="66223.78">4564 13990,'0'25,"0"-1,0 1,0 0,0 0,0 24,0 1,0 24,0-49,0 50,0-50,0 74,0-50,25 26,-25-50,25 49,-1-49,1 0,0-1,25 26,-50-50,24 0,26 0,-25-25,25 0,-26-24,-24 24,25-25,-25 26,0-51,25 1,-25-1,-25 51,25-51,0 25,0-24,-25 0,1 24,24 25,-25-49,0 49,0 0,-25-24,26 49,24 0,-75 0,50 0,1 24,-1 26,0-25,25-25,0 25,0-25,0 0,0 0</inkml:trace>
  <inkml:trace contextRef="#ctx0" brushRef="#br0" timeOffset="66840.82">5556 14362,'0'0,"-25"0,1 0,24 25,-50-25,25 0,-24 0,-1 25,25-25,0 0,-24 24,24-24,-25 0,50 0,0 0,0 25</inkml:trace>
  <inkml:trace contextRef="#ctx0" brushRef="#br0" timeOffset="67689.87">6003 14039,'-25'25,"25"-25,-25 50,25-25,-25 24,25 26,-24-1,24-49,0 49,0-49,0 50,0-26,24 26,-24-51,0 1,25 0,25 0,-25-25,-1 0,1-25,0 0,-25 25,25-49,24-51,-49 51,0 24,0-25,0 26,-24-1,24 25,-25 0,25 0,0 25,-25-1,25 26,0 0,0 24,0-49,0 49,25-49,-25 0,0 0,25-25,-25 0</inkml:trace>
  <inkml:trace contextRef="#ctx0" brushRef="#br0" timeOffset="68610.92">6400 14188,'24'0,"-24"25,0-25,0 25,0-25,25 0,-25 0,25 0,0 0,0-25,-1 25,1 0,25 0,-50 0,25 25,-25 0,0-1,0 26,-25 0,0-25,0 24,-24-24,-1 25,50-50,-25 24,25-24,0 0,0 0,25 0,-25 0,25 0,24 0,-24 0,25 0,-25 0,-25 0,24 0,-24 0,50 25,-50 0,0 0,0 0,-25 24,25-49,-25 50,1-25,-26-25,25 24,0-24,1 0,-26 0,25 0,0 0,25 0,-24-24,-1 24,25-25</inkml:trace>
  <inkml:trace contextRef="#ctx0" brushRef="#br0" timeOffset="69593.98">7119 15156,'0'24,"0"-24,-25 0,0-24,1 24,-1 0,0-25,-25 25,1 0,-1-25,0 25,1 0,-26-25,1 25,-25-25,49 25,-123 0,148 0,-25 0,-49 0,49 0,-49 0,25-24,-26 24,51 0,-50 0,49 0,-49 0,0 24,-1-24,51 0,-50 0,49 0,-49 0,0 25,-1-25,75 0,-49 0,24 25,-24-25,-50 25,99-25,25 0,-25 0,50 0,-25 0,99-25</inkml:trace>
  <inkml:trace contextRef="#ctx0" brushRef="#br0" timeOffset="70540.03">5259 15404,'0'25,"0"-25,24 0,1-25,0 0,0 0,-25 0,49 0,-24 1,0-1,0 25,0 0,-1 25,1 24,-25-24,25 25,-25 24,0-24,-25 74,0-50,1-49,-1 25,-25-26,1 1,24 0,0-25,25 0,-25-25,25 25,-25-25,25 25,0-24,0-1,25 0,-25 25,25-25,-25 25,25 0,0 0,49 25,-74-25,25 25,0 24,-1-24,1-25,0 50,-25-25,25-1,0-24,-1 0,1-24</inkml:trace>
  <inkml:trace contextRef="#ctx0" brushRef="#br0" timeOffset="70743.03">5879 15825</inkml:trace>
  <inkml:trace contextRef="#ctx0" brushRef="#br0" timeOffset="71473.08">6052 15478,'0'0,"0"25,0 25,0-26,0 26,0-25,0 24,0 26,0-26,0-24,25 25,-25-25,25-1,-25 1,25 0,0 0,-1-25,1 0,0-25,0 25,0-50,-25 50,49-99,-49 74,25-24,-25-1,0-24,0 49,-25-25,25 26,-25-1,25-25,-24 25,-1 1,0-1,0 25,0-25,-24 25,24 0,0 0,25 25,-25 0,1-1,24 1,0 25,0-25</inkml:trace>
  <inkml:trace contextRef="#ctx0" brushRef="#br0" timeOffset="72262.13">7937 14784,'-24'0,"-1"0,25 0,-75-25,75 25,-24 0,-1 0,-25 0,25 0,1 0,-1 0,-25 0,50 0,-25 0,1 0,-1 25,25-25,-25 0,25 0,0 0,25 0,0-50</inkml:trace>
  <inkml:trace contextRef="#ctx0" brushRef="#br0" timeOffset="72621.14">7962 15106,'-49'0,"-1"0,0 0,26 0,-1 0,0 0,0 0,0 25,1-25,-1 0,50 25</inkml:trace>
  <inkml:trace contextRef="#ctx0" brushRef="#br0" timeOffset="76328.36">8334 14585,'0'0,"25"0,25 25,-25-25,24 0,-24 0,25 0,-1 0,-24 0,-25 25,25-25,-25 25,-25-1,25-24,0 0</inkml:trace>
  <inkml:trace contextRef="#ctx0" brushRef="#br0" timeOffset="77485.42">8806 14436,'0'-24,"0"24,0 0,24 0,1 0,25 0,-1 0,26 0,-50 0,0 24,-25 1,0 0,-25 25,-50-1,26 1,-1 24,25-49,-24 25,49-26,74-24,-24 0,49-24,-49 24,24 24,-24 1,-26 25,-24-25,-24 49,-26-49,-24 74,-1-25,1-24,24-25,25 0,0-1,1-24,24 0,0 0,0-24</inkml:trace>
  <inkml:trace contextRef="#ctx0" brushRef="#br0" timeOffset="78148.45">9376 14312,'0'50,"0"-25,0 49,0-24,-25 24,25 1,0-1,-24 0,24 1,-25-1,25 1,0-1,0-24,-25-26,25 1,0 0,0 0,25-75,0-24</inkml:trace>
  <inkml:trace contextRef="#ctx0" brushRef="#br0" timeOffset="78450.48">9525 15056,'0'25,"-25"0,25-25</inkml:trace>
  <inkml:trace contextRef="#ctx0" brushRef="#br0" timeOffset="78979.5">9823 14461,'-50'0,"50"25,-50 25,50-26,-24 1,48 25,1-1,0-49,25 50,-26-25,26 0,0 24,-26 1,1-25,-25-1,0 26,0 24,-25-24,1 0,-26-1,0 1,1-1,24-98,0-75</inkml:trace>
  <inkml:trace contextRef="#ctx0" brushRef="#br0" timeOffset="79431.53">9823 14412,'49'0,"1"0,-1 0,1 0,0 0,-1 0,-24 0,0 24,-25-24,0 0,0 25,0-25,25-25</inkml:trace>
  <inkml:trace contextRef="#ctx0" brushRef="#br0" timeOffset="86429.93">7863 16148,'25'0,"24"0,-24 0,0 0,25 0,-25 0,-1 0,1 0,-25 0,25 25</inkml:trace>
  <inkml:trace contextRef="#ctx0" brushRef="#br0" timeOffset="87206.98">8334 15949,'-24'0,"24"0,0 0,0 0,49-24,1 24,-1-25,-24 25,25 0,-50 0,25 25,-25-1,-25 26,25-25,-50 49,25-24,-49 24,49-24,25-25,25-50,74-25,-49 25,24 1,-24-1,-25 50,-1-25,-24 49,-24 1,-26 49,-24-24,24 49,25-100,-24 26,49-25,-25 0,0-1,50-48,0-76</inkml:trace>
  <inkml:trace contextRef="#ctx0" brushRef="#br0" timeOffset="87880.02">8756 15999,'0'25,"25"-50,0 25,24-50,-24 50,49-24,-24-26,0 50,-50 0,25 0,-25 25,0 0,-25 49,0 0,0-24,-49 74,49-74,-25 49,25-25,25 1,0-50,0-1,25-24,25-24,-1-26,26 0,-50 26,24-26,-49 50,50-25,-50 25,25 0,-25-25</inkml:trace>
  <inkml:trace contextRef="#ctx0" brushRef="#br0" timeOffset="89137.09">9426 16073,'-25'50,"25"-25,0 24,-25 1,25 24,-25-49,25 0,0 0,0 0,0 0,25-50,-25 0,25-25,0 25,0-49,-1 24,1 1,0 49,0-50,-25 50,25-25,-1 50,-24 25,0-25,0 24,-24-24,24 49,-25-24,25 0,0-25,0-1,0-48,0-1,25-25,-1 0,1 1,0-1,0 25,0-24,-1 24,26 0,-50 25,25 0,-25 0,25 25,-25 25,0-1,0-24,-25 25,25-26,-25 26,0-25,25 0,-25 0,25-25,0 0,0 0</inkml:trace>
  <inkml:trace contextRef="#ctx0" brushRef="#br0" timeOffset="91559.23">10244 16148,'0'0,"0"0,0-25,0 25,-24 0,24-25,0 25,-25 0,25-25,0 25,-25 0,25 0,0 0,-25 0,25 0,-25 0,25 0,0 0,-24 25,24-25,-25 25,25-25,0 0,0 25,0-25,0 25,0-25,0 24,0-24,0 25,0-25,0 25,25-25,-25 25,24 0,1-25,-25 24,25-24,-25 25,50 0,-50-25,24 25,-24-25,0 25,25-25,-25 25,0-25,0 0,0 24,0-24,0 0,0 25,-25-25,25 0,0 25,-24-25,-1 0,25 25,-25-25,25 0,-25 0,0 0,25 0,-24 0,-1 0,0 0,25 0,-25 0,25-25,0 25,0 0,-25-25,25 25,25 25</inkml:trace>
  <inkml:trace contextRef="#ctx0" brushRef="#br0" timeOffset="92135.26">10096 15875,'0'0,"24"0,1 0,0 25,-25-25,25 0,0 0,-25 0,24 0,-24 0,0 0,25 0,-25 25,0-25,0 0</inkml:trace>
  <inkml:trace contextRef="#ctx0" brushRef="#br0" timeOffset="93024.32">10344 15701,'0'0,"24"0,-24 0,25 0,0 25,-25-25,25 0,-25 0,25 25,-25-25,24 0,-24 0,0 0,0 25,0-25,0 25,0-25,0 24,0-24,-24 0,24 25,-25-25,25 25,-25 0,0-25,0 25,25-25,-24 0,24 0,0 24,0-24,0 0,24 0,-24 0,50 0,-50-24,25 24,0 0,-1 0,1 0,0 0,0 0,-25 0,25 0,-25 24,0-24,0 0,0 0</inkml:trace>
  <inkml:trace contextRef="#ctx0" brushRef="#br0" timeOffset="93592.35">10939 15453,'0'0,"-25"25,25 0,0 0,0 0,0-1,0 51,0-26,0 26,0-50,-25 24,25 26,0-26,-25 50,25-49,0 24,-24-24,24 0,0 49,-25-74,25 74,0-74,-25 49,25-24,0-25,-25 24,25 26,0-51,0 1</inkml:trace>
  <inkml:trace contextRef="#ctx0" brushRef="#br0" timeOffset="95203.43">10914 15304,'-25'0,"0"0,-24 25,24-25,0 25,-24-25,24 25,-50-25,26 25,-1-25,-49 25,25-25,-1 24,26-24,24 0,-50 25,26-25,-26 0,-24 0,0 0,74-25,-99 25,25 0,-25 0,25 25,-25-25,99 0,-99 0,74 0,-49-25,24 25,-24-24,50 24,-51 0,51 0,-26-25,-24 25,25 0,49 0,-25-25,1 25,-1 0,1 0,-1 0,25 0,0 0,-24 25,24 0,0 24,0-24,25 0,-25 24,1-24,24 50,-25-1,0 0,25-49,-25 74,0 1,25 24,-24 0,-1 0,25-25,-25 0,25 25,0-49,0-1,25 0,0-24,-1-25,-24-25,25 0,25 0,-1 0,1 0,24-25,1 25,24 0,-24 0,24 0,0 25,25-25,-25 0,0 0,25 25,0-25,1 24,123 26,-124-25,0-25,0 25,0-1,0 1,-25 0,0-25,-24 0,24 25,-25-25,-24 0,-25 0,-1 0,-24 0</inkml:trace>
  <inkml:trace contextRef="#ctx0" brushRef="#br0" timeOffset="114495.54">10815 15230,'0'0,"25"0,-25 0,0 0,0 25,0-25,0 25,0-1,0 1,0-25,0 50,0-25,0 0,0-1,0 51,-25-50,25-1,0 26,0 0,-25 74,25-100,0 51,0-26,-25-24,25 50,0-26,0 26,0-26,-25 26,25-1,0-49,0 74,0-49,-24 49,24-49,0 24,0-49,0 24,0 1,0-25,0 49,0-49,0 0,0 0,0-1,0 1,0-25,0 50,0-25,-25-1,25-24,0 0,0 25,-25-25,25 0,-25 25,25-25,-25 0,1 0,-1 0,-25-25,1 25,24 0,-25 0,1 0,24 0,-25 0,25 0,25 0,-49 0,98 0</inkml:trace>
  <inkml:trace contextRef="#ctx0" brushRef="#br0" timeOffset="126986.26">12328 11212,'0'49,"0"1,-25 24,25 26,-25-26,25 25,-24-24,24-1,0 0,0 1,-25-26,25-24,0 25,-25-25,25-50,0 25,25-50,-25 25,74-74,-24 50,24-1,-49 50,25-25,-26 25,51 0,-50 25,-1 0,1 0,-25-1,0 1,-25 25,1-1,-26 1,25-25,-49 24,49-24,-49 0,-1 0,26 0,24-25,-25 0,25 25,25-25,0-25,25 0,25-25</inkml:trace>
  <inkml:trace contextRef="#ctx0" brushRef="#br0" timeOffset="127573.29">12849 11137,'25'25,"-1"0,1 0,25 24,-25-24,24 50,-24-1,0 25,0-74,-1 74,-24-74,0 74,0 0,-49 1,24-51,-25 26,26-26,-26 26,-24-1,24-24,25-25,-24-1,49-24,-25 0,25 0,25-173</inkml:trace>
  <inkml:trace contextRef="#ctx0" brushRef="#br0" timeOffset="153787.79">9922 3497,'-25'-49,"-25"24,26 25,-26 0,0 25,1 0,24 24,0 1,25-25,-25 49,25-49,0 49,-24 1,24-26,0-24,-25 25,25-25,-50-1,25 1,1-25,-1 0,0 0,0-25,-24-74,49 25</inkml:trace>
  <inkml:trace contextRef="#ctx0" brushRef="#br0" timeOffset="154097.81">9401 3473,'25'0,"24"49,26 26,-1-26,-49-24,25 50,-1-26,1 1,-25-1,-1 26,1-50,0-1,-25-24,25 25,-25 0,25-25,-1-25</inkml:trace>
  <inkml:trace contextRef="#ctx0" brushRef="#br0" timeOffset="154428.81">10120 3919,'0'25,"-24"0,24 0,0 24,24-24,-24 25,25-26,-25 1,25-25,-25 0,25-25,-25-24</inkml:trace>
  <inkml:trace contextRef="#ctx0" brushRef="#br0" timeOffset="154621.84">10195 3597,'0'0,"-25"0,50-25</inkml:trace>
  <inkml:trace contextRef="#ctx0" brushRef="#br0" timeOffset="155028.84">10914 3671,'-25'0,"-24"0,24 0,0 0,-25 0,50 0,-49 0,24 0,0 0,25 0,-25 0,25 0,0 25,0 0</inkml:trace>
  <inkml:trace contextRef="#ctx0" brushRef="#br0" timeOffset="155310.87">10864 3845,'0'0,"-49"0,-1 0,25 0,1 0,-1 0,0 0,0 0,25 0,0 0</inkml:trace>
  <inkml:trace contextRef="#ctx0" brushRef="#br0" timeOffset="156637.94">11361 3473,'24'0,"-24"0,-24 0,24 0,0 24,0-24,-25 25,25 0,-25 0,25 0,0 24,-25-24,25 25,0-25,0 24,0-24,0 0,25 0,-25-1,0 1,25-25,-25 25,25 0,-25-25,24 25,-24-25,25 0,0 0,0 24,0-24,-1 0,-24-24,25 24,0-25,-25 25,50-75,-26 26,1-1,0-49,0 24,-25 26,-25-1,-25-24,1 24,-1 25,1 25,-26 25,50 0,25 0,0 24,100 75</inkml:trace>
  <inkml:trace contextRef="#ctx0" brushRef="#br0" timeOffset="163077.31">15007 2059,'0'-25,"-25"25,25 0,-25-25,25 25,-25 0,25-25,-49 25,49 0,-25 0,0 0,0 0,25 0,-24 25,24-25,-25 0,0 25,0 0,25-25,-25 25,25-25,-24 24,24 26,-25-25,25 0,25-1,-1 1,26 0,24 0,-49-25,25 25,-25-1,24 1,-24 0,0 0,0 0,-25 24,24-24,-24 0,0 0,-24-1,24 26,-25-25,0 0,0-25,-24 0,-1 0,25 0,-49-25,49 0,25 25,-25-25,25 25,0-25,-25 25</inkml:trace>
  <inkml:trace contextRef="#ctx0" brushRef="#br0" timeOffset="163560.34">15751 2307,'0'0,"-25"0,0 0,1 0,-1 0,0 0,0 0,-24 0,49 0,-25 0,0 0,25 0,0 25,-25-25</inkml:trace>
  <inkml:trace contextRef="#ctx0" brushRef="#br0" timeOffset="163831.37">15751 2530,'-50'0,"26"0,-1 0,-25 0,25-25,1 25,-1 0,74-25</inkml:trace>
  <inkml:trace contextRef="#ctx0" brushRef="#br0" timeOffset="164958.43">16644 2158,'0'-25,"0"0,-25 1,0-1,-24 25,24 0,-25-25,26 50,-26 24,25 26,25-26,-25-24,25 25,25-25,0 24,25 1,-1-1,-24 1,25-25,-1 24,-49 26,0-50,-25 0,-24-25,-1 24,1-24,-26 0,50-24,25 24,50-75</inkml:trace>
  <inkml:trace contextRef="#ctx0" brushRef="#br0" timeOffset="165412.46">17016 2456,'-25'0,"25"0,-25 0,1 49,24 1,0-1,24 26,-24-25,25-1,0 1,-25-25,0 24,0-24,0 0,-25 0,0-25,1 0,-1 0</inkml:trace>
  <inkml:trace contextRef="#ctx0" brushRef="#br0" timeOffset="165667.47">17066 2679,'0'0,"-25"25,-25-25,1 0,-1 0,50-25,25 0</inkml:trace>
  <inkml:trace contextRef="#ctx0" brushRef="#br0" timeOffset="165995.49">17735 2580,'-24'0,"-1"0,0 0,-25 0,26 0,-1 24,-25-24,50 0,25 0</inkml:trace>
  <inkml:trace contextRef="#ctx0" brushRef="#br0" timeOffset="166528.51">18182 2183,'0'0,"-50"0,25 0,-24 49,24-24,0 25,25-25,-25 24,25-24,25 25,-25-50,50 49,-50-24,74 0,-24 24,-1 1,-49-25,25 0,0 0,-25-1,0 26,0-25,-25 24,-24-49,24 0,0 0,0 0</inkml:trace>
  <inkml:trace contextRef="#ctx0" brushRef="#br0" timeOffset="166854.54">18479 2654,'-24'25,"24"25,0-26,0 26,0-25,24 24,1-24,0 0,0-25,0 0,0-25,24-99</inkml:trace>
  <inkml:trace contextRef="#ctx0" brushRef="#br0" timeOffset="166994.54">18628 2356,'-24'0</inkml:trace>
  <inkml:trace contextRef="#ctx0" brushRef="#br0" timeOffset="167868.6">18579 3051,'-25'0,"25"0,-75 0,26 25,-1-25,25 0,-24 0,24 0,0-25,0 25,50 0,0 0,49 0,-24 25,24-25,-24 25,0-25,-25 0,-1 0,-48 0,-26 24,0-24,-24 0,24 0,-24 0,49 0,-25 0,1 25,49-25,0 0,49 0,-24 0,25 25,24 0,-24-25,-1 0,1 25,-25-25,-25 0,-75 0,26 0,24 0,-49 0,49 0,-50 24,26 1</inkml:trace>
  <inkml:trace contextRef="#ctx0" brushRef="#br0" timeOffset="169265.68">11633 4217,'0'0,"-24"0,24 0,-25 0,0 0,0 0,-24 0,-1 25,0-25,-24 0,0 24,-1-24,1 0,-1 25,1-25,-25 25,24-25,-24 0,0 25,24-25,-24 0,0 25,0-25,24 0,1 24,-1-24,1 0,24 0,1 0,24 25,0-25,0 0,25 0,0-25,124 1,0-1,25 0,25 0,0 25,24 0,-24 0,-1 0,-24 0,0 0,-50 25,0-25,-49 0,0 0,-75 25,0 0,-25-25,-24 24,-124-24,73 0,-23 0,24 0,0 0,-25 0,25 25,0 0,25-25,24 25,1-25,49 0,0 25,50-25,0 0,74 24</inkml:trace>
  <inkml:trace contextRef="#ctx0" brushRef="#br0" timeOffset="-171389.97">14015 11385,'0'0,"0"0,0-24,-25 24,25 0,-25 0,-25 0,26 0,-1 24,-25-24,25 0,25 25,-24-25,24 25,-25-25,25 25,0 0,0-25,-25 49,25-49,0 25,0-25,25 25,-25-25,0 0,25 25,-1-1,1-24,0 0,-25 25,25-25,0 0,-1 0,-24 25,25-25,-25 0,25 25,0 0,-25-25,0 24,25-24,-25 25,0-25,0 25,0 0,-25 0,25-25,0 24,-25-24,25 25,-25-25,0 25,25-25,-24 0,-26 25,50-25,-25 0,0-25,1 25,24 0,-25-25,0 25,0 0,25-25,-25 25,25 0,0 0,0 0,0 0,25 0</inkml:trace>
  <inkml:trace contextRef="#ctx0" brushRef="#br0" timeOffset="-170637.93">14287 11733,'0'0</inkml:trace>
  <inkml:trace contextRef="#ctx0" brushRef="#br0" timeOffset="-169500.86">14660 11584,'0'0,"-25"0,25 0,-25 0,25-25,-25 25,25 0,-25 0,-24 0,24 0,25 0,-25 0,-24 0,24 0,25 0,0-25,-25 25,25 0,0 0,0 25</inkml:trace>
  <inkml:trace contextRef="#ctx0" brushRef="#br0" timeOffset="-169160.84">14585 11683,'-25'-25,"1"25,-1 0,-50 0,51 0,-26 25,25-25,25 0,-50 0,26 25,-1-25,25 0,25 0,49 0</inkml:trace>
  <inkml:trace contextRef="#ctx0" brushRef="#br0" timeOffset="-167867.77">15379 11162,'-25'25,"25"0,0 49,25 1,-25-1,25 0,-25-24,0 0,0-1,-25-24,25 0,-25-25,25 25</inkml:trace>
  <inkml:trace contextRef="#ctx0" brushRef="#br0" timeOffset="-167530.75">15106 11807,'25'0,"0"0,49-25,-49 25,49 0,1-25,-1 25,-49 0,25 0,-26 0,26 0,-25 0,0 0,-25 0</inkml:trace>
  <inkml:trace contextRef="#ctx0" brushRef="#br0" timeOffset="-166858.72">15230 12030,'25'25,"0"-25,24 0,1 0,-25 0,49 0,-49 0,25 0,24 0,-24 25,-50-25,24 25,1-25,-25 24,-25 1,1 25,-1-50,-25 50,25-50,-24 49,-1 1,1-1,-1-24,-25 25,51-25,24-1,0 1,0-25,0 0,49 25,-24-25,25-25,-1 25,26-25,-50 25,49 0,-49 0,0 0,-1 0,-24 25</inkml:trace>
  <inkml:trace contextRef="#ctx0" brushRef="#br0" timeOffset="-166184.68">16073 10964,'0'24,"-24"1,-1 0,-25 25,25-1,1 1,-1-25,0 49,25 1,0-51,25 51,-25-50,25 49,24-49,-24 24,0-49,0 25,-25 0,24-25,-24 25,25-25,-25 0</inkml:trace>
  <inkml:trace contextRef="#ctx0" brushRef="#br0" timeOffset="-165422.63">16272 11187,'0'25,"0"-25,0 49,0 1,0-25,0 0,25 24,-25-24,24 25,1-1,0-24,0 0,0-25,0 0,24 0,-24-25,0-25,0 26,-1-26,-24 25,25-24,-25-1,0 0,0 1,-25 24,25 0,0 25,0 25,25 25,0-26,0 51,-25-50,25 49,-25-24,0-1,0-24,0 0,0-25,0 25</inkml:trace>
  <inkml:trace contextRef="#ctx0" brushRef="#br0" timeOffset="-165044.62">17140 11187,'0'0,"0"50,0-1,25 26,-25-26,0 26,0-51,25 26,-25-25,0 0,0-50</inkml:trace>
  <inkml:trace contextRef="#ctx0" brushRef="#br0" timeOffset="-164777.59">17264 11361,'25'0,"-50"0,0 0,-24 0,24 0,-50 0,51 24,24-24,-25 0,0 0,0 25,50-50</inkml:trace>
  <inkml:trace contextRef="#ctx0" brushRef="#br0" timeOffset="-164459.58">17363 11137,'25'25,"-25"-25,25 25,0 0,24 24,-49-49,50 50,-25-25,0-25,-1 25,-24-25,25 24,-25-24,25 0,-25 0,25-24</inkml:trace>
  <inkml:trace contextRef="#ctx0" brushRef="#br0" timeOffset="-164172.56">17835 11088,'0'0,"-25"49,25 1,-50 0,25 24,1-24,-1-26,25 1,25-50</inkml:trace>
  <inkml:trace contextRef="#ctx0" brushRef="#br0" timeOffset="-163770.54">17859 10790,'50'0,"0"50,-1 24,1 0,-1 1,-24 24,0-24,-25-1,0-24,-25-26,0 26,1-25,-26 49,25-49,0 0,1 0,24-25,0 0</inkml:trace>
  <inkml:trace contextRef="#ctx0" brushRef="#br0" timeOffset="-163255.51">18529 10740,'0'25,"0"25,0 24,0-49,25 74,-25-74,0 74,25-24,-25-1,25-49,-25 49,24-49,-24 25,50-1,-50-49,50 25,-26 0,26-25,-25 0,24-25,-24 0,25-49,-25-75</inkml:trace>
  <inkml:trace contextRef="#ctx0" brushRef="#br0" timeOffset="-162939.49">18802 10988,'-25'0,"-24"0,-26 0,1 0,24 0,-24 0,24 25,25-25,0 0,1 25,24-25,0 0</inkml:trace>
  <inkml:trace contextRef="#ctx0" brushRef="#br0" timeOffset="-155374.06">13692 13171,'-25'-25,"1"25,-26-24,0 48,1-24,24 25,0 25,0-25,25 0,0 24,25-24,0 25,0-1,24 1,-24-1,25 26,-50-50,25 24,-25 1,-25-1,-25 1,1-25,-1-25,-24 0,24 0,0 0,50 0,-24 0,24-25,0 25,24-25</inkml:trace>
  <inkml:trace contextRef="#ctx0" brushRef="#br0" timeOffset="-154852.03">13990 13568,'0'-49,"0"49,-25 0,0 0,0 0,1 0,24 24,-25-24,25 50,-25 0,25-1,0 1,0-1,0 1,0 0,0-1,0 26,-25-51,25 26,-25 0,25-26,-24 26,24-100</inkml:trace>
  <inkml:trace contextRef="#ctx0" brushRef="#br0" timeOffset="-154558.01">13767 13866,'24'25,"1"-25,25 0,-1 0,-24 24,25-24,-50 0,25 0,-25 25,0-50</inkml:trace>
  <inkml:trace contextRef="#ctx0" brushRef="#br0" timeOffset="-154079.99">14263 13593,'24'0,"1"-25,0 25,0 0,25-25,-1 25,1 0,-25 0,-1 0,-24 0,0 0,25 0</inkml:trace>
  <inkml:trace contextRef="#ctx0" brushRef="#br0" timeOffset="-153491.96">14709 13320,'0'25,"0"0,0 0,0 24,0-24,0 25,25-50,0 49,0 1,-1-25,-24-25,50 24,-25-24,0 0,24-24,-24-1,0 25,0-50,-1 25,1-24,0-1,-25-24,0 49,-25-74,0 74,1 0,-1 0,-25 0,50 25,-49 0,24 0,-25 25,1 0,-1 25,50-25,-25-1,25 1,75-50</inkml:trace>
  <inkml:trace contextRef="#ctx0" brushRef="#br0" timeOffset="-149537.72">15478 13196,'0'0,"25"0,0 0,49-25,1 25,-26 0,-24 0,25 0,-50 0</inkml:trace>
  <inkml:trace contextRef="#ctx0" brushRef="#br0" timeOffset="-149327.72">15528 13320,'25'0,"49"0,-49 0,49 0,-49 0,25 25,-26 0,26-25</inkml:trace>
  <inkml:trace contextRef="#ctx0" brushRef="#br0" timeOffset="-148989.69">16222 12824,'25'0,"-25"50,25-1,-25-24,25 49,-25-49,0 50,0-1,0-24,0-25,0 24,-25-24,25 25,0-50</inkml:trace>
  <inkml:trace contextRef="#ctx0" brushRef="#br0" timeOffset="-148731.68">16049 13419,'24'-24,"51"-1,24 0,-25 0,26 25,-26 0,1 0,-51 25,1 0</inkml:trace>
  <inkml:trace contextRef="#ctx0" brushRef="#br0" timeOffset="-148239.65">16173 13643,'49'0,"26"0,-1 0,-24 0,-1 0,1 24,-25-24,-25 25,-50 25,1 24,-26-24,1-1,-26 26,76-26,-1-24,50-25,-25 0,49 0,26-25,74 1,-125 24,26 0,-25 0,0 0,-1 0</inkml:trace>
  <inkml:trace contextRef="#ctx0" brushRef="#br0" timeOffset="-147580.62">17165 12452,'0'0,"-25"50,-25-1,26 26,-1-26,0 26,25-26,0 50,0-49,0 49,25-24,0-1,24 1,1-26,-25 1,-1-1,1-24,-25 0,0 0,0-50,0 25,0 0</inkml:trace>
  <inkml:trace contextRef="#ctx0" brushRef="#br0" timeOffset="-145844.51">17537 12526,'0'0,"0"0,0 0,0 0,0 0,0 25,-25-25,25 25,-25 0,25-25,0 25,0-25,-25 49,25-24,0-25,0 25,0 0,0-1,0 1,0-25,0 25,0 0,0-25,0 25,0-1,0 1,25-25,-25 25,0 0,0 0,0-1,25-24,-25 25,0-25,25 0,-25 25,0-25,25 25,-25-25,25 0,-25 0,24 0,-24 0,25 0,-25 0,25 0,0 0,-25-25,25 25,-1 0,-24-25,25 25,0-49,-25 24,25 0,-25 0,0 25,0-25,0 1,0 24,0-25,0 25,0 0,0-25,-25 25,25 0,-25 0,25 0,-25 25,25-25,-24 25,-1-25,25 24,-25 1,25 0,0-25,0 25,0 0,0-25,0 24,0 26</inkml:trace>
  <inkml:trace contextRef="#ctx0" brushRef="#br0" timeOffset="-145165.47">18008 12477,'25'0,"74"0,25 25,-49 24,-75-24,-50 49,-49-24,49 24,1 1,98-50,26 24,-75-49,24 25,26 0,-50-25,0 25,-25-1,-24 1,24-25,-50 25,51-25,-26 25,25 0,25-25,-25 0,50 0,0 0</inkml:trace>
  <inkml:trace contextRef="#ctx0" brushRef="#br0" timeOffset="-144759.46">18752 12477,'0'25,"0"-1,0 26,0 0,0-26,0 51,0-1,0-49,0 0,0 24,-24-49,24 25,0-50</inkml:trace>
  <inkml:trace contextRef="#ctx0" brushRef="#br0" timeOffset="-144506.43">18579 12774,'25'-24,"24"-1,1 25,-1 0,1 0,-25 0,49 0,-49 0,0 0,24-25</inkml:trace>
  <inkml:trace contextRef="#ctx0" brushRef="#br0" timeOffset="-143971.4">19149 12502,'0'49,"25"-24,-25 25,25-1,0 1,-25-25,24 24,1-49,0 25,0-25,0-25,-1 25,1-49,0 24,0-25,0 1,-1-1,-24 0,0 1,0 24,0 0,-24 0,-26-24,0 24,1 25,-1 0,1 25,-1 0,25-1,25-24,0 25,25-25</inkml:trace>
  <inkml:trace contextRef="#ctx0" brushRef="#br0" timeOffset="-143477.38">19521 12030,'50'25,"-25"0,24 24,-24 26,25 24,-25 0,24-24,-24 24,0 25,-50-50,25 26,-50-26,26 0,-26 1,0-26,1 1,24-25,0 0,25-25,50-124</inkml:trace>
  <inkml:trace contextRef="#ctx0" brushRef="#br0" timeOffset="-142983.35">20241 12030,'-25'25,"-25"25,25-26,1 51,24-25,-25 49,25 0,0 0,25-49,-1 49,-24-74,50 49,-25-24,24-25,-49-1,25-24,0 25,-25-25,25 0</inkml:trace>
  <inkml:trace contextRef="#ctx0" brushRef="#br0" timeOffset="-142485.32">20340 12378,'49'-75,"1"50,0 25,-1 0,1 0,-1 25,-24 0,0 25,-25-26,0 1,-25 25,0-1,1 1,-1-25,0 0,0-1,25 1,50-25,-1 0,26 0,-1 0,-24-25,-25 25,0-24,-25-1</inkml:trace>
  <inkml:trace contextRef="#ctx0" brushRef="#br0" timeOffset="-141962.29">21084 11956,'25'25,"24"24,1 26,-25 24,-25-74,0 49,0-24,0 24,-25 1,0-1,25-49,-25 24,1-24,-26 25,25-1,25-24,-25 0,25-25,0 0</inkml:trace>
  <inkml:trace contextRef="#ctx0" brushRef="#br0" timeOffset="-141660.28">20910 12378,'0'0,"0"24</inkml:trace>
  <inkml:trace contextRef="#ctx0" brushRef="#br0" timeOffset="-141134.25">20910 12080,'25'0,"0"25,0-1,-25 1,25-25,-1 25,-24 0,50-25,-50 0,25 0,24 0,-24-25,-25 25,0-50,0 26,0-26,-25 25,1-24,-1 24,-25 0,25 25,1 0,-1 25,-25 24,25-24,1 50,48-75</inkml:trace>
  <inkml:trace contextRef="#ctx0" brushRef="#br0" timeOffset="-134376.86">14858 14957,'-25'-25,"25"25,-25-24,1 24,-1-25,25 25,-25 0,0 0,0 0,-24 0,24 0,0 0,0 25,1-1,24 1,-25 0,25 25,0-50,0 49,0-49,25 50,-1-25,1 24,0-24,49 25,-49-26,0 26,0-25,0 25,-25-26,0 26,0-25,0 24,-25-24,0 25,0-50,-24 49,24-49,-25 0,25 0,1-24,-1-1,25 0,-25 0,25 0,0 1,0 24,25-25,24 25,-24 0</inkml:trace>
  <inkml:trace contextRef="#ctx0" brushRef="#br0" timeOffset="-133845.82">15255 15280,'-25'0,"0"0,0 0,1 0,24 0,-25 24,25 1,-25 25,25-25,0 24,25 1,-25 0,0-1,25 1,-25 24,0-24,-25-1,0 1,25 0,-25-1</inkml:trace>
  <inkml:trace contextRef="#ctx0" brushRef="#br0" timeOffset="-133539.81">15032 15652,'0'0,"24"0,1 0,0 0,0 0,0 0,24 0,-24 0,0 0,24 0,-49 0,25 0,0 0,25 0</inkml:trace>
  <inkml:trace contextRef="#ctx0" brushRef="#br0" timeOffset="-133145.78">15503 15304,'25'0,"0"0,24 0,-24 0,25-24,-26 24,26-25,0 25,-26 0,1 0,-25 0,25 0,-25 0,0 25,0-25,-50 24</inkml:trace>
  <inkml:trace contextRef="#ctx0" brushRef="#br0" timeOffset="-132742.76">15577 15453,'0'0,"25"0,0 0,0-24,0 24,-1 0,1 0,0-25,25 25,-26 0,-24 0,25 0,-25 0,-25-50</inkml:trace>
  <inkml:trace contextRef="#ctx0" brushRef="#br0" timeOffset="-129856.6">21233 11733,'-620'595,"520"-471,-98 74,124-123,24 24,-74 25,74-74,1 24,24-49,0 24,25-49,0-24</inkml:trace>
  <inkml:trace contextRef="#ctx0" brushRef="#br0" timeOffset="-129001.55">16520 13742,'-174'248,"100"-149,-50 124,74-148,1-26,-1 51,50-76,-25 1,25-25,0 0,25-99</inkml:trace>
  <inkml:trace contextRef="#ctx0" brushRef="#br0" timeOffset="-122138.16">16470 14734,'-24'50,"-1"-26,0 51,0-50,25-1,-50 51,50-26,-24 26,24-50,0 49,-25-24,25-1,25 1,-25-25,24 49,-24-49,25 25,0-26,-25 1,25 0,0-25,0 25,-1-25,1 0,-25-25,25 25,0-50,0 50,-1-99,1 74,-25-24,0 24,0 0,0-25,0 26,0-1,0 25,0 0,-25 0,25 0,-24 0,-1 25,0-1,0 1,0 25,25-25,-24 0,24 24,0-24,-25 0,25 0,0-1,0-24,25 0,-1-74</inkml:trace>
  <inkml:trace contextRef="#ctx0" brushRef="#br0" timeOffset="-121325.11">16818 14957,'-25'0,"50"-25,-1 25,26-24,0 24,24-25,-24 25,-26 0,-24 25,0-25,0 49,-49-24,-1 25,1-1,24 1,-25-25,50-1,0 1,75-25,-26 0,-24 25,25-25,-26 0,1 25,0 0,-25-1,0 1,-25 25,0-25,-24 0,24-1,-25 1,26 0,-26-25,25 25,0-25,25 0,0 0,0 0,25 25,-25-25</inkml:trace>
  <inkml:trace contextRef="#ctx0" brushRef="#br0" timeOffset="-120776.08">17487 14932,'-25'25,"25"0,0 0,0 24,25 1,-25 24,0-24,0 0,-25-1,25-24,0-25,0 25,25-75</inkml:trace>
  <inkml:trace contextRef="#ctx0" brushRef="#br0" timeOffset="-119849.02">17487 15156,'25'0,"-25"-25,0 25,0-25,0 25,25-50,-25 26,0-1,25 0,0 0,-1 0,1 25,-25-24,25 24,-25 0,25 24,-25-24,0 25,0 0,0 74,0-74,0 0,-25 24,25-24,0 0,-25 0,25 0,0-25,0 0,0-25,25 0,0-25,-25 26,25-26,-1 25,1-24,0-1,0 25,0 0,-1 1,1-1,-25 0,25 25,-25 0,25 0,-25 25,0-25,25 25,-25 24,0 1,-25-50,25 74,0-49,-25 25,25-1,0 26,-25-51,25 26,0-50,0 50,0-25,0-25,0 0,25 24,-25-98</inkml:trace>
  <inkml:trace contextRef="#ctx0" brushRef="#br0" timeOffset="-117241.88">18604 14635,'0'-25,"-25"25,25-25,-25 25,25 0,-25 0,0 0,0 0,25 0,-24 0,-26-25,0 25,26 0,-1 0,-25-24,1 24,24 0,-25-25,-24 25,24 0,25-25,-24 25,-50 0,49 0,0-25,1 25,-50-25,49 25,-25-24,26 24,-174-25,148 25,1 0,-1 0,-73 0,73 0,-24 0,49 0,-123-25,123 0,-49 25,24-25,-73 0,73 1,1 24,-1-25,-98 0,98 25,1 0,0-25,-100 50,99-25,-24 25,50 0,-100-1,50 1,24 0,26 25,-100 24,124-49,-49 25,-75 74,49-25,51-25,24 25,0 50,0 0,50-25,25-25,-1 75,51-25,-51-50,26 25,49 25,49-25,-98-25,49-24,173 148,-98-149,-50-24,0-25,99 24,0-24,-100 0,26-25,99 25,-25-75,-74 50,-1-25,75-24,-24-26,-76 26,-24-26,100-74,-100 75,-25-50,0 25,-74 24,49-49,-49 75,50-100,-51 0,-24 0,25 75,-50-75,25 74,-24-49,-51 0,26 0,24 75,-50-26,26 51,-26-26,26 0,-26 50,75 0,-49 0,-1 25,25-25</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19-08-29T06:57:43.344"/>
    </inkml:context>
    <inkml:brush xml:id="br0">
      <inkml:brushProperty name="width" value="0.05292" units="cm"/>
      <inkml:brushProperty name="height" value="0.05292" units="cm"/>
      <inkml:brushProperty name="color" value="#FF0000"/>
    </inkml:brush>
  </inkml:definitions>
  <inkml:trace contextRef="#ctx0" brushRef="#br0">14759 4812,'0'0,"0"0,-25 0,25 25,-25-25,-24 50,49-50,-50 49,50-24,-25 25,25-26,-25 26,1-25,24 24,0-24,-25 50,25-51,0 1,0 25,25 24,-25-49,24 25,1-26,50 100,-51-99,1 0,25 0,-1 24,-24-24,-25 0,25 0,0-25,-25 0,0-50</inkml:trace>
  <inkml:trace contextRef="#ctx0" brushRef="#br0" timeOffset="640.03">14982 5110,'25'25,"-25"-1,25 1,24 25,-49-25,50 49,-25-24,-1 24,26 0,-25 1,24-26,-49-49,25 0,-25 0,25-24,-25-1,25-25,-25 1,25-1,-25-24,25-75,-1 74,-24 1,25 24,-25 1,0-1,0 50,25 0,0 124</inkml:trace>
  <inkml:trace contextRef="#ctx0" brushRef="#br0" timeOffset="1114.06">15726 5482,'0'25,"0"-25,0 49,0-49,0 75,0-26,25 1,-25-25,25-1,-25 1,25-25,-1 25,1-25,0-25,-25 25,25-25,0 1,-25-51,0 26,24-1,1-99</inkml:trace>
  <inkml:trace contextRef="#ctx0" brushRef="#br0" timeOffset="1264.07">15875 5184</inkml:trace>
  <inkml:trace contextRef="#ctx0" brushRef="#br0" timeOffset="1758.1">16049 4887,'49'49,"-24"-24,0 25,0-26,-1-24,26 75,-25-50,0 24,-1-24,1 49,0-49,-25 25,25 24,-25-49,0 25,0-1,0 1,0-1,0-24,0 25,0-25,0 24,0-24,-25 25,25-25,0-25,-25 24,25 1,0-25</inkml:trace>
  <inkml:trace contextRef="#ctx0" brushRef="#br0" timeOffset="3072.17">14114 6573,'-25'0,"0"0,-24 25,24 0,-25 24,25 26,1-26,-1 51,25-26,0 1,0-1,0 0,25-24,-1 24,1-24,25-25,-25 0,-1-1,1-24,25 25,24-74</inkml:trace>
  <inkml:trace contextRef="#ctx0" brushRef="#br0" timeOffset="3930.22">14635 6796,'0'-24,"-25"24,0 0,-24 24,24 26,0 0,0-1,0 26,1-1,24 1,0-26,24 1,-24-1,25-24,25 0,-25-25,-1 0,1 0,0-25,25-49,-50 24,24 1,-24 24,0-25,0 1,0-26,-24 26,24 24,0-25,0 25,0 0,0 25,-25 0,25 25,0 0,0 0,25 25,-25-1,24 1,-24-25,25 24,0 1,25-25,-26-1,26 1,-25 0,24-25,-49 25,25-25,0 0,0-25,0 25,-1-50,1-24</inkml:trace>
  <inkml:trace contextRef="#ctx0" brushRef="#br0" timeOffset="4433.25">15131 6524,'25'0,"-1"24,-24 1,50 25,-25-25,0 49,-1-24,1-1,-25-24,0 50,0-51,0 51,0-26,-25 26,25-50,-24 24,-1-24,0 25,0-1,25-24,-25-25,25 25,0-25</inkml:trace>
  <inkml:trace contextRef="#ctx0" brushRef="#br0" timeOffset="8902.5">1166 10145,'25'0,"-25"25,0 0,0 24,0-24,0 25,24 24,-24-24,0-25,0 24,0-49,0 50,25-25,-25-25,25 0</inkml:trace>
  <inkml:trace contextRef="#ctx0" brushRef="#br0" timeOffset="10046.57">1290 10269</inkml:trace>
  <inkml:trace contextRef="#ctx0" brushRef="#br0" timeOffset="11389.65">1315 10269,'0'0,"0"0,24 0,-24 0,0 0,0 0,0 25,25-25,-25 0,25 0,-25 0,25 0,0 0,-25 0,24 0,1 0,-25 0,25 0,-25 0,25 0,0 0,-1 0,1 0,0 0,0 0,0 0,-25 0,49 0,-49 0,50 0,24 0,-24 0,-50 0,25 0,0 0,49 0,-49 0,0 0,-1 0,26 0,0 0,-26 0,1 0,25 0,-1 0,1 0,-25 0,49 25,-49-25,49 0,1 0,-1 0,-24 0,24 0,-49 0,74 0,-24 0,98 0,-98 25,-1-25,-24 0,49 0,-25 0,51 0,-101 0,76 0,-51 0,50 0,1 0,-1 0,-50 0,51 0,-51 0,75 0,-49 0,49 0,-75 0,75 0,-99 0,99 0,-25 0,149 0,-173 0,24 0,-49 0,49-25,50 25,-50 0,-25 0,26 0,24 0,0 0,-50 0,75 0,-50 0,25 0,0 0,-25-25,25 25,0 25,-24-25,48 0,76 25,-76-1,-23 1,-1 0,24 0,1 0,0-1,-25 1,25 0,0 0,-50 0,25-1,-50 1,75 50</inkml:trace>
  <inkml:trace contextRef="#ctx0" brushRef="#br0" timeOffset="12645.72">1116 9128,'0'50,"0"24,25 50,-25-49,0 49,0-25,0-50,0-24,25-25</inkml:trace>
  <inkml:trace contextRef="#ctx0" brushRef="#br0" timeOffset="13187.75">1141 9079,'50'-25,"-1"25,-24 0,0-25,24 25,-24 0,25-25,-25 25,24 0,-49 25,25-25,0 25,-25-25,0 25,0-25,0 49,0 1,0-1,0 1,0-25,0 24,25 51,-25-76</inkml:trace>
  <inkml:trace contextRef="#ctx0" brushRef="#br0" timeOffset="14204.81">1563 9203,'24'0,"-24"0,25 0,0 0,-25 0,50 0,-50 24,49-24,-24 0,25 0,-1 0,-24 0,25 0,-1 0,26 0,-50 0,-1 0,51 0,-26 0,1 0,0 0,-26 0,26 0,0 0,-1 0,-24 0,25 0,49 0,-99 0,25 0,0 0,24 0,-49 0,25 0</inkml:trace>
  <inkml:trace contextRef="#ctx0" brushRef="#br0" timeOffset="14914.84">2877 9302,'0'-50,"0"50,0-49,0-1,0 0,0 1,0-26,25 50,-25-24,0 24,25 0,-25 0</inkml:trace>
  <inkml:trace contextRef="#ctx0" brushRef="#br0" timeOffset="15496.88">3026 8731,'25'0,"0"0,0 0,24 25,-24-25,0 0,0 0,24 25,-24-25,0 0,24 0,-24 0,0 0,-25 0,25 0,0 0,-1 0,1 0,-25 0,0 0,25 0,-25 25,0-1,0-24,0 50,25-50,-25 99,0-49,25 0,-25-1,0-24,0 49,0-24,24 24,-24-49,0 50,0-26,0-24,0 25,0-26,0 26,0-25</inkml:trace>
  <inkml:trace contextRef="#ctx0" brushRef="#br0" timeOffset="15850.9">3621 9847,'0'25,"0"-25,-24 0,-1 0,-25 25,25-25,1 0,-26 0,25 0</inkml:trace>
  <inkml:trace contextRef="#ctx0" brushRef="#br0" timeOffset="16445.93">3522 9748,'0'-49,"0"24,-25 0,-24 0,24 25,0 0,0 0,1 25,-1 0,0 24,0-24,0 25,25-50,-24 74,24-24,0-1,0-49,0 50,0-25,0 0,24 24,76-24,-76-25,26 0,-50-25,25 25,24-49,-24-1,-25 25,0-24,0 24,0-25,-25 1,-24-1,49 25,-50 0,1 1</inkml:trace>
  <inkml:trace contextRef="#ctx0" brushRef="#br0" timeOffset="17062.97">3101 9748,'24'0,"-48"0,-1 0,0 0,25 25,-25-25,0 0,-24 0,24 0,-25 0,1 0,24 25,-25-25,-24 0,24 0,1 0,-26 0,26 0,-1 0,-74 25,50-25,24 24,0-24,1 0,-26 0,26 0,-1 0,-74 0</inkml:trace>
  <inkml:trace contextRef="#ctx0" brushRef="#br0" timeOffset="17845.02">1811 9748,'0'-25,"0"25,-25 0,0 0,0 0,25 25,-24-25,24 25,-25 25,25-26,0 26,-25-25,25 24,0-49,25 50,-25-25,25 0,24 0,1-25,-25 0,24 0,26-75,-51 25,-24 1,0 24,0-25,-49 26,24-1,0 25,-49-25,24 50</inkml:trace>
  <inkml:trace contextRef="#ctx0" brushRef="#br0" timeOffset="18398.05">1538 9773,'25'0,"-1"-25,-24 25,0-25,-24 1,-1 24,25 0,-25-25,0 50,0-25,1 0,-1 24,0 1,0 25,0-1,25 1,0-25,0 24,0-49,25 50,0 0,74-1,-74-49,25 0,-50 0,49-24,-24-26,-25 0,0 25,0-24,0 49</inkml:trace>
  <inkml:trace contextRef="#ctx0" brushRef="#br0" timeOffset="18662.06">1364 9748,'-25'0,"25"0,-49 0,-1 25,1-25,-1 0</inkml:trace>
  <inkml:trace contextRef="#ctx0" brushRef="#br0" timeOffset="21015.2">6846 10244,'25'0,"25"25,-1-25,1 0,-1 25,26-25,-26 25,26-25,24 0,-49 0,49 0,-25 0,1 0,-1 0,0 0,1-25,-26 25,26 0,24 0,50 0,-99 0,-1 25,1-25,49 0,-49 0,49 0,-50 0,1 0,24 0,1 0,-26 0,51 0,-51 0,26 0,-50 0,74 0,-25 0,1 0,-51 0,51 0,-26 0,26 25,-26-25,100 24,-124-24,49 0,-24 0,0 0,-1 25,26-25,-50 0,-1 0,1 0</inkml:trace>
  <inkml:trace contextRef="#ctx0" brushRef="#br0" timeOffset="22371.27">1191 10269,'-25'25,"0"0,25 24,-25 1,25 49,0-49,25 24,-25-24,0 24,0-24,0-25,0-1,0 26,0-50,0 0,-25 0,50-99</inkml:trace>
  <inkml:trace contextRef="#ctx0" brushRef="#br0" timeOffset="25426.45">4341 11112,'0'25,"0"0,0 0,0 0,0 24,0 1,-25 0,25-26,-25 26,25-25,-25 0,25-1,-24 26,-1-25,0-25,25 25,-25-1,25-24,0 25,-25-25,25 0,0 25,0-25,0 0,0 0,25 0,-25 0,25 0,-25 0,25-25,0 25,-1 0,1 0,0-25,0 25,0 0,49-24,-24-1,-50 25,24 0,1 0,0 0,-25 0,25 0,-25-25,0 25,25-74</inkml:trace>
  <inkml:trace contextRef="#ctx0" brushRef="#br0" timeOffset="25732.47">4465 11137,'-50'75,"50"-26,0 26,0 24,0-25,0 26,0-1,0-25,0 1,25-26,-25-24,0 0,50-100</inkml:trace>
  <inkml:trace contextRef="#ctx0" brushRef="#br0" timeOffset="26305.5">4688 11534,'0'50,"0"-25,0 24,25 1,-25-1,25-24,-25 25,24-50,1 0,25 25,-25-50,0 25,-1-50,1 25,0-24,0-26,0 26,-1 24,-24-25,0 26,-24-26,-1 0,-50 1,51 49,-26 0,25-25,-25 25,1 25,24 0,25-25,0 24,0 1,50 50</inkml:trace>
  <inkml:trace contextRef="#ctx0" brushRef="#br0" timeOffset="26539.51">5259 11683</inkml:trace>
  <inkml:trace contextRef="#ctx0" brushRef="#br0" timeOffset="27161.55">5457 11361,'0'49,"0"-24,0 25,0 24,25-24,-25-1,25 1,-25-25,24 24,1-24,0-25,25 0,-26 0,1-25,0 0,0-24,0 24,-1-25,-24 50,0-49,-24-75,-1 99,0 0,-25 0,26 1,-1-1,-50 25,51 0,24 0,-25 25,0-1,25 26,25 49</inkml:trace>
  <inkml:trace contextRef="#ctx0" brushRef="#br0" timeOffset="28104.6">6077 11435,'0'25,"0"0,0 24,0-24,25 0,-25 24,0-24,0 25,0-1,0-24,25-25,0 0,-25-49,24-1,-24 0,0 1,25-1,0 1,-25 24,25 25,0 0,-25 25,24 24,1 1,-25-1,0 1,25 0,-25-26,0 1,0-50,0-24,25-1,-25 1,25-1,-1 25,-24-24,25 49,0 0,-25 0,25 0,-25 49,25-24,-1 0,-24 0,0 24,0-49,0 50,0-25,0-1,0-24,0 25,0-50</inkml:trace>
  <inkml:trace contextRef="#ctx0" brushRef="#br0" timeOffset="29606.69">10393 9798,'0'25,"0"-1,0 1,0 25,0-1,0 1,0 25,0 24,0 0,25 75,-25-125,0 1,25 74,-25-75,0 26,25-50,-25 49,0-49,0 0,0-1,0 1,-25 0,25-25</inkml:trace>
  <inkml:trace contextRef="#ctx0" brushRef="#br0" timeOffset="31635.8">3746 11385,'24'0,"-24"0,-24 0,-1 25,0-25,-25 25,-49-25,25 25,49-25,-74 0,74 0,-74 25,-1-25,1 0,25 0,-25 0,24 0,-49-25,-74 25,74 25,74-25,-74 0,50 0,-50 0,0-25,24 25,51 0,-75 0,74 0,-49 0,0 0,24 0,50 0,-49 0,49 0,0 0,1-25,24 25,0 0,24-74</inkml:trace>
  <inkml:trace contextRef="#ctx0" brushRef="#br0" timeOffset="32073.83">1067 10939,'0'25,"0"-1,0 51,24-26,-24 26,0-1,0 50,0-49,0 49,25 0,-25 0,0-50,0 25,0-49,0-25,0-50</inkml:trace>
  <inkml:trace contextRef="#ctx0" brushRef="#br0" timeOffset="33296.9">7020 11609,'49'0,"-49"0,25 0,0 0,0 0,0 24,-1-24,1 0,0 0,49 25,-24-25,-25 0,24 25,1-25,0 0,-1 0,-24 0,49 0,26 25,24-25,-25 0,25 0,-25 0,25 0,0 0,-25-25,25 25,100-25,-100 25,-50 0,50 0,-25 0,1-25,-1 25,0-24,-25 24,26 0,-51 0,50 0,-24 0,-25 0,24 0,-24-25,-26 25,1 0,0 0,0 25</inkml:trace>
  <inkml:trace contextRef="#ctx0" brushRef="#br0" timeOffset="33700.92">10592 11212,'0'74,"0"1,-25-1,25 0,0 26,0-1,0 0,0-25,0 26,0-26,0-24,-25-1,0 1,-24-25</inkml:trace>
  <inkml:trace contextRef="#ctx0" brushRef="#br0" timeOffset="35106">3448 8136,'-50'0,"1"0,-51 0,1 0,-25 25,-25-25,1 0,-26 25,0-25,1 24,-1-24,0 25,26-25,48 0,1 0,49 0,50-25,124-24</inkml:trace>
  <inkml:trace contextRef="#ctx0" brushRef="#br0" timeOffset="35623.03">3497 8136,'-24'-25,"-26"0,0-24,1 24,-1-25,1 1,24 24,-25 0,50 25,0 0,50 50</inkml:trace>
  <inkml:trace contextRef="#ctx0" brushRef="#br0" timeOffset="35956.05">3423 8136,'0'0,"-25"25,0 0,1-1,24-24,-25 50,0-50,25 50,-25-26,0 26,25-50,-24 25,24 0,-25-25,25 0</inkml:trace>
  <inkml:trace contextRef="#ctx0" brushRef="#br0" timeOffset="36671.08">2307 7689,'0'0,"0"25,25 25,-1-25,-24-25,25 24,-25 1,50 0,-50 25,25-26,-1-24,-24 25,0 0,25-25,0 0,-25 0,0-25,25 0,-25 1,0-1,25-25,-25-24,0 49,24-25,-24 26,25-1,-25 0,0 25,0 25</inkml:trace>
  <inkml:trace contextRef="#ctx0" brushRef="#br0" timeOffset="38045.17">4316 8136,'0'0,"25"0,-25 0,25 0,-25 0,0 25,24-25,-24 0,25 0,25 0,-50 0,49 0,-24 0,0 0,0 0,0 0,49 25,-49-25,0 0,24 0,1 0,24 0,-49 0,50 0,-51 0,26 0,-25 0,24 0,-24 0,0 0,25-25,-26 25,1 0,0 0,-25 0,25 0,-25 0,0 0,0 0,-25-25,0 25,0-25,1 0,-1 25,-25-24,25 24,-49-50,49 50,0-25,25 25,-24 0,-1 0,25 0,0 0,0 0</inkml:trace>
  <inkml:trace contextRef="#ctx0" brushRef="#br0" timeOffset="38463.18">5308 8210,'0'0,"-25"0,1 25,-1-25,25 25,-25 0,-25-25,50 25,-24-1,24-24,-25 25,25-25,25-25</inkml:trace>
  <inkml:trace contextRef="#ctx0" brushRef="#br0" timeOffset="39454.25">6077 8186,'0'0,"0"0,25 0,0 0,0 0,-1 0,1-25,0 25,0 0,0 0,-1 0,51 0,-50 0,24 0,-49 0,25 0,49 0,-49 0,25 0,-25 0,24 0,-24 0,0 0,24 0,1-25,-50 25,25 0,-25 0,25 0,-25-25,-25 25,25 0,-25-25,0 25,0-24,25-1,-24 25,-1 0,0-25,0 25,25 0,-25 0,25 0,25 25,-25 0,50-1</inkml:trace>
  <inkml:trace contextRef="#ctx0" brushRef="#br0" timeOffset="39816.25">6871 8210,'0'0,"-25"25,0-25,25 25,-25 0,1 0,24-25,-25 24,25 1,0-25</inkml:trace>
  <inkml:trace contextRef="#ctx0" brushRef="#br0" timeOffset="40795.33">7491 8210,'25'0,"0"0,-25 0,24 0,-24 0,25 0,0 0,0 0,24 25,-49-25,50 0,-50 0,25 0,24 0,1 0,-50 0,50-25,-50 25,49 0,-49 0,25 0,25-24,-50 24,25 0,-25 0,-25-25,0 25,25-25,-25 25,0 0,0-25,1 25,-1-25,0 25,0 0,25 0,-25 0,50 25,-25-25,50 25,-50 0,49 0</inkml:trace>
  <inkml:trace contextRef="#ctx0" brushRef="#br0" timeOffset="41193.35">7987 8260,'25'0,"0"0,-25 0,0 25,25-25,-25 0,-25 25,0-25,0 24,25 1,0 0,-25-25,25 25,0 0,-25-25,25 0,25 0,0 0</inkml:trace>
  <inkml:trace contextRef="#ctx0" brushRef="#br0" timeOffset="42119.4">8632 8210,'0'0,"0"25,25-25,-25 0,0 0,25 0,-1 0,-24 0,25 0,-25 0,50 0,-25 0,-1 0,1 0,0 0,0 0,0 0,-1 0,26 0,-50 0,50 0,-25 0,-1 0,-24 0,25 0,0 0,25 0,-26 0,1-25,0 25,-25 0,0 0,-25 0,25 0,-25 0,1 0,-1-24,0 24,0-25,0 0,25 25,-24 0,24-25,0 25,0 25,0 0</inkml:trace>
  <inkml:trace contextRef="#ctx0" brushRef="#br0" timeOffset="42376.42">9277 8310,'0'0,"0"24,-25 1,0 0,25 0,-24-25,24 25,0-25,-25 24,-25 1</inkml:trace>
  <inkml:trace contextRef="#ctx0" brushRef="#br0" timeOffset="43679.49">7937 8235,'-24'25,"24"-25,-25 0,25 0,-25 0,25 0,-25 0,0 0,25 0,-24 0,-1 0,-25 0,25 0,-24 0,-1 0,25 0,-24 0,-1 0,1-25,24 25,-25 0,25-25,1 25,-1 0,50 0,-1 0,-24 0,25 0</inkml:trace>
  <inkml:trace contextRef="#ctx0" brushRef="#br0" timeOffset="45466.6">10294 8359,'0'0,"0"0,0 0,-25 0,25 0,0 0,-25 0,25 0,-24 0,24 0,-25 0,0 0,0-25,25 25,-25 0,-24 0,49 0,-25 0,25 0,-25 0,0 0,0 0,25 0,-74 0,74 0,0 0,-25 0,25 0,-25 0,25 0,0 0,0 0,25-24</inkml:trace>
  <inkml:trace contextRef="#ctx0" brushRef="#br0" timeOffset="45989.63">10319 8334,'0'0,"0"-24,0 24,-25 0,0-25,0 25,25-25,-24 0,24 25,-50-49,25 24,0 0,25 25,0 0,0 0,25 0,0 50</inkml:trace>
  <inkml:trace contextRef="#ctx0" brushRef="#br0" timeOffset="46284.64">10393 8384,'-25'0,"25"25,-24 0,24-1,-25 1,0 0,0 0,25-25,0 25,0-1,0-24,0 0,0 0,-25 0</inkml:trace>
  <inkml:trace contextRef="#ctx0" brushRef="#br0" timeOffset="67732.87">10740 7937,'25'25,"-25"0,0 0,25-25,-25 50,0-26,25 1,0 0,-1 49,1-49,0 25,0-25,0-1,-1 1,-24 25,25-50,-25 25,25-1,-25 1,0-25,25 0,-25 0,0-25,0 25,0-74</inkml:trace>
  <inkml:trace contextRef="#ctx0" brushRef="#br0" timeOffset="68068.89">11187 7838,'0'50,"0"24,-25 26,0-26,0 25,25-24,-24-1,-1-24,0-1,25-24,0 0,0-25</inkml:trace>
  <inkml:trace contextRef="#ctx0" brushRef="#br0" timeOffset="68528.89">11435 8285,'0'-50,"-25"25,25 25,-25 0,25 25,-24 0,24 25,0 24,24-24,-24 24,25 0,0 1,-25-26,0 1,0 0,-25-26,25 1,-25-25,1 0,-51 0,75-25</inkml:trace>
  <inkml:trace contextRef="#ctx0" brushRef="#br0" timeOffset="68827.92">11584 8607,'-25'-25,"0"25,-24 0,-1 25,0-25,26 0,-1 0,25-25,-25 25,25-24,0 24</inkml:trace>
  <inkml:trace contextRef="#ctx0" brushRef="#br0" timeOffset="69205.95">12030 8334,'0'25,"-25"-25,-24 25,49-25,-25 0,-25 0,26 0,-1 0,0 0,0 0,25 0,0 25</inkml:trace>
  <inkml:trace contextRef="#ctx0" brushRef="#br0" timeOffset="69459.97">12055 8582,'0'25,"-25"0,0-25,1 0,-1 0,0 0,-25-25,26 25,24 0,0-25</inkml:trace>
  <inkml:trace contextRef="#ctx0" brushRef="#br0" timeOffset="70144">12328 8260,'25'-25,"0"0,-1 25,1-24,0 24,0 0,0-25,-1 25,1 25,-25-25,25 24,0 1,0 0,-25 0,0 0,0 49,-25-24,0-1,0 1,25-1,-25-24,1 25,-26-25,25-25,25 0,-25-25,25 25,25-25,0 0,0 25,0 0,24 0,-24 25,25 0,-26 0,1-1,-25-24</inkml:trace>
  <inkml:trace contextRef="#ctx0" brushRef="#br0" timeOffset="70335.02">12898 8632,'-24'25,"24"-25</inkml:trace>
  <inkml:trace contextRef="#ctx0" brushRef="#br0" timeOffset="71541.09">13196 8260,'0'0,"0"-25,-25 25,-24 0,49 25,-25-25,25 25,0 0,0-1,0 26,0-25,25 24,-1-49,1 50,25 0,-25-1,-25-24,25 0,-25 0,24-1,-24 1,0 25,0-50,-24 74,-1-49,0-25,0 0,25 0,-25-25,25-24,25 24,-25-25,50 1,-25 24,-1-25,1 1,0-1,0 25,0-24,-1 24,1 0,-25 0,25 25,-25 25,-25-25,25 25,0 24,-25 1,25-25,0 0,25 24,-25-24,25 0,0-25,0 25,24-25,-24 0,0 0,0 0,-1-25,1-25,-25 1,25-1,-25 25,-25-24,25 24,-25 0,1-25,-26 50,25 0,0 50,1-25,-1 49,25 100</inkml:trace>
  <inkml:trace contextRef="#ctx0" brushRef="#br0" timeOffset="72934.17">14213 8310,'0'0,"0"24,0 1,0 0,0 0,0 0,0-1,0 1,0 25,0-25,0 24,0-24,0 0,0 0,0-1,0 1,0-25,0 0,0 0,0 0,0 0,25-25,-25 1,0-1,0 0,0 0,0 0,25 1,-25-26,0 50,0-25,0 0,24 25,-24-24,25 24,0 0,0 49,0 1,-25-1,0 26,0-26,0-49,0 0,25-74,-25 0,24 24,1 0,0 26,0 24,0 49,-1 26,-24 49,0-75,0-24,0-25</inkml:trace>
  <inkml:trace contextRef="#ctx0" brushRef="#br0" timeOffset="73489.2">14957 8458,'0'-24,"-25"24,25 0,-24 24,-1 1,0-25,0 50,25-50,0 25,25 24,0-24,0-25,-1 25,-24 0,50-1,-50 1,25-25,-25 25,0-25,0 25,-25-25,0 25,0-1,25-24,-24 0,-1 0,0-24,0 24,0-75</inkml:trace>
  <inkml:trace contextRef="#ctx0" brushRef="#br0" timeOffset="73843.22">15007 8136,'-25'0,"0"-25,0 25,1-25,-1 25,25 0</inkml:trace>
  <inkml:trace contextRef="#ctx0" brushRef="#br0" timeOffset="74232.23">15255 8012,'25'25,"-25"24,0 26,0-50,0-1,0 1,0 0,0 0,0 0,0-25,-25 0</inkml:trace>
  <inkml:trace contextRef="#ctx0" brushRef="#br0" timeOffset="-111214.53">17711 3473,'0'24,"-25"-24,25 50,-25 24,0 1,0-25,1 49,24-50,-25 26,25-1,-25-24,25-25,0-1,0-24,0 25,0-50</inkml:trace>
  <inkml:trace contextRef="#ctx0" brushRef="#br0" timeOffset="-110706.5">17686 3547,'49'25,"-24"0,0 74,25 0,-1 0,-24-49,25 24,-50-49,0 25,0-25,0-1,0-24,0 0,0 25,-50-25,0 0,1 0,24 0,-49 0,24 0,0 0,1 0,49-25,99 1</inkml:trace>
  <inkml:trace contextRef="#ctx0" brushRef="#br0" timeOffset="-110241.47">18033 3696,'0'-25,"25"0,0 0,-25 25,49 0,-49 0,50 25,-25 25,24 0,-49-26,50 51,-25-26,-1 26,26-26,-25 26,0-50,24-1,-24 1,0 0,0-25,0 0,-1-25,1 0,0-24,0-26</inkml:trace>
  <inkml:trace contextRef="#ctx0" brushRef="#br0" timeOffset="-109980.46">18554 3721,'-50'25,"1"-1,24 1,0 25,0 24,-24 1,49-1,-25-49,0 24,25-24,-25 0,25-25,25-50</inkml:trace>
  <inkml:trace contextRef="#ctx0" brushRef="#br0" timeOffset="-109610.44">19100 3746,'0'0,"-25"0,-25 0,1 24,-1-24,25 0,-24 0,24 0,0 0,50 25</inkml:trace>
  <inkml:trace contextRef="#ctx0" brushRef="#br0" timeOffset="-109373.42">19149 3969,'-25'0,"-24"0,24 0,0 0,-24 0,49 0,-25 25,0-25</inkml:trace>
  <inkml:trace contextRef="#ctx0" brushRef="#br0" timeOffset="-108893.4">19447 3646,'0'50,"25"-50,-25 50,0-26,-25 26,25-25,-25 24,25-49,0 25,0-25,25 25,24-25,1 0,-25 0,25 0,-26 0,1-25,25 25,-25-25,-1 25</inkml:trace>
  <inkml:trace contextRef="#ctx0" brushRef="#br0" timeOffset="-108629.38">19745 3621,'-25'0,"25"25,0 50,0-50,0 74,0-50,25 75,-25-24,0-26,0-49,0 0,0-25,49-25</inkml:trace>
  <inkml:trace contextRef="#ctx0" brushRef="#br0" timeOffset="-108106.35">19968 3770,'0'0,"0"-24,0 73,0 1,-25-1,25 1,0 24,25-49,-25 50,49-26,-24-24,0 0,0-25,0 0,-1 0,1 0,25-50,-50 50,25-49,-1-1,-24-49,0 24,-24 26,-26-1,25 25,0 25,-24-24,-1 24,25 0,1 0,-1 24,50 1</inkml:trace>
  <inkml:trace contextRef="#ctx0" brushRef="#br0" timeOffset="-107911.34">20464 4093,'0'-25,"0"25</inkml:trace>
  <inkml:trace contextRef="#ctx0" brushRef="#br0" timeOffset="-107378.31">20637 3820,'0'0,"0"25,-24 24,24-24,0 50,0-51,24 26,1 24,0-49,0 0,25-25,-26 0,26 0,-25 0,24-25,-49 0,25-24,0 24,0-25,-25-24,-25 0,0 24,-24 0,24 26,-50-1,26 25,-1 0,25 0,0 49,25-49,0 25,75 50</inkml:trace>
  <inkml:trace contextRef="#ctx0" brushRef="#br0" timeOffset="-106546.26">21282 3870,'25'0,"-25"24,0 1,0 25,0-25,0-1,25 26,-25-25,0 24,25-49,-25 0,0 0,25-24,-25-1,0-25,0 1,24-1,-24 25,25-24,-25 49,25-25,0 25,0 49,-1-24,-24 25,25-25,-25 24,0 1,0-50,0 0,0 0,25-25,-25-25,0 1,25-26,-25 51,25-1,-1 25,1 0,0 0,0 49,0-24,0 50,-1-1,-24-49,0 0,-24-25,24 0,0 0,-25 0</inkml:trace>
  <inkml:trace contextRef="#ctx0" brushRef="#br0" timeOffset="-105289.19">18107 4713,'0'25,"0"-1,0 1,25 25,-25-25,0 49,0-24,25 24,-25-24,0 24,25-24,-25 24,0-24,25-1,-25 26,0-26,24 26,1-26,-25-49,50 0,-25-24,24-26,-24 0,0 1,24-1,1-24</inkml:trace>
  <inkml:trace contextRef="#ctx0" brushRef="#br0" timeOffset="-105026.18">18405 5159,'-74'0,"-26"-24,-24 24,25 0,74 0,1 0,-1 0</inkml:trace>
  <inkml:trace contextRef="#ctx0" brushRef="#br0" timeOffset="-104675.16">19149 5110,'0'0,"-25"0,-49 0,49 0,-24 0,-1 0,25 25,-24-25,24 0,0 0,50 24</inkml:trace>
  <inkml:trace contextRef="#ctx0" brushRef="#br0" timeOffset="-104415.14">19149 5333,'-25'25,"1"-25,-51 0,50 0,-24 0,24 0,0 0,100-25</inkml:trace>
  <inkml:trace contextRef="#ctx0" brushRef="#br0" timeOffset="-103608.1">19695 4936,'0'-25,"0"25,-25 25,0 25,1-1,24-24,0 25,0-25,24-1,26 51,0-50,-26 24,26 1,-25-25,0-1,-1 26,1-25,-25 0,0-1,-25 1,1 0,-26 0,0-25,50-25,-24 0,-1 0,25-24,25 24,-1-25,-24 26,25-26,0 25,0-49,0-1,-25 26,0 24,0-25,-25 26,-25-26,25 25,-24 0,24 25,25 75</inkml:trace>
  <inkml:trace contextRef="#ctx0" brushRef="#br0" timeOffset="-103414.08">20191 5358,'-25'-25,"25"-25</inkml:trace>
  <inkml:trace contextRef="#ctx0" brushRef="#br0" timeOffset="-102959.06">20340 5011,'0'0,"0"49,-25-24,50 25,0-26,24 26,1-25,-1 24,-24-24,25 0,-25 0,-1 0,-24-1,0 1,-24 0,-1 0,-25-25,1 0,24 0,-50 0,51-50</inkml:trace>
  <inkml:trace contextRef="#ctx0" brushRef="#br0" timeOffset="-102734.05">20637 4936,'0'0,"0"0,-49 0,-26 0,26 0,-1 25,1-25,49 0</inkml:trace>
  <inkml:trace contextRef="#ctx0" brushRef="#br0" timeOffset="-102262.02">20886 5060,'0'0,"-25"25,25 25,-25-26,25 26,0 0,0 24,25-49,0 0,-1-1,1 1,50-25,-1 0,-49-49,0-1,-1 0,-24 1,-24-26,-1 26,-25-1,25 25,-24 1,-1 24</inkml:trace>
  <inkml:trace contextRef="#ctx0" brushRef="#br0" timeOffset="-101509.98">21605 5035,'0'-24,"0"24,-25-25,0 25,-24 0,-1 25,0-1,50-24,-24 25,24 0,0-25,0 25,24 0,1-1,25 26,-25-25,24 0,1 24,-25-24,-25 0,0 24,0-24,0 0,-50-25,-49 0,74 0,0-25,0 25,25-25,0 25,75 75</inkml:trace>
  <inkml:trace contextRef="#ctx0" brushRef="#br0" timeOffset="-98903.83">18157 6176,'25'0,"-25"25,25 0,24 25,-24-1,49 26,-24-1,24 25,-49-74,25 74,-25-74,0 0,-1 0,-24-25,25-50</inkml:trace>
  <inkml:trace contextRef="#ctx0" brushRef="#br0" timeOffset="-98612.81">18777 6152,'0'0,"-25"49,25 1,-24 49,24 25,-25 0,0-74,0 24,25-24,-25-1,1-24,48-25</inkml:trace>
  <inkml:trace contextRef="#ctx0" brushRef="#br0" timeOffset="-98209.79">19025 6598,'-25'-25,"25"25,-24 0,-1 25,25 0,0 0,25 49,-25-24,24 24,26 25,-25-24,0-50,-25 49,0-49,0 24,-25-24,0 0,0 0,-24-25,24 0,-25-124</inkml:trace>
  <inkml:trace contextRef="#ctx0" brushRef="#br0" timeOffset="-97931.77">19174 6846,'-50'25,"1"-25,-26 0,1 0,24 0,26 0,48-25</inkml:trace>
  <inkml:trace contextRef="#ctx0" brushRef="#br0" timeOffset="-97569.75">19794 6474,'-25'0,"25"25,-49-25,-1 25,-24-25,49 0,0 0,0 0,0 0,1 24</inkml:trace>
  <inkml:trace contextRef="#ctx0" brushRef="#br0" timeOffset="-97304.73">19819 6672,'-50'25,"1"-25,24 0,-49 0,49-25,-25 25,25 0,0 25,25-25,0 25,50 25</inkml:trace>
  <inkml:trace contextRef="#ctx0" brushRef="#br0" timeOffset="-95568.64">20265 6325,'0'-25,"0"1,25 24,-25-50,0 25,25 0,0 1,0 24,-1 0,1 0,0 0,0 0,0 24,-1 1,-24 25,0-1,0-24,0 50,0-51,-24 76,-1-51,-25 26,25-26,1-24,-26 25,25-50,-24 24,24-24,-25-49,50 49,0 0,0-25,25 0,0 0,24 1,1-1,0 25,24 25,-49-1,0 1,-1 0,-24-25</inkml:trace>
  <inkml:trace contextRef="#ctx0" brushRef="#br0" timeOffset="-95375.63">20886 6672,'0'-74</inkml:trace>
  <inkml:trace contextRef="#ctx0" brushRef="#br0" timeOffset="-94413.57">21109 6152,'0'0,"-25"0,-25 0,26 0,-1 49,25-24,-25 25,50-26,0 26,-1-25,1 24,0-24,25 25,24-1,-49 1,0-25,-25 24,0-24,0 0,0 0,-25 0,0-1,-25-24,1-49,49 24,0-49,0 24,25 25,24-24,-24 24,25-25,-26-24,26 24,-25 25,0 1,-1-1,-24 0,25 0,-50 25,25 25,0 0,-24 0,24 49,0-49,49 74,-24-74,0 24,24-24,1-25,-25 25,24-50,-24 0,0-24,0-26,-25 1,-50 24,25-24,-24 24,-1 26,1 24,-1 0,25 24,25 26,0-25</inkml:trace>
  <inkml:trace contextRef="#ctx0" brushRef="#br0" timeOffset="-93577.52">22027 6201,'24'-25,"-24"50,25 50,-25-26,25 26,-25 24,25-50,-25 1,0-25,25-75,-25 1,24-26,-24 26,25-26,-25 26,25 24,0 0,0 25,-1 25,1 24,0 26,-25-26,0 26,0-26,25-49,-25-24,0-26,0-24,25-1,-1 26,1 24,0 0,25 25,-1 25,1 49,-50-24,25-1,-25 26,0-26,0-49,-25 0,25 25,25-74</inkml:trace>
  <inkml:trace contextRef="#ctx0" brushRef="#br0" timeOffset="-93122.5">23044 6201,'24'-25,"-48"25,-1 0,0 25,0 0,25 0,-25 0,1 24,48 1,-24-25,25 24,0-24,0 25,0-1,-1 1,1-25,-25-1,0 1,0 0,-25 0,1-25,-1 0,0 0,-74-25,49-25,25-24</inkml:trace>
  <inkml:trace contextRef="#ctx0" brushRef="#br0" timeOffset="-92755.47">23217 5904,'-25'0,"-24"24,24-24,-25 0,26 0,-1 0,0 0,25 0,-25 0</inkml:trace>
  <inkml:trace contextRef="#ctx0" brushRef="#br0" timeOffset="-92427.46">23440 5854,'0'25,"0"0,0 24,0-24,0 49,0-49,0 0,0-25,25 0,-25 50</inkml:trace>
  <inkml:trace contextRef="#ctx0" brushRef="#br0" timeOffset="-45367.76">16669 8285,'-25'25,"25"-25,-25 49,0-24,-24 25,-1-1,1 1,49-1,-25 1,0-50,25 50,0-26,25 1,0 0,24 0,1 0,49-1,-25-24,26 25,-76-25,26 25,-50-25,25 0</inkml:trace>
  <inkml:trace contextRef="#ctx0" brushRef="#br0" timeOffset="-45081.75">16644 8458,'0'0,"0"75,25 24,0 0,-25-24,24 24,-24-50,0 51,0-51,0-24,0 0,25-50,25-74</inkml:trace>
  <inkml:trace contextRef="#ctx0" brushRef="#br0" timeOffset="-44588.72">16991 8508,'0'25,"0"24,-25-24,25 50,0-1,25 0,-25-49,25 25,-25-25,50-25,-26 24,26-48,0 24,-1-50,-24 25,25-24,-1-26,-24 1,-25 49,0-25,-25 26,0-26,-99 0,50 50,24 0,1 25,24 0,0 0,25 0,-25 24,50-49</inkml:trace>
  <inkml:trace contextRef="#ctx0" brushRef="#br0" timeOffset="-44173.7">18132 8533,'-49'0,"-1"-25,-24 25,-1 0,26 25,-1-25,25 25,0-25,25 24,25 1</inkml:trace>
  <inkml:trace contextRef="#ctx0" brushRef="#br0" timeOffset="-43952.68">18132 8731,'-74'0,"-25"0,-1 0,26 0,49 25,0-25,75 25</inkml:trace>
  <inkml:trace contextRef="#ctx0" brushRef="#br0" timeOffset="-41800.56">18703 7937,'0'0,"-25"25,0-25,0 25,-24 0,24 0,0 24,0-24,0 50,-24-26,24 75,25-49,0-26,0 1,0 24,25-24,-25-25,25 24,-1 1,26 24,-25-49,0 0,0 0,-1-25,1 24,0-24,0 0,0 0,-25 0,24 0,-24 0,50-74</inkml:trace>
  <inkml:trace contextRef="#ctx0" brushRef="#br0" timeOffset="-41144.52">18926 8111,'0'0,"0"-25,0 50,50 74,-26-49,1 0,25-1,-25 1,24 24,26 1,-26-1,-24-24,0-26,0 1,-50-25,25-25</inkml:trace>
  <inkml:trace contextRef="#ctx0" brushRef="#br0" timeOffset="-40786.5">19546 7987,'0'0,"0"25,0 0,-25 49,0-24,1-1,24 26,-50 24,25-49,0 24,25-49,-49 74,49-74,-25 0,25-1,0 1,0-25,0 0,74 0</inkml:trace>
  <inkml:trace contextRef="#ctx0" brushRef="#br0" timeOffset="-40491.49">19571 8582,'0'0,"0"0,0 25,0 0,0 25,0-26,0 26,0-25,25 24,-25-24,25-25,-25 25,24-25,1 0,0 0,-25-25,50-24,-50-1,24 0,1-123</inkml:trace>
  <inkml:trace contextRef="#ctx0" brushRef="#br0" timeOffset="-40365.49">19720 8210,'0'50</inkml:trace>
  <inkml:trace contextRef="#ctx0" brushRef="#br0" timeOffset="-39968.46">20290 8161,'0'25,"0"24,25 50,-25-49,0 24,0-49,0 50,0-1,0-49,0-25,25-50</inkml:trace>
  <inkml:trace contextRef="#ctx0" brushRef="#br0" timeOffset="-39752.44">20414 8334,'-49'0,"24"25,-50-25,51 25,-76 0,51-25</inkml:trace>
  <inkml:trace contextRef="#ctx0" brushRef="#br0" timeOffset="-39188.42">20687 8062,'25'-25,"0"25,-25 0,49 0,-24 0,25 25,-25 24,-1 26,-24-51,25 76,-25-51,-25 26,-24-1,-1-24,25-26,-24 26,24-50,0 0,0-25,25 25,0-25,25-24,-25 24,99-25,-49 50,0 25,-26 0,26 0,-25 0,-25-1,0 1</inkml:trace>
  <inkml:trace contextRef="#ctx0" brushRef="#br0" timeOffset="-39029.4">21258 8310,'24'-50</inkml:trace>
  <inkml:trace contextRef="#ctx0" brushRef="#br0" timeOffset="-38179.36">21481 7913,'-25'24,"0"26,25-25,0 0,0 49,0-49,25 25,0-1,24 1,-24-25,25 49,-25-49,-1 24,-24 1,0 0,0-26,-24 1,-1-25,-25 0,1 0,24-25,0 25,25-49,25 24,0-25,24 1,26-1,-51 25,26-49,0 49,-1-24,-24-1,0 0,0 26,-25-1,0 25,0-25,-25 25,25 25,0 24,-25 26,25-1,25-24,0-1,74 26,-49-75,-1 0,-24-25,0-49,-25-1,0 1,-50-1,-24 26,24 24,-24 25,-25 50</inkml:trace>
  <inkml:trace contextRef="#ctx0" brushRef="#br0" timeOffset="-37750.33">22101 7689,'99'25,"-49"25,-1 24,1 25,-25 26,-25-1,0 0,-25 0,0-50,-24-24,24-1,0-49,0 25,50-99</inkml:trace>
  <inkml:trace contextRef="#ctx0" brushRef="#br0" timeOffset="-36892.28">22796 7714,'0'-25,"0"25,-25 50,0-25,0 24,0 1,25 0,0-1,25-24,0 0,0 49,24-24,1 24,-25-49,24 50,-49-51,25 26,-25 0,0-26,-25-24,1 25,-1-25,-74-49,49 24,25-25,25 25,0-24,0 24,25-25,25 1,-1-26,-24 51,25-51,-26 50,1 0,-25-24,0 24,0 0,-25 0,1 1,-51 24,-49 0,74 49</inkml:trace>
  <inkml:trace contextRef="#ctx0" brushRef="#br0" timeOffset="-36688.27">23217 8136,'0'0,"-25"0</inkml:trace>
  <inkml:trace contextRef="#ctx0" brushRef="#br0" timeOffset="-36141.24">23366 7789,'0'24,"0"1,-25 0,25 0,-25 24,25 1,0-25,25 0,-25 0,50-1,-25 1,-1-25,51 25,-50-25,24 25,1 0,-25-1,-1-24,-24 25,0 0,0 0,-49 49,24-49,0 0,-24-25,24 0,-25 0,1-25,24-25,25-24</inkml:trace>
  <inkml:trace contextRef="#ctx0" brushRef="#br0" timeOffset="-35754.21">23763 7789,'0'0,"-50"24,1-24,-51 0,51 0,24 0,0 0,25 0,0 25</inkml:trace>
  <inkml:trace contextRef="#ctx0" brushRef="#br0" timeOffset="-33867.11">23713 9004,'0'0,"-74"0,-1 25,1-25,-100 25,-24-25,49 0,0 0,-99 0,75 0,-1 0,100 0,-100 0,75 0,-100 0,26 0,-26 0,100 0,-99 0,98 0,-272-25,174 25,-1 0,100 0,-74 25,73-25,-73 0,24 0,0 0,75 0,-50 25,74-25,-24 0,-1 0,26 0,24 0,0 0,25 0,0 0,0 24,25-24,-25 25,25-25</inkml:trace>
  <inkml:trace contextRef="#ctx0" brushRef="#br0" timeOffset="-32819.06">21109 9451,'25'0,"-25"-25,0 0,49-25,-24 50,0-24,24 24,-24 0,25 0,-1 0,-24 24,0-24,0 50,0-25,-1 24,1 1,-25 24,0-49,-25 50,-24-1,-1-24,1-1,-26-24,26-25,-26 0,50 0,-24 0,-1-25,25 25,25-25,0 1,0 24,0-50,25 25,25 0,-50 25,74 0,-49 0,25 25,-1 25,26-1,-51-24,51 0,-1 0,-24 0,24-25,-24-25,0 25,-26-25,1-74</inkml:trace>
  <inkml:trace contextRef="#ctx0" brushRef="#br0" timeOffset="-27596.75">16942 10616,'24'25,"26"25,-25-1,24 1,1 24,0 1,-1-1,-24-24,0-1,24-24,-49-25,50-49</inkml:trace>
  <inkml:trace contextRef="#ctx0" brushRef="#br0" timeOffset="-27250.73">17487 10517,'0'0,"0"50,-25-25,1 74,24-74,-25 74,-25 0,25 0,1-74,24 49,-25-49,25 25,0-25,0-25,25 25,-25-25,49-25</inkml:trace>
  <inkml:trace contextRef="#ctx0" brushRef="#br0" timeOffset="-26905.71">17587 11088,'0'0,"-25"49,25 1,0 0,25-1,-25-24,24 25,1-50,0 24,0-24,-25 0,25-24,-1-26</inkml:trace>
  <inkml:trace contextRef="#ctx0" brushRef="#br0" timeOffset="-26732.7">17760 10740,'0'25</inkml:trace>
  <inkml:trace contextRef="#ctx0" brushRef="#br0" timeOffset="-26316.67">18355 11038,'0'0,"-24"0,-1 0,-25 0,25 0,1 0,-1 0,0 0,0 25,-24-25,24 0,25 0,0 0,0 0</inkml:trace>
  <inkml:trace contextRef="#ctx0" brushRef="#br0" timeOffset="-26016.66">18355 11187,'-49'0,"-1"0,50 0,-25 0,1 0,-1 0,0-25,25 25,0 0,0 25</inkml:trace>
  <inkml:trace contextRef="#ctx0" brushRef="#br0" timeOffset="-21234.38">18901 10691,'-25'49,"1"1,24 24,0-24,-25 24,25-24,25 74,-25-49,24 24,-24-50,25 1,0-25,0 24,0-24,-1-25,1 0,0-25,0 25,0-24,24-26,-49 0,25 26,-25-26,0-24,0 74,0-25,-25 0,0 25,1 0,-1 25,25 0,0 24,-25 1,25-25,25-1,-25 1,0 0,25 0</inkml:trace>
  <inkml:trace contextRef="#ctx0" brushRef="#br0" timeOffset="-21032.37">19372 11435,'0'0</inkml:trace>
  <inkml:trace contextRef="#ctx0" brushRef="#br0" timeOffset="-20310.34">19670 10864,'0'0,"-25"75,25-50,-24 49,24-49,-25 74,25-24,0-26,25 1,-1-1,-24-24,25 25,0-1,0-24,-25 0,25-25,-1 25,1-50,0 0,0 0,0 1,-1-26,-24 25,0-24,0 24,-24 0,24 25,0 0,-25 0,25 0,-25 25,25 0,0-1,0 26,0 24,0-24,25 0,-25-50,25 24,-25-24,24 0</inkml:trace>
  <inkml:trace contextRef="#ctx0" brushRef="#br0" timeOffset="-19970.32">20117 10840,'0'49,"24"26,-48-1,48 25,-24 1,0-1,0 0,0-25,25 1,-25-26,25-49</inkml:trace>
  <inkml:trace contextRef="#ctx0" brushRef="#br0" timeOffset="-19037.27">20563 11162,'0'50,"0"24,0 1,0-26,0 26,0-26,0 1,0-25,25-25,-25 0,25-50,-25 25,24-74,-24 25,25-1,-25 50,25-49,-25 49,0 0,25-24,-25 24,0 25,25 25,-25-1,0 26,25 0,-25 24,0-24,0-25,24-1,-24 1,0-25,25 0,0 0,-25-49,25-1,0-24,-25 49,24-25,-24 25,25 0,0 25,-25 50,25 0,-25-1,0 51,25-26,-25-24,0 24,0-49,0-25,49-25</inkml:trace>
  <inkml:trace contextRef="#ctx0" brushRef="#br0" timeOffset="-18453.22">21456 11137,'-25'0,"0"0,1 25,-1 0,25 0,-25 0,0-1,25 26,25-25,0 24,-25-24,25 0,-1 0,1 0,0-1,0 1,-25 0,25 0,-1-25,1 25,-25-1,0-24,0 0,0 50,-25-50,1 0,-1 25,0-25,25 0,-50 0,26-25,-1 25,-25-25</inkml:trace>
  <inkml:trace contextRef="#ctx0" brushRef="#br0" timeOffset="-18072.2">21555 10864,'0'0,"-25"0,1 0,24 0,-25 25,0-25,25 0,0 0,-25 0,25 0,-25 0,25 0,0 25</inkml:trace>
  <inkml:trace contextRef="#ctx0" brushRef="#br0" timeOffset="-17671.18">21779 10592,'24'24,"-24"51,0-26,0 26,0-1,25 1,-25-26,0-24,0 0,0 0,0-25,-25 0</inkml:trace>
  <inkml:trace contextRef="#ctx0" brushRef="#br0" timeOffset="48309.59">13841 12005,'-25'-24,"-24"24,-1-25,0 25,1 0,-1 25,25-1,-24 51,24-26,0 26,25-1,25 1,-25-26,50 1,-1-25,1 0,-25-25,-1-25,26 0,0-74,-50 24,24 1,-24-1,-24 1,24 49,0 25,0 0,-25 50,25 24,0 1,25-26,-1 26,1-26,0 1,0-25,24 0,1-25,-25 0,0-25,49-50,25-24</inkml:trace>
  <inkml:trace contextRef="#ctx0" brushRef="#br0" timeOffset="48649.61">14660 12179,'-25'0,"0"0,-25 0,26 0,-26 0,0 0,26 25,-1-25,25 0</inkml:trace>
  <inkml:trace contextRef="#ctx0" brushRef="#br0" timeOffset="48921.63">14684 12378,'-49'0,"24"0,0 0,0 0,1 0,-1 0,0 0,25 0,-25 0,25 0</inkml:trace>
  <inkml:trace contextRef="#ctx0" brushRef="#br0" timeOffset="53101.87">15404 11906,'0'0,"0"0,0 25,25-25,-25 0,0-25,0 25,-25 0,25 0,0 0,0 0,0 0,0 0,0 0,0 0,0 0,0 0,0 0,0 0,0 0,0 0,0 0,0 0,0 0,0-25,-25 25,25 0,0 0,25 0,-25 0,0 0,0 0,0 0,0 0,0 0,-25 0,25 0,0 0,25 0,-25-24,0 24,25 0,-25 0,0 0,24-25,-24 25,0 0,25 0,-25 0,25-25,-25 25,25 0,-25 0,25-25,-25 25,0 0,24 0,-24 0,25 0,0 0,-25 25,25-25,-25 0,25 25,-25 0,24-25,-24 24,0 26,0-25,0 0,0-1,0 26,0-25,0 0,0 24,-24-24,24 0,-25 25,0-1,0-24,0 0,25 0,-24-1,24 1,-25-25,25 0,-25 25,0-25,25 0,-25 0,25 0,-24 0,24 0,0 0,0 0,-25-25,50 25,-1-25,-24 1,25 24,0 0,-25 0,50 24,-50 1,24 0,1 0,-25 0,25-1,-25-24,25-24,-25-1,49-99</inkml:trace>
  <inkml:trace contextRef="#ctx0" brushRef="#br0" timeOffset="53272.88">15925 12278,'-25'0,"25"25,-25-50</inkml:trace>
  <inkml:trace contextRef="#ctx0" brushRef="#br0" timeOffset="54400.94">16247 12105,'0'-50,"0"50,-25 0,25 0,-25 0,1 25,-1-25,25 25,0-1,25 1,-1 25,1-25,25 24,-25-24,-1 25,1-1,-25 1,25 0,-25 24,-25-24,-24-1,49-24,-25-50,0 25,25-49,0-1,0 0,25-24,0 24,24-49,-24 50,25-26,-25 25,-1 1,-24 24,25 0,-50 25,25 0,-49 50,49-1,0 26,0-25,0 24,25 0,-1-24,1 0,0-26,0 26,24-50,-24-25,25 0,-25-24,-1-1,-24-24,0-25,0 49,-24-25,-1 26,-74-1,49 50,25 0,0 0,25 25,0 0</inkml:trace>
  <inkml:trace contextRef="#ctx0" brushRef="#br0" timeOffset="54745.96">17363 12328,'-49'-25,"-1"25,25 0,-24-25,49 25,-50 0,25 0,0 0,25 0</inkml:trace>
  <inkml:trace contextRef="#ctx0" brushRef="#br0" timeOffset="55489">17959 12080,'0'0,"-25"49,0 1,25 25,-25-1,25 0,0 1,0-26,25 26,25-26,-26 1,1 0,25-26,-25 1,24-25,1-25,-25-24,-1 24,-24-25,0 1,0 49,0 25,-24-1,24 1,0 0,0 0,0 0,0 24,-25-49</inkml:trace>
  <inkml:trace contextRef="#ctx0" brushRef="#br0" timeOffset="55682.02">18455 12700,'49'-25</inkml:trace>
  <inkml:trace contextRef="#ctx0" brushRef="#br0" timeOffset="56270.05">18802 12254,'0'24,"-25"51,25-26,-25 26,25-50,0 74,0-25,25-24,-25-25,25 49,-25-74,25 25,24-25,1 0,-25-25,0 0,-25-24,24-1,1 25,0 0,-25 1,0 24,-25 0,0-25,1 25,24 25,0-1,0 26,0-25,0 49,0-24,0-25,24-25,-24 24,0-24,50-24</inkml:trace>
  <inkml:trace contextRef="#ctx0" brushRef="#br0" timeOffset="56540.06">19273 12204,'25'0,"-25"0,0 74,0 26,0-26,0 25,0-24,0-1,0 0,0-24</inkml:trace>
  <inkml:trace contextRef="#ctx0" brushRef="#br0" timeOffset="57498.12">19844 13345,'-25'0,"-25"0,26 0,-26 25,0-25,1 0,-26-25,-24 25,25 0,-1 0,26-25,-51 25,51 0,-50-25,-1 25,1 0,50-24,-75 24,99 0,-99 0,-100 0,125-25,25 25,-25 0,24 0,-49 0,0 0,0 0,74 0,-74 0,50 0,-25 0,-25 0,-25 25,99-25,-74 24,75-24,-100 0,50 25,-25-25,74 25,-74-25,74 0,-74 25,-49-25,74 0,74 0,-74 0,74 0,-50 0,1 0,49 0,0 25,25-25,25 24</inkml:trace>
  <inkml:trace contextRef="#ctx0" brushRef="#br0" timeOffset="58499.18">16669 13866,'0'0,"-50"25,50-25,-25 24,25 1,0 0,0-25,0 25,25 0,0-1,0 1,0 25,-1-25,-24-1,50 26,-25-50,0 74,-1-24,-24-25,0 0,0 24,0 1,0-25,-49 0,24-25,25 0,-50-25,50 25,-24-25,24-25,0 1,0 24,0-25,0 25,24-49,1 24,25 1,-50 24,25-25,-1 1,1-1,-25 1,0 24,0 0,-25 0,25 0,-24 1,-76 24,76 0,24 49,-25 1,50 24</inkml:trace>
  <inkml:trace contextRef="#ctx0" brushRef="#br0" timeOffset="58731.18">17090 14312,'0'-25</inkml:trace>
  <inkml:trace contextRef="#ctx0" brushRef="#br0" timeOffset="59322.21">17314 13891,'-25'49,"25"-24,0 0,-25 0,25 24,25-24,0 0,-25-25,49 25,-49-25,25 24,25-24,-26 0,-24 25,25-25,0 25,0 0,0 24,-25-24,0 0,0 25,0-25,0 24,-75 1,50-25,1-25,-1 24,0-24,0 0,-24 0,24-24,25-26</inkml:trace>
  <inkml:trace contextRef="#ctx0" brushRef="#br0" timeOffset="59637.24">17562 13841,'-25'0,"0"0,0 0,-24 0,24 0,-25 0,25 0,-24 0,24 0,50 0</inkml:trace>
  <inkml:trace contextRef="#ctx0" brushRef="#br0" timeOffset="60247.28">17785 13866,'0'49,"0"1,-25 0,25 24,0-24,25 24,-25-24,25-1,0 26,-1-50,26-1,-50-24,25 0,0 0,-1-24,1-1,-25 0,25 0,-25-49,0 49,0-50,25-49,-25 75,-25 24,25-49,0 49,-25-25,0 25,1 1,-1-1,-25 25,25 25,-24-1,-1 76</inkml:trace>
  <inkml:trace contextRef="#ctx0" brushRef="#br0" timeOffset="64140.5">20836 13146,'0'-24,"-25"24,-24-25,-1 0,25 25,-49 0,49 0,-50-25,26 25,-26 0,51 0,-1-25,0 25,25 0,50 0</inkml:trace>
  <inkml:trace contextRef="#ctx0" brushRef="#br0" timeOffset="64433.52">20886 13419,'-75'-24,"1"-1,-1 25,26 0,-1 25,0-25,26 49</inkml:trace>
  <inkml:trace contextRef="#ctx0" brushRef="#br0" timeOffset="66662.64">21059 12650,'0'0,"25"0,25 0,24 0,0 25,1-25,-1 0,-49 0,0 0</inkml:trace>
  <inkml:trace contextRef="#ctx0" brushRef="#br0" timeOffset="67338.67">21828 12402,'0'0,"0"25,0 25,0 24,0 1,0-51,25 76,0-51,0 1,-1 24,26 1,-50-51,50 1,-26 0,26-25,-25 25,24-50,-24 0,0-24,0 24,0-25,-1-24,-24-75,0 124,-24-49,-1 24,0-24,-25 24,-24 1,49 49,-24-25,-1 0,25 25,-24 0,-1 25,25-25,0 25,25-1,0 26,25 0</inkml:trace>
  <inkml:trace contextRef="#ctx0" brushRef="#br0" timeOffset="67630.7">22448 12923,'0'25,"25"-124</inkml:trace>
  <inkml:trace contextRef="#ctx0" brushRef="#br0" timeOffset="69306.8">22771 12204,'0'0</inkml:trace>
  <inkml:trace contextRef="#ctx0" brushRef="#br0" timeOffset="69902.83">22746 12179,'0'0,"0"0,0 25,0 0,0 0,0-1,-25 1,25 25,-25-25,25-1,0 1,0 0,0 0,0-25,-25 25,25-1,0-24,25 25,-25-25,0 0,25 0,-25 0,25 0,0 0,0 0,24 0,-24-25,0 25,24-24,-24 24,50 0,-75-25,49 25,-49 0,25 0,-25 0,0 0,0-25,0 25</inkml:trace>
  <inkml:trace contextRef="#ctx0" brushRef="#br0" timeOffset="70585.87">22969 12055,'0'0,"0"25,0 24,0 1,0 25,25-51,-25 76,0-51,25 1,-25 24,0-24,0 24,0-24,0 24,0-49,0 0,0 24,0-49,0 25,0 0,0 0,0-25,0 0,0 0,0 0,0 0,0 0</inkml:trace>
  <inkml:trace contextRef="#ctx0" brushRef="#br0" timeOffset="73952.06">23242 12080,'0'25,"0"-25,0 24,-25 1,25 0,0 0,0 0,0 0,0-1,0 1,0 0,25 0,-25 0,0-25,25 24,0-24,-1 0,26 25,-25-25,49 25,-24 0,-1 0,-24-1,25 26,-50-25,0 0,0-1,-25 26,-25 0,1-26,24 1,-25 0,1-25,-1 0,50 0,-25 0,25 0</inkml:trace>
  <inkml:trace contextRef="#ctx0" brushRef="#br0" timeOffset="74312.08">23292 12055,'74'-25,"-24"0,24 25,0 0,1 0,-26 0,1 0,0 0,-26 0,-24 0,0 25,-49 25</inkml:trace>
  <inkml:trace contextRef="#ctx0" brushRef="#br0" timeOffset="75713.16">23366 11857,'-25'0,"0"49,-24 26,24-1,0 0,0 1,25-25,25-1,0-24,49 0,-24 0,49-25,-49 24,-1-24,1 0,-25-24,24-125</inkml:trace>
  <inkml:trace contextRef="#ctx0" brushRef="#br0" timeOffset="76026.17">23564 11832,'0'25,"0"24,0 1,25 49,-25 25,25 0,-25-49,25 24,-25-50,0 51,-25-26,25 0,-25-49,25 25,0-50,25-124</inkml:trace>
  <inkml:trace contextRef="#ctx0" brushRef="#br0" timeOffset="76675.22">24110 11857,'-49'24,"-1"51,25-50,-24 49,49-49,24 74,1-49,25 24,-25-49,49 49,-49-49,24 50,1-26,-50 26,0-51,-25 26,25-25,-74 0,-1-1,1-24,49 0,0-24,1-1,24-25,24-99,26 50,-25 50,24-51,1 26,0-25,-1 24,-24 1,-25 49,-25-25,25 50,-25-49,-49 49,24 0,26 0,-1 25,0-1,25 26</inkml:trace>
  <inkml:trace contextRef="#ctx0" brushRef="#br0" timeOffset="78273.31">20762 14709,'74'0,"25"-25,-24 25,-1 0,0 0,-49 0,0 0,0 25,0-25,-25 0</inkml:trace>
  <inkml:trace contextRef="#ctx0" brushRef="#br0" timeOffset="78526.32">20762 14883,'0'0,"49"0,1 0,24-25,-49 25,49 0,-24 25,24 0,-49-25,25 24,-25-24</inkml:trace>
  <inkml:trace contextRef="#ctx0" brushRef="#br0" timeOffset="78888.34">21779 14684,'49'0,"1"-24,24-1,-49 25,74 0,-49 0,-1 0,-24 0,-25-50</inkml:trace>
  <inkml:trace contextRef="#ctx0" brushRef="#br0" timeOffset="82787.57">22498 14163,'-25'25,"0"-25,0 50,1 24,24 1,0-26,0 26,0-26,24 26,1 24,0-25,0-49,0 25,-1-25,1-1,25-24,-25 0,-1-24,1-1,-25-25,50 1,-50-26,25 1,-25 24,25-74,-25 50,-25-1,25 26,-25-1,0 25,0 0,0 25,-24 0,-1 0,25 50,1 0,-1-1,25 26</inkml:trace>
  <inkml:trace contextRef="#ctx0" brushRef="#br0" timeOffset="83053.58">22944 14709,'25'-25</inkml:trace>
  <inkml:trace contextRef="#ctx0" brushRef="#br0" timeOffset="105062.84">23143 14064,'0'25,"0"-25,-25 25,25 0,0 24,0-24,-25 25,25-26,0 26,0-25,25-25,0 25,-25-25,49 0,-24 0,25 25,-1-50,-49 25,50 0,-25-25,24 25,-49 0,25-25,-25 0,0-24</inkml:trace>
  <inkml:trace contextRef="#ctx0" brushRef="#br0" timeOffset="105433.86">23316 13965,'0'25,"0"24,0 26,0-50,0 49,0-24,0 24,0 1,-24-1,24-24,0-1,0-24,-25 25,25-1,0-24,0 0,0-25,25-50</inkml:trace>
  <inkml:trace contextRef="#ctx0" brushRef="#br0" timeOffset="105805.88">23589 14114,'0'25,"-25"24,25-24,0 25,0-26,0 1,0 25,25-25,0-25,0 0,0 0,-25 0,24 0,1-25,0 0,-25 25,25-25,0-74</inkml:trace>
  <inkml:trace contextRef="#ctx0" brushRef="#br0" timeOffset="106142.9">23763 13965,'-25'0,"25"25,0 0,0 24,0-24,-25 49,25 1,0-1,0-24,-25 24,25-49,0 50,0-26,0-24,-24 0,24 0,0-1,24-24</inkml:trace>
  <inkml:trace contextRef="#ctx0" brushRef="#br0" timeOffset="106934.95">24011 13940,'-25'25,"0"0,25 0,-24 24,24 1,-25-25,50-1,-1 26,1-25,0 24,25-24,-26 0,1 0,0 25,0-26,0 26,-25 0,-25-1,0-49,-25 50,26-25,-1-1,0-24,-25 25,26-50,-1 1,25-26,25 0,24-24,-24 0,25-26,-26 26,26-1,-25 1,0 24,-25 1,0-1,-25 1,0 24,-25 25,26-25,-26 25,25 25,-24 0,24-1,25 26,-25-25,25 0</inkml:trace>
  <inkml:trace contextRef="#ctx0" brushRef="#br0" timeOffset="109698.11">20513 13965,'0'0,"0"0,-24 25,24-25,0 49,0-24,0 25,0-25,0 24,0 75,0-74,0 0,0 24,0-24,-25 24,25 0,0 1,0-1,0 75,0-99,0 49,0-50,0 26,0-1,0 1,0-26,0 26,0 74,0-100,0 26,0-51,0 26,0-25,0 0,0-1,0-24,49-49,-49 24,0-124</inkml:trace>
  <inkml:trace contextRef="#ctx0" brushRef="#br0" timeOffset="111184.19">20613 13940,'0'0,"24"25,26-25,49 0,25 0,-24-25,-1 0,74 1,26-26,-50 0,0 1,99-1,0 1,-75 24,1 0,99-25,24 1,-148 24,-50 25,75-25,-100 25,75-49,0 24,-25 0,-49 25,24-25,-50 0,51 25,-51-24,26-1,-51 25,1 0,-25 0,0 25,0-1,0 26,0 0,-25 24,25-49,-24 148,24-73,0 24,-25-50,25 75,0-75,0 75,-25 0,25 25,0-100,0 75,0-75,0 75,0 0,0-25,0-74,0 24,0-24,0-1,0 1,-25-50,25 25,-25-25,-24 0,24 0,-49-25,-1 25,-24-25,-25 25,0-25,-25 25,0 0,0 0,-24 0,-1 0,1 0,-1 0,0 0,1 25,-1-25,25 0,-24 25,-1-25,-124 25,149-1,-24 1,24 25,25-50,25 25,-1-1,26 1,0 0,24-25,0 25</inkml:trace>
</inkml:ink>
</file>

<file path=ppt/ink/ink4.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03T03:32:06.370"/>
    </inkml:context>
    <inkml:brush xml:id="br0">
      <inkml:brushProperty name="width" value="0.05292" units="cm"/>
      <inkml:brushProperty name="height" value="0.05292" units="cm"/>
      <inkml:brushProperty name="color" value="#FF0000"/>
    </inkml:brush>
  </inkml:definitions>
  <inkml:trace contextRef="#ctx0" brushRef="#br0">1042 11063,'-25'25,"25"-1,0 1,0 0,0 0,0 25,0-26,-25 1,25 50,0-51,0 76,-25-51,25 26,0-51,0 1,-24 74,24-74,0 50,-25-51,25 51,0-50,0-25,0 24,0-48,0-1,25 0,-25-25,24 26,-24-1,25-25,-25 25,50-24,-25 24,-1 0,1 0,0 25,0 0,0 0,-1 25,1-25,0 50,0-25,-25-1,25 1,-25 25,0-1,-25 1,0-25,-25 0,-49-25,25 0,-1 0,26 0,-1-25,25 25,1 0,24 0,24-25,26-74</inkml:trace>
  <inkml:trace contextRef="#ctx0" brushRef="#br0" timeOffset="481.02">1463 11013,'50'50,"0"24,-26-49,26 74,-25-49,0 49,0-24,-25 24,0 25,-25-25,25-49,-25 49,0-50,-25 26,1-1,-1-24,50-25,-49 24,49-49,-25 50,99 0</inkml:trace>
  <inkml:trace contextRef="#ctx0" brushRef="#br0" timeOffset="5141.29">2257 11361,'25'0,"-25"24,25 26,24 49,1-24,-50-26,50 26,-26-26,1 26,0-1,0-24,-25-26,0-24,0-24,0-51,-25 1,25-1,25-49</inkml:trace>
  <inkml:trace contextRef="#ctx0" brushRef="#br0" timeOffset="5474.31">2704 11336,'0'0,"0"49,0-24,-25 50,25-26,-25 1,0-25,0 24,1 1,-1-1,-25 1,25-25,1 24,24-24,-25 0,0 0,25 0,0-25,50 0</inkml:trace>
  <inkml:trace contextRef="#ctx0" brushRef="#br0" timeOffset="5968.34">2977 11782,'0'0,"-25"0,25 0,-25 0,0 0,0 25,1 0,24 24,0 26,0-1,24 1,-24-1,25-24,-25 24,0-49,-25 25,1-50,-1 24,0-24,0-24,-24-1,24-25</inkml:trace>
  <inkml:trace contextRef="#ctx0" brushRef="#br0" timeOffset="6262.35">2977 12055,'-25'0,"-25"0,1-25,-26 25,26 0,-1 0,-25 0,75 25,0 0,50 0</inkml:trace>
  <inkml:trace contextRef="#ctx0" brushRef="#br0" timeOffset="11702.66">2282 12750,'0'24,"0"-24,0 25,25 25,0-25,-25-1,24 1,26 25,-50-1,25-24,0 0,-1 49,1-49,-25 0,25 0,0 0,-25-25,0 0,25 0,-25 0,0-25,0 25,24-99</inkml:trace>
  <inkml:trace contextRef="#ctx0" brushRef="#br0" timeOffset="12049.68">2778 12750,'0'24,"-25"1,1 0,-1 0,0 24,0-24,0 25,0-1,1 1,24-25,-25 0,25-1,0 26,0-50,0 25,25-25</inkml:trace>
  <inkml:trace contextRef="#ctx0" brushRef="#br0" timeOffset="12355.7">2778 13246,'-25'25,"25"24,0-24,0 25,0-26,0 26,25-25,-25 0,25-25,-25 0,25 0,24-100</inkml:trace>
  <inkml:trace contextRef="#ctx0" brushRef="#br0" timeOffset="12542.71">3001 12948,'25'0</inkml:trace>
  <inkml:trace contextRef="#ctx0" brushRef="#br0" timeOffset="12886.73">3423 12973,'0'0,"-50"0,1 0,-1 0,50 0,-25 25,1-25,-1 0,25 0,0 24,49-24</inkml:trace>
  <inkml:trace contextRef="#ctx0" brushRef="#br0" timeOffset="13146.75">3448 13122,'-25'0,"0"0,0 0,1 24,-1-24,0 0,0 0,25 0,0 0,0-74</inkml:trace>
  <inkml:trace contextRef="#ctx0" brushRef="#br0" timeOffset="13651.78">3671 11807,'-25'0,"0"-25,-24 25,-1-25,1 25,24-24,0 24,0 0,0 0,25 0,0 0</inkml:trace>
  <inkml:trace contextRef="#ctx0" brushRef="#br0" timeOffset="13940.79">3696 12005,'-50'0,"50"0,-49 0,49 25,-25-25,0 0,25 0,-25 0,75 25</inkml:trace>
  <inkml:trace contextRef="#ctx0" brushRef="#br0" timeOffset="14398.82">4142 11385,'25'-49,"0"49,25 0,-26-25,1 25,0 25,0-25,0 25,-1-1,-24 1,0 0,0 0,-24 24,-1 1,0 0,0-50,0 49,1-24,-26 25,50-1</inkml:trace>
  <inkml:trace contextRef="#ctx0" brushRef="#br0" timeOffset="14562.83">4266 12080,'-24'25</inkml:trace>
  <inkml:trace contextRef="#ctx0" brushRef="#br0" timeOffset="15456.88">3969 12874,'25'-25,"-25"25,0 0,24-25,1 25,-25 0,25 0,0 0,0 0,-25 0,24 0,-24 25,0 0,0-1,0 1,0 0,0 25,-24-26,24 1,-25 0,0 0,0 0,25-25,-25 0,1 24,24-24,0 0,24 0,26-49,-25 49,-25 0,25 0,-1 0,1 25,-25-25,25 0,-25 49,0-24,0 0,0 0,0 24,0 26,-25-26,0 1,1 0,-1-26,0-24,25 0,-25 0,50-74</inkml:trace>
  <inkml:trace contextRef="#ctx0" brushRef="#br0" timeOffset="16032.91">4366 13022,'0'0,"0"50,0-25,0 24,0 1,24 0,-24-1,25-24,0 0,0 0,0-25,24 25,-24-50,0 0,24-25,-24 1,0-1,-25-24,0 24,-25-74,-24 74,24 1,0 24,0 25,-24-25,24 25,0 25,0 0,25 24,0-24,0 25,0-1</inkml:trace>
  <inkml:trace contextRef="#ctx0" brushRef="#br0" timeOffset="16273.93">4713 13320,'0'0,"-25"0</inkml:trace>
  <inkml:trace contextRef="#ctx0" brushRef="#br0" timeOffset="16913.96">5060 12898,'0'0,"0"50,0 24,0 1,0-26,25 26,-25-25,25-1,-25 26,25-26,-1-24,1-25,0 25,25-25,-26-25,26 0,-50 0,50-24,-26 24,1-25,0-24,-25-1,0 51,-25-76,25 76,-49-26,-1 25,0 0,26 25,-1 0,-25 0,1 25,24 25,0-1,25 26,50-1</inkml:trace>
  <inkml:trace contextRef="#ctx0" brushRef="#br0" timeOffset="17756">5655 13022,'25'25,"-25"25,0-1,0 26,0-1,0-24,0 0,25-26,-25-24,25 0,-25-49,25-1,-1 1,1-26,-25 25,25 1,0 24,-25 25,25 50,-25-26,0 51,0-50,25 49,-25-24,0 24,0-74,0 25,24-25,-24-50,0 1,25-26,0 51,-25-26,25 25,0-25,-25 26,24 24,-24 24,25 1,-25-25,0 75,0-26,0 1,0-50,0 50,0-26,25 1,-25-25</inkml:trace>
  <inkml:trace contextRef="#ctx0" brushRef="#br0" timeOffset="18243.04">6400 13047,'0'0,"0"25,-25 0,0-25,0 25,0-1,1-24,24 25,0 0,0-25,24 50,26-25,-25 24,0-49,-1 50,1-25,-25 24,25-24,-25 0,0 0,0-25,0 24,-25-24,-49 0,24 0,25-24,1-1,24-99</inkml:trace>
  <inkml:trace contextRef="#ctx0" brushRef="#br0" timeOffset="18532.06">6499 12799,'-25'0,"0"0,-24 0,24 0,0 0,25 0,25-25</inkml:trace>
  <inkml:trace contextRef="#ctx0" brushRef="#br0" timeOffset="18813.07">6672 12551,'50'75,"-50"-26,25 50,-25-24,0-1,0-24,-25-1,0-24,0-50</inkml:trace>
  <inkml:trace contextRef="#ctx0" brushRef="#br0" timeOffset="19792.12">4812 13345,'25'0,"-25"0,0 25,0-25,0 25,0-25,0 0,0-25,0 0,0 25,0 0,0 0,25 0,-25 0,0 0,0 50,0-50,0 0,0 0</inkml:trace>
  <inkml:trace contextRef="#ctx0" brushRef="#br0" timeOffset="23007.31">2555 13990,'0'0,"25"0,-25 0,0 0,0 0,0 0,0 0,0 25,0-1,0 1,-25 0,25-25,-25 50,0-26,25 1,-25 0,25 25,-24-26,-1 1,25 25,-50 24,25-24,1 49,-1-49,25-25,0-1,25-98</inkml:trace>
  <inkml:trace contextRef="#ctx0" brushRef="#br0" timeOffset="23519.34">2480 14139,'25'24,"0"51,0-26,24 51,-24 24,-25-75,25 1,-25 0,-25-50,0 0,1 0,-51-25,26 25,-1 25,25-25,-49 24,49-24,-25 25,1 25,24-50,25 25,25-50,-25 0,74-99</inkml:trace>
  <inkml:trace contextRef="#ctx0" brushRef="#br0" timeOffset="23970.37">2654 14188,'25'0,"-25"0,0 25,0-25,25 50,0-26,-1 26,-24-50,25 50,0-25,25 24,-26 1,26-1,-25-24,0 25,-1-25,26-1,-25-24,0 0,-25 0,24-24,1-1,0-99</inkml:trace>
  <inkml:trace contextRef="#ctx0" brushRef="#br0" timeOffset="24258.38">3001 14213,'-74'99,"24"-24,26-1,24-49,-25 49,0-24,0 24,0-24,1 0,24-26,0-24,0 0</inkml:trace>
  <inkml:trace contextRef="#ctx0" brushRef="#br0" timeOffset="24662.41">3646 14337,'0'0,"-25"0,-24 0,24 25,-25-25,26 0,-1 25,0 0,25-25,0 24,0-24</inkml:trace>
  <inkml:trace contextRef="#ctx0" brushRef="#br0" timeOffset="25177.44">3646 14511,'-25'0,"1"0,-1 0,0-25,0 25,-24 0,24 0,25 0,0 0,-25 0,50 0,-25 0</inkml:trace>
  <inkml:trace contextRef="#ctx0" brushRef="#br0" timeOffset="26102.49">4093 14263,'0'0,"0"0,0 0,0 0,0 0,0-25,25 25,-25-25,0 0,0 25,0-49,0 24,0 0,0 25,0 0,0 0,0 25,0 0,0 24,0 1,0-1,0-24,0 25,0-25,0 24,0 1,0-25,0 24,0 1,0-25,0 0,0-1,0-24,0 0,0 0,0 0,24-24</inkml:trace>
  <inkml:trace contextRef="#ctx0" brushRef="#br0" timeOffset="27079.54">4366 14213,'0'0,"0"25,0 0,0-1,0-24,0 25,0 0,0 25,0-25,0-1,0 51,24-50,-24 24,0-24,0 0,25 0,-25-1,0 1,25 0,-25-25,25 0,-25-25,0-24,0-26,-25 1,0-1,0 1,25-1,25 75,0 0,25-24,-26 24,1 0,0-25,0 25,0-25,-1 25,-24 0,25 0,-25 50,0-26,0 26,25 0,-25-1,0 26,25-26,0 1,24 0,-24-50,0 0,0 0,0-50,-1 0,1 1,-25-1,0-49,-25 49,25-24,-24 24,-26 25,25 1,0 24,0 24,1 1,-1 0,25 25,0 49,25-74</inkml:trace>
  <inkml:trace contextRef="#ctx0" brushRef="#br0" timeOffset="27965.59">5259 14163,'24'75,"-24"-26,0 1,0 0,0-1,0 1,0-25,0 0,0-1,25-24,0-24,-25-26,0 25,25-49,-25 49,25-25,-1 25,1 1,-25 24,0 0,25 0,0 24,0 26,-25 0,0-25,0 24,0-24,0 0,0 0,24-50,-24 0,25-49,-25 49,0-25,25 0,0 26,-25-1,25 25,-25 0,24 0,1 49,0-24,-25 0,25 50,-25-51,0 26,0 0,0-1,0-49,0 25,-25-25,25 0,-50-74</inkml:trace>
  <inkml:trace contextRef="#ctx0" brushRef="#br0" timeOffset="32187.84">2629 15553,'-25'-50,"1"25,-1 25,-25-25,50 25,-49 0,24 25,0 0,0 0,0-25,1 74,-1-49,25 25,0-26,-25 76,25-76,0 26,0-25,25 49,-25-49,0 0,25 0,-25-1,24 1,1-25,0 0,0-25,0 25,-1-24,-24-1,50-74,-50 74,25-25,-25 25,0-49,0 49,25 0,-25 1,0-26,-25 25,25 25,0 0,0 0,-25 25,25 0,0 0,0 24,0 1,0-25,0 24,0 26,0-26,25-24,-25 25,25-1,-1-24,1 0,-25 0,25-25,0 24,-25-24,25 0,0-24,-25-1,24 0,26-49</inkml:trace>
  <inkml:trace contextRef="#ctx0" brushRef="#br0" timeOffset="32561.86">3299 15801,'0'-25,"-25"25,0 0,-24 25,-26-1,51-24,-1 0,-25 0,50-24</inkml:trace>
  <inkml:trace contextRef="#ctx0" brushRef="#br0" timeOffset="32841.87">3274 15875,'0'25,"-25"-25,1 0,24 0,-50 0,25 0,-24 0,49 25,-25-25,25 0</inkml:trace>
  <inkml:trace contextRef="#ctx0" brushRef="#br0" timeOffset="33189.89">3820 15726,'-25'25,"0"-25,1 0,-1 0,-25 0,50 0,-50 25,26-25,-1 0,25-25</inkml:trace>
  <inkml:trace contextRef="#ctx0" brushRef="#br0" timeOffset="34016.94">4018 15602,'0'0,"0"0,25 0,-25 0,25-25,0 25,24-24,-49 24,25 0,0 0,-25 0,25 0,0 24,-25 1,0 0,0 0,0 24,0 1,-25-25,0 0,25 24,-25-49,0 50,1-1,-1-49,25 25,25-25,-25 0,49 0,-24 0,0 0,0 25,-1-25,1 25,0 0,-25-25,0 49,-25 1,0-25,1 24,-1-24,-25 0,-24 24,24-24,25-25,1-25,-1 1,0-26,25 0</inkml:trace>
  <inkml:trace contextRef="#ctx0" brushRef="#br0" timeOffset="34218.94">4366 16197</inkml:trace>
  <inkml:trace contextRef="#ctx0" brushRef="#br0" timeOffset="34798.99">4614 15726,'0'25,"0"25,0-26,0 1,0 0,24 0,1 24,0-24,-25 0,25 0,0-25,-1 25,1-25,0 0,0 0,0 24,0-24,-25 25,24 0,-24 0,0-25,-24 49,24-24,-75 25,50-25,0 24,1-49,-26 25,25-25,-24 0,24-25,0-49</inkml:trace>
  <inkml:trace contextRef="#ctx0" brushRef="#br0" timeOffset="35110">4812 15701,'-25'0,"25"0,-25 0,-24 0,24 25,-49-25,49 0,0 0,0 0,0 0,50-25</inkml:trace>
  <inkml:trace contextRef="#ctx0" brushRef="#br0" timeOffset="35687.04">4961 15776,'25'49,"-25"1,0 0,0-1,0 1,0-1,0 1,0 0,0-50,25 49,-25-49,24 0,1 0,0 0,0 0,0-25,-25 1,24-1,-24-50,25 26,-25 24,0-25,0 26,-49-76,24 100,0-24,0 24,-24 0,49 0,-50 24,50 1,-25 25,25-1,-25-24,25 0</inkml:trace>
  <inkml:trace contextRef="#ctx0" brushRef="#br0" timeOffset="36547.08">5457 15751,'0'50,"0"-1,0 1,0 24,0-24,0-25,0-1,0-24,0-49,25-1,-25-24,25-1,-25 51,24-26,-24 25,25 25,-25 0,50 75,-50-26,0 26,25-26,-25 1,0-25,0-25,0 0,0 0,0-25,24-25,1 1,-25-26,25 50,-25-24,0 24,25 0,-25 25,25 0,-25 25,24 0,-24 24,25 75,-25-74,0 0,0-26,0 26,0-50,25 0</inkml:trace>
  <inkml:trace contextRef="#ctx0" brushRef="#br0" timeOffset="37113.11">6102 15801,'0'0,"0"24,-25 1,25-25,-25 25,25 0,-24 0,24-25,0 24,0-24,0 0,24 25,1-25,-25 0,25 25,-25-25,25 0,-25 25,25-25,-1 25,-24-25,0 24,0 1,0 0,-24 0,-1 0,25-25,-25 24,0-24,25 25,-25-25,1 0,-1-25,0 1,25-76</inkml:trace>
  <inkml:trace contextRef="#ctx0" brushRef="#br0" timeOffset="37455.14">6201 15478,'-25'0,"1"0,-1 0,0 25,0-25,25 25,-25-25,1 0,24 0,0-50</inkml:trace>
  <inkml:trace contextRef="#ctx0" brushRef="#br0" timeOffset="38078.17">6400 15255,'0'0,"24"0,1 0,-25 25,0-1,0 1,0 0,0 25,0-50,0 49,-25-24,25 25,-24-25,24 24,-25-49,25 25,0-25,-25 25,25-25,25 0,-25 0,25 0,-1 0,1 0,0 0,0 0,-25 0,49 0,-24 0,0 0,-25 0,25 0,0 0</inkml:trace>
  <inkml:trace contextRef="#ctx0" brushRef="#br0" timeOffset="131494.51">7317 11311,'0'25,"25"0,-25-25,25 49,-25-24,50 25,-50-26,24 1,1 25,0-25,0 24,-25-24,25 25,-25-26,24 1,-24 0,0-25,0 0,0 25,0-75,0 1</inkml:trace>
  <inkml:trace contextRef="#ctx0" brushRef="#br0" timeOffset="131805.53">7665 11237,'24'24,"-24"-24,0 50,0 0,0-26,0 51,0-1,-24 1,24-51,0 26,-25 0,0-26,25 26,0-50,-25 25</inkml:trace>
  <inkml:trace contextRef="#ctx0" brushRef="#br0" timeOffset="132187.56">7888 11609,'-25'0,"0"0,0 24,1 1,24 0,0 25,0 24,24-24,1-1,-25 1,0-1,0-24,-25 0,1-25,-1-25</inkml:trace>
  <inkml:trace contextRef="#ctx0" brushRef="#br0" timeOffset="132416.57">7937 11881,'-24'0,"-26"-24,25 24,-49 0,49 0,-25-25,1 25</inkml:trace>
  <inkml:trace contextRef="#ctx0" brushRef="#br0" timeOffset="132700.59">8310 11609,'-50'0,"25"0,-24 0,24 0,0 0</inkml:trace>
  <inkml:trace contextRef="#ctx0" brushRef="#br0" timeOffset="132873.6">8359 11708,'-25'0,"-24"0,24 0,-25 0</inkml:trace>
  <inkml:trace contextRef="#ctx0" brushRef="#br0" timeOffset="132878.6">8210 11708</inkml:trace>
  <inkml:trace contextRef="#ctx0" brushRef="#br0" timeOffset="132882.6">8210 11708</inkml:trace>
  <inkml:trace contextRef="#ctx0" brushRef="#br0" timeOffset="133735.64">8508 11261,'25'50,"0"-25,-25 0,49 24,-49 1,50 24,-25 25,-1-24,1-26,0 51,0-51,0 50,-1-24,-24-1,0-49,25 25,-25-50,0 25,0-50,25 0,-25 0,0-49,0-26,0 1,25 0,-25 0,0 49,0-49,25 49,-25-74,0 50,0-50,0 99,0-74,0 74,0-49,0 49,0 0,0 50</inkml:trace>
  <inkml:trace contextRef="#ctx0" brushRef="#br0" timeOffset="134492.69">8806 10964,'24'-25,"1"25,25 0,-50 0,74 0,1 0,-1 0,-24 0,49 0,-49 0,74 0,0 0,49 0,-98 0,98 0,-98-25,123 25,1 0,-1 25,-74-25,74 0,-98 0,123 25,248-1,-248 1,-99 0,100 0,-100-25,99 49,-25-24,26 0,-125-25,124 25,-148 0,98-25,-24 25,0-25,-100 0,75 0,-74 0,0 24,-1-24,-24 0,0 0,-100-24</inkml:trace>
  <inkml:trace contextRef="#ctx0" brushRef="#br0" timeOffset="136745.81">9227 11584,'25'-25,"-25"25,75-25,-1 25,-24 0,-26 0,1 0,0 0,-25 25,-25 0,-24 0,24-25,0 24,0 1,0 0,25 25,25-26,0 1,25-25,-26 25,26 0,0 0,-50 24,-25 1,0-1,-25-49,1 50,-1-25,1-25,24 0,74-50</inkml:trace>
  <inkml:trace contextRef="#ctx0" brushRef="#br0" timeOffset="137194.84">9723 11733,'0'24,"-24"-24,24 25,0 25,24-1,-24 1,50 0,-50-50,50 24,-26-24,26 0,-50-24,50-1,-50 0,24-25,1-24,-50 0,1 24,-26 0,-24 26,24-1,0 25,1 25,49 49</inkml:trace>
  <inkml:trace contextRef="#ctx0" brushRef="#br0" timeOffset="137402.84">10120 11881,'-24'25,"-1"-25</inkml:trace>
  <inkml:trace contextRef="#ctx0" brushRef="#br0" timeOffset="137878.87">10319 11807,'0'0,"-25"50,25-26,25 1,-25 25,25-1,-25-49,24 25,1 0,-25-25,25 25,-25-25,25-25,0 25,-25-25,24-24,1 24,0-50,-25 51,25-26,-25 25,0 0,0-24,-25 24,0 0,-49-24,-1 24,26 25,24 0,-49 0,49 25,0-25,25 0</inkml:trace>
  <inkml:trace contextRef="#ctx0" brushRef="#br0" timeOffset="138344.91">10542 11336,'25'0,"24"0,1 0,0 25,-50-25,0 24,0 1,-50 0,0 25,26-26,24-24,24 25,51-25,-26 0,-24 0,25 25,-25-25</inkml:trace>
  <inkml:trace contextRef="#ctx0" brushRef="#br0" timeOffset="139779.99">11038 11807,'0'0,"0"0,0 0,0 0,0 0</inkml:trace>
  <inkml:trace contextRef="#ctx0" brushRef="#br0" timeOffset="140099.01">11038 11807,'25'0,"-25"0,25 0,-25 0,24 0,51 0,-50 25,24-25,-24 0,0 0,0 0,0 0,-1 25,26-25,-25 0,-25 0,25 0,-25 0,0 0,-25 0,25 24,0-24</inkml:trace>
  <inkml:trace contextRef="#ctx0" brushRef="#br0" timeOffset="141185.07">11708 11584,'0'0,"25"-25,-25 25,24-25,-24 25,75-25,-26 25,1 0,-25 0,24 25,-24-25,0 25,25 0,-50 24,0-24,0 25,0-25,0-1,-50 26,0 24,-24-24,24 24,-24-24,0 0,49-1,25-24,0-25,49 0,26 0,-1 0,1 0,-1 0,-24 0,-26 0,-24 0,0-74</inkml:trace>
  <inkml:trace contextRef="#ctx0" brushRef="#br0" timeOffset="141792.1">12576 11559,'0'0,"-25"0,-24 25,24-25,-25 49,25 1,-24 49,24-74,25 49,0-24,-25 24,50 1,0-1,0-49,24 25,-49-25,50-1,-25 1,-1 0,1-25,-25 0,0 0</inkml:trace>
  <inkml:trace contextRef="#ctx0" brushRef="#br0" timeOffset="143723.22">12700 11658,'0'-25,"25"25,-25 0,25 0,24 25,-24-25,0 0,0 0,-1 25,1-25,0 25,-25-25,0 25,0-25,0 0,0 24,-25 1,0-25,1 0,24 25,-50 0,0 0,50 24,0 1,50-25,24 24,-24-24,-50 0,-25 0,-24 24,-26 1,50-25,-24-25,24 25</inkml:trace>
  <inkml:trace contextRef="#ctx0" brushRef="#br0" timeOffset="143929.23">13097 12154,'0'0</inkml:trace>
  <inkml:trace contextRef="#ctx0" brushRef="#br0" timeOffset="144474.26">13345 11782,'0'0,"-25"0,0 50,25-50,-24 25,24-1,0 1,24 0,1 0,25 0,-25-25,24 24,1 1,-25 0,24 0,-49-25,0 49,0-49,0 25,-25 0,25-25,-74 25,49 0,-24-25,24 0,25 0,-75-25,75 25,-24-99</inkml:trace>
  <inkml:trace contextRef="#ctx0" brushRef="#br0" timeOffset="144670.26">13395 11807,'49'-25,"1"25,-1 0,1 0,0 25</inkml:trace>
  <inkml:trace contextRef="#ctx0" brushRef="#br0" timeOffset="145078.29">13742 11807,'0'25,"0"0,0-1,0 26,0 0,0 24,0-24,25-26,-1 1,-24-25,25 0,25-49,-25 24,-1-25,-24 1,0 49,0-25,-24 0,-1 0,0 0,-25 1,26 24,-1 0,25-25</inkml:trace>
  <inkml:trace contextRef="#ctx0" brushRef="#br0" timeOffset="145821.34">13915 11633,'50'0,"0"25,-50-25,49 50,-24-25,25 24,-26 26,-24-26,0-24,0 25,0-26,-24 26,24 0,-25-26,0 1,25 0,-25-25,25 0,-25 25,25-25,25 0,-25 0,0 25,50-50</inkml:trace>
  <inkml:trace contextRef="#ctx0" brushRef="#br0" timeOffset="146568.37">14436 11733,'0'0,"0"24,-24-24,24 25,0-25,-25 25,25-25,-25 50,25-26,0-24,0 25,0 25,-25-25,25-1,0 1,0 0,0 25,0-26,0 1,25 25,-25-50,0 50,25-26,-25 1,25 0,-1 25,1-26,-25-24,25 25,0-25,-25 0,0 25,0-25,0 0,0 0,0 0</inkml:trace>
  <inkml:trace contextRef="#ctx0" brushRef="#br0" timeOffset="148483.49">14684 11857,'0'-25,"0"25,0 49,0-24,0 74,0-74,25 74,-25-49,0 0,0 24,0-49,0 49,0-74,0 25,0 0,25-124</inkml:trace>
  <inkml:trace contextRef="#ctx0" brushRef="#br0" timeOffset="149230.53">14932 11956,'0'0,"-24"25,24-1,-25 26,25-25,0 49,0-49,25 25,-1-25,1-25,0 0,0 0,-25 0,25-50,-25 25,0-49,0 49,-25-25,25 25,0 1,0-1,0 0,0 0,49 25,-24 0,-25 0,25 25,0 0,-25 0,25 24,-25 1,24-1,1 1,0 0,0-50,0 25,24-1,-24-48,0-1,25 0,-50-25,0-24,-25 24,0 1,0-1,-74 0,24 26,26 24,24 24</inkml:trace>
  <inkml:trace contextRef="#ctx0" brushRef="#br0" timeOffset="149694.56">15429 11658,'49'25,"1"25,-25-1,49 1,-24 24,-1 25,-24-24,0-1,-25 1,0-26,-25 1,-25 24,26-74,-1 25,25-25,-25 0,25 25,0-99</inkml:trace>
  <inkml:trace contextRef="#ctx0" brushRef="#br0" timeOffset="150795.62">14213 11237,'0'0,"0"0,25 0,0 0,-1 24,1-24,0 0,25 0,-1 0,1 25,-25-25,24 0,-24 0,25 0,24 0,-24 0,-25 0,49 0,-49 0,49 0,50 0,-74 0,-1 0,1 25,0-25,24 0,-24 25,24-25,-49 0,49 25,-49-25,50 0,-26 0,1 0,-25 0,24 0,-49 0,50 0,-50 0,0 0,0 24,0-73</inkml:trace>
  <inkml:trace contextRef="#ctx0" brushRef="#br0" timeOffset="174798.99">7541 12824,'0'25,"24"-25,1 74,25 1,-25-26,-1-24,1 25,25 49,-25-74,-1 24,-24-24,50 50,-50-51,0 1,0 0,25 0,-25-25,0 0,0 0,-25-25,25 0,0-24,0 24,0-50,0 26,25-75</inkml:trace>
  <inkml:trace contextRef="#ctx0" brushRef="#br0" timeOffset="175094.01">8012 12824,'0'0,"0"25,0 0,0 24,-25 26,25-51,0 26,-25-25,0 49,25-24,-24-25,24 0,-25 24,25-24,0 0,0 0,-25-1,25-24,25 25,-25-25,49-25</inkml:trace>
  <inkml:trace contextRef="#ctx0" brushRef="#br0" timeOffset="175497.03">8235 13246,'0'0,"-49"0,24 25,25-1,-25 26,25 0,0-1,25 1,-25 24,25-24,-25-1,0 1,-25 0,0-1,0-24,0-25,1 0,24-50</inkml:trace>
  <inkml:trace contextRef="#ctx0" brushRef="#br0" timeOffset="175773.05">8260 13568,'-25'0,"-49"0,24 0,25 0,-24-25,24 25,0 0,25 0,0-24,25 24</inkml:trace>
  <inkml:trace contextRef="#ctx0" brushRef="#br0" timeOffset="176059.07">8731 13295,'-25'-24,"-24"24,24 0,0 0,-24 0,49 0,-25 0,25 24,25 1,49 0</inkml:trace>
  <inkml:trace contextRef="#ctx0" brushRef="#br0" timeOffset="176233.07">8806 13419,'-50'0,"25"0,-24 0,24 0,-25 0,1 0,24 0,50-24</inkml:trace>
  <inkml:trace contextRef="#ctx0" brushRef="#br0" timeOffset="176239.08">8558 13395</inkml:trace>
  <inkml:trace contextRef="#ctx0" brushRef="#br0" timeOffset="176246.08">8558 13395</inkml:trace>
  <inkml:trace contextRef="#ctx0" brushRef="#br0" timeOffset="176740.1">9004 12998,'50'74,"-25"-24,-1 24,26 25,0 25,-26-74,26 24,-50-49,25 25,-25-25,0-1,0-24,0-99</inkml:trace>
  <inkml:trace contextRef="#ctx0" brushRef="#br0" timeOffset="177828.17">9128 13072,'25'-25,"-75"25,1 25,-1 0,25-25,25 25,50-1,24 26,1-25,-1 0,-24 0,-25-25,-75 0,0 0,-24 0,24 0,26 24,48 1,51 0,-26 25,1-26,-25 1,-25-25,-25 25,0-25,-49 25,49-25,-25 0,26 25,24-1,24 1,26 25,0-50,-26 25,1-1,-25-48,0-26,50-99</inkml:trace>
  <inkml:trace contextRef="#ctx0" brushRef="#br0" timeOffset="178134.18">9699 13072,'0'50,"0"24,0 25,0 1,0-26,0 0,0-49,0 25,0-25,24-149</inkml:trace>
  <inkml:trace contextRef="#ctx0" brushRef="#br0" timeOffset="178482.2">9872 13146,'0'25,"0"25,0-25,0 0,0 24,0-49,25 50,0-25,0-25,-25 24,49-24,-24 0,0-24,25 24,-1-50,-24 50,0-25,0 25,-1-49</inkml:trace>
  <inkml:trace contextRef="#ctx0" brushRef="#br0" timeOffset="178731.22">10170 13072,'-25'50,"25"-26,0 51,25-25,-25 49,0 0,0-25,0-49,0 50,0-51,0 26,0-25</inkml:trace>
  <inkml:trace contextRef="#ctx0" brushRef="#br0" timeOffset="178926.23">10319 13543,'25'0,"-25"0,49-49</inkml:trace>
  <inkml:trace contextRef="#ctx0" brushRef="#br0" timeOffset="179236.25">10542 13146,'25'50,"-25"25,0 24,0-50,0 26,0-26,0 1,0 0,25-26,-25-48</inkml:trace>
  <inkml:trace contextRef="#ctx0" brushRef="#br0" timeOffset="179610.27">10740 13271,'0'24,"0"1,0 0,25 0,-25 0,25-1,-25 1,25-25,-25 25,49-25,-24 0,25 0,-25 0,-1 0,1 0,0-25,0 25,0-25,-1-49</inkml:trace>
  <inkml:trace contextRef="#ctx0" brushRef="#br0" timeOffset="179975.29">10964 13196,'0'99,"0"-24,0-50,0 74,0-74,0 49,0 0,0-24,0-25,0 0,0-25,0 24,0 1,0-50,0 1</inkml:trace>
  <inkml:trace contextRef="#ctx0" brushRef="#br0" timeOffset="181623.37">11361 13295,'24'0,"-24"0,0-24,0 24,0 24,0-24,0 25,0 0,0 25,0-1,0 1,0-1,0 1,0-25,0 0,0-1,0-24,0 0,0 25,0-25,0-25,25 1,-25-1,0 0,25 0,-25 0,0 1,0-26,25 50,-25-25,0 0,25 25,-25-24,0 24,0-25,24 25,-24 0,0 0,25 25,-25-25,0 24,25 1,-25 0,0 25,0-50,25 24,-25 1,0-25,0 0,0 25,-25-25,50-50,-25 26,0-1,0-25,25 25,-25 1,0-26,24 25,-24 0,0 25,25-24,-25 24,0 0,25 0,-25 0,25 24,-25 1,25 0,-25 25,24-1,-24 1,0-25,0 24,0-24,0 0,0 0,0-1,0-24,0 25,0-25,0 25,0-50</inkml:trace>
  <inkml:trace contextRef="#ctx0" brushRef="#br0" timeOffset="182180.42">12278 13395,'0'-25,"-24"50,-26-1,0 1,25-25,1 25,24-25,0 0,24 25,26 0,0 24,-1-24,-24 25,0-26,0 26,-25-25,-25 0,0-25,-49 24,-1-24,26 0,24 0,0 0,25-24,0-51</inkml:trace>
  <inkml:trace contextRef="#ctx0" brushRef="#br0" timeOffset="182524.43">12427 13196,'-25'0,"1"0,-1 0,0 0,-25 0,50 0,-24 25,24-25,-25 0,25 0,49-25</inkml:trace>
  <inkml:trace contextRef="#ctx0" brushRef="#br0" timeOffset="182921.46">12526 13022,'0'25,"0"0,0 0,0 0,0 24,0 1,0 0,0-50,0 49,0-49,0 25,0-25,25-25</inkml:trace>
  <inkml:trace contextRef="#ctx0" brushRef="#br0" timeOffset="190390.87">16495 2729,'-25'0,"75"0</inkml:trace>
  <inkml:trace contextRef="#ctx0" brushRef="#br0" timeOffset="191072.92">16743 2456,'0'24,"0"-24,-25 25,25 50,0-51,0 26,0-25,0 49,0-24,0 0,0-26,0 51,0-50,25-1,0 1,0 0,0 0,-25-25,24 0,26-25,-25 0,-25 0,25 25,24-74,-24 49,-25 0,25 1,0-51,-25 26,0 24,0 0,-50-74,25 49,0 25,1 25,-26-25,25 25,0 0,1 0,-1 75</inkml:trace>
  <inkml:trace contextRef="#ctx0" brushRef="#br0" timeOffset="198512.34">9748 13965,'-74'74,"49"1,0 24,0 0,1 1,24-1,0-25,0 25,0-24,0-26,0 1,0-25,24-50</inkml:trace>
  <inkml:trace contextRef="#ctx0" brushRef="#br0" timeOffset="198909.37">9798 14312,'0'25,"0"25,0-25,0 49,0-24,0-1,0-24,25 25,-1-26,1-24,0 25,0-25,-25-25,49 1,-49-1,50-25,-25 25,0-24,-25-1,0-24,0 49</inkml:trace>
  <inkml:trace contextRef="#ctx0" brushRef="#br0" timeOffset="199157.39">10021 14163,'0'25,"0"50,-25-26,25 26,0-26,0 51,0-51,0 26,0-1,0 0,0-24,0-25,0 0</inkml:trace>
  <inkml:trace contextRef="#ctx0" brushRef="#br0" timeOffset="199354.4">10244 14536,'25'0,"-50"24,1 1</inkml:trace>
  <inkml:trace contextRef="#ctx0" brushRef="#br0" timeOffset="200648.47">10542 14139,'0'24,"0"1,0 50,0-51,0 26,0 25,-25-26,25 26,0-51,-25 51,25-1,0-24,0-50,-24 49,24-49,0 25,0-74</inkml:trace>
  <inkml:trace contextRef="#ctx0" brushRef="#br0" timeOffset="201713.53">10864 14287,'0'25,"0"0,0 25,0 49,0-25,0-49,25 50,-25-51,0 51,0-50,0-25,0-25,0-25,0 1,0-26,0 1,25 24,0 25,0-24,24 24,-24 25,0 0,0 25,-1 0,-24 24,0-24,25 25,-50-1,25 1,0-25,0-1,0 1,0-25,0-25,25-24,-25-1,25 25,0 1,0-26,0 25,24 0,-49 25,25 0,-25 25,25 0,-25 25,0-1,0-24,-25 25,0-26,25 1</inkml:trace>
  <inkml:trace contextRef="#ctx0" brushRef="#br0" timeOffset="202094.55">11609 14436,'-25'50,"0"-25,25 0,-25-1,25-24,-25 25,50 25,-25-25,25-1,25 1,-50 0,24 0,-24 24,0 1,0-25,-49 24,24-24,-25 0,26-25</inkml:trace>
  <inkml:trace contextRef="#ctx0" brushRef="#br0" timeOffset="202393.57">11584 14263,'0'0,"25"24,-1 1,1 0,25-25</inkml:trace>
  <inkml:trace contextRef="#ctx0" brushRef="#br0" timeOffset="202601.58">11857 14213,'0'50,"0"-1,0 26,0-50,0 49</inkml:trace>
  <inkml:trace contextRef="#ctx0" brushRef="#br0" timeOffset="203835.65">11981 15007,'-100'49,"51"-24,-75 25,25-1,-25-24,49 0,-49 25,50-26,-75 26,0 0,-25-25,100-1,-75 1,50-25,-50 0,25-25,-25 1,100 24,-100-25,74 0,-49-25,0 25,25-24,-25-26,50 1,49 49,-25-74,26 25,-1-50,25 99,25-74,-25 24,49-24,1 0,-1-1,1 76,24-76,-24 51,49-26,0 1,25 24,-74 26,99-26,-100 25,100-24,-25-1,0 25,75 0,-75 25,-50-24,75 24,0 0,-25 0,-50 0,75 24,-99-24,74 25,74 25,-99-1,1 1,-26-25,0 49,1-24,-50 24,0-24,-25 24,0 25,-25-24,-25 74,-24-50,24 0,-49 0,24 1,-24-1</inkml:trace>
  <inkml:trace contextRef="#ctx0" brushRef="#br0" timeOffset="210929.06">7937 15677,'25'0,"-25"24,0 1,25 50,-25-1,0 0,0 1,0-1,0 25,0-24,25-1,-25 1,25-26,0 26,-25-26,24-24,1 0,25 0,-25-25,24 0,1-25,-25 0,24 0,-49 25,50-24,-25-26,-1-74</inkml:trace>
  <inkml:trace contextRef="#ctx0" brushRef="#br0" timeOffset="211270.08">8062 16024,'-100'25,"75"-25,-24 24,49-24,-50 25,1 0,24-25,25 0,-25 25,25-25,25 0</inkml:trace>
  <inkml:trace contextRef="#ctx0" brushRef="#br0" timeOffset="211693.1">8905 16197,'-25'0,"-25"0,26 0,-26 0,25 25,0-25,1 25,-1-25,25 25</inkml:trace>
  <inkml:trace contextRef="#ctx0" brushRef="#br0" timeOffset="211979.12">8954 16446,'-24'24,"-1"1,0 0,0-25,0 25,1-25,-1 0,0 25,25-25,0-50</inkml:trace>
  <inkml:trace contextRef="#ctx0" brushRef="#br0" timeOffset="212438.15">9327 15999,'0'25,"0"-25,0 49,0-24,-25 25,25-1,0 1,0-25,0 24,0-24,25 0,-1 0,1 0,0 0,25-25,-26 0,1 0,50-25,-51 0,26-25,-25-24</inkml:trace>
  <inkml:trace contextRef="#ctx0" brushRef="#br0" timeOffset="212750.16">9599 16073,'-24'100,"24"-1,-25 0,25 0,0 1,-25-1,25-50,0 26,0-50,0-1</inkml:trace>
  <inkml:trace contextRef="#ctx0" brushRef="#br0" timeOffset="212972.18">9823 16768,'0'25</inkml:trace>
  <inkml:trace contextRef="#ctx0" brushRef="#br0" timeOffset="213612.21">10071 16321,'25'0,"-25"25,0 0,0 25,0-25,0-1,0 26,0 0,0-26,24 26,1-25,-25-25,25 25,-25-1,50 1,-26 0,1-25,-25 25,50-25,-25 0,-1 0,-24 0,0 25,-24-1,-1 1,-25 0,25 0,1 0,-26-1,25 1,-24-25,24 0,0 25,25-50,25-74</inkml:trace>
  <inkml:trace contextRef="#ctx0" brushRef="#br0" timeOffset="213910.23">10368 16421,'-49'-25,"-1"25,25 0,1 25,-26-25,25 0,-24 0,24 0,50-25</inkml:trace>
  <inkml:trace contextRef="#ctx0" brushRef="#br0" timeOffset="214578.27">10567 16346,'25'-25,"-1"25,-24 0,25 0,0 0,-25 25,0-25,0 25,-25-25,25 25,-25 0,1 0,-1-25,0 24,0 1,25 0,-25 0,1 0,24 24,0-49,24 25,1-25,0 25,25-25,-26 0,-24 0,25 0,0 0,0 0,0 25,-25-1,0 1,0 25,-25-1,0-24,0 25,0-25,-24-1,24-24,0 0</inkml:trace>
  <inkml:trace contextRef="#ctx0" brushRef="#br0" timeOffset="-214177.42">11212 16619,'0'0,"-25"0,25 0,-25 0,0 0,0 25,1-25,24 25,-25 0,25-1,0 26,0-25,0 0,25-1,-1 1,-24 0,50-25,-50 25,25-25,0 0,-25 0,49 0,1 0,-50 25,0-25,25 24,-25 1,0 25,-25-25,25-1,-25-24,0 25,1-25,-26 0,25 0,-49-25,24 25</inkml:trace>
  <inkml:trace contextRef="#ctx0" brushRef="#br0" timeOffset="-208102.07">9153 17611,'0'25,"0"0,0 0,0 24,-25 26,25-26,0 26,0-26,-25 51,25-26,0 0,0-49,0 0,0-25</inkml:trace>
  <inkml:trace contextRef="#ctx0" brushRef="#br0" timeOffset="-207473.04">9227 17859,'25'-24,"0"-1,0 0,0 0,24 0,-49 25,50-24,-25-1,-1 25,-24 0,25 0,-25 0,0 0,0 25,0-1,0 1,0 50,0-51,-25 26,25 0,-24 24,-1-24,0 24,0-24,0-1,25-24,-24 0,24-25,24 25,-24-25,25 0,0 0,0 24,24-24,-49 0,25-24,25 24,-25-50</inkml:trace>
  <inkml:trace contextRef="#ctx0" brushRef="#br0" timeOffset="-207273.02">9748 18231,'0'25</inkml:trace>
  <inkml:trace contextRef="#ctx0" brushRef="#br0" timeOffset="-206665.99">9971 17884,'25'0,"-25"25,0-25,0 25,0 49,-25-49,25 49,0-49,-24 25,-1-1,25 26,0-50,0-1,25 1,-1 25,-24-25,25-25,0 0,0 24,-25-24,25-24,24 24,1-75,-50 75,25-49,-25 49,0-25,0 25,-25 0,25 0,-25 25,0-1,-24 1</inkml:trace>
  <inkml:trace contextRef="#ctx0" brushRef="#br0" timeOffset="-200703.65">11336 17611,'0'0,"-25"0,25 0,-25 25,0-25,-24-25,24 1,0-1,-25 0,1 25,24-25,-25 25,-24-25,0 25,24 0,-24-25,49 1,-74-1,24 0,-24 0,49 0,-49 1,50 24,-1-25,-149 0,75 0,0 25,25-25,-25 25,0-24,0 24,0 0,0 0,0 0,0 0,0 24,0-24,0 0,0 0,25-24,-25 24,24-25,1-25,0 25,-50-74,75 25,-1-1,1 1,24-50,1 25,24-25,0 24,0-24,25 0,25 25,0 0,0 25,49-1,-24 1,24-1,1 26,-1-1,25 1,0 24,100 25,-75-25,0 25,-25-25,50 25,-25 0,0 0,25-25,-25 25,0 0,25 0,0 25,-25-25,0 25,24 0,1 0,-25-1,0 1,25 25,-25-1,99 26,-123-1,48-24,-48-1,-1 1,25 24,-50-24,26 0,-26 49,0-50,1 26,-26-1,-24 1,25-26,-25 51,-1-26,1 0,-25 26,0-26,0 25,-149 298,125-347,-1-1,-25 1,-24 24,49-49,-49 0,-1 0,1-25,-150 0</inkml:trace>
  <inkml:trace contextRef="#ctx0" brushRef="#br0" timeOffset="-157878.22">18008 10344,'25'0,"-50"-25,25 25,-25 0,25 0,-24 0,-1 0,0 0,-25 0,26 0,-26 25,25-25,0 0,1 24,-1 1,0-25,0 25,25 0,0 0,0-25,0 24,0 1,0-25,0 25,50 0,-50-25,25 0,24 25,-24-25,25 24,-50-24,49 25,-24-25,0 25,24 0,-24 0,0-1,-25 1,25 0,-25 0,25 0,-50 24,0 1,0-25,-24-25,-26 0,1 0,-1 0,-49 0,75 0,24 0,25 0,0-25</inkml:trace>
  <inkml:trace contextRef="#ctx0" brushRef="#br0" timeOffset="-157375.18">18752 10542,'-24'0,"-1"0,0 0,-49 0,49 0,0 0,0 0,-25 0,26 0,-1 0,0 0,25 0,0 0,-25 0,25 0,50 50</inkml:trace>
  <inkml:trace contextRef="#ctx0" brushRef="#br0" timeOffset="-156197.1">18728 10740,'-25'0,"-25"0,25 0,-49 0,49 0,-25 0,1 0,24 0,25 0,0 0,0 0,0 0,0 0,0 0,0 0,0 0,0 0,0 0,0 0,0 25,-25-25</inkml:trace>
  <inkml:trace contextRef="#ctx0" brushRef="#br0" timeOffset="-155371.06">19050 10344,'0'24,"0"1,0 0,0 0,0 0,0 24,0-24,0 0,0 0,0-1,25 1,-25 25,0-50,0 25,25-25,-25 24,0-24,24 0,1 0,-25 0,25 0,0 0,0-24,-1-1,1 0,-25 0,25 0,0 1,-25-1,25 0,-25 0,0 25,24-49,-24 24,0 0,0 0,0 25,0-49,0 49,0 0,0 0,0 0,0 24,25 1,-25 0,25 49,0 1,-25-26,25 1,-25 0,0-26,0-24</inkml:trace>
  <inkml:trace contextRef="#ctx0" brushRef="#br0" timeOffset="-154918.03">19596 9971,'25'0,"-1"50,1 25,0-1,-25 0,25 1,-25-1,0 1,25-1,-25-49,0 0,24-25,1 0,0 0,25 0,-26-25,-24 25,25-25,0 25,-25 0,0-74,0 49</inkml:trace>
  <inkml:trace contextRef="#ctx0" brushRef="#br0" timeOffset="-154692.02">19869 10244,'-50'-24,"-24"-1,49 25,-25 25,1-25,-26 0,50 24,0 1,1-25,24 25,24-25</inkml:trace>
  <inkml:trace contextRef="#ctx0" brushRef="#br0" timeOffset="-154245.99">20538 10195,'-25'25,"25"49,0 0,0 1,-24 24,24-49,0-1,0-24,0-25</inkml:trace>
  <inkml:trace contextRef="#ctx0" brushRef="#br0" timeOffset="-154018.99">20588 10443,'-50'0,"1"0,-26 25,1-1,49 1,0-25,25 0</inkml:trace>
  <inkml:trace contextRef="#ctx0" brushRef="#br0" timeOffset="-153675.96">21010 9971,'24'25,"-24"50,0-26,0 26,25-50,-50 49,25-49,0 0,0 49,0-74,25 50,-25-26</inkml:trace>
  <inkml:trace contextRef="#ctx0" brushRef="#br0" timeOffset="-153451.96">21208 10542,'-74'0,"24"25,-24-25,24 25,25-25,-24 24,-26-24,1 25</inkml:trace>
  <inkml:trace contextRef="#ctx0" brushRef="#br0" timeOffset="-152967.93">20985 10765,'49'-25,"-24"25,25 0,-1 0,1 25,0 0,-26 0,-24 24,0 1,0 0,-49 24,24-24,-25-26,1 26,24-50,25 25,0-25,50 0,98 0,-48 0,-51-25,1 25,-25-25</inkml:trace>
  <inkml:trace contextRef="#ctx0" brushRef="#br0" timeOffset="-152333.88">21952 10294,'-25'-25,"1"25,-26 0,0 0,1 25,24-25,-25 25,25 0,1 24,24 1,0-1,0-24,24 0,1 0,25-25,0 0,-1-25,-49 25,50-50,-25 26,-1-26,1 0,-25 26,25-26,-25 50,0-25,0 75,0 24,0-24,25-1,-25 26,0-50,25 24,-25-24,0 0,24-50</inkml:trace>
  <inkml:trace contextRef="#ctx0" brushRef="#br0" timeOffset="-151885.86">22225 9847,'0'50,"0"24,0 26,0-1,25 0,-25 0,25-24,-1-1,1-24,0-1,0-49,24 0,1 0,0-24,-1-1,-49 0,25 0,-25 0,0-99</inkml:trace>
  <inkml:trace contextRef="#ctx0" brushRef="#br0" timeOffset="-151687.85">22423 10145,'-24'0,"-26"0,0 0,-49 0,25 25,-1 0,1-25</inkml:trace>
  <inkml:trace contextRef="#ctx0" brushRef="#br0" timeOffset="-150517.78">22324 9599,'25'0,"-25"-24,0 24,25-25,-25 25,25-25,-1 25,-24 0,25 0,-25 25,25 0,-25-1,0 51,0-50,-25-1,25 26,-25-50,25 50,0-50,25 0,-25 0,50-25,-50 25,49-50,-24 50,0 0,0 25</inkml:trace>
  <inkml:trace contextRef="#ctx0" brushRef="#br0" timeOffset="-122292.16">17611 11782,'0'25,"0"-25,0 50,0 24,0 0,0-49,0 50,-24-26,24 51,0-1,0 0,-25-49,25 24,0-24,0 24,25 0,-25 1,24-50,1 24,0-49,25 25,-1 0,26-25,24-25,-50 0,-24 0</inkml:trace>
  <inkml:trace contextRef="#ctx0" brushRef="#br0" timeOffset="-121937.14">17859 12402,'-99'0,"0"25,0-25,-25 25,24 25,1-26,25 1,24 0,75-25,25 0,74-50,99-24</inkml:trace>
  <inkml:trace contextRef="#ctx0" brushRef="#br0" timeOffset="-121638.13">18653 12402,'-74'-24,"49"24,-50 0,26 0,-26 0,1 0,24 24,26-24,-1 0,25 25,74 0</inkml:trace>
  <inkml:trace contextRef="#ctx0" brushRef="#br0" timeOffset="-121437.11">18678 12601,'-50'0,"-49"0,49 25,-49-25,50 0,-1 0,50 0</inkml:trace>
  <inkml:trace contextRef="#ctx0" brushRef="#br0" timeOffset="-121014.09">18901 12179,'0'0,"-25"25,25 0,0 0,0-1,0 26,0-25,25 0,-25-25,50 0,-50 24,49-24,1-24,-25 24,0-25,24 0,-49 0,25 0,0 1,24-101</inkml:trace>
  <inkml:trace contextRef="#ctx0" brushRef="#br0" timeOffset="-120734.07">19149 12080,'0'99,"0"-24,0-26,0 50,0-49,25 24,-25-24,0 24,0 1,0-26,-25 1,25-25</inkml:trace>
  <inkml:trace contextRef="#ctx0" brushRef="#br0" timeOffset="-120500.06">19447 12675,'0'25,"0"-25,25-25</inkml:trace>
  <inkml:trace contextRef="#ctx0" brushRef="#br0" timeOffset="-119988.03">19621 12105,'-25'24,"0"1,25 0,0 25,25-25,0-1,-1 1,1 0,25 25,-1-26,26 1,-50 0,24 0,-24 0,0-1,0 1,-25 25,-25-50,0 49,0-49,-24 50,-1-50,-24 25,49-25,-50-75,75 51</inkml:trace>
  <inkml:trace contextRef="#ctx0" brushRef="#br0" timeOffset="-119757.02">19695 12179,'50'0,"49"0,0 0,0 0,-49 0,-1 0,1 25,-50-50</inkml:trace>
  <inkml:trace contextRef="#ctx0" brushRef="#br0" timeOffset="-117849.91">20439 12080,'0'0,"0"25,0-1,0 1,0 0,-25 0,25 0,0 0,0-1,0 1,0 0,0 0,0 0,0-25,0 24,0-24,25 0,-25 0,25 0,-25 0,49 0,1-24,-25 24,0 0,-25 0,24-25,1 25,-25 0,0 0,0-25,0 25,-25-50</inkml:trace>
  <inkml:trace contextRef="#ctx0" brushRef="#br0" timeOffset="-117550.89">20513 12080,'25'49,"0"26,-25-25,25 49,-25-50,25 51,-25-1,24-25,-24-24,0-25,0-1,0 1,0-50</inkml:trace>
  <inkml:trace contextRef="#ctx0" brushRef="#br0" timeOffset="-115972.8">21481 12204,'-25'0,"-25"0,1 0,-1 0,-24 25,24 0,50-1,0-24,-25 25,50 0,0 0,25 24,-1-24,1-25,24 50,-49-25,25-1,-1 1,-49 25,0-50,-25 25,-24-1,-26 1,-24 0,25-25,49 25,-25-25,26 25</inkml:trace>
  <inkml:trace contextRef="#ctx0" brushRef="#br0" timeOffset="-114337.71">21456 13072,'-99'0,"0"25,-1-25,-24 25,0-1,0-24,0 25,-25 0,1 0,-1 0,-25 0,25-25,1 24,-1 1,-25 0,0 0,1 0,-1-1,1 26,-100 0,99-26,25 1,0 0,50 0,-25 0,75-25,-26 24,50-24,50-24,50-26,-1 25,25 0,25 1,25-1,0 0,49 0,1-24,-1 24,199 0,-149 25,0 0,25 0,0 0,-25 0,25 0,-50 0,0 0,-49 0,-50 0,-25 0,-49-25,-50 25,-25-25,-50 1,-24-1,-25 0,0 0,-173 25,98 0,1 25,-26 0,1-25,-25 25,25 24,-25-24,0 0,0 24,0 1,24-25,-24 24,25 1,50 24,-1-49,50 0,49 0,26-25,74-25,74 0,0-24,25 24,50 0,-1 0,26 0,24 25,0 0,25 0,0 0,25 25,-25-25,25 25,0 25,0-26,-25 1,-25 25,-49-25,-25-25,-50 24,-124-24,-99-49</inkml:trace>
</inkml:ink>
</file>

<file path=ppt/ink/ink5.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03T03:38:26.638"/>
    </inkml:context>
    <inkml:brush xml:id="br0">
      <inkml:brushProperty name="width" value="0.05292" units="cm"/>
      <inkml:brushProperty name="height" value="0.05292" units="cm"/>
      <inkml:brushProperty name="color" value="#FF0000"/>
    </inkml:brush>
  </inkml:definitions>
  <inkml:trace contextRef="#ctx0" brushRef="#br0">1687 8012,'0'0,"0"0,25 0,-25-25,24 25,-24 0,25 0,25-25,-50 25,49 0,-24 25,0 0,-25-25,25 25,24 24,-24-24,25 50,-25-51,-1 51,1-50,25-1,-1 51,-24-50,25 24,-50-24,49-25,-49 0,25 25,-25-25,25 0,-25-25,0 25</inkml:trace>
  <inkml:trace contextRef="#ctx0" brushRef="#br0" timeOffset="428.02">2307 8037,'-25'0,"25"0,0 25,-25 24,25-49,-25 75,1-51,-1 26,0-25,0-25,-24 49,49 1,-25 0,25-50,-25 49,0-24,25-25,0 25,0-25,0 25,0-25,0 0,0 0,25-25</inkml:trace>
  <inkml:trace contextRef="#ctx0" brushRef="#br0" timeOffset="872.04">2480 8558,'0'24,"0"1,0 0,0 0,-24 24,24-24,24 25,-24-25,0-1,0-24,25 0,0 0,0 0,-25-24,25-1,-25 0,24 0,-24-24</inkml:trace>
  <inkml:trace contextRef="#ctx0" brushRef="#br0" timeOffset="1074.06">2555 8210,'0'0</inkml:trace>
  <inkml:trace contextRef="#ctx0" brushRef="#br0" timeOffset="1598.09">3175 8285,'0'25,"-25"-25,0 0,1 0,-26 0,50 0,-25 0,0-25,25 25,0 0,0 0,25 0</inkml:trace>
  <inkml:trace contextRef="#ctx0" brushRef="#br0" timeOffset="1930.11">3150 8508,'-25'0,"1"0,-1 0,0 0,0 0,0 0,25 0,-24 0,-1 0,25 0,0 0,0 0</inkml:trace>
  <inkml:trace contextRef="#ctx0" brushRef="#br0" timeOffset="8010.45">3621 8136,'0'-25,"0"25,25-25,-25 25,25-24,-25 24,25-25,-25 25,25 0,-25 0,25 0,-1 0,-24 0,25 0,-25 25,25-25,-25 24,25-24,-25 25,0 0,0 0,0 0,-25-1,25-24,0 25,0-25,-25 25,0 0,1-25,24 0,-25 25,25-25,0 0,0 0,25-25,-25 25,24 0,-24 0,25 0,-25 0,25 0,0 0,0 25,-1-1,-24 1,25 0,0 0,-25 0,25-1,-25-24,0 50,0-25,0 0,0-25,-50 99,25-99,-24 0,-1 0,25 0,1 0,-1-25,0 25,25 0,0-25,25 0</inkml:trace>
  <inkml:trace contextRef="#ctx0" brushRef="#br0" timeOffset="9603.54">2406 9302,'0'-25,"-25"25,0-25,25 25,-49 0,24 0,0 0,25 0,-25 0,1 25,-1-25,0 25,25-25,-25 49,0-24,25 0,-24 25,24-1,0-24,-25 0,25 0,-25 24,25-24,0 0,-25 0,25-1,-25 1,1-25,24 0,0 25,-25-25,25 0,0 0</inkml:trace>
  <inkml:trace contextRef="#ctx0" brushRef="#br0" timeOffset="9926.56">1960 9277,'24'0,"26"74,-25-24,0 0,-25-26,49 51,1-26,-50-24,25 0,24 49,-49-49,25 0</inkml:trace>
  <inkml:trace contextRef="#ctx0" brushRef="#br0" timeOffset="10406.59">2480 9624,'-24'-25,"24"25,-25 0,25 50,-25 0,50-1,-25 1,25 24,-25 1,0-26,0-24,-25 25,0-25,0-25,0-25,-24 0,24-50,50 1</inkml:trace>
  <inkml:trace contextRef="#ctx0" brushRef="#br0" timeOffset="10742.61">2530 9847,'0'0,"0"0,-50 0,50 0,-24 0,-26 0,25 25,25-25,0 0,-25 0,25 0,25 0,25 0</inkml:trace>
  <inkml:trace contextRef="#ctx0" brushRef="#br0" timeOffset="11308.64">3225 9649,'0'0,"-25"25,0-25,-25 0,50 0,-74 0,74 0,-25 0,-24-25,49 25,-25 0,50 25,-1 0</inkml:trace>
  <inkml:trace contextRef="#ctx0" brushRef="#br0" timeOffset="11556.66">3200 9847,'0'25,"-50"-25,50 0,-49-25,24 25,-25 0,25-24,1 24,24 0,-25 0,25 0,0 0</inkml:trace>
  <inkml:trace contextRef="#ctx0" brushRef="#br0" timeOffset="14391.82">3845 9773,'-25'0,"25"0,0 0,-25 0,25 0,0 0,-25 0,25 0,-24 0,-1 0,0 0,0 25,0-25,0 0,25 0,-24 0,24 0,0 0,-25 0,25 25,0-25,0 0,-25 0,50-25,-25 25,0-25,25-25</inkml:trace>
  <inkml:trace contextRef="#ctx0" brushRef="#br0" timeOffset="15181.84">4142 9550,'-24'0,"24"25,0 24,-25-24,25 0,0 0,0-1,25 1,-1-25,-24 25,25-25,0 0,0 0,24 0,-24 0,0 0,0 25,0-25,-1 74,-24-49,25 25,-25-26,0 26,0-25,-25 25,1-26,-1 1,0-25,0 25,-24-25,24 0,0 0,0 0,-24-25,49 25,-25-25,25 1,0-51</inkml:trace>
  <inkml:trace contextRef="#ctx0" brushRef="#br0" timeOffset="15623.89">4465 9550,'-25'0,"0"25,0-25,1 0,-1 24,0-24,0 0,0 0,-24 0,24 0,0 0,0 0,1 0,24 25,0-25,0 25,-25-25</inkml:trace>
  <inkml:trace contextRef="#ctx0" brushRef="#br0" timeOffset="19112.09">2084 10691,'0'0,"0"49,0-24,-25 25,25 49,-25 25,25-74,0 49,0-49,0 49,0 0,0 0,0-49,0-1,0-24,25 25,0-25,-1-1,-24-24,25 0,0 0,25 0,-26-24,26-51,-25 75,0-49,-25 24,24-25</inkml:trace>
  <inkml:trace contextRef="#ctx0" brushRef="#br0" timeOffset="19471.09">2332 11162,'-75'0,"1"0,49 0,-49 0,24-25,-24 25,49 0,-50 0,26 0,-1 0,1 0,49 0,0 25,24-25,100-25</inkml:trace>
  <inkml:trace contextRef="#ctx0" brushRef="#br0" timeOffset="19876.12">2877 11212,'-24'25,"-1"-25,-25 0,25 0,-24 0,-1 0,25 0,25 0,0 0,0 24,50 1</inkml:trace>
  <inkml:trace contextRef="#ctx0" brushRef="#br0" timeOffset="20126.14">2877 11410,'-24'0,"24"0,-25 0,0 0,0 0,-24 0,24 0,0 0,0 0,25 0,0 0,50 0</inkml:trace>
  <inkml:trace contextRef="#ctx0" brushRef="#br0" timeOffset="20839.18">3249 11137,'25'-25,"25"25,-25 0,-1 0,1 0,0 0,0 0,0 25,-1 0,-24-25,25 25,-25 0,0 24,0 1,-25-25,1 0,-1 24,25-24,-25 25,-25-26,26 26,-1-50,-25 25,50-25,-49 0,24 0,0 0,25-25,0 0,0 25,25-25,0 25,-1-24,-24 24,50 24,-25 1,24 0,1 0,-25 0,0-25,-1 0,-24 0,25 0</inkml:trace>
  <inkml:trace contextRef="#ctx0" brushRef="#br0" timeOffset="21031.2">3845 11485,'25'-50</inkml:trace>
  <inkml:trace contextRef="#ctx0" brushRef="#br0" timeOffset="21674.23">3994 11237,'0'24,"0"26,-25 0,25-26,0 26,25 0,-25-1,24 1,-24-25,25-1,0-24,25 0,-26 0,1-24,0-1,-25 0,25 25,0-50,-1 1,1 24,-25-25,0 1,0 24,-25-25,25 26,-49-26,49 25,-25 0,0 25,0-25,-24 25,24 0,25 0,-25 0,0 25,25 0,0 0</inkml:trace>
  <inkml:trace contextRef="#ctx0" brushRef="#br0" timeOffset="22264.27">4614 11261,'24'-24,"-48"24,-1 0,0 24,0-24,25 25,-25 0,25 0,0 0,0-1,25 1,0 0,0 0,0 24,-1-24,1 0,0 0,-25 0,0-1,0-24,-25 25,0-25,-24 25,24-25,0-25,-24 25,24-25</inkml:trace>
  <inkml:trace contextRef="#ctx0" brushRef="#br0" timeOffset="28066.6">1761 12526,'25'25,"0"25,24 24,-24 1,25-1,-1 0,1 1,0-1,-26-24,1-25,-25-1,0-24,0 0</inkml:trace>
  <inkml:trace contextRef="#ctx0" brushRef="#br0" timeOffset="28413.62">2356 12626,'0'24,"-24"26,24 0,-25 49,25-50,-25 26,0-1,25-24,-25-25,25-1,0 1,0 0,0 0,25-25,0-25</inkml:trace>
  <inkml:trace contextRef="#ctx0" brushRef="#br0" timeOffset="28696.64">2381 13271,'0'24,"0"26,0-25,0 0,25-1,-25 1,0-25,25 0,-25 0,25 0,-1-49</inkml:trace>
  <inkml:trace contextRef="#ctx0" brushRef="#br0" timeOffset="28866.65">2505 12824,'0'25,"25"-25</inkml:trace>
  <inkml:trace contextRef="#ctx0" brushRef="#br0" timeOffset="29239.67">3026 12849,'-25'0,"1"25,-1-25,-25 0,50 0,-49 0,24 0,0 0,0 24,25-24,0 0,0 25,50 0</inkml:trace>
  <inkml:trace contextRef="#ctx0" brushRef="#br0" timeOffset="29502.68">3001 13072,'0'0,"-49"0,-1 0,25 0,1 0,-1 0,25 0,-25 0,75-25</inkml:trace>
  <inkml:trace contextRef="#ctx0" brushRef="#br0" timeOffset="29834.7">3324 12824,'0'25,"0"49,0 25,0-24,0-50,0 74,0-74,0 24,0-24,-25 0,50-75</inkml:trace>
  <inkml:trace contextRef="#ctx0" brushRef="#br0" timeOffset="30339.73">3522 12874,'25'0,"0"-25,0 25,-1 0,1 0,0 0,-25 25,25-1,-25-24,0 50,0 0,0-1,-25 1,25-1,-25-24,0 50,25-26,-24 1,24-25,0 24,0-49,0 25,24-25,1 0,0 0,25 0,-25 0,-1-25,26 1,-25-26,74-24</inkml:trace>
  <inkml:trace contextRef="#ctx0" brushRef="#br0" timeOffset="31438.79">4167 12998,'-25'24,"1"1,-1 25,0-1,0-24,25 25,0-25,25 24,0-24,0 0,-1-25,1 0,0 0,25 0,-26-25,26-24,-50 24,50-25,-50 25,24-24,-24-1,25 25,-25 25,25 0,-25 0,0 50,0-25,25 49,-25-49,0 25,0-26,0 1,0 0,0-25,25-25,-25-24,0 24,24-25,1 0,-25 26,0-1,25 0,-25 25,25 25,0 24,-25 1,0 0,0-25,0-1,0 1,0-50,24-24,1 24,0-50,-25 51,25-26,0 25,-1 25,-24 25,25 0,-25 74,25-24,-25-26,0-24,0 0,0-25</inkml:trace>
  <inkml:trace contextRef="#ctx0" brushRef="#br0" timeOffset="31958.82">5259 12998,'-25'24,"0"1,0-25,25 25,-25-25,25 0,0 25,0 0,25-1,0 1,0 0,0 0,-1 0,1 0,-25-1,0 1,0-25,0 25,0 0,0-25,-25 25,1-1,-1-24,-50 25,51-25,-1 0,0-25,25-24</inkml:trace>
  <inkml:trace contextRef="#ctx0" brushRef="#br0" timeOffset="32264.84">5283 12799,'-24'0,"-1"0,0 25,0-25,0 0,1 0,-1 0,0 0,25 0,-25-25</inkml:trace>
  <inkml:trace contextRef="#ctx0" brushRef="#br0" timeOffset="32617.86">5531 12626,'0'49,"0"1,0 24,0 1,0-51,0 1,0 0,-24 0,24-25</inkml:trace>
  <inkml:trace contextRef="#ctx0" brushRef="#br0" timeOffset="40126.28">7218 7987,'0'25,"-25"25,25-26,-49 76,24-26,-25 25,26-49,-1 49,0-25,-25 26,50-51,-24-24,-26 49,25-49,0 25,25-25,-25-1,1 1,24-25,24-74</inkml:trace>
  <inkml:trace contextRef="#ctx0" brushRef="#br0" timeOffset="40641.32">7119 8210,'50'25,"-26"25,1-25,50 49,-51-49,26 49,-25-49,24 74,-24-74,0 0,0 49,-25-49,25 25,-25-26,0 1,-25-25,25 25,-50-25,1 0,-51 0,76 0,-100 0,74 0,-49 25,24-25,51 0,-1 0,50 25,24-25,1-25,74-50</inkml:trace>
  <inkml:trace contextRef="#ctx0" brushRef="#br0" timeOffset="41091.35">7590 8310,'25'0,"0"0,0 49,-1 1,1-1,25 1,-25 0,-1 24,1-49,0 0,0-1,0 1,-1-25,1 25,50-25,-50 0,24-25,-24 25,0-25,24-49</inkml:trace>
  <inkml:trace contextRef="#ctx0" brushRef="#br0" timeOffset="41404.36">8086 8359,'-49'0,"24"25,0 0,-25 0,1 24,24-24,-25 25,26-1,-26 1,0-25,26 24,-1-49,0 50,0-50,25 25,0-25,25 0,49-25</inkml:trace>
  <inkml:trace contextRef="#ctx0" brushRef="#br0" timeOffset="41763.37">8731 8483,'-25'-25,"-24"25,-26 0,1 0,24 25,1-25,-1 25,25-25,25 25,0-25</inkml:trace>
  <inkml:trace contextRef="#ctx0" brushRef="#br0" timeOffset="41990.4">8756 8657,'-25'25,"-24"-25,-26 0,1 24,49-24,-25 25,50-25,50 0</inkml:trace>
  <inkml:trace contextRef="#ctx0" brushRef="#br0" timeOffset="42411.42">8979 8235,'25'25,"-25"25,50-1,-50 1,49-1,-24-24,50 25,-26-1,-24 1,0-25,0 0,-25-25,49 24,-49-24,25 0,-25 0,25 0,-25-49</inkml:trace>
  <inkml:trace contextRef="#ctx0" brushRef="#br0" timeOffset="42770.44">9550 8285,'0'0,"-25"49,0 1,25 0,-25 24,1-24,-1-1,25 1,-25-1,25-24,-25 0,25-25</inkml:trace>
  <inkml:trace contextRef="#ctx0" brushRef="#br0" timeOffset="43018.46">9624 8657,'0'0,"25"49,-25-24,0 0,0 0,0 0,0-25</inkml:trace>
  <inkml:trace contextRef="#ctx0" brushRef="#br0" timeOffset="43201.47">9798 8235,'25'-25,"-1"-24</inkml:trace>
  <inkml:trace contextRef="#ctx0" brushRef="#br0" timeOffset="43684.49">9971 7813,'0'50,"0"-25,0 49,0-24,0-25,0 49,0-24,0 24,0-24,25 24,-25-24,0-25,0-1,25 26,-25 24,25-24,-25-25,25 24,24-49,-24 25,-25-25,25-25</inkml:trace>
  <inkml:trace contextRef="#ctx0" brushRef="#br0" timeOffset="43906.51">10071 8434,'-50'0,"-24"24,24-24,-24 25,49 0</inkml:trace>
  <inkml:trace contextRef="#ctx0" brushRef="#br0" timeOffset="44305.53">10641 8235,'0'50,"0"-1,25 1,-25 24,0-24,25 24,-25 1,0-26,0-24,0 0,0-25</inkml:trace>
  <inkml:trace contextRef="#ctx0" brushRef="#br0" timeOffset="44528.54">10790 8458,'-25'0,"-24"0,-26 0,1 0,24 0,25 0,25 25</inkml:trace>
  <inkml:trace contextRef="#ctx0" brushRef="#br0" timeOffset="44848.56">11187 7987,'0'0,"0"25,0 25,25-1,-25 50,25 1,-25-1,0-74,0 49,0-49,0 24</inkml:trace>
  <inkml:trace contextRef="#ctx0" brushRef="#br0" timeOffset="45080.57">11485 8632,'-25'0,"-25"0,-24-25,-1 25,-24 25,74-25,-49 25,49 0,-25 24</inkml:trace>
  <inkml:trace contextRef="#ctx0" brushRef="#br0" timeOffset="45605.6">11162 8880,'25'0,"-25"-25,50 25,-26 0,1 0,25-25,-50 25,49 25,-49-25,25 25,-25-25,0 50,-25-50,1 49,-1 26,-25-50,25-1,-49 1,49-25,0 25,-24 0,49 0,-25-25,50 0,-1 0,26 24,0-24,24 0,-49 0,25 0,-1-24,-24-1</inkml:trace>
  <inkml:trace contextRef="#ctx0" brushRef="#br0" timeOffset="46245.64">12080 8409,'-50'0,"1"0,-1 0,0 25,1-1,-1 26,25 0,1 24,24-49,24 24,1-49,25 25,-1-25,1-25,0 1,-1-1,-24-25,0 25,-25-24,0-1,0 25,0 25,25 50,-25 0,24 24,-24-24,25 24,-25-24,25-50,0-25</inkml:trace>
  <inkml:trace contextRef="#ctx0" brushRef="#br0" timeOffset="46677.66">12427 8062,'0'-25,"0"74,0 26,0-26,0 51,0-26,0-24,0-1,25 1,-25-1,50 1,-50-25,49 0,-24-25,25 0,-1 0,-24 0,-25 0,25-25,0 25,-1-99</inkml:trace>
  <inkml:trace contextRef="#ctx0" brushRef="#br0" timeOffset="46906.68">12551 8285,'-74'0,"-1"25,1-1,49-24,-24 25,24-25,0 25</inkml:trace>
  <inkml:trace contextRef="#ctx0" brushRef="#br0" timeOffset="47444.71">12750 7888,'49'-50,"1"50,-1 0,1 25,-25 0,0 24,-1-24,-24 25,-24-25,-1 24,-25-24,25 0,1 0,-1-25,25 25,49-25,26 0,-26 0,51 0,-51 0,-24 0,-25 0</inkml:trace>
  <inkml:trace contextRef="#ctx0" brushRef="#br0" timeOffset="57872.31">7045 10145,'-25'0,"-25"0,-24-25,-26 25,26 25,0-25,24 25,0-25,26 25,24-25,49 0</inkml:trace>
  <inkml:trace contextRef="#ctx0" brushRef="#br0" timeOffset="58640.35">7367 9823,'-25'0,"0"24,-24-24,-1 50,25-25,25 24,0-24,25 0,25 0,24 25,1-26,24 26,-74-25,49 49,-24-49,-26 0,1 24,-25-24,0 0,-49 25,24-50,-25 24,-24 1,-25-25,49-25,25 1,25-1,0-25,0 1,50-1,-1-24,1-1,24 26,-24-51,0 51,-26-1,1 0,-25 1,-25 24,-24 0,-1 0,25 25,-24 0,-1 50,50-25,0 0,25 24</inkml:trace>
  <inkml:trace contextRef="#ctx0" brushRef="#br0" timeOffset="59019.37">8409 10071,'0'0,"-25"0,-25 0,-24 0,24 0,-24 0,24 0,1 0,-1 25,50-25,0 24,75 1</inkml:trace>
  <inkml:trace contextRef="#ctx0" brushRef="#br0" timeOffset="59273.39">8409 10269,'-50'0,"-24"0,24 0,-24 0,49 25,0-25,25 0,0 25</inkml:trace>
  <inkml:trace contextRef="#ctx0" brushRef="#br0" timeOffset="62396.56">8855 9798,'0'0,"0"0,0 25,0 24,0 26,0-26,0-24,0 50,0-1,0-24,0-1,0 1,0-1,0-24,0 0,0 0,-25 24,25-49,0 0,50-49</inkml:trace>
  <inkml:trace contextRef="#ctx0" brushRef="#br0" timeOffset="63067.6">9054 9971,'0'-24,"0"24,0 0,49-25,-49 25,25-25,0 25,25 0,-1 0,-24 0,49 0,-49 0,0 25,-25 0,25 24,-50 1,0 0,-49-1,24 1,1-1,-1 1,25-25,0 0,25-1,25-24,25 25,-1-25,26 0,-1 0,1 0,-51 0,1 0,-25-25,-25 25,25 0,-24 0</inkml:trace>
  <inkml:trace contextRef="#ctx0" brushRef="#br0" timeOffset="64504.68">9872 9599,'-25'25,"1"25,-26-1,25 51,0-51,1 26,-1-1,25-24,0 24,0-49,25 49,-25-24,49 0,-49-26,25 1,0 0,0-25,-1 25,-24-25,0 0,0 0,0 0,-24 0</inkml:trace>
  <inkml:trace contextRef="#ctx0" brushRef="#br0" timeOffset="65245.73">9947 10021,'0'-25,"0"25,0-25,24 25,-24-24,25 24,-25-25,25 25,0 0,25 0,-26 0,-24 0,50 25,-25-25,0 49,-1-24,1 25,-25-25,0-1,0 51,0-50,0 49,-25-49,1 0,-1-1,25-24,-75 25,75-25,-49 0,49 0,-25 0,25-25,0 25,0 0,25-24,24 24,-49 0,75 0,-50 0,-1 0,1 0,25 0,-25 0,24-25,-24 25,0-50</inkml:trace>
  <inkml:trace contextRef="#ctx0" brushRef="#br0" timeOffset="65665.75">10592 9773,'24'74,"26"1,-25-1,-25 1,0-26,0 26,-25-1,0-24,0-1,-24-24,24 0,0 0,25-25,-25 25,100-100</inkml:trace>
  <inkml:trace contextRef="#ctx0" brushRef="#br0" timeOffset="66053.77">11261 9798,'0'0,"0"25,0 24,0 26,0-1,0-24,0 24,0-24,0 24,0-24,0-25,0-1,-24 1,24-25,-25 0,0-25</inkml:trace>
  <inkml:trace contextRef="#ctx0" brushRef="#br0" timeOffset="66302.78">11336 10096,'-50'-25,"-24"25,-1 0,1 0,24 25,1-25,49 0</inkml:trace>
  <inkml:trace contextRef="#ctx0" brushRef="#br0" timeOffset="66671.81">11906 9649,'0'50,"25"24,-25 0,0 1,0-1,0 1,0-26,25 1,-25-25,0 24,0-24</inkml:trace>
  <inkml:trace contextRef="#ctx0" brushRef="#br0" timeOffset="66977.83">11609 10269,'49'0,"-24"0,49 25,1-25,-1 0,-49 0,74 0,-74 0,25 25,-1-25,-24 25,-25-1</inkml:trace>
  <inkml:trace contextRef="#ctx0" brushRef="#br0" timeOffset="67561.86">11757 10592,'75'0,"-1"24,-24-24,49 0,-74 0,49 0,-24 25,-25-25,-25 0,0 25,-25-25,-25 25,1 0,-26-1,26-24,-26 25,26 0,-1 0,-24 24,49 1,25-50,0 25,0 0,49-1,51-24,-1 25,-74-25,74 25,-50-25,1 0,0 0,-50 0,0 25,-50-50</inkml:trace>
  <inkml:trace contextRef="#ctx0" brushRef="#br0" timeOffset="68510.89">12750 10071,'-25'0,"-25"25,1-1,-1 1,0 25,26-25,-1 24,0 1,25-25,25-1,-25 1,49 0,1-25,-25 0,0-25,-1 0,1 1,0-26,-25 25,0-49,0 49,25 0,-25 25,0 25,0 0,0 49,25-24,-1-25,1-1,0 1,0-25,0 0,-1 0,1-25,-25 25,25-24,-75-1,26-74</inkml:trace>
  <inkml:trace contextRef="#ctx0" brushRef="#br0" timeOffset="72275.13">11757 9798,'75'0,"-26"0,51 49,-51-24,26 0,-26 25,-49-1,0-24,-49 25,24-25,-50-1,-24 51,50-26,49-24,-25 25,25-1,49 1,1 24,24 1,-49-50,25 49,-50-49,0 49,-50 25,1-49,24-25,0 24,25-24,0 0,25 25,-25-1,25-24,-25 0,0 0,0-25,-25 25,0-100</inkml:trace>
  <inkml:trace contextRef="#ctx0" brushRef="#br0" timeOffset="73418.19">12328 9823,'-25'-25,"25"25,0 0,-25 0,75 0,-50 0,25 0,0 0,-1 0,1 0,-25 0,25 25,-25-1,25-24,-25 50,0-50,-25 50,25-26,-25 1,0 0,25 0,-74 49,49-49,0 25,1-25,-1 24,25-24,0-25,-25 50,25-26,-25 1,25 0,0-25,-25 25,25-25,0 25,0-25,25 0,-25 0,25 0,0 0,-25 24,49-24,1 0,24 0,-49 0,0 0,0 0,0 0,-25 0,0 0,0 25,-25-25</inkml:trace>
  <inkml:trace contextRef="#ctx0" brushRef="#br0" timeOffset="81394.64">11410 11782,'-49'0,"24"0,-25 25,25 0,-49 0,49-1,0 1,0 25,1-1,-1 26,25-50,25 74,-1-74,-24 24,50 1,-25 0,0-26,0-24,-1 0,1 0,-25 0,25-24,-25-1,0-50,25 51,-25-51,0 50,0-49,0 24,0 25,0 1,0 24,0 49,0-24,25 25,-1-1,1-24,25-25,-25 25,24-25,-24 0,0 0,0-25,-25 25,-25-25</inkml:trace>
  <inkml:trace contextRef="#ctx0" brushRef="#br0" timeOffset="81845.67">10740 11981,'-74'-25,"0"25,24 0,-49 0,74 25,-25-25,26 24,-1 1,25-25,74 25</inkml:trace>
  <inkml:trace contextRef="#ctx0" brushRef="#br0" timeOffset="82142.69">10641 12254,'-99'0,"74"0,-74 0,74 0,-24 24,-1-24,50 0,0 0,25 25,-25-25,25 25</inkml:trace>
  <inkml:trace contextRef="#ctx0" brushRef="#br0" timeOffset="87521">6623 11881,'25'0,"-1"0,1 0,0 0,25 0,-26 0,1 0,-25 0,25 0,0 0,-25 0,25 25,-25-25,0 0,25 0</inkml:trace>
  <inkml:trace contextRef="#ctx0" brushRef="#br0" timeOffset="88158.04">7268 11534,'-50'50,"1"24,49-49,24 0,76 0,-1-1,-25 1,-24 25,-25 24,-75 1,0-1,-24-49,-25 49,24-49,75-50,-24-24,98-51,0-48,-24 73,0-24,-1 25,-49-1,0 50,-25 25,-74 0,74 25,1 0,-26 0</inkml:trace>
  <inkml:trace contextRef="#ctx0" brushRef="#br0" timeOffset="88549.06">7789 11931,'74'0,"-49"0,24-25,-49 25,50 0,0 0,-25 0,-1 0,1-25,-25 25,25 0</inkml:trace>
  <inkml:trace contextRef="#ctx0" brushRef="#br0" timeOffset="89096.09">8359 11633,'75'-24,"-51"48,26-24,-25 25,24-25,-24 50,-25-25,-25 24,1-24,-51 25,26-1,-1 1,0-1,26-24,24-25,0 25,24 0,51-25,-26 0,26 0,-26 25,-24-25,-25-25</inkml:trace>
  <inkml:trace contextRef="#ctx0" brushRef="#br0" timeOffset="89473.11">8830 11658,'0'0,"0"25,0 0,0 0,0 24,0-24,0-25,25 50,-25-50,25 24,0-24,0 0,-1 0,1 0,0 0,0-24,-25-1,25 0,-25 25</inkml:trace>
  <inkml:trace contextRef="#ctx0" brushRef="#br0" timeOffset="89887.14">9004 11534,'0'25,"0"0,0 24,0 1,0 24,0 26,0-26,0 0,0-24,0 0,-25-1,25-24,0-25,0-25,25-24</inkml:trace>
  <inkml:trace contextRef="#ctx0" brushRef="#br0" timeOffset="92059.26">6697 12402,'25'0,"25"0,-1 0,26 0,24 0,-25 0,26 0,-1 0,25 0,-25-24,25 24,0 0,0 0,0 24,25-24,-25 0,0 0,0 0,124 0,-149 25,-24-25,-1 0,-49 0,-25 0,-25 0,-25 0</inkml:trace>
  <inkml:trace contextRef="#ctx0" brushRef="#br0" timeOffset="94223.38">7516 12824,'0'0,"0"25,-25-25,25 0,0 0,0 0,0 0,25 0,-25 0,0 0,0 0,0 0,25 0,-25-25,24 25,-24 0,25-25,-25 25,25-25,0 25,0-24,-1 24,-24-25,25 25,0 0,0 0,-25 0,25 0,24 0,-49 25,25-25,-25 0,25 24,-25-24,0 25,0-25,25 25,-25-25,0 25,-25 0,25-25,0 24,-25 1,25 0,-25 0,0 0,1-1,-1 1,25 0,-25 0,0 0,0-1,1 26,-1-25,0 0,0 0,0-1,25-24,-24 25,24 0,-25-25,25 25,0 0,0-25,0 24,-25-24,25 0,25 0,-25 0,25 25,-25-25,24 0,1 0,25 0,-25-25,-1 25,1 0,0 0,0 0,24 0,-24 0,0 0,0 0,-25 0,25 0,-25 0,24 0,-24 0,25 0,-25 0,0 0,0 0,0 0,25 0,-25-49</inkml:trace>
  <inkml:trace contextRef="#ctx0" brushRef="#br0" timeOffset="96056.49">10294 14387,'-25'0,"0"-25,1 25,-26 0,50 0,-25 0,-24 25,-1 0,25-1,0 1,0 25,1-1,24-24,-25 50,25-51,-25 51,25-26,0 26,25-26,-25-24,25 50,-1-51,1 1,-25 0,25 0,0-25,-25 0,74-50,-49 1,0-26,0 50,0-49,-25 0,0 24,24-24,-24 24,0-24,0 49,0-25,0 25,-24 1,24 24,0 49,24 26,1-51,25 51,24-26,25 26,-49-75,-25 0,0 0,-25-50,-25-74</inkml:trace>
  <inkml:trace contextRef="#ctx0" brushRef="#br0" timeOffset="96508.52">9277 14585,'50'0,"-1"0,-24 0,25 0,-1 0,-49 0,50 0,-50 0,25 0</inkml:trace>
  <inkml:trace contextRef="#ctx0" brushRef="#br0" timeOffset="96778.53">9203 14784,'24'0,"1"0,25 0,-25 0,-1 0,1 0,0 24,0-24,0 25,-25-25</inkml:trace>
  <inkml:trace contextRef="#ctx0" brushRef="#br0" timeOffset="101209.78">6896 14511,'-50'0,"25"0,-24 0,24 0,0 0,-25 0,26 0,-1 25,0-1,0-24,0 0,25 0,-24 25,-1-25,99-49</inkml:trace>
  <inkml:trace contextRef="#ctx0" brushRef="#br0" timeOffset="101645.81">7069 14089,'0'50,"0"-1,0 50,0-49,0 25,0-51,-24 76,24-26,0 25,0-49,0 24,0-49,0 49,0-24,0-25,0 0,24-25,-24 0</inkml:trace>
  <inkml:trace contextRef="#ctx0" brushRef="#br0" timeOffset="102338.85">7367 14263,'0'24,"-25"26,25 0,0 24,-25 25,25-24,0 24,0-49,0 24,0 0,25-49,-25 0,25 0,0 0,0-25,-1 0,1-25,25 0,-50 0,25-49,-25 49,0-25,-25 26,25 24,-25 0,0-25,0 25,1 25,24-25,-25 49,25 1,0-1,0 1,0-25,25 0,-1-25</inkml:trace>
  <inkml:trace contextRef="#ctx0" brushRef="#br0" timeOffset="103601.92">7813 14536,'-24'24,"-1"26,25 24,-25-24,25 24,0-24,0 24,0-24,25-25,-25 0,25-1,-25-24,24-24,1-1,0-25,0 25,-25-24,25-1,-1 1,-24-1,25-24,-25 74,0 24,0-24,0 50,0 0,0-1,0 1,0-1,0-24,0 0,0 0,25-50,-25 0,0-24,25 24,-25-25,25 1,0 24,-25-25,24 50,-24 0,0 25,25 0,-25 24,0-24,0 25,0-25,0 24,0 1,0-25,0-25,0-25,25 25,-25-50,25 1,-25-1,0 0,25 1,-1-1,-24 25,25 1,0-1,-25 25,25 25,-25-25,0 24,0 26,25 0,-25-26,0 51,0-50,0 24,0-24,0 0,0 0,24-50</inkml:trace>
  <inkml:trace contextRef="#ctx0" brushRef="#br0" timeOffset="104256.96">8607 14610,'-25'0,"25"0,-24 25,-1 0,25-1,0-24,-25 25,25 0,0 0,0 0,25-1,-25 1,25 25,-25-50,24 49,1-24,0-25,-25 25,25-25,-25 0,0 25,0-25,-25 0,25 0,-25 25,0-25,1 0,-1 24,25-24,0 0,-25 0,25 0,-25 0,25-49,0-26</inkml:trace>
  <inkml:trace contextRef="#ctx0" brushRef="#br0" timeOffset="104622.98">8582 14238,'-24'25,"24"-25,0 0,-25 0,25 0,-25 0,0 0,25 0,-25 0,25 24,0-24,-24 0</inkml:trace>
  <inkml:trace contextRef="#ctx0" brushRef="#br0" timeOffset="105260.02">8731 14089,'25'0,"-25"0,25 0,0 25,-25-25,0 25,0-1,0-24,0 50,0-25,-25 0,25-1,-25 1,25 0,0 0,0 0,0-25,0 25,0-1,0-24,25 0,0 0,-1 0,-24 0,25 0,0-24,0 24,-25 24</inkml:trace>
  <inkml:trace contextRef="#ctx0" brushRef="#br0" timeOffset="107023.12">9277 15850,'-74'25,"49"0,-50 0,26-25,-51 24,26-24,-25 0,49 0,-49 0,25 0,-50 0,49 0,26 0,-100 0,74 0,-74 0,75 0,-75-24,75 24,24 0,-123 0,98 0,-74-25,75 25,-75-25,75 0,-100 0,50 1,50-1,-75-25,99 25,-74-49,50 49,24-24,-49-51,25 51,-1-26,25 1,-24-25,49 49,-24-24,-1-50,25 74,0-49,25 24,-24-24,24 50,0 24,24-74,1 49,25 0,-25 25,24-49,-24 49,74-49,-24 24,-26 50,51-49,-51 24,75 0,-74 0,49 0,0 1,50-1,25 25,24 0,-74 0,0 25,75-25,24 0,-74-25,-25 25,99-25,174 0,-273 25,25 0,74-25,0 1,-99 24,0 0,99 0,-24 0,-75 24,0 1,50 0,-26 25,-48-26,-26 26,100 99,-75-25,-74-75,-1-24,1 50,-25-50,25 74,-25-50,0 51,0-76,0 51,-25-26,0 26,25 24,-49-25,49-24,-50 24,25-49,-24 50,24-1,-49-24,49-1,-50 26,51-50</inkml:trace>
  <inkml:trace contextRef="#ctx0" brushRef="#br0" timeOffset="107236.13">9103 16098,'-74'50,"-50"123</inkml:trace>
</inkml:ink>
</file>

<file path=ppt/ink/ink6.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03T03:40:37.929"/>
    </inkml:context>
    <inkml:brush xml:id="br0">
      <inkml:brushProperty name="width" value="0.05292" units="cm"/>
      <inkml:brushProperty name="height" value="0.05292" units="cm"/>
      <inkml:brushProperty name="color" value="#FF0000"/>
    </inkml:brush>
  </inkml:definitions>
  <inkml:trace contextRef="#ctx0" brushRef="#br0">1191 12477,'0'0,"0"0,24 49,1-24,-25 0,25 0,0 0,-25-1,25 1,-25 0,24 49,1-49,-25 0,25 0,0 24,0-24,-25 25,24-25,1 24,-25-49,0 25,25 0,-25 0,0-25,25 0,-25 0,0 0,0 0,0-25,25 0,-25-25,24 26,-24-1,0-25,25 1,-25 24,25-25,-25 25,25-49,-25 49,0 0,25 1,-25-26,0 50,25-25,-25 0,0 1,0-1,0 25,0 0,24 0</inkml:trace>
  <inkml:trace contextRef="#ctx0" brushRef="#br0" timeOffset="515.02">1761 13047,'0'0,"0"25,0 0,0 24,0-24,0 0,0 0,25 0,0-25,-25 0,25 25,-1-25,-24 0,25-25,0 0,0-50</inkml:trace>
  <inkml:trace contextRef="#ctx0" brushRef="#br0" timeOffset="709.04">1885 12799,'25'25</inkml:trace>
  <inkml:trace contextRef="#ctx0" brushRef="#br0" timeOffset="1096.06">2456 12799,'-25'0,"25"0,-25-25,-25 1,1 24,49-25,-25 25,0 0,0 0,1 0,-1 0,74 25</inkml:trace>
  <inkml:trace contextRef="#ctx0" brushRef="#br0" timeOffset="1412.08">2480 12948,'-24'0,"-1"0,0 0,-25 0,26 0,-1 0,0 0,25 0,-25 0,0 0,75-50</inkml:trace>
  <inkml:trace contextRef="#ctx0" brushRef="#br0" timeOffset="1755.1">2654 12601,'0'0,"0"49,25 26,-25-1,-25-49,25 49,0-49,0 50,0-26,0-24,0 0,0-25,0 0,50-25</inkml:trace>
  <inkml:trace contextRef="#ctx0" brushRef="#br0" timeOffset="2755.15">2927 12650,'0'25,"-25"25,25-25,0 49,0-49,-25 49,25 1,25-26,-25 1,25-1,0-49,0 50,-1-25,1-25,0 0,0-50,-25 25,25-24,-25-1,-25-24,25 49,-25-49,0 24,-24-74,49 99,0 25,0-25,49 25,-49 0,50 0,-1 25,1 0,-50-25,50 0,-50 0,24 0,-24 0,0 25,0-25,0 49,-24-49,24 50,0-25,0 24,0-24,0 50,24-26,26 1,0-25,-26-1,1-24,25 0,-25-24,-25 24,49-50,-24 0,0 1,-50-26,25 1,0 24,-25 1,-24 24,24 0,0 25,0 0,0 25,1 0,-1 24,25 26,49-1</inkml:trace>
  <inkml:trace contextRef="#ctx0" brushRef="#br0" timeOffset="2962.16">3721 13047,'0'0</inkml:trace>
  <inkml:trace contextRef="#ctx0" brushRef="#br0" timeOffset="3479.19">3894 12824,'-24'25,"24"24,0-24,0 50,0-51,24 51,1-50,-25-1,50 26,-25-50,-25 0,49 0,-49 0,50-50,-1 26,-24-51,-25 50,0-24,0-1,0 1,-25-1,1 25,-1 0,-50-24,51 49,-1 0,0 25,0 24,25-24,0 0,50 24</inkml:trace>
  <inkml:trace contextRef="#ctx0" brushRef="#br0" timeOffset="4320.24">4465 12700,'25'0,"-25"50,0 24,0-24,0-1,0 26,0-26,0-24,0-25,24 0,1-25,-25-24,25-26,0 26,-25-1,25 0,-1 1,-24 49,25 0,0 25,-25 49,25-24,-25 24,25 0,-25-24,0-25,0-25,0 0,24-50,1-24,0-1,0 1,0 24,-25 1,25 49,-1 0,-24 25,25-1,-25 76,0-26,0-24,0-1,0 1,25-25,-25-25,25 0</inkml:trace>
  <inkml:trace contextRef="#ctx0" brushRef="#br0" timeOffset="4793.26">5358 12799,'0'25,"-25"0,0 0,0-1,25 1,0 0,0 0,25 24,0-24,0 25,0-25,-1-1,1 1,0 0,0 25,-25-25,0-25,0 49,-25-49,0 25,0 0,-49-25,49 0,0 0,1 0,24-124</inkml:trace>
  <inkml:trace contextRef="#ctx0" brushRef="#br0" timeOffset="5102.29">5457 12526,'-25'0,"0"0,-24 0,24 25,0-25,25 0,-25 0,1 25</inkml:trace>
  <inkml:trace contextRef="#ctx0" brushRef="#br0" timeOffset="5423.31">5655 12378,'0'49,"0"1,0 24,0-24,0-1,0 1,0-25,-24 0,24-25</inkml:trace>
  <inkml:trace contextRef="#ctx0" brushRef="#br0" timeOffset="10316.59">1761 14089,'0'-25,"-25"0,1 1,-1-1,0 25,0 0,-25-25,26 25,-1 25,0 0,0-1,0 51,1-1,24-49,0 74,0-74,24 50,1-26,0 1,0-50,0 0,-25 0,74-50,-49-24,-25 24,25 0,-25 1,0-1,0 1,0-1,0 75,0 0,0-1,0 26,25 24,-1-24,-24 25,25-51,0 51,0-75,24 25,-24-1,0-24,-25 0,25-49,-25-1</inkml:trace>
  <inkml:trace contextRef="#ctx0" brushRef="#br0" timeOffset="10703.61">2381 14263,'0'0,"-25"0,1 0,-1 0,0 0,-25 0,26 0,-26 24,25-24,25 0,0 25,0 0</inkml:trace>
  <inkml:trace contextRef="#ctx0" brushRef="#br0" timeOffset="10970.62">2406 14436,'-25'0,"0"0,1 0,-1 0,-25 0,50 0,-25 0,1 0,-1 0,25 25,49-25</inkml:trace>
  <inkml:trace contextRef="#ctx0" brushRef="#br0" timeOffset="11827.67">2977 14337,'0'0,"0"25,0-25,-25 0,25-25,-25 25,0 0,25 0,-25 0,25 0,-24 0,-1 0,0 0,25 0,-25 0,0 0,25 25,-24-25,24 0,0 0,24 0,-24 0,75-75</inkml:trace>
  <inkml:trace contextRef="#ctx0" brushRef="#br0" timeOffset="12417.71">3225 14064,'0'0,"0"25,0-25,0 25,0 0,0-1,0 1,0 0,0 0,24-25,-24 25,0-1,25 1,-25-25,25 25,-25 0,25-25,0 25,-1-25,1 0,0 25,-25-25,25 0,0 0,-25 24,24-24,1 0,-25 0,25 25,-25-25,0 0,0 0,0 25,0-25,0 0,0 25,0-25,-50 49,26-49,24 25,-25-25,25 25,-25 0,0-25,0 25,25-25,-24 24,-1-24,-25 0,25-24,25-76</inkml:trace>
  <inkml:trace contextRef="#ctx0" brushRef="#br0" timeOffset="12723.72">3522 14039,'-25'-24,"-24"24,24 0,-25 0,-24 0,24 49,26-49,-1 25</inkml:trace>
  <inkml:trace contextRef="#ctx0" brushRef="#br0" timeOffset="12929.73">3646 14536,'0'24,"0"-48</inkml:trace>
  <inkml:trace contextRef="#ctx0" brushRef="#br0" timeOffset="13879.79">3919 14163,'0'0,"0"50,-25 0,25-1,0-24,0 25,0-1,0 1,0 24,25-24,-25-50,25 50,-25-50,25 0,-25 0,25-50,-25 25,0-49,-25 24,25-24,-25-1,0 1,25 49,-25-49,25 74,25 0,-25-25,25 25,0 0,0 0,-1 25,1-25,0 0,0 0,-25 0,25 24,-25-24,0 50,0 0,0 24,0-49,0 25,0-1,0 26,0-26,0 26,49-26,-24-24,-25-25,25 0,0-25,-1-24,1 24,-25-50,0 51,0-26,0-24,-25 24,1 0,-1 25,25 1,-25-1,-25 25,26 0,24 25,0-1,0-24,24 75</inkml:trace>
  <inkml:trace contextRef="#ctx0" brushRef="#br0" timeOffset="14692.84">4539 14213,'25'50,"-25"24,0-24,0 24,0 1,0-51,0 1,25-25,-25-49,25-26,-1 1,1 24,0 0,-25 1,25 24,0 25,-25 25,24 99,-24-74,0 24,0-24,0-26,25 1,-25-25,25-25,0 1,0-26,-25 0,25-24,-25-1,24 51,-24-1,0 0,0 25,25 0,-25 50,0-1,0-24,25 50,-25-1,0 0,0-24,0-25,0-25,25-50</inkml:trace>
  <inkml:trace contextRef="#ctx0" brushRef="#br0" timeOffset="15195.84">5283 14263,'0'24,"-24"-24,24 25,-25-25,25 25,0 0,-25 0,50 0,-25 24,25-49,-1 50,1-50,0 49,-25-24,25-25,0 25,-25-25,24 25,-24-25,-24 25,-1-1,25-24,-50 25,50-25,-49 0,24 0,-25 0,50 0</inkml:trace>
  <inkml:trace contextRef="#ctx0" brushRef="#br0" timeOffset="15492.88">5333 14015,'-25'-25,"0"25,1 0,-1 0,0 0,-25 0,50 0,0-25</inkml:trace>
  <inkml:trace contextRef="#ctx0" brushRef="#br0" timeOffset="16040.91">5531 13866,'0'0,"25"0,-25 0,0 25,25-1,-50-24,25 25,-25 0,25 25,-24-26,24 1,0 0,0 0,0-25,0 25,0-25,24 0,1 0,-25 0,75-50,-51 50,1 0,-25 0,0 0</inkml:trace>
  <inkml:trace contextRef="#ctx0" brushRef="#br0" timeOffset="18213.04">1240 15106,'0'0,"25"0,0 25,0 24,-1-24,1 50,0-26,0 26,0-1,24 1,-24-1,0 0,-25-24,0-25,0 0,0-50</inkml:trace>
  <inkml:trace contextRef="#ctx0" brushRef="#br0" timeOffset="18553.06">1736 15081,'25'25,"-50"25,1 24,24-49,-25 74,0-74,-25 49,25 26,1-26,-1-49,0 49,25-49,-25 0,25 0</inkml:trace>
  <inkml:trace contextRef="#ctx0" brushRef="#br0" timeOffset="19143.09">1836 15751,'49'0,"-49"-25,25 0,-25 25,0-24,-25-1,0 0,1 25,-26 0,50 0,-25 25,25 49,0-24,0 24,0 1,0-1,0-24,0-1,0 1,-25-25,1-25,-1 0,-25 0,25 0,0-25,1 0</inkml:trace>
  <inkml:trace contextRef="#ctx0" brushRef="#br0" timeOffset="19441.09">1786 15974,'-50'0,"26"0,-1 0,-25 25,25-25,0 0,1 0,73-50</inkml:trace>
  <inkml:trace contextRef="#ctx0" brushRef="#br0" timeOffset="19787.12">2282 15602,'-25'0,"0"25,1-25,-26 25,25 0,0-1,25-24</inkml:trace>
  <inkml:trace contextRef="#ctx0" brushRef="#br0" timeOffset="20062.14">2282 15850,'0'0,"-25"0,0 25,1 0,-26 0,50-25,-25 0,25 0,-25 0,25-25,25-50</inkml:trace>
  <inkml:trace contextRef="#ctx0" brushRef="#br0" timeOffset="20696.18">2505 15404,'25'25,"-25"-25,0 74,0-49,0 0,0 24,0 1,0 24,0-24,0-1,0 1,25 24,0-49,-1 0,1-25,0 0,0-25,25 0,-26-24,1-1,0 1,25-100,-50 74,0 1,0 24,-25-24,25 24,-25 1,-25-1,26 50,-26-25,25 50,-25 0,1 49,24 1,-25 24</inkml:trace>
  <inkml:trace contextRef="#ctx0" brushRef="#br0" timeOffset="35116">7491 12849,'0'-25,"-25"0,0 0,1 1,-26 24,0 0,-24 0,24 24,1 1,24 25,-25-1,26 1,24 0,0 24,0-24,24-1,1 1,0-50,0 25,49-75,-49 0,-25 1,25-1,-25 1,25 24,-25-25,0 50,0 50,0-25,24 24,1 26,25-1,-50-49,25 49,-1-49,1 0,0 0,0-50,-25 0,25-124</inkml:trace>
  <inkml:trace contextRef="#ctx0" brushRef="#br0" timeOffset="35469.01">7640 12824,'25'50,"-25"24,24 0,-24-24,0 49,0-49,-24 24,24 26,-25-1,0-50,25 26,-25-50,25-1,-25-24,50-99</inkml:trace>
  <inkml:trace contextRef="#ctx0" brushRef="#br0" timeOffset="35955.05">7987 12626,'25'24,"-25"1,0 0,0 49,0-49,25 50,-25 24,0 0,0-49,25 24,-25-24,0 49,24-49,1-1,-25-49,25 25,0-25,-25 25,25-25,24-25,-24 25,0-25,-25 0,25-123,-1 23</inkml:trace>
  <inkml:trace contextRef="#ctx0" brushRef="#br0" timeOffset="36196.07">8186 12973,'-50'0,"0"25,26-25,-26 0,0 24,25-24,1 0,-1 0</inkml:trace>
  <inkml:trace contextRef="#ctx0" brushRef="#br0" timeOffset="36551.08">8657 13022,'-25'0,"0"25,-24-25,-1 0,25 0,0 25,1-25,24 0,0 0</inkml:trace>
  <inkml:trace contextRef="#ctx0" brushRef="#br0" timeOffset="36816.1">8657 13221,'-25'0,"0"25,-24-25,49 25,-25-1,0-24,25 25,0-50</inkml:trace>
  <inkml:trace contextRef="#ctx0" brushRef="#br0" timeOffset="37346.11">8830 12824,'0'-25,"0"25,25-25,-25 1,25-1,0 25,0-25,-25 25,24 0,26 0,-25 0,0 0,0 25,-25-25,0 25,0-1,0 26,0-50,0 50,-25-26,25 26,-25 24,-25 50,25-74,25 0,-24 24</inkml:trace>
  <inkml:trace contextRef="#ctx0" brushRef="#br0" timeOffset="38117.18">8954 13767,'0'-100</inkml:trace>
  <inkml:trace contextRef="#ctx0" brushRef="#br0" timeOffset="44214.52">9847 12402,'0'50,"0"0,0 24,-24-24,24 24,0 0,-25-24,25 24,0-24,0 0,-25-1,25 1,25-25,-25-1,49 1,-24-25,25 0,24 0,-49 0,25-25,-1 25,1-24,-100-51</inkml:trace>
  <inkml:trace contextRef="#ctx0" brushRef="#br0" timeOffset="44464.54">9649 12824,'99'-25,"-24"0,-51 25,51 0,-50 0,49 0,-24 0,24-24</inkml:trace>
  <inkml:trace contextRef="#ctx0" brushRef="#br0" timeOffset="44716.55">10443 12626,'74'0,"-49"0,25 0,-1 0,1 0,-1 0,-24 0,0 24,0-24,-25 0</inkml:trace>
  <inkml:trace contextRef="#ctx0" brushRef="#br0" timeOffset="45012.57">10542 12874,'0'0,"25"0,24 0,-24-25,50 25,-1-25,-24 25,-26 0,1 0,0 0,-50 0</inkml:trace>
  <inkml:trace contextRef="#ctx0" brushRef="#br0" timeOffset="45706.61">11237 12278,'0'0,"24"75,-24-50,50 49,-25 0,0 1,-1-26,1 26,-25-50,25 24,0 1,-25-25,0-25,0 0,0-25,0-25,0-49,25 25,-1 24,1-49,25 24,-25 26,-1-1,-24 25,25 25,-25 25</inkml:trace>
  <inkml:trace contextRef="#ctx0" brushRef="#br0" timeOffset="46136.63">11857 12626,'-25'0,"25"0,-50 0,25 24,1 1,24 0,-25 25,25-26,0 26,25 0,-25-1,0-24,0 49,0-49,-25 25,0-25,25 24,-25-24,25-25</inkml:trace>
  <inkml:trace contextRef="#ctx0" brushRef="#br0" timeOffset="46340.65">11584 12973,'74'-25,"-24"25,-1 0,-24 25,25-25</inkml:trace>
  <inkml:trace contextRef="#ctx0" brushRef="#br0" timeOffset="46624.66">12105 12700,'49'0,"1"25,0-25,-26 25,26-25,0 24,-1-24,1-74</inkml:trace>
  <inkml:trace contextRef="#ctx0" brushRef="#br0" timeOffset="47126.68">12576 12328,'0'25,"25"49,-25-49,25 49,-1-49,1 50,-25-1,25-24,0-1,0-24,-25 0,24 0,-24-25,0-25,0 0,0-49,0 49,25-50,-25 1,25 0,-25 49,25-74,-25 99,25-25,-25 50</inkml:trace>
  <inkml:trace contextRef="#ctx0" brushRef="#br0" timeOffset="47469.71">13047 12700,'-25'50,"25"24,0-24,0-26,0 1,0 0,0 0,25 0,0-1,-25-24,25 0,-25 0,25-24,-1-51,1 26,-25-1,25-24,-25 24</inkml:trace>
  <inkml:trace contextRef="#ctx0" brushRef="#br0" timeOffset="47598.71">13072 12427,'-25'0,"25"25</inkml:trace>
  <inkml:trace contextRef="#ctx0" brushRef="#br0" timeOffset="48210.75">13345 13271,'-50'0,"1"0,-1 0,0 0,-24 0,0 0,-26 0,51 24,-50-24,49 25,-74-25,-25 25,25 0,50-25,-50 0,74 0,-99 25,50-1,-25-24,74 0,-74 25,100-25,-76 25,1-25,74 0,25 0,0 0,50 25</inkml:trace>
  <inkml:trace contextRef="#ctx0" brushRef="#br0" timeOffset="49034.8">12229 13742,'-25'0,"0"0,-25 0,1 25,-1-1,25 26,-24 0,-1 24,50 0,-25-24,25 24,25 1,-25-26,25-24,-25-25,25-25,0 1,-1-26,1 0,0-24,-25 49,50-99,-26 50,-24 24,0 50,25-25,-25 1,0 48,0 51,0-1,25-49,0 49,-25-49,25 25,0-25,24-1,-49-24,50-24,-25-1,-1 0,26-25,-25 1,-25 24,0 0,0 25</inkml:trace>
  <inkml:trace contextRef="#ctx0" brushRef="#br0" timeOffset="59782.41">11361 15205,'0'0,"49"0,26-25,-51 25,26 0,0 0,-1 0,1 0,-25 25,-25-25,24 25,1-25</inkml:trace>
  <inkml:trace contextRef="#ctx0" brushRef="#br0" timeOffset="60137.43">11981 15007,'0'49,"0"-24,0 25,0-25,0 49,0-24,24 24,-24-49,0 49,0-49,0 25,0-1,-24 1,24-50,0 0</inkml:trace>
  <inkml:trace contextRef="#ctx0" brushRef="#br0" timeOffset="61057.49">12129 15205,'0'75,"0"-26,25 1,0 0,0-26,0 26,0-25,24-25,-24-25,25 0,-26-49,-24 24,25-24,-25-1,-25 26,1 24,-26-25,0 50,26 0,-1-25,0 1,50-1,0 0,-1 0,1 0,25 1,-25 24,-1 0,1 0,0 24,0 1,0 25,-1 24,1-24,0-1,0 1,-25-25,25 49,24-49,-24 0,0-25,24 0,-49-25,25 0,0-24,0-26,-25 50,-25-24,0 24,0-25,-49 1,24 24,26 25,-26-25,25 25,-24 25,24-25,25 25,0 0</inkml:trace>
  <inkml:trace contextRef="#ctx0" brushRef="#br0" timeOffset="61810.53">11088 15776,'24'0,"51"0,-1 0,1-25,-1 25,25 0,1 0,24 0,-25 0,25 0,25-25,-25 25,0-25,0 25,25-24,-25 24,0-25,24 25,-48 0,73 0,-123 0,-25 0,-25 25,0-25,-25 0,0-50</inkml:trace>
  <inkml:trace contextRef="#ctx0" brushRef="#br0" timeOffset="64150.66">11237 16321,'0'0,"24"0,1-24,25 24,24 0,-49 0,49-25,-49 25,25 0,-25 0,24 25,-49-1,25 1,-25-25</inkml:trace>
  <inkml:trace contextRef="#ctx0" brushRef="#br0" timeOffset="64598.68">11956 16024,'0'49,"-50"51,50-26,0-24,0-26,25 1,25-25,24 0,-24 0,24 0,-24 0,-1 0,-24 25,0 0,-25 25,0-1,-25 1,0 24,-24-49,-51 0</inkml:trace>
  <inkml:trace contextRef="#ctx0" brushRef="#br0" timeOffset="64933.71">11881 16173,'25'-25,"0"25,25 0,24 0,-24-25,-26 25,26 0,-25 0,25 0,-26 0,1 25,-25 0</inkml:trace>
  <inkml:trace contextRef="#ctx0" brushRef="#br0" timeOffset="66483.8">12551 16297,'0'0,"0"0,0 0,0-25,0 25</inkml:trace>
  <inkml:trace contextRef="#ctx0" brushRef="#br0" timeOffset="67320.85">12551 16247,'0'0,"0"0,0 0,0 25,0-25,0-25,0 25,0 0,0 0</inkml:trace>
  <inkml:trace contextRef="#ctx0" brushRef="#br0" timeOffset="69600.98">10517 15453,'25'-24,"-25"24,50 0,-26 0,51-25,-50 25,49 0,-49 0,0 0,24 25,-49-25,0 24,0-24</inkml:trace>
  <inkml:trace contextRef="#ctx0" brushRef="#br0" timeOffset="69925.98">10368 15677,'25'0,"0"0,25-25,-1 25,1-25,-25 25,-1 0,1 0,0 0,0 0,0 0,-1 0,-24 25,0 0,0-25,0 24</inkml:trace>
  <inkml:trace contextRef="#ctx0" brushRef="#br0" timeOffset="73200.17">8582 15528,'25'-25,"0"-25,0 26,0-1,-1 0,51 0,-26 0,-24 25,0 0,-25 25,0 0,0 25,-50 49,1 0,24-49,-25 49,26-50,-1 1,25 0,0-26,0-24,25 0,-1 25,76-25,-51 0,1 0,-25 0,-1 25,1-25,0 0</inkml:trace>
  <inkml:trace contextRef="#ctx0" brushRef="#br0" timeOffset="73702.2">8979 15751,'0'0,"25"25,0-25,25 25,-26-1,26-24,-25 25,0-25,-1 0,26-25,-25 1,24-26,-49 25,25-49,-25 49,0-74,-25 0,1 49,-26 0,25 25,-24 25,-75 25,74 25,25 0,0-26,0 26,25-25,25 24,0-24</inkml:trace>
  <inkml:trace contextRef="#ctx0" brushRef="#br0" timeOffset="73934.22">9426 15726,'0'25,"-25"0</inkml:trace>
  <inkml:trace contextRef="#ctx0" brushRef="#br0" timeOffset="74515.25">9649 15553,'0'24,"25"26,0-25,-25-25,49 25,-49-25,25 0,25 0,-26-25,1 0,-25 0,25 0,-25-24,0-1,-25-24,25 49,-25-25,1 25,-1 1,-25-1,1 0,24 25,-74 50,74-26,0 1,25 0,0 25</inkml:trace>
  <inkml:trace contextRef="#ctx0" brushRef="#br0" timeOffset="74915.28">9996 15205,'0'25,"-49"25,24-1,0-24,50 0,0 0,24-25,1 25,24-1,-24 1,-25 25,-25-1,-25 26,0-1,-49 1,-1-51,1 1</inkml:trace>
  <inkml:trace contextRef="#ctx0" brushRef="#br0" timeOffset="75983.34">10269 15999,'-25'25,"-49"0,0-1,-51 1,76 0,-100 0,75-25,-100 25,0-25,26 24,98-24,-74 25,74-25,-49 0,49 0,-24 0,49 0,0 0,25 0,0 0,50 0,24 0,75 0,-25 0,-49 0,49 0,25 0,-1 0,-73 0,74 0,-100 0,75-25,-24 25,-26 0,-74 0,25-24,-75 24,-24-25,-50 25,0-25,-25 25,25 0,-149 25,149-25,-25 25,0-1,50 1,0 0,49-25,1 25,24-25,25-25,74 0,-24 25,74-25,-25 25,25-24,0 24,-25 0,1 24,-1 1,0 0,-49 0</inkml:trace>
  <inkml:trace contextRef="#ctx0" brushRef="#br0" timeOffset="76843.39">9475 15751,'0'0,"-24"25,48-25,1 0,0 0,0 0,-25 0,0 25,0-25,0 24,-25-24,0 0,0 0,1 0,24-24,-25 24,25-25,0 25,0 0,25-25,-1 25,1 0,0 0,-25 25,0-25,0 25,0-25,-25 24,25-24,-25 0,25-24</inkml:trace>
  <inkml:trace contextRef="#ctx0" brushRef="#br0" timeOffset="95498.46">14932 11038,'0'50,"0"-1,0-24,0 50,0-26,0 50,0 1,0-1,0-50,0 51,0-51,-24 26,-1-1,25-24,0-26,-25 1,25 0,25-75,0 26,49-76,-24 51,-1-1,1 50,24-49,1 24,-26 25,-24 0,0 0,0 25,0-1,-25 26,0 0,-25-1,-25 26,25-51,-74 26,0 24,24-24,1-25,0 25,24-26,-24 1,49-25,0-25,25 1,50-150</inkml:trace>
  <inkml:trace contextRef="#ctx0" brushRef="#br0" timeOffset="95941.48">15354 10988,'25'25,"49"25,1 49,-1-24,-24 24,24 25,-24 0,-25 0,-25 0,-50 0,-24-25,-1 0,1-24,24-1,1 1,24-51,25 1,25-25,24 0</inkml:trace>
  <inkml:trace contextRef="#ctx0" brushRef="#br0" timeOffset="120335.88">16942 11261,'49'75,"-24"-1,0 25,0 1,-25 24,0-25,0 0,-25 0,25 0,-25 1,25-26,-25-24,25-1,-25-24,25-25,0-99</inkml:trace>
  <inkml:trace contextRef="#ctx0" brushRef="#br0" timeOffset="120945.9">17016 11658,'25'50,"0"-25,24 24,-24 1,25-1,-1 26,-24-1,0-24,24 24,-24-49,25 25,-25-1,-1-24,-24-25,25 0,-25 25,0-50,0-24,0-1,0 0,-25-49,25 0,0 0,25-1,-25 1,25 50,0-1,-25 25,0-49,25 49,-25 0,0 25</inkml:trace>
  <inkml:trace contextRef="#ctx0" brushRef="#br0" timeOffset="121474.93">17711 11906,'49'75,"-49"-51,25 26,0-25,-25 0,25-1,-1 1,1-25,0 25,0-25,0 0,-1-25,1-24,-25 24,25-25,-25 25,0-24,0-26,-25 26,25 24,-25 0,1 0,-26-24,-49 49,49 49,25 1,1 24</inkml:trace>
  <inkml:trace contextRef="#ctx0" brushRef="#br0" timeOffset="124236.1">16321 13146,'0'0,"25"50,-50 0,1 24,-26 25,-24 1,-1-1,26 0,-1 0,0-24,26-1,-1-49,25 24,49-98</inkml:trace>
  <inkml:trace contextRef="#ctx0" brushRef="#br0" timeOffset="124576.12">16371 13295,'0'50,"25"-25,0 74,-25-25,25 1,-25-26,24 1,-24 0,0-1,25 26,-25-26,-25-49,25 25,-24 0</inkml:trace>
  <inkml:trace contextRef="#ctx0" brushRef="#br0" timeOffset="124916.14">15925 13891,'0'0,"49"24,1-24,-25 0,24 0,-24 0,49 0,-24 25,0-25,-26 0,26 0,-25 0,-25 25,25-25</inkml:trace>
  <inkml:trace contextRef="#ctx0" brushRef="#br0" timeOffset="126157.21">17214 13345,'-24'0,"-1"25,-50 24,26 1,24 0,0-26,-24 76,-26-1,26 0,24-49,-50 49,26-50,24-49</inkml:trace>
  <inkml:trace contextRef="#ctx0" brushRef="#br0" timeOffset="126523.23">16718 13419,'75'75,"-26"-1,-24 1,0-51,25 51,-26-50,1 49,25-24,-25-1,-25-49,0 25,0-25,24 0</inkml:trace>
  <inkml:trace contextRef="#ctx0" brushRef="#br0" timeOffset="126967.26">17512 13543,'25'0,"0"-24,49 24,-49 0,49 0,1 0,-1 0,-24 0,-1 0,-24 0,25 0,-1 0,-24 24,-25-24,0 0,0 25,-49-25</inkml:trace>
  <inkml:trace contextRef="#ctx0" brushRef="#br0" timeOffset="127349.28">17537 13866,'25'0,"0"0,49-25,0 25,-24-25,0 25,24 0,-49 0,24-25,-24 25,0 0,0 0,0 0,-25 0,24 0,1-24</inkml:trace>
  <inkml:trace contextRef="#ctx0" brushRef="#br0" timeOffset="127716.3">18207 13345,'-25'0,"25"25,0 49,-25-49,25 49,-25 1,25-1,0-24,0 24,0-49,0 49,-25-24,25 0,0-26,0 1,-24-25,-1-49</inkml:trace>
  <inkml:trace contextRef="#ctx0" brushRef="#br0" timeOffset="128257.33">18157 13469,'25'-25,"-25"25,49 25,1-25,0 25,24 0,-24-1,24 1,-24-25,-25 25,24-25,-49 0,0 0,0 25,-25 0,1-1,-26 26,0-25,1 24,-100 51,74-26,26-24,24-1,0-24,25-25,25 0</inkml:trace>
  <inkml:trace contextRef="#ctx0" brushRef="#br0" timeOffset="128771.36">19000 13370,'0'99,"0"-25,0 1,0-26,0 51,0-51,-24 26,24-1,0-24,0-26,24 26,-24-25,0 0,25-25</inkml:trace>
  <inkml:trace contextRef="#ctx0" brushRef="#br0" timeOffset="129482.4">19521 13072,'0'50,"0"24,0-24,25 49,-25-49,0 74,0-25,0 25,25-75,-25 51,0-51,-25 1,25-1,0 1,0-75</inkml:trace>
  <inkml:trace contextRef="#ctx0" brushRef="#br0" timeOffset="129997.43">19844 13395,'-25'24,"0"1,-24 25,-26-1,26 51,24-76,-25 26,25-25,0 24,1-24,73-25,-24-25,50 25,-51-24,26 24,-25 0,24 0,1 24,-25 1,0-25,-25 25,24 25,-24-26,0-24</inkml:trace>
  <inkml:trace contextRef="#ctx0" brushRef="#br0" timeOffset="130875.48">20017 13543,'0'25,"0"0,0 49,25 1,-25-1,25-49,-25 25,0-26,0 1,0-25,0-25,0-24,0-26,0 51,0-51,25 26,-25 24,25-25,-25 25,24-24,1 24,25 25,-50 0,25 0,-1 0,1 25,0 24,-25-24,0 50,0-51,25 1,-25 25,0-25,0-1,0 1,-25-25,25 0,0-25,0-49,0 49,25-49,-25 24,0-24,25 49,-25 0,49-74,-49 99,50-25,-50 25,25 25,-25 0,24 0,1 49,0-49,-25 24,0 1,0 0,0-26,0 1,-25 25,25-25,0-1,-25 26</inkml:trace>
  <inkml:trace contextRef="#ctx0" brushRef="#br0" timeOffset="133944.66">18852 14932,'-50'-49,"0"49,1 0,-1 25,1-1,-1 1,50 0,0-25,25 25,24-25,51 25,-1-25,-25 24,1 26,-51 0,1 24,-25 0,-25 1,1 24,-76 75,51-100,-1-24,1-1,49-49,0-24,0-1,0-25,24-49,26 0,-25 24,24-24,-24 25,25-50,-25 49,-1-24,-24 74,0-24,0 24,-24-25,-1 25,-25 25,-24 50,-1 0,51-1</inkml:trace>
  <inkml:trace contextRef="#ctx0" brushRef="#br0" timeOffset="134529.69">19248 15230,'25'25,"-25"24,25 1,-25-25,25 0,-25 0,25-1,-1 1,1 0,0-25,0-25,-25 0,49 1,-24-51,-25 25,25 26,-25-51,0 50,-25-24,0-1,1 1,24 24,-75 0,50 25,-24 25,-1 0,1 24,24-24,25 49</inkml:trace>
  <inkml:trace contextRef="#ctx0" brushRef="#br0" timeOffset="135044.72">19670 15205,'25'75,"0"-26,0-24,-1 0,26 0,-25-25,24 0,-24-50,25 25,-25-49,-1-1,-24 26,0-26,0 1,-24 24,-1 26,-25-1,1 0,-1 25,-49 74,74-49,0 25,25-1,0 51</inkml:trace>
  <inkml:trace contextRef="#ctx0" brushRef="#br0" timeOffset="135930.76">20191 15032,'25'49,"-25"-24,25 0,-50 49,25-24,0-25,0 24,0-24,-25 25,25-25,0-25,0-25,25 0,-25 0,25-25,-25-24,24 0,1 49,0-25,-25 25,25-24,24-1,1 50,-50 0,25 25,-25-25,25 50,-25 24,0-24,0-26,-25 26,25 0,0-1,-25-49,25 0,0-25,25-24,0 24,-1-49,26 24,0-24,-26 49,1-25,0 25,50 1,-51 24,-24 24,0-24,25 50,-25-25,0 49,0 1,0-26,-25-24,25 49,-24-49,-1 0</inkml:trace>
</inkml:ink>
</file>

<file path=ppt/ink/ink7.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03T03:43:32.357"/>
    </inkml:context>
    <inkml:brush xml:id="br0">
      <inkml:brushProperty name="width" value="0.05292" units="cm"/>
      <inkml:brushProperty name="height" value="0.05292" units="cm"/>
      <inkml:brushProperty name="color" value="#FF0000"/>
    </inkml:brush>
  </inkml:definitions>
  <inkml:trace contextRef="#ctx0" brushRef="#br0">1265 5259,'0'0,"25"49,-25-24,49 49,-49-24,50 49,-25-49,0-1,-1 75,1-74,0 49,0-74,-25 0,25-25,-25 0,24-25,-24 25,0-49,25-1,-25-49,0 74,0-25,0-74,0 75,50-150,-50 174,25 1,-25-1,0 25,25 74</inkml:trace>
  <inkml:trace contextRef="#ctx0" brushRef="#br0" timeOffset="351.02">1836 5953,'0'25,"0"25,0-1,0 1,0-25,24-1,-24-24,25 0,-25 25,0-25,25 0,-25 0,25-49,-25 24,25-99</inkml:trace>
  <inkml:trace contextRef="#ctx0" brushRef="#br0" timeOffset="538.03">1960 5655,'0'0,"-25"-24,74-1</inkml:trace>
  <inkml:trace contextRef="#ctx0" brushRef="#br0" timeOffset="813.04">2456 5631,'-25'0,"0"0,-25 0,26 0,-26 0,25 0,0 0,1 0,-1 0,50 0</inkml:trace>
  <inkml:trace contextRef="#ctx0" brushRef="#br0" timeOffset="1035.05">2480 5804,'-24'0,"-1"0,0 0,-49 0,49 0,0 0,0 0,50 0</inkml:trace>
  <inkml:trace contextRef="#ctx0" brushRef="#br0" timeOffset="1598.09">2654 5482,'0'0,"0"25,0-1,0 26,0 24,0-49,0 25,25-25,-25-1,25 1,0 0,-1-25,1 0,0 0,0 0,0-25,-1 0,-24 25,25-74,-25 49,0-49,-25-25,-24 74,49 0,-50-25,25 26,-24 24,-1 0,25 24,0 1,25 25,0-25,50 24</inkml:trace>
  <inkml:trace contextRef="#ctx0" brushRef="#br0" timeOffset="3944.22">1488 6375,'0'49,"0"26,-25-1,25 75,0 0,0-25,0-25,25 50,-25-75,25-24,-25-25,25 0,0-25,-25-25,24 0,26-74</inkml:trace>
  <inkml:trace contextRef="#ctx0" brushRef="#br0" timeOffset="4227.24">1662 6846,'-50'0,"-24"0,-1 0,51 0,-51 25,50-25,-24 0,24 0,0 0,25-25,0 25,50 0</inkml:trace>
  <inkml:trace contextRef="#ctx0" brushRef="#br0" timeOffset="4562.26">2084 6970,'-25'-25,"25"25,-50 0,1 25,-1-25,0 0,26 0,-1 0,0 0,25 0,-25 0</inkml:trace>
  <inkml:trace contextRef="#ctx0" brushRef="#br0" timeOffset="4833.26">2034 7144,'-25'25,"0"-25,-24 0,-1 0,25 0,25 0,-24 0,24 0,-25 24,99-24</inkml:trace>
  <inkml:trace contextRef="#ctx0" brushRef="#br0" timeOffset="5569.31">2431 6772,'0'-25,"0"50,-25 24,25-24,0 25,0-1,0 1,0 0,0 24,0-49,25 24,-25 1,25-25,-1 0,1-1,-25-24,50 0,-50 0,25-24,24-1,-24-74,0 74,-25-74,0 49,0 0,-25-24,25 24,-25 25,-24-24,49 24,-50 25,0-25,1 25,24 25,0-25,25 25</inkml:trace>
  <inkml:trace contextRef="#ctx0" brushRef="#br0" timeOffset="5793.33">2803 7094,'0'0,"0"25</inkml:trace>
  <inkml:trace contextRef="#ctx0" brushRef="#br0" timeOffset="6147.35">3001 6648,'0'49,"0"1,0 24,0-24,0 74,25-25,-25 0,0-74,0 25,25-25,-25-25,0 24,50-24,24-49</inkml:trace>
  <inkml:trace contextRef="#ctx0" brushRef="#br0" timeOffset="6841.39">3398 6722,'0'-25,"-25"0,1 25,-1 0,0 0,0 25,25 0,0 25,25-26,0 26,0 0,-1-1,1 1,0 0,-25 24,0-24,25-1,-25 1,-25-25,0 24,0-49,1 0,-1-49,0 24,25-25,0-24,25 24,0 1,24-26,-24 26,25-26,-26 50,1-24,-25 49,0-25,0 0,-49 0,24 0,-74 50,74-25</inkml:trace>
  <inkml:trace contextRef="#ctx0" brushRef="#br0" timeOffset="7435.42">3919 6970,'0'0,"-25"0,-24 0,24 0,0 0,0 25,25-25,0 25,0-25,0 25,0-1,25 26,25-25,-1 24,-24-24,0 0,0 0,-25 24,25-24,-50 0,25-25,-25 25,0-25,-74-25,74 25,0 0,25-25,0 50,0-25,50 74</inkml:trace>
  <inkml:trace contextRef="#ctx0" brushRef="#br0" timeOffset="19850.12">4415 7144,'25'-50,"0"1,74-125</inkml:trace>
  <inkml:trace contextRef="#ctx0" brushRef="#br0" timeOffset="20657.18">3423 5829,'25'-25,"-25"25,25-49,-1 24,1-25,74-198</inkml:trace>
  <inkml:trace contextRef="#ctx0" brushRef="#br0" timeOffset="29678.69">2009 8533,'0'0,"0"25,-25-25,1 0,24 0,-25 0,0 0,25 0,-25 0,25 0,-25 0,1 0,24 0,-25 0,25 0,0-25</inkml:trace>
  <inkml:trace contextRef="#ctx0" brushRef="#br0" timeOffset="30059.71">2059 8756,'0'0,"0"0,-25 0,0 0,0 0,1 0,-1 0,0 0,0 0,0 0,1 0,24 0,-25 25,25-25,-25 0,50-25</inkml:trace>
  <inkml:trace contextRef="#ctx0" brushRef="#br0" timeOffset="68298.89">1315 8235,'0'0,"-25"-25,25 25,-25-24,0 24,0-25,-24 25,24-25,0 25,0 0,1 25,-1-25,25 25,-25-1,0 1,0-25,25 50,-24-25,24-1,0 26,0 0,0-26,0 26,0-25,0 24,0-24,24 25,-24-50,25 25,0-1,0-24,0 0,-1 0,1 0,0-24,0-1,24-25,-24-24,-25 49,25-25,-25 26,0-1,0-25,0 25,0 1,0 24,0 0,-25 0,25 24,0 26,0-25,0 49,0-24,25 49,-25-74,0 49,25 25,-25-49,25 74,-25-74,0 49,0-25,0 50,0-49,0-50,-50 24,50-24,-50 25,1-50,24 0,-25 0,26-25,-26 0,25 0,-24-49,49 49,-25-25,0-24,0 49,25-24,0 24,0 0,0 0</inkml:trace>
  <inkml:trace contextRef="#ctx0" brushRef="#br0" timeOffset="75142.28">2853 8632,'0'0,"-25"25,0-25,-25 0,1 0,24 25,-25-25,25 0,-24 0,24 0,25 0,-25 0</inkml:trace>
  <inkml:trace contextRef="#ctx0" brushRef="#br0" timeOffset="80348.59">3349 8359,'0'-25,"0"25,0-24,0 24,0-25,0 0,-25 25,25-25,-25 0,25 25,-25 0,25-24,-25 24,25 0,-24 0,24 0,-25 0,25 0,-25 0,25 24,-25-24,25 25,0 0,-25 0,25 0,0 24,0-24,0 0,0 0,0-1,0 1,25 0,-25-25,25 25,25 0,24-75,-74 0,25 1,-25-1,0 25,0 25,0 25,0 74,0 1,0-1,-25-25,25 25,0-24,0-50,25-1,0-48</inkml:trace>
  <inkml:trace contextRef="#ctx0" brushRef="#br0" timeOffset="80544.6">3473 8880,'0'0,"-25"0,50-25</inkml:trace>
  <inkml:trace contextRef="#ctx0" brushRef="#br0" timeOffset="80551.6">3473 8855</inkml:trace>
  <inkml:trace contextRef="#ctx0" brushRef="#br0" timeOffset="80555.6">3473 8855</inkml:trace>
  <inkml:trace contextRef="#ctx0" brushRef="#br0" timeOffset="81386.64">3870 8285,'-25'0,"25"0,-25 25,0-25,0 49,25-24,0 0,0 0,25-1,-25 1,25 0,0 0,0 24,-1-24,1 25,0-1,0 1,-25-25,25 24,-25-24,0 50,-25-51,-25 1,25 0,-24-25,24 0,0-25,25 0,0 1,25-1,-25-25,25 25,0-49,-1 24,1 1,0-26,0 26,-25-1,25 1,-25 24,-25-25,-25 1,25 49,-24-25,24 25,0 0,25 25</inkml:trace>
  <inkml:trace contextRef="#ctx0" brushRef="#br0" timeOffset="81927.67">4242 8458,'0'0,"24"-24,-24-1,0 0,25 25,-25-50,0 50,25-24,-25-1,0 25,25 0,-25 0,0 0,0 25,0 24,0 1,0-25,0 49,0-49,0 49,0 1,0 49,0-100,0 26,0-25,0 24,0-24,0 0,0 0,-25-25,50 0</inkml:trace>
  <inkml:trace contextRef="#ctx0" brushRef="#br0" timeOffset="82188.7">4440 9054,'-50'0,"26"0,-1 0,-25 0,25 0,-49 0,49 0</inkml:trace>
  <inkml:trace contextRef="#ctx0" brushRef="#br0" timeOffset="90004.14">6127 5829,'0'25,"-25"-25,25 50,0-26,0 1,0 74,0-49,0 74,0-74,0 49,0-50,0-24,25 74,-25-74,0 50,0-51,0 51,-25-75,25 25,0-50,0 25,25-99,-25 49,25 0,-1-24,-24 0,0 49,25 0,0 0,-25 0,25 1,0 24,-25 0,24 49,1-49,0 75,0 24,-25-25,0-49,0 25,25-26,-25 1,24-25,1 0,0-25,0 25,-25-24,25 24,-1 0</inkml:trace>
  <inkml:trace contextRef="#ctx0" brushRef="#br0" timeOffset="90904.19">6325 6176,'124'224,"-74"-51,-50-98,0 24,0-99,-25 0,0 0,-24-75,24 26,-50-50,26 24,-26-49,26 50,-1 24,50 50,75 99,-51-24,51 74,-1 49,-24-74,-50-124,-50 0,25-50,-49-49,0-50,-1 50,50 50,1-1,24 75,49 49,1 25,-25 1,-1-51,-24-24,0-25</inkml:trace>
  <inkml:trace contextRef="#ctx0" brushRef="#br0" timeOffset="91335.22">7293 6176,'-25'25,"0"0,0 74,-24 25,24 25,0-99,0 24,25-49,-25 24,25 1,0-50,0 0,75-74</inkml:trace>
  <inkml:trace contextRef="#ctx0" brushRef="#br0" timeOffset="91767.24">7293 6325,'24'75,"-24"-26,50 50,-25 25,0-49,-25-50,24 24,1-24,-25 0,-25-25,1 25,-1-25,-25 0,1 0,-26 0,26-25,-1 25,25 0,0-25,1 25,24 0,74-74,50-26</inkml:trace>
  <inkml:trace contextRef="#ctx0" brushRef="#br0" timeOffset="92424.28">7615 6573,'0'124,"0"-25,0-24,25-25,24-26,-24-24,0 0,0 0,24-49,-24-51,0 26,0 0,0 24,-25-24,24 49,-24-25,0 75,0 124,0-100,0 26,0-1,0 50,0-74,0 99,0-25,0-25,0-49,-24 49,24-74,-25 24,-25-24,1-25,24 0,-25-25,25 0,-24 1,24-51,25 26,0-1</inkml:trace>
  <inkml:trace contextRef="#ctx0" brushRef="#br0" timeOffset="92845.31">8706 6548,'-24'25,"-1"-25,-50 25,26-25,-1 0,25 0,-24 0,24 0,25 0,25 0,49 25</inkml:trace>
  <inkml:trace contextRef="#ctx0" brushRef="#br0" timeOffset="93109.32">8682 6846,'-75'0,"1"-25,24 25,25 25,1-25,24 25,0-25,0 25,74 24</inkml:trace>
  <inkml:trace contextRef="#ctx0" brushRef="#br0" timeOffset="97271.56">8930 5978,'0'0,"-25"50,50-1,-1 1,1 24,25 25,0-49,-1 24,1 26,-1-51,1 26,-25-1,0-49,-1 24,1-24,-25 0,-25-99</inkml:trace>
  <inkml:trace contextRef="#ctx0" brushRef="#br0" timeOffset="97698.58">9475 6077,'25'0,"-25"25,0 49,0 26,0-26,0-24,0 24,0-24,-25-1,1 26,-1-1,25-49,0 0,0-1,0 1,-25 0,25 0,0-25</inkml:trace>
  <inkml:trace contextRef="#ctx0" brushRef="#br0" timeOffset="97939.6">9550 6697,'25'50,"-25"-1,0-24,0 25,0-25,0 0,0-1,0-24,24-49</inkml:trace>
  <inkml:trace contextRef="#ctx0" brushRef="#br0" timeOffset="98095.61">9649 6524,'0'0</inkml:trace>
  <inkml:trace contextRef="#ctx0" brushRef="#br0" timeOffset="98609.64">9897 6077,'0'25,"25"49,-25 1,0-50,25 74,-25-74,0 74,24-25,1 1,-25-26,25 1,-25-25,25 24,0-24,0 0,-25 0,49-25,-49 0,25-25,0 25,0-25,-25 25,24-99,-24 74</inkml:trace>
  <inkml:trace contextRef="#ctx0" brushRef="#br0" timeOffset="98862.65">10120 6350,'-49'0,"24"0,-50 0,26 25,-1-25,25 0,-24 0,49 0,-25 0,75 0</inkml:trace>
  <inkml:trace contextRef="#ctx0" brushRef="#br0" timeOffset="99419.68">11038 6251,'0'25,"0"24,25-24,-25 49,0 26,25-26,-25-24,0 24,24-49,-24 24,0-24,25-74</inkml:trace>
  <inkml:trace contextRef="#ctx0" brushRef="#br0" timeOffset="99666.7">11237 6573,'-25'0,"25"0,-75 0,26 25,-26-25,50 0,-24 0,24 0,0 0,0-25</inkml:trace>
  <inkml:trace contextRef="#ctx0" brushRef="#br0" timeOffset="100051.72">11633 5978,'25'25,"-25"0,0 49,25-24,-25-1,25 75,-25-49,25 49,-25-75,0 50,0-74,0 0,0 0,24-25</inkml:trace>
  <inkml:trace contextRef="#ctx0" brushRef="#br0" timeOffset="100291.73">11981 6747,'-25'0,"0"25,0-25,-74 24,49-24,-24 0,0 25,-1 0,26 0,-1 25</inkml:trace>
  <inkml:trace contextRef="#ctx0" brushRef="#br0" timeOffset="100832.76">11609 7045,'24'-25,"1"25,25-25,-25 25,24 0,1 25,-25-25,-1 25,-24 24,25 1,-50 24,1-24,-1-1,-25 1,25-25,1 24,-1-24,0-25,25 25,25-50,24 25,1-25,-25 1,49-1,-24 25,24 0,-49-25,0 0,0 0</inkml:trace>
  <inkml:trace contextRef="#ctx0" brushRef="#br0" timeOffset="101521.8">12477 6548,'0'0,"-50"-24,25 24,-24 0,-1 49,25-24,1 0,24 24,0-24,0 50,0-26,24-24,1-25,0 25,0-25,24-25,1 0,-25-24,-25 24,25-25,-25-24,0 49,24-25,-24 75,25 0,0 49,0 1,0-1,-1 1,-24 24,0-25,0 1,0-1,-24-24,-1-25,-50-1,26-24,-1-49</inkml:trace>
  <inkml:trace contextRef="#ctx0" brushRef="#br0" timeOffset="101964.83">12898 6152,'0'0,"0"99,0-50,0 26,0-26,0 51,25-26,0 0,-25-24,25 0,-25-26,25 26,-1-25,1-25,0 25,0-25,-25 0,49-25,1 0,-25 0,0 0</inkml:trace>
  <inkml:trace contextRef="#ctx0" brushRef="#br0" timeOffset="102160.84">13072 6474,'-50'0,"-24"0,24 0,-49 25,25-25</inkml:trace>
  <inkml:trace contextRef="#ctx0" brushRef="#br0" timeOffset="102678.87">13171 6028,'25'-50,"0"50,25 0,-26 0,26 25,-25 0,-25 24,25 1,-50-1,0 1,0-25,0 0,1-25,24 0,49 0,26-25,-26 25,50-25,-74 0,0 25,-25 0</inkml:trace>
  <inkml:trace contextRef="#ctx0" brushRef="#br0" timeOffset="105360.02">10964 5308,'-124'99,"24"-24,-24 24,50-49,-75 74,75-75,-75 75,-25 25,1 0,98-75,-98 75,73-50,-73 75,24 0,0-25,75-75,-75 75,74-75,-24 25,0-24,25-1,49-49,-25 0,25-25,75 0</inkml:trace>
  <inkml:trace contextRef="#ctx0" brushRef="#br0" timeOffset="109271.24">7615 8632,'0'0,"0"50,-25-1,0 26,25-51,-49 76,49-76,-25 76,-25-1,26 0,-1-74,25 49,-25-49,25 50,-25-51,25 1,0-25</inkml:trace>
  <inkml:trace contextRef="#ctx0" brushRef="#br0" timeOffset="109746.27">7565 8855,'0'0,"25"25,0 25,25 24,-1 1,-24-26,0 50,0-49,24 24,-24-24,-25 0,0-50,25 24,-25 1,-50-25,-24 0,-1 0,26 0,-26 0,26 0,-50 0,74 0,0 0,25-25</inkml:trace>
  <inkml:trace contextRef="#ctx0" brushRef="#br0" timeOffset="110499.32">7913 9079,'0'0,"0"49,24-24,-24 25,50 24,-25 0,0-49,0 25,-1-25,-24-1,25-24,0-24,-25 24,25-75,-25 50,25-24,-25-1,24-24,-24 49,0-25,0 26,25-1,-25 0,0 50,25-25,0 49,-25 1,25 24,-1 1,26 24,-50-25,50 50,-50-74,24 74,-24-74,0 74,-24-50,-1 1,-25-51,1-24,-26 25,1-50,24 1,-24-1,-26-50,76 75,24-25,24 1</inkml:trace>
  <inkml:trace contextRef="#ctx0" brushRef="#br0" timeOffset="110860.34">9128 9103,'0'0,"-25"0,-24 0,-26 0,26 25,-1 0,-24-25,49 25,0 0,25-1,25-24</inkml:trace>
  <inkml:trace contextRef="#ctx0" brushRef="#br0" timeOffset="111097.35">9178 9351,'-25'0,"-49"0,24 0,-25 25,26-25,-1 25,50-25,0 25,0 0</inkml:trace>
  <inkml:trace contextRef="#ctx0" brushRef="#br0" timeOffset="111748.39">10145 9079,'-25'0,"-24"0,24 0,-50 0,26 24,-1-24,1 0,24 0,0 25,25-25,0 0,50-25</inkml:trace>
  <inkml:trace contextRef="#ctx0" brushRef="#br0" timeOffset="112228.4">10765 8533,'0'0,"0"49,0 26,0-26,0 26,0-26,0 51,-25-1,25-49,-24-26,24 26,0-25,24 24</inkml:trace>
  <inkml:trace contextRef="#ctx0" brushRef="#br0" timeOffset="112492.43">11088 9227,'-75'0,"1"0,-25 0,-1 0,26 25,-25-25,49 0,-24 25,49 0</inkml:trace>
  <inkml:trace contextRef="#ctx0" brushRef="#br0" timeOffset="113093.46">10641 9475,'50'-49,"-25"24,24 25,1 0,24 0,-24 0,-1 25,1 24,-25-24,0 0,-25 25,-25-1,-50 26,26-26,-26-24,26 0,-1 0,25-1,-24 1,-1 0,25-25,50 0,50 25,-51-25,76 0,-1 0,-25 0,-49 0,49 25,-74-25,25 0,0-25,-25-50,0 26</inkml:trace>
  <inkml:trace contextRef="#ctx0" brushRef="#br0" timeOffset="113527.49">11559 8582,'-25'0,"25"0,-49 50,24-25,-25 49,50-49,-25 74,25-74,0 49,0 26,25-26,-25-49,50 49,-25-24,-1-25,26 24,0-49,-26 0,76-74</inkml:trace>
  <inkml:trace contextRef="#ctx0" brushRef="#br0" timeOffset="114138.52">12055 8756,'0'-50,"0"1,-25 49,-24-25,24 0,-25 25,1 0,-1 25,25 0,0 24,25-24,0 25,0-1,25-24,0 0,0-25,0 0,-25 0,49-25,-24-24,0-1,0 25,24-49,-49 49,0 75,0-1,25 26,-25 24,0-25,0 1,25-1,-25 1,0-26,0-24,25 0,-25-25</inkml:trace>
  <inkml:trace contextRef="#ctx0" brushRef="#br0" timeOffset="114368.54">12353 9054,'-25'49,"25"-49,0 0</inkml:trace>
  <inkml:trace contextRef="#ctx0" brushRef="#br0" timeOffset="115051.58">12576 8533,'-50'-25,"50"25,-24 50,-1-50,25 24,0 26,0-25,25 24,-25-24,49 25,-24-25,0-1,24 26,-24-25,0 24,0 1,24 0,-24-25,-25-1,0 26,0-50,-25 50,25-50,-49 24,24-24,0 0,-24-49,-26-26,50 26,25 49,0-50,25 0,0-24,25 24,-1-24,1 24,-1 1,1 49,-50-25,0 0,-25 0,-49 25,-1 0,1 25,24 0</inkml:trace>
  <inkml:trace contextRef="#ctx0" brushRef="#br0" timeOffset="115365.59">13047 8533,'0'49,"25"1,-25 24,0 1,0 24,25 0,-25-24,0 24,-25-49,25-26</inkml:trace>
  <inkml:trace contextRef="#ctx0" brushRef="#br0" timeOffset="115762.62">13271 8334,'24'50,"26"0,0 24,-1 50,1-25,-1 0,-24 25,-25-24,-25-26,-24 1,24-26,-25 1,1-50,-1 0,50-25,50-124</inkml:trace>
  <inkml:trace contextRef="#ctx0" brushRef="#br0" timeOffset="116154.64">13891 8285,'-25'25,"0"24,0 26,0-1,1-24,24 49,0-50,-25 51,50-1,-1 0,1-74,0 25,0-26,49 26,-24-25,-1-25,-24 0,25-25,-25-49</inkml:trace>
  <inkml:trace contextRef="#ctx0" brushRef="#br0" timeOffset="116645.67">14188 8483,'0'25,"0"0,-25 74,25 0,0 0,0-74,0 74,25-74,0 50,25-50,-1-25,-24 0,25 0,-25-25,49-25,-24-24,-26-1,1 50,-25-49,0 24,-25 1,-24-26,-75-24,74 99,0 25,26-25,-1 50,0 24,50-49,24 24</inkml:trace>
  <inkml:trace contextRef="#ctx0" brushRef="#br0" timeOffset="116824.68">14784 8830,'-25'25,"25"-25</inkml:trace>
  <inkml:trace contextRef="#ctx0" brushRef="#br0" timeOffset="117139.7">14982 8434,'0'49,"25"26,-25 49,0-75,25 50,-25-24,24 24,-24-24,0-1,0-74,50-74</inkml:trace>
  <inkml:trace contextRef="#ctx0" brushRef="#br0" timeOffset="117793.73">15379 8409,'0'0,"-25"0,-25 25,26-1,-1 26,25 0,0-26,0 26,25-25,-1 24,1-24,25 50,0-51,24 26,-24 0,-26-26,1 1,-25 25,0-50,0 25,-25 0,-24-1,-26-24,1-24,74 24,-25-25,25-25,25-24,-25 49,50-25,-1 25,1-49,-1 24,1 1,-25 24,0-25,-25 1,0 24,-50-25,-24 1,49 49,-74-25,49 25,-25 25</inkml:trace>
  <inkml:trace contextRef="#ctx0" brushRef="#br0" timeOffset="118145.75">15825 8260,'50'74,"0"26,-1-1,1 25,-50 0,0-25,-25 25,0-49,-24-26,-1 1,-24-50,49-124</inkml:trace>
  <inkml:trace contextRef="#ctx0" brushRef="#br0" timeOffset="118663.78">16098 7987,'75'-25,"-51"50,1 0,-25 25,0-26,0 51,0-26,0-24,-25-25,25 25,0-25,25 0,0-25,25 25,-26-25,26 1,-25-1,25 0,-26 25,1-25,-25 100,0-51,50 26</inkml:trace>
  <inkml:trace contextRef="#ctx0" brushRef="#br0" timeOffset="122518">9004 11410,'0'0,"25"0,0 0,24 25,1-25,-25 0,49 0,-49 0,25 0,-1 0,1 0,-25 0,-1 0,1 25,-25-25,-25 25</inkml:trace>
  <inkml:trace contextRef="#ctx0" brushRef="#br0" timeOffset="122842.02">8979 11609,'25'0,"25"24,-25-24,24 0,-24 0,25 25,-26-25,1 0,-25 0,25 0,-25 0,-25 25</inkml:trace>
  <inkml:trace contextRef="#ctx0" brushRef="#br0" timeOffset="123490.06">9798 11559,'25'0,"24"25,26-25,-26 0,-24 0,50 0,-51 0,26 0,-25 0,0 0,-25 0,-25 25</inkml:trace>
  <inkml:trace contextRef="#ctx0" brushRef="#br0" timeOffset="124782.13">10592 10964,'-25'49,"0"26,0-1,25 1,0 24,0 0,25 0,0 0,0-24,-1-26,1 1,0-25,25-25,-50 0,49-25,-24-49,25-1,-1-24,1 0,-25-100,-25 125,0 49,-25-25,-25 1,1 24,-1 25,-24 0,49 0,-50 0,51 25,-1 24,25-24</inkml:trace>
  <inkml:trace contextRef="#ctx0" brushRef="#br0" timeOffset="125003.14">11088 11658,'0'50</inkml:trace>
  <inkml:trace contextRef="#ctx0" brushRef="#br0" timeOffset="127364.28">11311 10964,'0'24,"0"26,0-25,0 49,0-24,25 24,-25 26,25-1,-25-25,0 25,24-74,-24 50,25-1,-25-49,0 0,-25-25,25 0,-24-75</inkml:trace>
  <inkml:trace contextRef="#ctx0" brushRef="#br0" timeOffset="129181.38">11609 10988,'0'25,"-25"0,25-25,-25 25,25 24,0-24,0 0,0 25,0-1,0-24,0 50,0-51,25 26,-25 0,25-1,-25 1,24-25,1-1,-25 1,25-25,0 25,-25-25,25 0,-25 0,24 0,1 0,0 0,0-25,0 0,-1 25,1-24,0-1,-25 0,25 0,0 0,-25 1,0-1,0 0,0-25,-25 26,0-1,-25 25,26 25,-1-1,0 51,0-1,0 1,1-26</inkml:trace>
  <inkml:trace contextRef="#ctx0" brushRef="#br0" timeOffset="130214.43">12303 11336,'0'25,"0"24,25 26,-25-26,0 26,0-51,0 26,25-25,-25 0,0-50,0-25,0 25,25-24,-1-26,-24 1,25 49,0-24,-25 24,50 0,-50 0,24 25,-24 25,25 0,0 0,0 24,-25 26,25-1,-25-49,0 24,0-24,0 0,0-25,0-50,0 50,24-49,-24-1,25-24,0 24,49-24,-74 49,25 0,-25 25,25 25,0 25,0 24,-1-49,-24 74,25-74,-25 24,0 1,-25 24,25-49</inkml:trace>
  <inkml:trace contextRef="#ctx0" brushRef="#br0" timeOffset="131161.5">7863 11311,'0'25,"-25"0,0-1,1 26,-1 0,0 24,0-24,0-26,1 26,-1 0,0-1,0-24,0 25,1-26,-1 26,0 0,25-26,-25 26,0-25,1 24,-1 1,0-25,0 0,25-25,0 0,0 0,25-50</inkml:trace>
  <inkml:trace contextRef="#ctx0" brushRef="#br0" timeOffset="131667.53">7764 11485,'25'24,"-1"1,26 25,0-1,24 1,-24 0,-1-1,-24 1,0-25,-25-1,0 1,0 0,0 25,-50-26,1 1,-26 0,-24 0,0 0,0-1,-100 1,125-25,49 0,0 25</inkml:trace>
  <inkml:trace contextRef="#ctx0" brushRef="#br0" timeOffset="132566.57">8161 11584,'0'-25,"0"50,25 0,-25 24,24 1,-24-25,25 49,0-49,0 24,0 1,-1 0,-24-50,25 0,-25 0,25 0,0-25,0-25,-25 25,24-49,-24 49,0-24,25-1,-25 0,0-24,-25 49,25 25,0 0,0 25,25 0,-25 0,25 49,0-49,0 74,-1 0,1 0,-25-49,25 49,-25-49,0 24,0 1,-25-1,25-49,-49 25,24-26,-74 1,24 0,26-25,24-25,-25 0,25 25,-24-24,24-1,0 0,25 25,25 0,0 25</inkml:trace>
  <inkml:trace contextRef="#ctx0" brushRef="#br0" timeOffset="134680.7">3026 10641,'75'-49,"-51"24,1 0,-25 25,0 0,0 0,-25 25,-49-25,24 25,1-1,-26 1,26-25,-50 25,-1 0,-24-25,75 25,-75-25,74 0,-49 0,24 0,51 24,24-24,24 0,76 0</inkml:trace>
  <inkml:trace contextRef="#ctx0" brushRef="#br0" timeOffset="135518.75">3051 10542,'0'0,"0"0,0 25,0 24,0 26,0-1,0-24,25 74,-25-75,0 75,25 1,-25 23,24-73,-24 74,0-75,25 100,-25-26,0 26,25-99,-25 98,0 26,0-26,0 199,0-198,0 24,0 1,25-1,-25-24,0 24,0 1,0-1,0 1,0-26,0 1,-25 0,25-26,0-48,0-26,50-24</inkml:trace>
  <inkml:trace contextRef="#ctx0" brushRef="#br0" timeOffset="136196.79">5333 15850,'-50'-25,"1"25,-26 0,26 0,-50 0,24 0,1 25,-1-25,-24 25,0-25,0 25,-1-25,1 25,0 24,-25-24,25 0,0 0,-1-25,1 24,-124-24,173 0</inkml:trace>
  <inkml:trace contextRef="#ctx0" brushRef="#br0" timeOffset="137971.87">3919 10492,'0'0,"0"0,0 0,0 0,0 25,-25-25,1 0,-1 0,0 0,25 25,-25-25,25 0,-25 25,25-25,-49 0,24 0,25 0,-50 25,50-25,-25 0,1 0,-26 0,0 24,-24-24,24 0,-24 0,24 25,26-25,24 0,24 0,26 0,24 0,-24 0,24 0,-24 0,24-25,26 25,-51 0,-24 0,50 0,-51 0,-24 0,-24 0,-26 0,-24-24,24 24,0 24,25-24,-24 0,-26 0,26-24,24 24,-25 0,26 0,-1 0,0 0,0 0,25 0,25 0,0 0,0 24,-1-24,51 25</inkml:trace>
  <inkml:trace contextRef="#ctx0" brushRef="#br0" timeOffset="139029.94">4366 10393,'0'0,"0"25,0 0,0 24,0-24,0 0,0 25,0-1,0 1,24-1,-24-24,25 0,0 0,0-25,0 0,-1 0,1 0,0 0,-25-25,25-25,0 1,-1-1,-24 50,0-49,0-1,0 25,0 0,-24-24,24 49,-25-50,0 25,25 25,-25-24,25 24,-25 0,1 0,-1 0,0 24,0-24,0 25,25 0,-24 25,24 49,24-50</inkml:trace>
  <inkml:trace contextRef="#ctx0" brushRef="#br0" timeOffset="140426.03">4539 9971,'0'-24,"0"24,0-50,0 25,0-24,0-1,0-24,0 49,0-25,0 25,0-49,0 49,0 25,0-25,-25 1,25-1,0 25</inkml:trace>
  <inkml:trace contextRef="#ctx0" brushRef="#br0" timeOffset="140711.04">4614 9674,'-25'0,"0"0,25 0,-25 0,0 0,-24-25,24 25,0 0,0 0,1 0,-1 0,0 0,0 0,0 0</inkml:trace>
  <inkml:trace contextRef="#ctx0" brushRef="#br0" timeOffset="141457.09">4614 11311,'0'0,"-25"25,25-25,-25 0,25 0,-25 0,0 0,1-25,-1 25,0 0,-25-25</inkml:trace>
  <inkml:trace contextRef="#ctx0" brushRef="#br0" timeOffset="144204.24">3448 10864,'0'25,"0"-25,0 25,0 0,0-25,0 25,0-1,0 1,0 0,0 0,0 0,0-1,0 1,0 0,0 25,25-25,-25-1,0 26,0 0,0-26,24 26,-24-25,0 49,0-24,25-1,-25 1,0 49,0-24,0 49,25-25,-25 50,0-100,0 75,25 100,-25-100,25 0,-25 24,0-98,0 99,0-99,24 98,-24-24,0 0,0-49,0 49,0-50,0 50,0 0,0 0,0-74,0 74,0-74,0 74,0-25,0-25,25-24,-25 99,0-100,0 26,0-26,0 75,0-99,0 50,25-1,-25-49,0 24,0-24,25 99,-25-99,0 0,0 0,25-25</inkml:trace>
  <inkml:trace contextRef="#ctx0" brushRef="#br0" timeOffset="144942.29">3919 15453,'0'0,"25"0,-25 25,-25 25,0-25,1 24,-26 100,25-99,25-26,-25 1,1 0,-26 25,50-26,-25 1,0-25,25 0,-25 0,25 0,-24 0,-1-25,25 1,-25-1,-25-50,50 51,-24-26,24 0,-25-74,25 100,0-1,0 0,0 25,0 0,99 0,-74 0,0 25,-1-25,26 25,-50-25,25 0,25 24,-26 1,1-25,25 0</inkml:trace>
  <inkml:trace contextRef="#ctx0" brushRef="#br0" timeOffset="161908.26">3547 16073,'0'0,"0"0,0 0,0 0,-25-24,25 24,-25 0,1 0,24-25,-25 25,25 0,-25-25,0 25,0 0,1-25,-1 25,0 0,0 0,0-25,1 25,-26 0,0 0,26 0,-26 0,0 0,26 0,-51-24,50 24,-24 0,-1 0,1 0,-1-25,0 25,1 0,-199-25,74 0,100 25,-26-25,-24 25,0 0,25 25,25-25,-1 25,26 25,49-50,0 24,49-24,26 25,-26-25,51 0,123 0,-50 0,-49 0,-24 0,98 0,-24-25,-25 25,-25 0,74-24,0 24,-98 0,48 24,51-24,-75 25,0-25,-50 0,174 25,-198-25,99 25,-50-25,0 0,-24 0,24 0,-49 0,49 0,-25 25,25-25,-49 0,0 0,-26 0,51 0,-26 0,-24 0,-25 0,25 0,0 0,-25-25,-25 25,-25-25,50 25,-49 0,24 0,-49-25,24 25,-24 0,24-25,-24 25,24 0,-74 0,25 0,-25 0,74 0,-74 25,50-25,-1 0,-49 0,-25 0,25 25,-49-25,49 0,-25 25,-174 0,175-25,-26 0,50 24,-25-24,0 25,0-25,1 25,24 0,-25 0,25 24,25-24,-26 25,-23 74</inkml:trace>
  <inkml:trace contextRef="#ctx0" brushRef="#br0" timeOffset="171417.8">8086 13146,'0'100,"0"-26,0 25,0 1,0 24,0-25,0 25,0-50,0 1,0-26,0-24,0-25,25 0,0-25,-25-24,25-26,0 1,-1-1,-24 1,75 0,-75 74,0 24,25-24,-1 25,-24 50,25-1,-25-49,0 49,25-24,0-1,0-24,-1 0,-24-25,25 0,-25 0,25 0,25-99</inkml:trace>
  <inkml:trace contextRef="#ctx0" brushRef="#br0" timeOffset="171790.81">9153 13667,'-25'0,"0"25,-24-25,24 25,-25-25,25 25,1-25,-1 0,25 0,0 25,0-25,49 49</inkml:trace>
  <inkml:trace contextRef="#ctx0" brushRef="#br0" timeOffset="172046.84">9227 13965,'-24'25,"-26"-25,0 25,26-25,-1 24,0-24,50 0</inkml:trace>
  <inkml:trace contextRef="#ctx0" brushRef="#br0" timeOffset="172712.87">9624 13543,'0'50,"0"-25,0 49,-25 1,25 24,0-74,25 49,-25-49,25 49,0-49,0 25,-1-50,1 24,0-24,25-24,-26-1,1-25,0 25,25-49,-26 24,-24-24,25-25,-25-75,0 125,-25-26,1 50,-1-24,-25 24,25 0,25 25,-24 25,-1-25,0 25,0 49,25-24,0-1,0 1,0 0,25 49</inkml:trace>
  <inkml:trace contextRef="#ctx0" brushRef="#br0" timeOffset="172958.89">10220 13915</inkml:trace>
  <inkml:trace contextRef="#ctx0" brushRef="#br0" timeOffset="173307.91">10393 13444,'0'25,"0"49,0 1,0 24,0-25,0 26,0-76,0 26,25 0,-25-26,0-24</inkml:trace>
  <inkml:trace contextRef="#ctx0" brushRef="#br0" timeOffset="173836.94">10740 13320,'-24'75,"24"-1,0-24,0 74,0-100,0 76,24-1,1-25,-25-74,25 50,0-25,0-25,-1 0,26 0,-50-25,25-25,0 25,-25-24,24-1,-24 1,-24 24,-1 0,-25 50,1 0,49 24,0 26,-25-26</inkml:trace>
  <inkml:trace contextRef="#ctx0" brushRef="#br0" timeOffset="175715.05">12576 12477,'-25'-25,"25"25,-49 0,24 0,-25 0,25 0,-24 0,24 0,-49 25,-1-25,1 25,24-25,-49 24,49-24,-74 25,0-25,0 25,50-25,-75-25,50 25,-50 0,-198 0,148 25,125-25,-125 25,125-25,-125 25,1-1,24-24,75 25,-99-25,99 25,-75-25,-25 25,26-25,74 0,-100 0,125 0,-100 0,0 0,26 0,48 0,-24 0,-24 0,-125-50,174 25,-1 1,1-51,49 1,-24-1,24 1,26-50,-1 0,0 0,25 0,25 0,0 25,49-1,0 1,26 50,-1-26,25 26,0-1,50 0,173-49,-198 74,49 0,-24 1,24 24,-24 0,24-25,1 0,-1 0,1-24,-1 24,0 25,1-25,-1 25,-24-25,24 25,1 0,-1-25,-24 25,223-24,-224 24,-24 0,25 0,-25 24,-25-24,25 0,-1 25,-24 0,0 0,25 24,-74 1,49 0,-50 24,1 0,-1 1,-49 24,0-24,-25-1,0 25,-25 25,0-49,-25-1,1-24,-26 24,26-24,-26-1,-24 1</inkml:trace>
</inkml:ink>
</file>

<file path=ppt/ink/ink8.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03T03:47:03.754"/>
    </inkml:context>
    <inkml:brush xml:id="br0">
      <inkml:brushProperty name="width" value="0.05292" units="cm"/>
      <inkml:brushProperty name="height" value="0.05292" units="cm"/>
      <inkml:brushProperty name="color" value="#FF0000"/>
    </inkml:brush>
  </inkml:definitions>
  <inkml:trace contextRef="#ctx0" brushRef="#br0">4068 2654,'-25'0,"0"0,1-25,-51 0,-49-24,0-1,50 1,-100-26,75 26,-75-1,25-24,-24-1,98 50,-49 1,50-1,-1 0,26 25,49 25,0-25,49 49,26-49,49 50,174 99,-125-75,-98-24,98 49,-123-49,99 24,-75 25,1-49,-51-25,-24 0,-24-1,-1-24,-75-49,-48-1,73 25,-74-49,50 24,-74-24,-1 24,0 1,125 24,-75 0,74 0,-49 25,99 25,0 0,49-25,51 74,-51-49,100 25,0 24,0 1,-100-51,26 1,-26-25,-24 25,-50-50,-49 0,49 25,-49-24,-25-26</inkml:trace>
  <inkml:trace contextRef="#ctx0" brushRef="#br0" timeOffset="1420.08">2034 3026,'0'0,"-25"0,25 25,0 0,0 0,0 24,25-24,-25 25,0-26,0 1,0 0,0 25,0-50,0 24,25-48,-25-1,0 0,0 0,25-24,-25-1,0 25,24 0,1-24,0 24,-25 25,25 0,-25 0,25 25,-1 0,-24-1,25 1,-25 0,25 0,-25 0,0-1,0 1,0 0,0-25,0 0,0-25,25 25,-25-25,0 1,25-1,-25 0,24-25,1 26,-25-1,0 25,25-25,-25 25,25 0,0 0,-25 25,49 24,-49-24,25 0,-25-25,0 25,0 0,0-1,0-24,0 0,0 25,0-25,0 25,0-25,25 25,0-25</inkml:trace>
  <inkml:trace contextRef="#ctx0" brushRef="#br0" timeOffset="2118.12">2902 3101,'-25'24,"25"26,-24 24,-1-24,0 24,25-24,-25-25,0 0,25-1,-24-24,24 0,0 0,0 0,49-24</inkml:trace>
  <inkml:trace contextRef="#ctx0" brushRef="#br0" timeOffset="2645.15">3225 3274,'-25'0,"25"0,-50 0,50 0,-25 0,1 0,-1 0,0 25,25-25,0 25,0-25,0 0,0 25,0-25,50 24,-26 1,26 0,-50 0,25 0,0 24,-25-24,0 0,0 0,-25-25,0 24,0-24,-74-24,74 24,-24-25,24 0,0 25,0 0,50 25</inkml:trace>
  <inkml:trace contextRef="#ctx0" brushRef="#br0" timeOffset="10684.61">1067 7020,'0'0,"0"0,0 25,0-25,24 24,-24 1,25 25,-25-25,25-1,0 26,-25-25,25 24,-1-24,1 25,-25-25,25-1,-25 1,25 0,0 0,-25 0,24-1,-24 1,25-25,-25 25,0-25,25 25,-25-25,25 0,-25 25,0-25,25-50</inkml:trace>
  <inkml:trace contextRef="#ctx0" brushRef="#br0" timeOffset="11148.63">1662 6970,'0'25,"0"-25,-25 50,25-26,-25 51,-24-26,24 1,25-25,-25 49,0-49,0 0,25 24,-24 1,-1-50,25 25,0 0,0-1,-25-24,25 25,25-25</inkml:trace>
  <inkml:trace contextRef="#ctx0" brushRef="#br0" timeOffset="11582.66">1637 7590,'-25'25,"25"25,0-50,0 49,0-24,0 25,0-26,25 1,-25 0,0-25,25 0,-25 0,25 0,0 0,-25 0,24-25,-24 0,0 1,25-26,0-24</inkml:trace>
  <inkml:trace contextRef="#ctx0" brushRef="#br0" timeOffset="11777.67">1736 7342,'0'0,"0"0</inkml:trace>
  <inkml:trace contextRef="#ctx0" brushRef="#br0" timeOffset="12288.7">2580 7392,'0'0,"0"0,-50 25,0-25,26 0,-26 0,25 0,-24 0,24 0,0 0,0 0,25-25,-25 25,25 0,0 0,25-25</inkml:trace>
  <inkml:trace contextRef="#ctx0" brushRef="#br0" timeOffset="12683.72">2580 7565,'-25'0,"25"25,-50-25,50 0,-49 0,49 25,-50-25,25 0,-24 0,24 0,0-25,25 25,-25 0,25 25,50 25</inkml:trace>
  <inkml:trace contextRef="#ctx0" brushRef="#br0" timeOffset="19128.09">3274 7045,'0'0,"0"-25,25 25,-50-25,0 25,1 0,-26 0,25 25,-24 0,24-1,0 26,0-25,25 0,0-1,0 1,25 0,25 25,24-26,-24 26,24 0,-24-1,-26 1,1-1,-25-24,0 0,0 0,-25 0,-24-25,-1 0,1 0,24-25,0 0,0 25,0-25,25 0,0 1,25-26,0 25,49-49,-24 49,0 0,-26 0,1-24,-25 24,0-25,0 26,-25-26,1 25,-26 0,0 1,26 24,-26 24,25 1,25 0,0 25</inkml:trace>
  <inkml:trace contextRef="#ctx0" brushRef="#br0" timeOffset="19767.12">3597 7293,'-25'0,"0"24,25 1,-25 25,25-50,0 49,0-24,0 0,25 0,0 0,-25-1,25-24,-1 0,1 0,25 0,-25-24,0-1,-1 0,1 0,0 0,-25-24,0 24,0-74,-25 74,0 0,1 0,-26 1,0 24,25 0,1 0,-1 0,0 24,25 1,-25 0,25 0,0 24,0-24</inkml:trace>
  <inkml:trace contextRef="#ctx0" brushRef="#br0" timeOffset="20847.18">4242 7218,'0'25,"0"0,24 0,-24 24,0 1,25-25,-25 24,0-24,0 0,0 0,0-50,0 0,25 0,-25-24,25 24,-25-25,0 1,25-1,-1 50,1 0,-25 0,50 25,-50 24,25-24,-25 0,24 0,-24 0,0-1,0 1,0-25,0 25,0-25,0 0,0-25,25 0,-25 1,0-26,0 25,25 0,0-24,-25 49,0 0,25-25,-1 25,1 25,-25 0,25 24,-25-24,0 0,0 0,0 24,0-24,0 0,0-25,0 25,0-25,25-25</inkml:trace>
  <inkml:trace contextRef="#ctx0" brushRef="#br0" timeOffset="21430.22">5110 7268,'-25'0,"25"25,-25-25,25 24,-25 1,25 0,-24-25,24 25,0-25,24 25,-24-1,25-24,0 25,0 0,-25-25,74 74,-49-49,-25 0,0-25,-25 25,25-25,-25 25,1-25,-1 0,25 0,-25-25,0 25,0-25,1 25,-1 0,0 0</inkml:trace>
  <inkml:trace contextRef="#ctx0" brushRef="#br0" timeOffset="21836.24">5184 7020,'-25'0,"25"0,-24 25,-1-25,0 0,0 0,25 0,-25 0,25 0,0 0,0 0</inkml:trace>
  <inkml:trace contextRef="#ctx0" brushRef="#br0" timeOffset="22302.27">5432 6945,'0'0,"0"25,0 0,0 0,0 0,-25-25,25 24,0 1,0 0,0 0,-24 0,24-25,0 0,0 24,24-24,1 25</inkml:trace>
  <inkml:trace contextRef="#ctx0" brushRef="#br0" timeOffset="27517.57">1712 8830,'0'0,"0"-24,0-1,-25 0,0 0,25 25,-25-25,0 25,0-24,1 24,-1 0,0 0,25 0,-25 0,0 0,1 0,-1 0,0 0,0 24,25 1,0-25,0 25,0 0,0 49,0-24,25 74,0-124,-25 25,25 0,-1-25,1 0,0 0,-25 0,50-25,-50 0,49 0,-24-25,0 26,-25-1,0-25,0 50,25-49,-25 24,0-25,0 50,-25 0,25-25,0 25,-25 50,25 0,0-26,0 26,25-25,-25 24,25 26,-25-1,0-24,0 0,0-1,25 26,-25 24,0-25,-25-24,25-1,-25 1,0 0,-25-26,1 1,24-25,-74 0,49-25,1 1,-1-1,0-25,1 1,24-1,0 0,25 1,0-1,0 25,0 25,0-24,50 48</inkml:trace>
  <inkml:trace contextRef="#ctx0" brushRef="#br0" timeOffset="28067.6">2406 8830,'-25'0,"25"0,-49 0,24 0,0 0,0 0,-24 0,24 0,0 0,0 0,0-24,1 24,24 0,24 0,51 24</inkml:trace>
  <inkml:trace contextRef="#ctx0" brushRef="#br0" timeOffset="28414.62">2480 9054,'-24'0,"24"0,-25 25,-25-25,1 0,24 0,0 0,0 0,0 0,1 0,-1-25,25 25,25 0,-25 0,99 25</inkml:trace>
  <inkml:trace contextRef="#ctx0" brushRef="#br0" timeOffset="28822.64">3150 9054,'0'0,"-49"0,24-25,0 25,0 0,-24-25,-1 25,0 0,26 0,-1-25,25 25,0 0</inkml:trace>
  <inkml:trace contextRef="#ctx0" brushRef="#br0" timeOffset="30576.74">3671 8781,'0'-25,"0"0,0 25,-25 0,25-25,0 25,-25 0,25-24,-24 24,-1 0,0-25,25 25,-25 0,25 0,-25 0,1 0,-1 25,25-25,-25 24,25-24,0 25,0-25,0 25,0 0,0 0,0-1,0-24,25 25,0 0,24 0,-24-25,0 0,24 0,-24 0,-25-25,25 25,0-25,-25 0,25 25,-25-24,0 24,0 24,0 1,0 25,0-25,0 24,0-24,0 50,0-26,0 1,0-25,25 24,-25-24,0 0,0-25,24 0</inkml:trace>
  <inkml:trace contextRef="#ctx0" brushRef="#br0" timeOffset="30773.76">3944 9153,'-25'25,"25"-25,0 0</inkml:trace>
  <inkml:trace contextRef="#ctx0" brushRef="#br0" timeOffset="31619.8">4192 8706,'-25'0,"25"0,-25 25,25-25,-24 25,24 0,0 0,0-1,24 1,1 0,0 25,0-26,0 26,-1-25,1 25,0-1,0 1,-25-25,0-1,0 1,0 0,-25-25,0 25,-49-25,49 0,0 0,25-25,0 0,0 0,25 1,0-1,24-25,-24 25,0-24,25 24,-50-50,24 26,-24 24,25-25,-50 26,25-26,-24 50,-51-25,26 0,-1 25,25 0,25 0,-25 25,25 0,25 25</inkml:trace>
  <inkml:trace contextRef="#ctx0" brushRef="#br0" timeOffset="32027.83">4614 8731,'0'0,"0"75,0-26,24 1,-24 24,0 1,0-50,0 49,0-49,0 24,0-24,25 0,-25 0,0-25,0 0,50 0</inkml:trace>
  <inkml:trace contextRef="#ctx0" brushRef="#br0" timeOffset="33167.89">5110 8855,'0'0,"0"50,0-25,0-1,0 51,0-50,0 24,25 1,-25 0,0-26,0 1,0 0,24-25,-24 0,25-25,-25 0,25 1,-25-1,0-50,25 51,0-76,-25 75,24 1,-24 24,0 0,25 0,0 24,-25 1,0 25,0-25,25 24,-25 1,0-25,0 0,0-1,0 1,0-50,0-24,0-1,0 25,0-24,25-26,-1 50,-24-24,25 24,0 25,0 0,-25 0,25 25,-1 0,1 24,-25-24,25 50,-25-51,0 26,0 0,0-1,0-24,0 0,0-25,0 0</inkml:trace>
  <inkml:trace contextRef="#ctx0" brushRef="#br0" timeOffset="33747.93">5978 8954,'0'0,"-25"0,-24 0,24 25,25 0,-25 0,25-25,0 25,0 0,0-25,25 49,-25-49,25 25,-25 0,49 0,-24-1,25 26,-50-50,24 25,-24 0,0-1,0-24,-24 25,-1-25,0 25,0-25,0 0,1 0,-1 0,25 0,-25-25,0 25,0-74</inkml:trace>
  <inkml:trace contextRef="#ctx0" brushRef="#br0" timeOffset="34133.94">6052 8731,'0'0,"-24"0,-1 0,-25 0,1 0,24-25,0 25,25 0,-25 0,25-24</inkml:trace>
  <inkml:trace contextRef="#ctx0" brushRef="#br0" timeOffset="34808.99">6251 8533,'0'0,"25"0,-1 0,1 25,0-25,0 24,-25-24,25 25,-1 0,-24 0,0 0,0-1,0 1,0-25,-24 25,-1 25,25-50,-25 24,25-24,-25 25,0-25,1 25,48-25,-24 0,25 0,0 0,0 0,0 0,-1 0,1 0,-25 0,25 0,0 0,24 0,-49 0,25 0,-50 25</inkml:trace>
  <inkml:trace contextRef="#ctx0" brushRef="#br0" timeOffset="41472.37">645 6424,'-25'0,"-24"-24,-26 24,1 0,24 0,-24 0,24 49,0 1,26-1,24 26,-25-1,50 1,-1-26,1 1,0-25,25-25,-26 0,1 0,0-25,0 0,0 0,49-99,-74 75,25-1,-25 25,0-24,0 24,0 0,-25 25,25 25,0 0,0 24,0-24,25 25,-25-1,25 1,0-25,-1 24,-24-49,25 25,0-25,0-25,0-49,-1-1,26-49</inkml:trace>
  <inkml:trace contextRef="#ctx0" brushRef="#br0" timeOffset="41863.39">769 6127,'25'25,"0"49,-1 0,-24-24,25 24,-25-49,0 74,0 1,-25-26,1-24,-26 24,25-49,-24 49,24-49,-25 0,25-25,1 0,24 25,24-25</inkml:trace>
  <inkml:trace contextRef="#ctx0" brushRef="#br0" timeOffset="42736.44">1265 10269,'0'0,"0"25,0 0,25 0,-25 24,25-24,-25 25,24-1,1 1,-25-1,25-24,0 25,0-1,-1 1,1 0,0-1,-25 1,25-25,-25-1,0 1,25 0,-25-25,0 25,0-25,0-25,0 0,0 0,0-99</inkml:trace>
  <inkml:trace contextRef="#ctx0" brushRef="#br0" timeOffset="43095.46">1811 10319,'0'0,"-25"49,0 1,0 49,1-24,-1-1,0 0,0-24,25 0,-25 24,0-49,1 24,24-24,-25-25,50 25</inkml:trace>
  <inkml:trace contextRef="#ctx0" brushRef="#br0" timeOffset="43578.49">1960 10815,'-25'0,"0"0,0 0,0 49,25 1,0 0,0-1,0 1,25-1,0 26,-25-1,25 1,-25-50,25 49,-25-74,-25 50,25-26,-25 1,0-25,-24 0,24 0,-25-25,1-24,24 24,25 0</inkml:trace>
  <inkml:trace contextRef="#ctx0" brushRef="#br0" timeOffset="43922.51">2009 11162,'0'-25,"-25"25,-24 0,49 0,-50 0,1 0,-1 0,25 0,-24 0,49 0,-25 0,0-25,25 25,0 0,25-24,49-1</inkml:trace>
  <inkml:trace contextRef="#ctx0" brushRef="#br0" timeOffset="44326.53">2753 10988,'-49'0,"24"0,0 0,-25 0,26-24,-26 24,0 0,26 0,24 0,-25 0,25 0,0 0</inkml:trace>
  <inkml:trace contextRef="#ctx0" brushRef="#br0" timeOffset="44632.55">2729 11137,'-25'25,"0"-25,0-25,-25 25,1 0,-1 0,25 0,25 0,-24 0,48 0,26 0</inkml:trace>
  <inkml:trace contextRef="#ctx0" brushRef="#br0" timeOffset="45449.59">3125 10616,'0'50,"0"0,0-26,0 51,0-50,25 49,0 0,0-24,-25 0,25-1,-25-24,49 0,-24 25,25-50,-26 0,1 0,0 0,0-25,-25 0,49-25,-49 1,25-1,-25 0,25-74,-25 50,-25 0,25 49,-25-50,1 51,-26-76,0 51,1-1,-1 25,1 25,-1 0,25 25,0 50,-24-1,49 25,0 149</inkml:trace>
  <inkml:trace contextRef="#ctx0" brushRef="#br0" timeOffset="53025.03">1315 12378,'0'0,"-25"24,0 1,-25 25,50-25,-49 49,49-49,-25 0,0 49,25-49,-25 49,1-49,-1 25,25-26,-25 26,25 0,0-26,0 26,0-50,0-50</inkml:trace>
  <inkml:trace contextRef="#ctx0" brushRef="#br0" timeOffset="53379.05">1290 12427,'0'25,"25"25,-25 24,24 0,1 1,0-1,-25 1,25-26,0 1,-25-1,0-24,-25 0</inkml:trace>
  <inkml:trace contextRef="#ctx0" brushRef="#br0" timeOffset="53699.07">1364 13047,'0'0,"0"0,-25 0,1 0,24 0,-50 0,25 0,-24 0,49-25,-25 25,0 0,0 0,0 0,1 0,-1 0,25 0,-25 0</inkml:trace>
  <inkml:trace contextRef="#ctx0" brushRef="#br0" timeOffset="54627.12">1538 12626,'0'24,"0"-24,0 50,0-25,0 49,25-49,-25 49,0-49,0 0,24 25,-24-50,25 49,0-49,0 25,0-25,0 0,-25 0,24-25,-24 0,0-24,25-1,-25 1,25 24,-25-25,0 25,0-49,25 49,-25 50,0-25,0 50,0-26,0 51,0-26,0 51,0-76,0 76,0-76,0 76,0-1,0 0,0-49,0 49,0-49,0 49,-25-25,0 1,25-51,-25-24,1 0,-1 0,0 0,-50-24,51-1,-1 0,-25-25,25 26,1-1,-1 0,25 25,49-74</inkml:trace>
  <inkml:trace contextRef="#ctx0" brushRef="#br0" timeOffset="55169.15">2555 12799,'25'0,"-25"0,-25 0,0 0,-25 0,26 25,-26-25,25 0,-24 0,24 0,0 0,0 0,0 0,1 0,24 0,49 0</inkml:trace>
  <inkml:trace contextRef="#ctx0" brushRef="#br0" timeOffset="55483.17">2580 12998,'-25'0,"-25"0,25 0,1-25,-26 25,50 0,-50 0,26 0,-1 0,25 25,0-25,25 24</inkml:trace>
  <inkml:trace contextRef="#ctx0" brushRef="#br0" timeOffset="63047.6">10592 11460,'49'-25,"-24"25,0 0,-25 0,-25-25,0 25,0 0,1-25,-26 25,25-24,-49 24,49 24,-25-24,1 25,-26-25,51 25,-51-25,26 0,-76-50,51 50,24-24,-24 24,0 0,-1 0,26 0,-26 0,26 24,-1-24,-24 25,24-25,0 0,26 0,-26 0,25 0,25 0,-25 0</inkml:trace>
  <inkml:trace contextRef="#ctx0" brushRef="#br0" timeOffset="64139.66">9575 11286,'0'0</inkml:trace>
  <inkml:trace contextRef="#ctx0" brushRef="#br0" timeOffset="64313.67">9575 11137,'0'0,"0"-25,0-49</inkml:trace>
  <inkml:trace contextRef="#ctx0" brushRef="#br0" timeOffset="64459.68">9575 10790,'0'-25,"0"0,0 1,0-76</inkml:trace>
  <inkml:trace contextRef="#ctx0" brushRef="#br0" timeOffset="64590.68">9575 10393,'0'-25,"0"1,24-51</inkml:trace>
  <inkml:trace contextRef="#ctx0" brushRef="#br0" timeOffset="64718.7">9575 10120,'24'-99,"-24"74,0-49</inkml:trace>
  <inkml:trace contextRef="#ctx0" brushRef="#br0" timeOffset="64847.7">9599 9649,'0'-25,"0"0</inkml:trace>
  <inkml:trace contextRef="#ctx0" brushRef="#br0" timeOffset="64984.71">9575 9178,'0'-25,"-25"-49</inkml:trace>
  <inkml:trace contextRef="#ctx0" brushRef="#br0" timeOffset="65146.71">9599 8706,'0'-24,"0"-100</inkml:trace>
  <inkml:trace contextRef="#ctx0" brushRef="#br0" timeOffset="65305.73">9575 8235,'0'-25</inkml:trace>
  <inkml:trace contextRef="#ctx0" brushRef="#br0" timeOffset="66601.8">9599 7218,'-24'0,"-1"0,0 25,0-25,25 25,-25-25,25 25,0-1,0 1,0 0,0 0,0 0,25-1,-25-24,25 0,0 25,0-25,-25 0,24 0,1 0,0-25,0 25,-25 0,25-24,-25-1,24 25,-24-25,25 0,-25 0,0 1,0-1,-25 0,25 0,-24 0,24 1,-25 24,0-25,25 25,-50 0,26 0,-1 0,0 25,0-25,0 0,25 24,0-24,0 25,-24 0,24 0,0 0,0-1,24 1,-24 0,0 0,25-25,-25 25,25-25,0 24,24-24,-24-24,-25 24,25-25</inkml:trace>
  <inkml:trace contextRef="#ctx0" brushRef="#br0" timeOffset="67003.83">9624 8384,'0'-25,"0"0,0-49</inkml:trace>
  <inkml:trace contextRef="#ctx0" brushRef="#br0" timeOffset="67148.84">9624 8086,'0'-24,"0"-1</inkml:trace>
  <inkml:trace contextRef="#ctx0" brushRef="#br0" timeOffset="67305.84">9649 7789,'0'-25</inkml:trace>
  <inkml:trace contextRef="#ctx0" brushRef="#br0" timeOffset="67402.85">9649 7689,'0'0,"0"-24</inkml:trace>
  <inkml:trace contextRef="#ctx0" brushRef="#br0" timeOffset="67407.85">9649 7665</inkml:trace>
  <inkml:trace contextRef="#ctx0" brushRef="#br0" timeOffset="67411.85">9649 7665</inkml:trace>
  <inkml:trace contextRef="#ctx0" brushRef="#br0" timeOffset="70118">9798 7590,'0'0,"0"25</inkml:trace>
  <inkml:trace contextRef="#ctx0" brushRef="#br0" timeOffset="70266">9773 7764,'0'0,"0"25</inkml:trace>
  <inkml:trace contextRef="#ctx0" brushRef="#br0" timeOffset="70278">9773 7789</inkml:trace>
  <inkml:trace contextRef="#ctx0" brushRef="#br0" timeOffset="70289.02">9773 7789</inkml:trace>
  <inkml:trace contextRef="#ctx0" brushRef="#br0" timeOffset="70421.02">9773 7987,'0'0,"0"50</inkml:trace>
  <inkml:trace contextRef="#ctx0" brushRef="#br0" timeOffset="70576.03">9773 8310,'0'0,"0"74</inkml:trace>
  <inkml:trace contextRef="#ctx0" brushRef="#br0" timeOffset="71018.06">9823 9674,'0'49</inkml:trace>
  <inkml:trace contextRef="#ctx0" brushRef="#br0" timeOffset="71185.07">9798 10096,'0'74,"0"25</inkml:trace>
  <inkml:trace contextRef="#ctx0" brushRef="#br0" timeOffset="71332.08">9823 10517,'0'25,"0"25,0 24</inkml:trace>
  <inkml:trace contextRef="#ctx0" brushRef="#br0" timeOffset="71498.08">9798 11013,'0'25</inkml:trace>
  <inkml:trace contextRef="#ctx0" brushRef="#br0" timeOffset="71663.09">9823 11385,'0'25</inkml:trace>
  <inkml:trace contextRef="#ctx0" brushRef="#br0" timeOffset="73613.2">9252 7293,'0'-25,"0"25,-25 0,25 0,-24 0,-1 0,0 0,0 0,-24 0,24 0,0 0,0 0,-25 0,26 0,24 0,-25 0,25 0,0 0,0 0,0 74</inkml:trace>
  <inkml:trace contextRef="#ctx0" brushRef="#br0" timeOffset="74346.25">9054 7491,'25'25,"-25"0,-25 24,25-24,0 25,0-26,0 51,0-50,0-1,0 51,0-50,0 49,0-49,0 25,0-50,0 24,0 1,0 0,0 0,0 0,0-1,0-24,0 0,0 25,0-25,0 0,0 0</inkml:trace>
  <inkml:trace contextRef="#ctx0" brushRef="#br0" timeOffset="75406.31">8905 8558,'0'74,"0"-49,0 0,0 24,0-24,0 74,0-74,0 49,0-49,0 25,0 0,0-26,0 26,0-25,0 49,0-49,0-50,25 0,-25 1,24-26,26-24,-25 49,0 25,0-25,-25 25,0 25,24 0,-24 24,0 1,25 24,-25-49,25 25,0-26,0-24,-25 25,-25-50</inkml:trace>
  <inkml:trace contextRef="#ctx0" brushRef="#br0" timeOffset="76023.34">9079 9575,'0'24,"0"1,0 0,0 25,0-26,0 51,24-1,-24 1,0-26,0 26,0-26,0 51,0-1,0-25,0-49,25 74,-25-49,0 24,0 25,25 1,-25-76,25 76,-25-51,25 100,-25-99,24-25,-24-1,0 1,0 0,0-25,0 25,0-75</inkml:trace>
  <inkml:trace contextRef="#ctx0" brushRef="#br0" timeOffset="76379.36">9327 11361,'0'24,"-50"-24,25 0,-24 0,-1 0,0 0,26 0,-26 0,25 0,-25 0,50 0,-24 25,24-25,0 0,24 25</inkml:trace>
  <inkml:trace contextRef="#ctx0" brushRef="#br0" timeOffset="100355.73">1215 14610,'25'0,"-25"25,25 24,-25-49,25 50,-25-25,25 49,-1-24,1-1,-25 1,25 24,0-24,-25 0,25-26,-1 26,-24-25,25 0,-25-25,0 0,0-25,25-74</inkml:trace>
  <inkml:trace contextRef="#ctx0" brushRef="#br0" timeOffset="100698.75">1687 14709,'0'0,"-25"50,0 24,0 1,-24-1,24 0,0 1,0-26,0 26,1-26,-1 1,25-25,25-25</inkml:trace>
  <inkml:trace contextRef="#ctx0" brushRef="#br0" timeOffset="101206.78">1811 15205,'-25'-25,"25"1,-25 24,0 24,25 1,-24 0,24 0,0 49,0-24,0-25,0 49,0-49,24 25,-24-1,0 1,0-25,0-1,0 1,0 0,-24-25,-1 0,0 0,-50-25,75 25,-24-25,24-49</inkml:trace>
  <inkml:trace contextRef="#ctx0" brushRef="#br0" timeOffset="101466.8">1736 15503,'-24'0,"-1"0,0 0,0 0,0 0,0 0,1 0,-1 0,0-25,25-24</inkml:trace>
  <inkml:trace contextRef="#ctx0" brushRef="#br0" timeOffset="102063.83">1910 14734,'25'-50,"0"50,24 0,-24 25,0-25,0 50,-25-25,0 24,-25-24,25 25,-25-26,0-24,0 25,1 0,24-25,24 0,26 0,-25 0,24 0,-24 0,0 0,25-25,-50 25,24-25,-24 25</inkml:trace>
  <inkml:trace contextRef="#ctx0" brushRef="#br0" timeOffset="102429.85">2629 15205,'-25'0,"1"-25,-1 25,-25 0,50 0,-49 0,24 0,0 25,0-25,0 0,25 0</inkml:trace>
  <inkml:trace contextRef="#ctx0" brushRef="#br0" timeOffset="102702.87">2604 15329,'25'25,"-50"-25,1 0,-26 25,25-25,0 0,1 0,-1 25,0-25,25-25</inkml:trace>
  <inkml:trace contextRef="#ctx0" brushRef="#br0" timeOffset="103080.89">2803 14957,'0'50,"25"-1,0 26,-1 24,26 25,0-49,-26-1,-24-49,25 0,0-1,-25 1,25-50,-25 1,25-76</inkml:trace>
  <inkml:trace contextRef="#ctx0" brushRef="#br0" timeOffset="103386.9">3200 15032,'0'24,"-25"1,0 25,0-1,1 26,-1-1,0 1,25-26,-25 51,25-76,0 51,-25-26,25-49,50 0</inkml:trace>
  <inkml:trace contextRef="#ctx0" brushRef="#br0" timeOffset="103640.92">3200 15553,'0'49,"25"-24,-25 0,0 0,0-1,24 1,-24-50,25 25</inkml:trace>
  <inkml:trace contextRef="#ctx0" brushRef="#br0" timeOffset="103795.93">3324 15304,'-25'0,"50"-49</inkml:trace>
  <inkml:trace contextRef="#ctx0" brushRef="#br0" timeOffset="104361.96">3373 14660,'50'0,"-25"0,-25 0,25 24,-1 1,26-25,-25 25,-25-25,25 50,-25-50,0 24,0 26,-25 0,25-50,-25 24,0 1,0 0,25 0,-24-25,24 0,24 25,1-25,0 0,49-25,-49 0,0 25,0-25,0 25,0-25,-1 25,1-24</inkml:trace>
  <inkml:trace contextRef="#ctx0" brushRef="#br0" timeOffset="104840.99">4018 15230,'0'74,"0"-24,0 25,0-1,0 0,0-24,0 0,0-26,0 1,50-74</inkml:trace>
  <inkml:trace contextRef="#ctx0" brushRef="#br0" timeOffset="105088.01">4142 15453,'-49'0,"49"0,-25 0,-25 0,26 0,-1 0,0 0,0 0,0 0,1 0,-1 0,25 0</inkml:trace>
  <inkml:trace contextRef="#ctx0" brushRef="#br0" timeOffset="105761.04">4415 15205,'25'0,"-25"0,25 0,0 0,-1 0,-24 25,25-25,0 0,-25 25,0-25,0 25,0-1,0 1,0 0,-25 0,0 0,1 0,-1 24,0-24,0 25,0-1,25-24,-24-25,-1 25,25-25,25 0,-1 0,1 25,0-25,25 24,-1-24,-24 25,0-25,0 0,-1-25</inkml:trace>
  <inkml:trace contextRef="#ctx0" brushRef="#br0" timeOffset="106630.09">4961 15329,'-25'-25,"25"1,-49 24,49-25,-25 25,0 25,0-25,0 49,0 1,25-25,0 24,0-24,0 25,0-25,25 24,-25-49,50 25,-50-25,50 0,-26-25,1 0,0 1,0-76,-25 100,25-49,-25 49,0-25,0 50,0 0,0-1,0 51,0-1,0 25,0-49,0 24,0-24,0 49,-25-24,0-1,25-49,-25 0,0-25,1 0,-51-75,50-49</inkml:trace>
  <inkml:trace contextRef="#ctx0" brushRef="#br0" timeOffset="107843.16">5333 15180,'0'25,"-25"0,25 0,-25 0,1 49,24-49,-25 0,25 24,-25-24,25 0,-25 25,25-26,0 1,-25 25,25-25,0-1,0-24,0 25,0-25,0-49</inkml:trace>
  <inkml:trace contextRef="#ctx0" brushRef="#br0" timeOffset="108436.2">5308 15156,'0'24,"25"1,0 74,-25-24,25-25,-1 49,1-50,-25-24,25 0,-25 0,-25-25,0 0,-24 0,-1 25,25-1,-24 1,24-25,0 0,0-25,50-24</inkml:trace>
  <inkml:trace contextRef="#ctx0" brushRef="#br0" timeOffset="109246.24">5531 15329,'0'0,"0"25,-24 0,48 0,-24 24,0-24,0 25,0-25,0-1,0 1,25-25,-25 25,0-25,25 0,0 0,-25 0,25 0,-1 0,1-50,-25 50,25-49,-25 49,0-25,25-25,-25 50,0-24,0-1,0 0,25 25,-25 0,0 25,0 0,0-1,24 1,-24 25,0-25,0 49,0-24,0 24,-24-24,24-1,-25 26,25-26,-25 1,25-25,-25-1,0 1,1 0,-1-25,0 0,0-25,0 0,1 1,-1-1</inkml:trace>
  <inkml:trace contextRef="#ctx0" brushRef="#br0" timeOffset="113535.49">5904 16073,'0'25,"-25"-25,0 25,0-25,-25 25,1-25,24 0,-49 25,24-25,0 0,1 0,-1 0,-24 0,49-25,-25 25,26 0,-1-25,0 25,25-25,0 25,0-25,0 25,0-49,0 49,0-50,25-24,-25 24,0 1,-25-26,25 1,-25-50,25 0,-25 0,25 49,-24-24,24 25,-25-26,0 1,25 25,0 49,-25-49,25 74,0 0,25-25,0 25,-25 0,25 0,-1 0,1 25,25-25,-1 24,-24-24,25 25,-25-25,49 25,-24-25,-26 25,1-25,50 0,-51 0,1 25,0-25,0 0,0 24,-25 1,0 50,0-1,24 25,-24 25,25 0,-25 0,25 25,-25-50,25 1,-25-26,0-49,-25 0</inkml:trace>
  <inkml:trace contextRef="#ctx0" brushRef="#br0" timeOffset="121721.96">2356 16297,'-24'0,"24"-25,-25 25,-25-50,25 1,1 24,-26-50,-49-24,49 25,1-1,-1-24,-99-99,0-1,0 1,1-25,-26 49,50 0,0 75,50 0,24 49,0 50,50 0,25 25</inkml:trace>
  <inkml:trace contextRef="#ctx0" brushRef="#br0" timeOffset="131884.54">7937 13221,'-24'25,"-1"-25,0 25,25-25,-50 0,26 0,-1 24,-25-24,-24 25,49-25,0 0,0 0,-24 0,24 0,-25 0,50 0,-24 0,24 25,49-75</inkml:trace>
  <inkml:trace contextRef="#ctx0" brushRef="#br0" timeOffset="133169.6">8235 13072,'-25'0,"1"0,-1 0,0 0,25 25,-25-25,25 25,-25-1,25-24,0 50,0-25,25-25,0 50,-25-26,50 51,-50-50,49 24,-24-24,-25 0,50 24,-50-24,24 25,-24-25,0 24,0-24,-24 74,24-99,-25 0,0 0,0-25,25 1,-25-26,25 0,25-24,0 0,0 24,0-24,-1 24,1 0,0 1,0-1,0 0,-1 26,-24-1,0 25,0 49,-24 1,-1 0,25 24,0 1,0-1,25 0,-1-24,1 24,0-49,0 0,0 0,-1-25,51 0,-50 0,-1-25,1 0,0-24,-25-26,0 1,0 24,0-24,-25 49,0-25,25 1,-49 24,24-25,0 25,0 25,1 0,-1 0,25 25,-25 25,0-25,25 0</inkml:trace>
  <inkml:trace contextRef="#ctx0" brushRef="#br0" timeOffset="133873.65">8756 12750,'25'0,"-25"0,25 0,-1-25,1 25,0 0,0 0,-25 0,25 0,-25 0,0 25,24-1,-24 1,0-25,0 25,0 0,0 0,-24-1,24 1,-25 0,25 0,0-25,0 0,0 0,25 0,-25 0,24 0,1 0,25-25,-25 25,0 0,-25 0,24 0,-24 0,25 0</inkml:trace>
  <inkml:trace contextRef="#ctx0" brushRef="#br0" timeOffset="135937.76">8111 12824,'0'0,"-25"25,25-25,0 49,-24-24,24 0,-25 0,0 24,25-24,-25 25,25 24,-25 1,25-26,0 26,0-26,0 51,0-26,0 25,0-74,0 74,25-24,0-26,-25 1,50-25,-26-1,-24 1,25-25,0 0,-25 0</inkml:trace>
  <inkml:trace contextRef="#ctx0" brushRef="#br0" timeOffset="136557.81">8582 12700,'25'25,"0"0,-25-1,25 26,-25-50,25 50,-1-1,1 1,0-25,0 49,0 0,-1 26,1-1,0 0,-25 25,0-25,-25 1,25-1,-25-25,25-24,0-1,-24 1,24-50,-25 25,50-25</inkml:trace>
  <inkml:trace contextRef="#ctx0" brushRef="#br0" timeOffset="138569.91">10220 14560,'-50'25,"0"-25,1 0,-1 0,0 0,-24 25,0-25,-1 0,1 0,-1-25,-24 25,25-25,-25 25,-1-24,1-1,0 25,0-25,-1 25,1-25,-124 0,173 25,-74-24,25 24,25 0,-25 0,49 0,-49 0,-25 0,24 0,51 0,-26 0,26 0,-26 0,1 24,0-24,24 0,0 25,50-25,-49 0,24 0,-25 0,50 0,0 0,50-25</inkml:trace>
  <inkml:trace contextRef="#ctx0" brushRef="#br0" timeOffset="139577.97">7466 14932,'25'0,"0"-24,-25 24,25-25,-1 25,1-25,0 0,0 25,0 0,24-25,1 25,-25 25,-25 0,49 0,-49 0,25 24,-25 26,25-1,-25-49,-25 49,25-49,-50 49,26 1,-26 49,25-99,-24 0,24-1,0 1,0-25,-24 0,49 0,-50 0,25-25,0 1,25-1,0-25,0 25,0 1,25-1,0 0,0 25,0 0,-1 0,26 25,24 24,-49 1,25-25,-25 24,-1-24,1 0,0-25,0 0</inkml:trace>
  <inkml:trace contextRef="#ctx0" brushRef="#br0" timeOffset="140118.01">8210 14784,'0'24,"-24"1,24 25,-25 24,0-24,25 24,-25 1,0-1,25 25,0-24,0-1,0 1,25-26,0 1,0 24,-25-49,25 25,-1-26,1-24,25 0,-25-24</inkml:trace>
  <inkml:trace contextRef="#ctx0" brushRef="#br0" timeOffset="140524.03">8582 15304,'-24'25,"-1"-25,25 25,-25-25,25 0,-50 0,26 0,-26 0,50 0,-50 0,50 0,-24 0,-1 0,50 0</inkml:trace>
  <inkml:trace contextRef="#ctx0" brushRef="#br0" timeOffset="141317.07">8855 15056,'0'0,"-25"0,1-24,-1 24,0-25,0 25,0 0,25 0,-49 0,49 25,-25-1,25-24,0 25,0-25,25 25,-25-25,25 25,-1-25,1 0,-25 0,25 0,25-25,-26 0,-24 25,25-25,-25 25,0 0,25 25,-25 25,0-25,0 24,0-24,0 74,0-49,25 24,-25-24,0 24,0-49,0 25,0-1,0-24,0-25,25-49,-1-26</inkml:trace>
  <inkml:trace contextRef="#ctx0" brushRef="#br0" timeOffset="141518.09">9079 15528,'0'-25</inkml:trace>
  <inkml:trace contextRef="#ctx0" brushRef="#br0" timeOffset="142403.14">9252 15180,'0'0,"-25"0,25 25,0 0,0 0,0 0,0-1,25 26,-25-25,25 25,-25-50,25 49,-25-24,25 0,-1 24,1-24,0 0,-25 25,25-26,-25 26,0 24,-25-74,25 0,0 25,-25-25,0 0,1-25,24 25,-25-24,25-26,0 50,0-74,0 24,0 0,0 26,25-51,-25 50,24-24,1-1,0 25,-25 0,25-24,-25 24,0 0,0-24,-25 49,25-25,-25 25,25 0,-25 0,1 0,-1 0,0 25,0-1,0 1,25-25,0 50</inkml:trace>
  <inkml:trace contextRef="#ctx0" brushRef="#br0" timeOffset="142831.16">9599 15131,'0'49,"0"1,-24 49,24-24,0-1,0 1,0-26,0 26,24-1,-24-49,0 0,-24-1,24-24</inkml:trace>
  <inkml:trace contextRef="#ctx0" brushRef="#br0" timeOffset="145415.31">9897 15106,'25'0,"-25"0,25 0,-25 25,0-25,24 25,-24 24,25 1,0-1,-25 1,25 25,-25-1,0 50,0 50,-25-26,25-48,-50 48,26-98,-76-174</inkml:trace>
  <inkml:trace contextRef="#ctx0" brushRef="#br0" timeOffset="147059.41">10815 14387,'0'0,"-25"0,25 0,-25 25,-24-25,24 0,-25 0,25 0,-24 0,24 0,0 0,-24 0,24 0</inkml:trace>
  <inkml:trace contextRef="#ctx0" brushRef="#br0" timeOffset="147382.41">10840 14660,'24'0,"-48"0,-1 0,0 0,0 0,-24 0,-26 0,50 0,1 24,-1-24,25 0</inkml:trace>
  <inkml:trace contextRef="#ctx0" brushRef="#br0" timeOffset="147827.44">11261 14039,'0'50,"-49"24,24 1,0-1,25 26,-50-1,26-25,24 1,-25-1,0-49,25 24,-25-24,25 0,-25-75</inkml:trace>
  <inkml:trace contextRef="#ctx0" brushRef="#br0" timeOffset="148407.47">11187 14213,'50'50,"-1"-1,-49-24,50 50,-50-26,25 26,-1-1,-24-24,25-26,-25 26,25-50,-25 25,0 0,-25-25,25 0,-25 24,25-24,-24 0,-1 25,-25-25,50 0,-49 0,24 25,0-25,0 25,0-25,25 0,-25 0,25-50</inkml:trace>
  <inkml:trace contextRef="#ctx0" brushRef="#br0" timeOffset="149254.53">11509 14362,'0'25,"0"24,0 26,-24-1,24 25,24-49,1 0,-25-1,25 1,0-25,0-25,-1 0,1-25,25-25,-25 1,-1-26,1 1,-25 49,25-49,-25-1,25-24,-25 74,0 25,0 0,0 25,0 49,0 1,0-26,0 51,0-51,0 26,0 24,0 0,0-49,0 74,0-75,-25 50,25-24,-25-1,25-49,-25 50,25-26,-24-24,-1-25,0 25,0-25,0-25,1 25,-1-25,0-24,0 24,0 0,1-25,-1 26,-25-51</inkml:trace>
  <inkml:trace contextRef="#ctx0" brushRef="#br0" timeOffset="162446.29">9054 16991,'25'0,"-25"-25,49 1,-24 24,49-25,-24 0,0 0,-50 25,24 0,-24 0,-24 50,-1-25,-25 49,50-49,-49 24,49-24,-25 0,50-25,24-25,-24 0,49 1,-49 24,25-25,-1 50,-49-1,0 1,0 50,-24-26,-26 50,0 1,1-1,24-49,0-1,0 1,1-25,24 24,0-49,0 0,49-49</inkml:trace>
  <inkml:trace contextRef="#ctx0" brushRef="#br0" timeOffset="163058.31">9599 16966,'25'-24,"25"-1,-50 0,49 0,-24 25,25-25,-25 25,-1 0,-24 25,0 25,0-25,-49 49,-1 25,1 25,24-74,0 24,0-24,25-1,0-24,0 0,25-25,49-25,-24 25,-25 0,0 0,-1 0,1 25,-25-25,25 25</inkml:trace>
  <inkml:trace contextRef="#ctx0" brushRef="#br0" timeOffset="163708.34">9971 17066,'0'49,"0"1,0-1,0 1,25 0,0-1,0-24,25 0,-26 0,26-25,-25 0,0 0,24-25,-24 0,0-25,0 26,-1-26,-24 25,0-24,0 24,-24-50,24 75,-25-24,25 24,-25 0,25 0,-25 24,25-24,-25 50,25-25,-24 0,24 24,0 1,0-25,0 24,0-24,24 0,-24 0,25-25,0-25</inkml:trace>
  <inkml:trace contextRef="#ctx0" brushRef="#br0" timeOffset="166579.51">9971 16793,'-24'-25,"24"25,24 0,1-25,0 25,0-25,25 1,-1-1,-24 25,25-25,-26 25,1-25,0 25,0 0,-25 0,25 0,-25 0,0 0,0 25,0 0,0 49,-25 1,25 24,-25 0,0 0,25 0,0 50,-25-74,25-26,0 1,0-25,25 0,-25-50,0-50,0 26,25-51,-25 1,0 25,25-25,-25 24,0 1,0 24,0 1,0 24,-25 0,0 25,0 0,-24 0,-1 25,1-25,-1 25,0-25,25 0,1 0,-1 0,25 0,-25 0,50 0,0 0,-1-25,26 25,0-25,-1 25,1-25,0 0,-26 25,1 0,0 0,0 0,-25 0,0 25,0 0,0 0,0 49,-25-24,25-1,-25 26,25-50,0 49,0-24,0 24,0-49,0 24,0-24,0 0,-25 0,25 0,0-25,25 0,-25 0,-25 0</inkml:trace>
  <inkml:trace contextRef="#ctx0" brushRef="#br0" timeOffset="168338.62">9947 17214,'0'0,"0"0,0 0,24 0,-24 0,25 0,-25-24,50 24,-25-25,0 25,-1 0,1-25,0 25,0-25,0 25,-1-25,51 25,-50-24,-1 24,1 0,0 0,-25 0,25-25,0 25,-25 0,24 0,-24 0,0 0,-24 0,24 0,-25 0,0 25,0-25,0 24,-24-24,-1 25,25-25,1 0,-1 25,0-25,0 25,0-25,1 25,-51-25,75 24,-25-24,25 0,-25 0,25 0,0 0,0 0,25-24,0 24,0 0,49-25,-24 25,0-25,-26 25,26-25,-25 25,24-25,-24 25,-25-24,25 24,-25 0,0 0,-25 24,-24-24,24 25,0-25,-25 25,26-25,-1 25,-25-25,25 0,25 0,-49 0,49 25,-25-25,0 0,0 0,25 0,25 0,0 0,0-25,0 25,24-25,-24 0,0 25,24-25,-24 25,25-24,-25 24,-25 0,24-25,1 25,-25 0,25 0,-25 0,0 0,0 0,0 0</inkml:trace>
  <inkml:trace contextRef="#ctx0" brushRef="#br0" timeOffset="196062.21">10393 16768,'-25'50,"25"49,-24-25,-26 100,25-100,0 1,1 73,24-123,-25 0,25-25,-25-50,25 1,0-1,0-74,0 50,-25-75,25 99,-49-24,49 49,-25 25,0 0,25 0,-25 99,0-49,0 99,1-75,-26 75,50-124,-25-50,25-25,-25 26,25-100,0-75,-24 50,-1 75,0 49,0 75,-24 74,24 74,-25 25,25-148,1-100,24-49,0-100,-50-124,25 274,25 24,-49 124,-26 124,1-75,49-49,0-124,0-99,50-25,-25 25,0-50,0 124,-25 25,25 50,-99 223,99-273,0-25,0 0,0-25,0 1,0-1,0 25,-25 25,25 0,-49 25</inkml:trace>
  <inkml:trace contextRef="#ctx0" brushRef="#br0" timeOffset="197087.27">7541 16768,'0'0,"24"0,-24 0,25-25,-25 25,25 0,0 0,0 0,-1 0,1 0,0 25,-25-25,0 25,0 0,0 24,-25-24,25 25,-25-1,1 1,-26-1,25-24,0 0,1 0,-1 0,0-25,25 0,0 24,0-48,25 24,0-25,-1 25,1-25,-25 25,25 0,0 0,0 0,-25 25,0-25,0 49,0-49,0 75,-50-1,25 25,0-24,-24-25,24-26,0 1,0-124,75 0</inkml:trace>
  <inkml:trace contextRef="#ctx0" brushRef="#br0" timeOffset="197676.3">7937 16768,'50'0,"-25"25,25-25,-26 25,1-1,-25 1,25 0,-25 0,-25 24,0 26,1-26,-1 1,-25 24,25 1,-24-26,24 26,0-50,0 24,0 1,1 24,24-49,24-25,-24 25,25 0,0-25,0 0,0 0,24 0,-49 0,50-50,0 1,-1-1,-24 25,74-124</inkml:trace>
  <inkml:trace contextRef="#ctx0" brushRef="#br0" timeOffset="198275.34">8434 16842,'24'-49,"-24"98,0-24,-24 25,-1-1,0 26,0-1,25 1,-25-26,25 26,-24-51,24 51,0-1,0-49,0 0,24 25,-24-26,25-24,25 25,-1-50,26-24,-75-1,25 25,-25 0,0 1,-25 24,25-25,-25 25,0 25,0 24,1 1,-1 0,0-1,25 1,-25-25,50-25</inkml:trace>
  <inkml:trace contextRef="#ctx0" brushRef="#br0" timeOffset="200316.45">8806 17785,'-25'25,"0"-25,0 0,0 25,-24-25,-26 0,1 24,49-24,-74 25,49-25,-49 0,0 25,-25-25,49 0,-49 25,75-25,-75 0,0 0,25 0,49 0,-49 25,49-25,-49 24,74-24,25 25,25-25,25 25,-1-25,26 0,24 0,25 0,-75 0,75 0,-49 0,49 0,0 25,25-25,-100 0,75 0,-74 0,74 25,-25-25,-49 0,24 0,75 24,-124-24,-25 0,0-24,-50 24,1 0,-26 0,1 0,-25 24,-1-24,-24 25,0 0,0-25,0 0,-25 0,25 0,0 0,25 25,-124 24,149-49,-1 0,50 0,1 25,73-25,1 0,24 0,25 0,25 0,0-25,0 1,0 24,-49-25,49 25,0-25,0 25,-74 0,173-25,-198 0,49 25,0 0,-49-24,0 24,-25 0,0 0,-25-25,0 25,-24-25,24 25,-49 0,24 0,-49 0,-25 0,25 25,24-25,-49 0,74 0,-98 0,24 25,-124-25,173 0,-24 0,74 24,-49-24,24 0,25 0,50 0,25 0,-25 0,49 0,25-24,25-1,-74 0,74 0,-50 0,50 1,0-1,0 0,-49 25,49 0,-75 0,125-25,-100 25,26 0,-76-25,26 25,-25 25,24-25,-24 0,0 0,-25 0,-25 0,0 0,-24 25,-26-25,26 0,-1 25,-24-25,49 0,-49 0,-26 0</inkml:trace>
  <inkml:trace contextRef="#ctx0" brushRef="#br0" timeOffset="201304.51">8657 17140,'25'25,"-25"24,-25 26,25-1,-25 1,25-1,0-24,-25-1,25-24,0-74,25-1,-25 0,25-24,0-1,-1 26,-24-1,25 25,0 25,-25 25,25 0,-25 25,0 24,0 0,0-49,0 25,25 0,-25-26,0-24,0 0,0-24,24-26,1-25,-25 1,25 24,0-24,-25 49,0-24,25 49,-1 0,-24 0,0 49,0-24,0 74,0 0,0-24,-24-50,24 24,0-49,-25 0,50-149</inkml:trace>
  <inkml:trace contextRef="#ctx0" brushRef="#br0" timeOffset="202409.57">9054 16768,'0'-25,"0"25,-25-49,0 49,-25-50,1 25,-1 0,25 1,-49-1,24 0,-24 0,0-24,-26 24,51 25,-50-25,49 0,-49 25,0 0,-1 0,51 0,-51 25,51 0,-75 0,-75 99,125-50,24-49,-49 74,74-49,-49 24,0 50,-1-25,50-49,-24 74,24-75,0 51,25-1,0 25,0-99,25 99,0-75,24 26,1-1,0 25,-1-74,26 50,-26-51,1 1,148 74,-74-49,0-25,-25 0,50-25,-25-25,0-25,25 1,-25-1,-25-24,25-26,0 26,-49-25,24 0,-24-1,-26 1,26-25,-26 25,-24-25,0-75,-50 100,25 0,-50 0,1 49,-26-24,1 24,-25 1,24 24,-24 25,-99 49</inkml:trace>
  <inkml:trace contextRef="#ctx0" brushRef="#br0" timeOffset="-213122.36">10988 5283,'0'25,"0"25,0 24,0-24,0 74,0-50,0 50,0 25,0-25,0-74,-24 24,24-49,0 25,-25-26,25-48,0-1,25-50,-25 51,24-26,1 0,99-24,-99 74,25 0,-25 0,24 25,-24 24,0 1,-25 0,-25 24,0 0,-24-24,-1-25,-25 0,26-25,-1 0,25-50,1 0,24-24</inkml:trace>
  <inkml:trace contextRef="#ctx0" brushRef="#br0" timeOffset="-212679.33">11509 5383,'100'99,"-51"25,1 0,-1 25,-49-25,0-25,-24 0,-1 25,-50-49,1-1,0 0,-1-49,26 25,-1-25,0-1,26-24,98-24</inkml:trace>
  <inkml:trace contextRef="#ctx0" brushRef="#br0" timeOffset="-210945.23">12303 5655,'25'0,"0"50,24 24,1 26,24 24,26-25,-26 25,-24 0,-1-74,-24-1,-25-49,0-124</inkml:trace>
  <inkml:trace contextRef="#ctx0" brushRef="#br0" timeOffset="-210631.22">12998 5655,'0'25,"0"0,0 49,-25 26,0 24,25-75,-25 75,0-74,1 24,-1 1,0-1,0-49,0 25,25-50,0 24</inkml:trace>
  <inkml:trace contextRef="#ctx0" brushRef="#br0" timeOffset="-210218.19">13345 6201,'-50'0,"26"0,-1 25,0-25,25 50,-25-1,50 1,-25-1,25 26,-25-50,25 24,-25 1,0-1,0-24,0 25,-25-50,0 25,0-25,-25 0,50 0</inkml:trace>
  <inkml:trace contextRef="#ctx0" brushRef="#br0" timeOffset="-209952.18">13370 6573,'-25'0,"-25"25,1-25,-26 0,50 0,-24 0,49 0,-25-25</inkml:trace>
  <inkml:trace contextRef="#ctx0" brushRef="#br0" timeOffset="-209552.15">14089 6052,'0'25,"-50"-25,1 0,-1 0,1 0,-1 0,0 0,26 25,-1-25</inkml:trace>
  <inkml:trace contextRef="#ctx0" brushRef="#br0" timeOffset="-209329.14">14139 6300,'-50'0,"-24"0,-1 0,26 0,-1 25,25 0</inkml:trace>
  <inkml:trace contextRef="#ctx0" brushRef="#br0" timeOffset="-207363.03">14585 5655,'0'0,"25"50,0 0,0-1,49 51,-49-51,24 50,1-24,0 24,-26-74,1 49,0-49,0 25,-25-26,25 1,-25-25</inkml:trace>
  <inkml:trace contextRef="#ctx0" brushRef="#br0" timeOffset="-207009.01">15131 5730,'0'25,"0"74,0 0,-25 0,25-49,0 24,-25-24,25 49,-25-49,25-1,0-24,-24 0,24-25,24 0</inkml:trace>
  <inkml:trace contextRef="#ctx0" brushRef="#br0" timeOffset="-206718.99">15280 6325,'24'99,"-24"-49,25 0,-25-26,0 1,25-25,0-25,0 1,0-1,-1-74</inkml:trace>
  <inkml:trace contextRef="#ctx0" brushRef="#br0" timeOffset="-206539.98">15429 5953,'-25'0,"25"0</inkml:trace>
  <inkml:trace contextRef="#ctx0" brushRef="#br0" timeOffset="-205693.93">16247 6102,'-25'-25,"-24"25,-1 0,0 0,1 0,24 0,-25 25,1-25,24 0,0 0,25 0,0 0,25 0,25 0</inkml:trace>
  <inkml:trace contextRef="#ctx0" brushRef="#br0" timeOffset="-204398.86">16073 5854,'0'25,"0"0,0 49,0-49,25 24,-25 1,25 24,-25-24,0-25,0 24,0-24,0-25,0-25</inkml:trace>
  <inkml:trace contextRef="#ctx0" brushRef="#br0" timeOffset="-203601.81">16867 5978,'0'0,"-49"-25,-1 0,25 25,0-24,1 48,-1 1,-25 0,25 25,25-1,-24 1,24-25,0 24,24 1,1-25,0-1,0-24,0 0,-1-49,26 24,-25-25,-25 26,25-26,-25 0,0 1,0 49,24 25,-24-1,25 51,-25-50,0 49,25 25,-25-24,0-26,0 50,0-74,0 50,0-26,-25 1,0-50,1 0,-1 0,-25-25,-24-49,74-100,49-24</inkml:trace>
  <inkml:trace contextRef="#ctx0" brushRef="#br0" timeOffset="-203135.79">17090 5655,'0'50,"0"49,0 1,0-1,0-25,0 25,0-49,0 24,25-24,0-25,0 0,0-25,24 0,1-25,-1 0,1 0,-25 25,0-25,-25 1,0-1</inkml:trace>
  <inkml:trace contextRef="#ctx0" brushRef="#br0" timeOffset="-202858.77">17314 5879,'-50'0,"-24"0,24-25,-24 25,49 0,-50 0,51 0,-26 0,50 0,50 25</inkml:trace>
  <inkml:trace contextRef="#ctx0" brushRef="#br0" timeOffset="-198134.5">14461 7689,'-25'0,"1"25,24-25,-75 0,1 0,24 0,0 0,1 0,-1 0,1 0,24 25,0-25,0 0,0 0,25 25</inkml:trace>
  <inkml:trace contextRef="#ctx0" brushRef="#br0" timeOffset="-197848.49">14337 7987,'-74'25,"24"-25,-24 0,-1 0,50 0,-24 0,24 0,25 0,25 0</inkml:trace>
  <inkml:trace contextRef="#ctx0" brushRef="#br0" timeOffset="-197001.44">14957 7565,'-49'0,"24"25,-25-25,25 25,1 0,24 0,0 24,0-24,0 25,24-26,26 26,0-25,-1 24,-24 1,25-25,-26 0,1 24,0 1,0 0,-25-26,0 26,-25-50,-49 50,24-50,25 0,0-25,1 25,24-25,0 0,0-24,24-1,1 25,0-24,0 24,0-25,24 0,1-24,-50 49,25-24,-1 24,-24 0,-24-25,-1 26,0-1,-25 0,26 25,-1 25</inkml:trace>
  <inkml:trace contextRef="#ctx0" brushRef="#br0" timeOffset="-196436.4">15478 7764,'-25'49,"-24"-24,24 25,25 24,0-24,25 24,0-24,-1 0,1-1,25-49,-1 25,26-25,-26-25,1 0,-25-24,0-26,-25 26,0-1,-25-24,-50-50,26 99,-26 25,26 0,24 0,0 25,-24-1,24 1,0-25,25 50,0-50</inkml:trace>
  <inkml:trace contextRef="#ctx0" brushRef="#br0" timeOffset="-195791.37">16644 7987,'0'0,"-25"0,-49 0,24 0,-24 0,24 0,0 0,26 0,-1 0,25 0</inkml:trace>
  <inkml:trace contextRef="#ctx0" brushRef="#br0" timeOffset="-195195.33">17190 7541,'0'-25,"-25"25,25 25,-25-25,0 49,25-24,0 25,-25-26,25 26,-24 0,24 24,0-49,0 49,0-24,0 0,24-1,26 1,-25-25,24 24,-24-49,25 50,-1-50,1 0,-25 0,-25-149</inkml:trace>
  <inkml:trace contextRef="#ctx0" brushRef="#br0" timeOffset="-194455.29">17760 7565,'0'-24,"-25"-1,1 0,-26 25,25 25,-24 0,24-1,25 26,0 0,0-1,25 1,-1-50,1 25,0-25,0-25,0-25,-1 25,1-24,-25 24,25 0,-25 25,25 50,-25-1,0 26,25-1,-25 25,24-24,-24-25,0-26,0 26,-24-50,48-25</inkml:trace>
  <inkml:trace contextRef="#ctx0" brushRef="#br0" timeOffset="-194277.28">18083 7987,'0'-25</inkml:trace>
  <inkml:trace contextRef="#ctx0" brushRef="#br0" timeOffset="-193527.25">18355 7516,'-24'0,"-1"25,0-25,0 49,0-49,25 50,0-1,25 1,0-25,0 24,0-24,24 25,1-1,-25 1,-1-25,1 25,0-26,-25 26,0-25,0 24,-25-49,0 0,1 25,-76-50,76 1,-1-26,25 25,-25-24,50 49,0-50,24 0,1 1,-25 24,49-25,-49 25,0 1,24-1,-49-25,0 25,0-24,-24 24,-1 0,-25 0,-24 25,49 0,-25 0,25 25,50-25</inkml:trace>
  <inkml:trace contextRef="#ctx0" brushRef="#br0" timeOffset="-193221.22">18802 7590,'25'25,"-25"25,25 49,-25-25,0 1,24 24,-24-49,0-1,0-24,0-25,25-74</inkml:trace>
  <inkml:trace contextRef="#ctx0" brushRef="#br0" timeOffset="-192821.2">19050 7392,'50'49,"-26"26,1-1,25 50,-1-25,-24-74,0 50,-25-26,0 1,-25 0,-24-1,49-49,-50 50,50-50,-25 25,0-25,50-100</inkml:trace>
  <inkml:trace contextRef="#ctx0" brushRef="#br0" timeOffset="-192339.17">19596 7268,'25'25,"-25"-1,-25 26,0-25,25 49,-25 1,0-26,25 1,0 49,0-74,0 124,25-75,0 1,0-1,24-24,-24-26,0-24,-75 0,1 0</inkml:trace>
  <inkml:trace contextRef="#ctx0" brushRef="#br0" timeOffset="-189936.03">19869 7565,'24'-24,"1"24,0-50,49 25,-24 25,0 0,-26 25,1 25,-25-26,0 26,-25 0,-24-26,-1 26,1 0,-1-50,0 24,26-24,73-24,26 24,-26 0,26 24,-51-24,26 25,0 25,-26-25,-24-1,0 26,-24-50,-1 25,-50 0,26-25,24 0,-49 0,49 0,-25 0,25 0,25 0,25-25,25-25,24-24</inkml:trace>
  <inkml:trace contextRef="#ctx0" brushRef="#br0" timeOffset="-189726.02">20538 7913,'0'0,"-25"24,25 1,-24-50</inkml:trace>
  <inkml:trace contextRef="#ctx0" brushRef="#br0" timeOffset="-189159.99">20712 7615,'0'50,"0"-1,0-24,0 49,0-49,25 25,0-25,-1 24,1-49,0 25,0-25,0 0,24-25,1 0,-25 1,24-26,-49 25,0-49,0 24,-25-24,25 49,-49-25,24 50,-99-24,74 24,1 24,49 1,-25 0,50-25</inkml:trace>
  <inkml:trace contextRef="#ctx0" brushRef="#br0" timeOffset="-188772.97">21208 7268,'149'99,"-75"0,-24 0,-25 25,-25-24,0-1,-50-25,25-24,-24 0,24-26,0-24,0 25</inkml:trace>
  <inkml:trace contextRef="#ctx0" brushRef="#br0" timeOffset="-187398.89">14660 9351,'-174'-49,"50"49,25 0,49 0,0 0,26 0,24 0,0 25,74-1</inkml:trace>
  <inkml:trace contextRef="#ctx0" brushRef="#br0" timeOffset="-187156.87">14536 9550,'-149'-25,"49"25,1 0,74 25,1-25,-1 0,25 0,74 49</inkml:trace>
  <inkml:trace contextRef="#ctx0" brushRef="#br0" timeOffset="-178920.4">15205 9128,'-25'25,"25"0,0 24,25 26,-25-26,25 26,-25-50,25-1,-25 1,0-50,25-24,-1-1,-24 50,50-25,-25 25,25 0,-1 0,26 50,-51-25,1 49,-25-74,0 75,0-26,-49 26,49-51,-50 26,0-50,1 25,-26 0,26-25,-1 0,-24-25,49 25,0-25,0-25,50-74</inkml:trace>
  <inkml:trace contextRef="#ctx0" brushRef="#br0" timeOffset="-178636.39">15627 9153,'-25'0,"-49"25,-1-25,-24 25,49-25,-24 24,49 1,-24-25,24 0,50 25</inkml:trace>
  <inkml:trace contextRef="#ctx0" brushRef="#br0" timeOffset="-178068.35">15825 9252,'-24'50,"24"-25,-25 49,25-24,25 24,-1-24,1-1,25 1,-25-25,24-25,1 0,-1-25,1 0,-25-25,24-24,-24 24,-25 1,0-1,0-24,-74 24,24 25,1 1,-1 24,0 24,1-24,-1 25,25 0,25 0,0 0</inkml:trace>
  <inkml:trace contextRef="#ctx0" brushRef="#br0" timeOffset="-177821.34">16570 9550,'0'0,"-25"25,25-25</inkml:trace>
  <inkml:trace contextRef="#ctx0" brushRef="#br0" timeOffset="-177177.3">16818 9128,'0'0,"-25"25,25 25,0-26,-25 26,25-25,0 49,25 1,-25-26,25-24,-1 0,-24 0,50-1,-25-24,49 0,-49 0,25 0,-26-24,26-1,0 0,-26 0,-24 0,0-49,0 49,-24 0,-1 25,-25 0,25 0,1 25,24-25,-25 50,25-1,0 1,0-25,0 0,0-1,25 1,-1-25,51-25</inkml:trace>
  <inkml:trace contextRef="#ctx0" brushRef="#br0" timeOffset="-176220.25">17611 9227,'0'0,"25"50,-25 0,0-1,25 50,-25-49,0 0,25-26,-25 1,0-50,0-24,0-1,25-24,-25 24,24 1,1-1,0 0,0 26,0 24,-1 0,1 24,0 26,0 0,0 24,-25-24,0-1,0-24,0 0,0-50,0-49,0 49,0-25,24 25,-24-24,25-50,-25 74,25-25,-25 25,50 1,-50 24,24 0,1 0,0 0,25 49,-50-24,49 74,-24-74,0 25,0 24,-25-49,0 24,24-24,-24 0,0 0,-24-25,24 25,-25-25,0 0</inkml:trace>
  <inkml:trace contextRef="#ctx0" brushRef="#br0" timeOffset="-174481.15">18430 9947,'0'0,"-50"0,1 0,-51 24,1-24,0 25,-25-25,-74 0,-26 0,75 0,-24 0,-75 0,-25 0,99 0,1 25,-249-25,224 25,98-25,26 0,0 0,74 0,24 0,26 0,0 0,49 0,-50 0,26-25,74 25,-100 0,100 0,-50 0,75 0,-100-25,26 25,73 0,-74 0,298 0,-298 0,100 0,-100 0,-24 0,98 25,-98-25,73 0,-98 25,49-25,-24 0,-51 0,26 25,-25-25,0 0,-50 0,0 0,0 0,-24 0,-51 0,76 0,-100 25,49-25,-74 0,75 0,0 0,-274 24,249-24,-75 25,100-25,-124 0,98 25,-98 0,24-25,-24 25,24-1,1-24,-1 25,25 0,25 0,25-25,24 25,26-25,49 0,74 0,25-25,100 0,-50 0,0 0,24 1,1 24,24 0,1-25,-1 25,1 0,-26 0,26 0,-26 0,1 0,-50 0,0 0,-50 0,-24 0,-25 0,-50-25,-25 75</inkml:trace>
  <inkml:trace contextRef="#ctx0" brushRef="#br0" timeOffset="-172492.04">19521 9153,'-25'-50,"1"26,-26-1,0 0,1 25,49 0,-25 0,25 25,-25 0,0 24,1 1,24-25,-25 24,0-24,0 0,0-25,1 0,-1 0,-25-25,25 25,-24-50,24 26,0-26,25 50,25-25</inkml:trace>
  <inkml:trace contextRef="#ctx0" brushRef="#br0" timeOffset="-172039.01">19670 9500,'-25'-25,"1"1,-1-1,-25 0,0 0,26 25,24 25,-50 0,50 0,-25 24,0 1,1 24,-1-49,0 25,25-26,-50 1,1-25,-1 0,25-25,-24 1,24-1,0-50</inkml:trace>
  <inkml:trace contextRef="#ctx0" brushRef="#br0" timeOffset="-171351.97">20216 9054,'-25'0,"0"49,0 26,25-26,0 1,0-25,25 0,0-1,25 1,-1 0,1 0,24 0,-24-1,24 1,-49-25,25 50,-50-25,0-1,0 26,-50 24,0-49,1-25,-1 25,-24-25,24-25,25 0,1 1,-1-26,0-74</inkml:trace>
  <inkml:trace contextRef="#ctx0" brushRef="#br0" timeOffset="-171027.95">20563 8954,'-50'0,"1"0,-50 25,49 0,0-25,1 0,24 25,25-25,25 0</inkml:trace>
  <inkml:trace contextRef="#ctx0" brushRef="#br0" timeOffset="-170699.93">20935 9054,'25'74,"-25"-24,25 74,0 0,-25-25,24-49,-24 24,0-49,0 0,25-1,-25-48,25-76</inkml:trace>
  <inkml:trace contextRef="#ctx0" brushRef="#br0" timeOffset="-169961.89">21357 9153,'25'0,"-25"25,24 24,-24-24,25 74,-25 1,0-76,25 51,-25-26,0-24,0-25,0-49,25-1,-25-24,25-1,-25 1,24-1,1 26,0 24,25 25,-26 50,1-1,0 26,-25-1,0-24,0-26,0-24,0-24,25-76,-25 51,25-26,0 26,-1 24,1 25,0 0,0 25,24 74,-49 0,0-24,0-51,-24 51</inkml:trace>
  <inkml:trace contextRef="#ctx0" brushRef="#br0" timeOffset="-168683.82">21903 9922,'-75'25,"50"-1,-99 1,75-25,-75 25,0 0,0 0,49-25,-74 25,75-25,-75 24,0-24,0 25,75-25,-25 25,49-25,-24 25,24-25,75 0,0 0,49 0,50-25,-25 25,50-25,-25 0,-49 25,74 0,-75-24,75 24,0 0,-1-25,-73 25,49 0,-50 0,26 25,-1-25,-50 0,-24 0,0 0,-25 0,-50-25,1 25,-174 25,173-25,-99 0,99 24,-98 1,-1-25,0 25,75 0,-50 0,49-25,-74 24,25 1,25 0,49 0,-24-25,49 0,-24 25,49-25,24 0,1 0,50 0,-26 0,100 0,-50 0,1-25,-51 25,50 0,-24 0,24-25,0 25,25 0,-74 0,49 0,-49 0,49 0,-25 25,1-25,-50 0,24 0,-49 0,25 0,-50 0,-49 25,74-25,-75 0</inkml:trace>
  <inkml:trace contextRef="#ctx0" brushRef="#br0" timeOffset="-118326.94">22721 9178,'-25'-25,"-24"0,-1 25,0-25,26 50,-26-25,25 0,-24 25,49 0,0-25,0 25,0-1,24 1,51 0,-1 0,-24 0,24 24,-49-24,0 25,0-1,-25-24,0-25,-50 25,-49 0,24-1,1-24,24-24,26 24,-1-25,25 25</inkml:trace>
  <inkml:trace contextRef="#ctx0" brushRef="#br0" timeOffset="-118038.92">22870 8954,'-25'-24,"-24"24,-1 0,0 0,-24 0,49 0,0 0,25-25</inkml:trace>
  <inkml:trace contextRef="#ctx0" brushRef="#br0" timeOffset="-117717.9">23044 8756,'0'74,"0"1,0-1,0 1,24-1,-24-24,0-1,25-24,-25-50,0-74</inkml:trace>
  <inkml:trace contextRef="#ctx0" brushRef="#br0" timeOffset="-115655.78">13618 12254,'-25'-25,"0"25,25 0,-49-25,-26 50,26 0,24-25,-50 49,51-24,-1 25,25 24,0-24,0-1,25 26,-1-51,1 26,25 0,-1-26,-49-24,50 25,-50-25,50-25,-1 1,26-76,-75 51</inkml:trace>
  <inkml:trace contextRef="#ctx0" brushRef="#br0" timeOffset="-115265.76">13742 11782,'74'25,"-49"0,49 24,-24 26,24 24,-74-49,50 49,-50-49,0 74,-25-25,-24 25,24-75,-25 51,25-51,-49 50,0-24,49-26,0-24,25 0,0 0,0 0</inkml:trace>
  <inkml:trace contextRef="#ctx0" brushRef="#br0" timeOffset="-97558.75">15081 11757,'-25'50,"1"0,-26 24,25-24,-24 24,24-24,0-1,-25 26,26-50,24 24,0-49,-25 25,25 0,25-25</inkml:trace>
  <inkml:trace contextRef="#ctx0" brushRef="#br0" timeOffset="-97096.72">15131 11733,'49'49,"-49"-24,50 49,-25-49,0 74,-25-74,24 25,-24-1,0-24,0 25,0-50,0 25,0-25,0 0,-24 0,-26 0,0 25,-24-25,-25 0,24 24,1-24,0 0,49 0,74-49,100-75</inkml:trace>
  <inkml:trace contextRef="#ctx0" brushRef="#br0" timeOffset="-96482.69">15429 11757,'0'25,"24"25,-24-1,25 51,0-26,0-24,0-26,-1 1,1 0,0-50,0 0,-25-24,25-1,-25-24,0 24,-25 1,25 24,0 0,0 0,0 25,25 0,-25 25,49 25,-24 24,49 25,-49-49,0 74,0-74,-25 74,0-50,-50 0,25-49,-49 50,49-51,-49 1,-1 0,26-25,24 0,0-25,25 0</inkml:trace>
  <inkml:trace contextRef="#ctx0" brushRef="#br0" timeOffset="-96135.68">16197 11857,'50'-25,"0"25,-1 25,1-25,0 0,-26 0,26 0,-25 0,0 24</inkml:trace>
  <inkml:trace contextRef="#ctx0" brushRef="#br0" timeOffset="-95897.65">16222 12105,'75'-25,"-1"25,25-25,-49 25,0-25,24 0</inkml:trace>
  <inkml:trace contextRef="#ctx0" brushRef="#br0" timeOffset="-95308.63">17190 11063,'0'25,"-50"24,25-24,-24 50,49-26,-50 50,50 1,-25 24,25-75,0 50,0-49,25 49,0 0,0-49,-1-25,1 24,0-49,0 25,0-25,-1 25,-24-25,0-25,0 25,-24-25</inkml:trace>
  <inkml:trace contextRef="#ctx0" brushRef="#br0" timeOffset="-94167.56">17462 11361,'0'-25,"0"25,-49 25,24-1,-25 26,50-25,0 49,0-49,25 25,25 24,-1-24,-24-1,25 1,-25-25,-25 49,-25-24,0-26,0-24,-24 0,24 0,-25-24,50-1,25-99,25 74,-1-49,26 25,-26 24,26-24,-26 24,-24 25,0 0,-25 25,-25 25,0 50,1-1,24 0,0 1,0-1,24-24,26-1,0-24,24-25,0-25,-24 1,0-26,-1-24,-24-1,-25 26,-25-26,-49 1,24 24,1 25,-26 25,26 0,-26 50,26 24,24-24,0-25,25 24,25-49</inkml:trace>
  <inkml:trace contextRef="#ctx0" brushRef="#br0" timeOffset="-93599.52">18703 11361,'0'0,"0"49,25 1,-25 49,0-25,0 26,0-76,-25 51,25-50,0 24,0-49,0 0,25-74</inkml:trace>
  <inkml:trace contextRef="#ctx0" brushRef="#br0" timeOffset="-93274.5">18852 11658,'-25'0,"-25"-25,-24 25,-1 0,51 0,-26 0,25 0,0 0,0 25,25-50</inkml:trace>
  <inkml:trace contextRef="#ctx0" brushRef="#br0" timeOffset="-90714.36">19447 11286,'-25'0,"25"0,-25 0,0 50,1-25,-1 24,0-24,25 25,0-26,0 1,0 0,25 0,0 0,-25-1,49 1,1-25,-25 25,49 0,-49 0,25-1,-26-24,1 25,0 0,-25-25,0 25,0 0,-50-1,-74 51,50-50,24-25,1 0,-1-25,25-50</inkml:trace>
  <inkml:trace contextRef="#ctx0" brushRef="#br0" timeOffset="-90356.34">19472 11261,'24'0,"26"0,-25 0,49 0,-24 0,0 0,24 0,-24 0,-50 0,0 25,0-25</inkml:trace>
  <inkml:trace contextRef="#ctx0" brushRef="#br0" timeOffset="-89759.3">20117 11237,'0'0,"24"24,-24 51,25 24,0 0,-25-74,0 74,0-74,0 25,0-26,0-24,25 0,-25-24</inkml:trace>
  <inkml:trace contextRef="#ctx0" brushRef="#br0" timeOffset="-87523.18">20414 10790,'0'0,"0"0,0 25,25-25,-25 25,0-25,25 49,0-24,-25 0,24 0,1-1,0 1,0 0,0 0,-1 49,1-49,-25 0,25 25,0 24,-25-49,25 24,-25-24,0 50,25-51,-25 26,-25-25,25 49,-25-24,-25 24,50-24,-25-50,1 25,24-25,0 0,0 24,0-24,0 0,0 0,0 0,0 0,0 0,0 0,0 0,0 0,0 0,0 0,0 0,0 0,0 0,0 0,0 0,0-24</inkml:trace>
  <inkml:trace contextRef="#ctx0" brushRef="#br0" timeOffset="-82063.86">16818 12353,'0'0,"0"0,24 0,-24 25,25-25,-25 0,25 0,25 0,-26 0,1 0,0 0,0 0,0 0,24 0,1 0,-25-25,24 25,1 0,-1 0,75 0,1 0,48 0,1 0,-50 0,25 0,49 0,174 0,-223 0,0 0,99 0,-25 25,-74-1,0-24,74 25,-49 0,-100-25,0 25,26-25,-51 0,-24 0</inkml:trace>
  <inkml:trace contextRef="#ctx0" brushRef="#br0" timeOffset="-81281.83">18405 12824,'149'-25,"-75"25,-24 0,49-25,-74 25,49 0,1 0,-50 25,-25-25,24 25,-24 0,-24 0,-26 24,0 1,26-25,-76 24,51 1,-26-1,26 26,-26-25,75-50,-49 49,49-49,0 25,24-50,26 25,25-25,-1 1,-24 24,49-25,-25 25,1 0,-26 0,1 0,-25 0,-25 0</inkml:trace>
  <inkml:trace contextRef="#ctx0" brushRef="#br0" timeOffset="-80434.77">21109 10914,'0'0,"-25"25,25-25,-25 49,0-24,1 25,-1 24,0 1,0-50,0 74,1-50,24 26,0 24,0 0,0-74,24 74,1-74,0 49,0-24,24 0,-49-50,25 24,-25-24,25 0,-50 0</inkml:trace>
  <inkml:trace contextRef="#ctx0" brushRef="#br0" timeOffset="-78088.64">21258 11286,'0'0,"24"0,1 25,0-25,49 0,-49 0,25 25,24-25,-49 25,0-25,-25 24,0-24,0 25,0-25,-25 25,0-25,-49 25,49-25,-25 25,26-1,-1-24,25 25,0-25,0 25,0 0,99 24,-74-49,24 25,1 0,-25 25,-25-26,-25 26,-25-25,1 0,-1-1,1 1,-1 0,25-25,25-25</inkml:trace>
  <inkml:trace contextRef="#ctx0" brushRef="#br0" timeOffset="-77558.61">21878 10914,'99'50,"-49"24,-1 0,1 1,-25-1,-25 26,0 24,0-25,-25-74,0 49,25-49,-50 49,26-49,-1 0,0 0,25-1,-25-24,25 0,0 25,-25 0,50-75</inkml:trace>
  <inkml:trace contextRef="#ctx0" brushRef="#br0" timeOffset="-56302.39">13965 15304,'-25'-49,"0"24,1 0,-26 25,25 0,-24-25,24 50,-50 0,51-25,-26 50,50-26,-50 1,26 50,-1-26,25 1,0 24,0-49,25 50,-1-1,1-49,-25 0,50 24,-50-49,99 25,-74-25,0-25,-1 0,1-24,-25 24,25-25,0-49,0 0,-25 49,0-49,24 49,-24-74,0 25,25 0,-25 49,0-24,0 49,0-49,0 24,-25 25,25 25,0 0,-24 0,24 50,-25 24,25 1,0-26,-25 26,25-26,25 75,-25-24,25-1,-1-49,1 49,-25-50,25 1,25 24,-26-49,1-25,25 25,-50-50,99-99</inkml:trace>
  <inkml:trace contextRef="#ctx0" brushRef="#br0" timeOffset="-53728.24">14287 14610,'25'25,"-25"0,25 24,0-49,0 50,0-25,24 49,-24-24,0 24,0-24,-1 24,-24-24,0 49,0 0,-24 0,-1-49,0 24,0-24,-49 49,24 0,25-24,0-26,-24 26,24-50,-25 74,50-74,0-1,25-24,0 0</inkml:trace>
  <inkml:trace contextRef="#ctx0" brushRef="#br0" timeOffset="-50557.06">15478 14536,'0'0,"0"24,0 1,0 0,0 49,-25-49,25 25,0-1,0 51,0-51,0 1,-24-1,24 75,0-99,0 25,0 24,0 1,0-26,0-24,0 25,24-1,1-24,-25 0,25 0,0 24,49-24,-24 0,-1-25,51-25,-76 25,-24-25,-24-99</inkml:trace>
  <inkml:trace contextRef="#ctx0" brushRef="#br0" timeOffset="-50181.04">15230 15156,'25'-25,"0"0,49 0,-24 25,24 0,1-25,-1 25,0 25,-24-25,0 25,-50 0,24-25</inkml:trace>
  <inkml:trace contextRef="#ctx0" brushRef="#br0" timeOffset="-49743.01">16272 15007,'25'0,"-1"0,51 0,-25 0,24 0,-49 0,49 0,-49 0,49 0,-24 0,-25 0,-25 0,0 25,0-25,-25 24</inkml:trace>
  <inkml:trace contextRef="#ctx0" brushRef="#br0" timeOffset="-49438">16421 15329,'74'0,"-24"0,24-25,1 25,-1 0,-24 25,-1-25,-24 25,0-25,-25 50</inkml:trace>
  <inkml:trace contextRef="#ctx0" brushRef="#br0" timeOffset="-44997.74">17388 14486,'0'0,"0"25,0 0,0-1,0 1,0 0,0 0,25 24,-25-24,0 0,0 25,25-26,-25 1,24 25,-24-25,25 24,0-24,-25 0,25-25,0 25,0-25,-1 0,-24 0,25 0,0 0,0 0,0-25,-1 25,-24-25,25 0,0 0,0 1,-25-1,25 0,-1 0,-24 0,0 1,25-26,-25-74,0 74,0 1,-25 24,25 0,0-24,-24 24,24 0,-25 0,25 25,-25-25,0 0,0 25,25-24,-24 24,-1 0,-25 0,25 0,1 0,-1 24,0-24,0 25,0 0,0 0,1 0,24 0,-25-25,25 49,0-49,0 25,0 0</inkml:trace>
  <inkml:trace contextRef="#ctx0" brushRef="#br0" timeOffset="-43264.64">18157 14709,'-25'0,"25"0,0 0,0 0,0 0,0 0,25 0,-25 0,74 0,-49 0,25 25,-25-25,24 0,1 0,-1 25,1-25,-25 0,0 0,-25 25,0-25,0 0,0 0,-25 0,25 0,-25 0</inkml:trace>
  <inkml:trace contextRef="#ctx0" brushRef="#br0" timeOffset="-40299.47">19075 14213,'0'25,"-25"-25,25 0,-25 25,0-1,1 1,-1 0,25 0,0 0,0 24,0-24,0 0,0 0,25 0,-1-1,1 1,25 0,-25 25,49-1,-24 26,-1-51,-24 51,-25-26,0-24,-50 25,1-25,-1-1,1-24,24 0,-74-24,74-1,25 0,0 0,0-24,25-1,24-24,26-1,-26 1,-24 24,25-24,-26 49,26-49,-25 24,-25 0,0 25,0 1,0-1,0 0,0 25,0 0,0 25,0 49,0-49,0 25,25 24,-25 1,24-51,1 51,0-26,0 1,24 24,1-49,0-25,-1 0,-24-25,25 1,-25-26,24-24,-24-1,0 1,-25-1,-25 1,-49-50,24 74,-24 25,-26 1,51 24,-26 24,1 26,24-25,25 24,25-49,0 25,0-25,0-25,0 1</inkml:trace>
  <inkml:trace contextRef="#ctx0" brushRef="#br0" timeOffset="-39411.42">17363 15329,'-25'0,"25"0,50 25,-25-25,49 0,-49 0,25 0,24 0,-24 0,49 25,0-25,0 0,25 0,-24 0,24 0,24 0,-23 25,-1-25,24 0,1 0,99 25,-99-1,0 1,-25 0,0 0,-25 0,-24-25,-26 0,-24 24,-25-24,-25 0,0-24</inkml:trace>
  <inkml:trace contextRef="#ctx0" brushRef="#br0" timeOffset="-38868.39">17711 15974,'0'0,"24"25,26-25,-25 25,49-25,-49 0,25 0,49 25,-50-25,-24 0,25 0,-25 0,-1 0,-24-25</inkml:trace>
  <inkml:trace contextRef="#ctx0" brushRef="#br0" timeOffset="-38127.36">18628 15726,'-49'0,"24"0,0 0,-25 25,1 0,24 0,0 24,0-24,25 25,0-1,-24-24,48 0,-24 0,25-25,0 0,0-25,24-25,-49 25,50-24,-50 24,25-25,0 26,0-1,-25 0,0 50,0 0,0 24,0 1,0 49,0-74,0 49,0 1,0-1,0 25,0-49,-25 0,25-26,0 1,0 0</inkml:trace>
  <inkml:trace contextRef="#ctx0" brushRef="#br0" timeOffset="-37913.36">18777 16173,'25'0,"-50"0</inkml:trace>
  <inkml:trace contextRef="#ctx0" brushRef="#br0" timeOffset="-37211.32">19075 15726,'-25'50,"0"-25,25-1,0 51,-25-50,50 24,0 26,0-1,0-49,24 49,-49-24,25-1,0 26,-25-25,-25-26,0 26,25-25,-25 0,1-25,24 0,0-25,0 0,24-49,-24-1,25 1,25-26,-25 76,-1-76,1 51,0-26,0 1,0 0,-25 24,24 0,-24 26,-24-1,-1 25,0 0,0 0,-49 49,49 1,-25 0,26-1,-1 50</inkml:trace>
  <inkml:trace contextRef="#ctx0" brushRef="#br0" timeOffset="-36783.27">19596 15751,'0'25,"-25"24,25 26,-25-1,25 25,0 1,0-26,0 0,0 1,0-1,0-24,0-25,25 0,-25-50,0-25</inkml:trace>
  <inkml:trace contextRef="#ctx0" brushRef="#br0" timeOffset="-36207.24">20290 15379,'0'0,"25"0,0 0,0 0,-1 0,26 0,-25 0,49 25,1-25,-26 25,1-25,24 24,-49-24,0 25,0-25,0 0,-25 0,0 0,-50 0</inkml:trace>
  <inkml:trace contextRef="#ctx0" brushRef="#br0" timeOffset="-35770.22">20340 15776,'49'-25,"1"25,0 0,-26 0,51 0,-50 0,24 0,1 25,0-25,-26 25,1-25,-25 0,0 24,-25-48</inkml:trace>
  <inkml:trace contextRef="#ctx0" brushRef="#br0" timeOffset="-30602.92">21555 14660,'0'0,"-49"24,-26 26,26-25,-1 49,25-24,0 24,25 1,50-26,-25-24,49 25,1-1,-1 1,0 24,-24 1,-25-26,-25 26,-25-26,0 26,-49-1,24-24,25-25,1-25,24 0,-25-75,50 1,-1-25,26-50,24 25,1-25,-1 25,-24 49,-25-24,-25 50,0-1,-25 25,-25 25</inkml:trace>
  <inkml:trace contextRef="#ctx0" brushRef="#br0" timeOffset="-30035.89">22002 15553,'-25'0,"0"0,0 0</inkml:trace>
  <inkml:trace contextRef="#ctx0" brushRef="#br0" timeOffset="-29622.86">22250 14759,'25'49,"-25"1,24 0,-24-1,25 26,-25-1,25 25,-25 0,0-24,0-25,-25 24,25-49,-25 24</inkml:trace>
  <inkml:trace contextRef="#ctx0" brushRef="#br0" timeOffset="-27857.76">22572 14858,'-25'25,"25"0,-24-1,-1 26,25-25,-25 74,25-74,0 74,0-74,0 24,25 26,0-50,24 24,-24-49,49 0,-49 25,0-25,50-25,-51 1,26-1,-25 0,0-25,-1 25,-24 1,0-26,0 25,-24 0,-26 1,25 24,0 0,1 0,-1 24,0 1,25 25,0-25,-25 24,25-24,25-25,-25 25,0 0,25-25,0 0</inkml:trace>
  <inkml:trace contextRef="#ctx0" brushRef="#br0" timeOffset="-27446.74">23366 14908,'-25'24,"0"1,1 25,-1 24,74 1,26-26,-26-24,26 49,-75-24,0-25,-50 0,-49 0,-124 49</inkml:trace>
  <inkml:trace contextRef="#ctx0" brushRef="#br0" timeOffset="-26381.68">21779 16222,'124'-25,"0"1,24-1,-48 25,73-50,-74 50,100-25,-1 25,1 0,-125 0,75 0,-75 25,26-25,-26 0,-24 25,-75-50,-74 25,49-25,-99 25,-24 0,-150 50,224-25,-100 24,100-24,-74 50,-1-1,0-24,125-25,-100-1,99 1,-49-25,25 0,24 0,25 0,0 0,25-25,0 25,25-49,50 24,-51 25,51-25,-26 25,51 0,24 0,124 0,-199 25,125-25,-100 25,75-25,25 25,0-1,-100 1,50 0,-50 0,50 0,-24-1,-51 26,-24-50,-25 50,-25-50,-49 49</inkml:trace>
</inkml:ink>
</file>

<file path=ppt/ink/ink9.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03T03:54:13.635"/>
    </inkml:context>
    <inkml:brush xml:id="br0">
      <inkml:brushProperty name="width" value="0.05292" units="cm"/>
      <inkml:brushProperty name="height" value="0.05292" units="cm"/>
      <inkml:brushProperty name="color" value="#FF0000"/>
    </inkml:brush>
  </inkml:definitions>
  <inkml:trace contextRef="#ctx0" brushRef="#br0">1017 7342,'-25'0,"25"25,25 0,0 0,0 49,-25-49,24 24,26 1,-50 0,50 24,-26-49,1 49,0-49,0 0,-25 24,25-49,-25 50,0-50,24 0,-24 25,0-25,0-50</inkml:trace>
  <inkml:trace contextRef="#ctx0" brushRef="#br0" timeOffset="430.02">1587 7342,'25'0,"-25"25,0-25,-25 50,25-1,-24 26,-1-51,0 26,0 24,0-49,1 50,-26-26,25 1,-24-1,49 1,-25-25,25-25</inkml:trace>
  <inkml:trace contextRef="#ctx0" brushRef="#br0" timeOffset="817.04">1538 7913,'0'49,"-25"-24,25 25,0 24,0-24,0-25,0-1,25 1,-25-25,25 0,24-25,-24 1,0-1,-25 0,25 25</inkml:trace>
  <inkml:trace contextRef="#ctx0" brushRef="#br0" timeOffset="1035.05">1712 7590,'0'0</inkml:trace>
  <inkml:trace contextRef="#ctx0" brushRef="#br0" timeOffset="1468.08">2356 7640,'0'0,"-49"0,24 0,-25 0,50 0,-49 25,24-25,-25 0,26 0,-1 24,25-24,-25 0,50 0,24 0</inkml:trace>
  <inkml:trace contextRef="#ctx0" brushRef="#br0" timeOffset="1755.1">2381 7863,'-25'25,"1"-25,-26 0,0 0,26 0,-26 0,25 0,0 0,25 25,50-25</inkml:trace>
  <inkml:trace contextRef="#ctx0" brushRef="#br0" timeOffset="4869.26">3423 7342,'0'25,"0"25,0-26,25 51,-25-50,0 24,25-24,-25 25,24-50</inkml:trace>
  <inkml:trace contextRef="#ctx0" brushRef="#br0" timeOffset="5328.3">3473 7392,'24'0,"1"-25,0 25,0 0,0 0,-1 0,26 0,-25 0,0 0,0 0,-25 0,0 25,24 0,-24 49,0-49,-24 74,24-74,-25 74,25 0,0 0,0-49,0 25,0-51,0 51,-25-50,25-50,0 0</inkml:trace>
  <inkml:trace contextRef="#ctx0" brushRef="#br0" timeOffset="5575.31">3770 7813,'0'0,"-24"0,-26 25,25-25,-25 0,26 0,-1 0,0 0,50 0</inkml:trace>
  <inkml:trace contextRef="#ctx0" brushRef="#br0" timeOffset="5802.33">4043 8012,'0'0,"-25"25,25 0,0-25</inkml:trace>
  <inkml:trace contextRef="#ctx0" brushRef="#br0" timeOffset="6334.36">4192 7491,'0'25,"-25"24,0-24,25 25,0-25,0-1,25 1,-25 0,50 0,-1 0,-24-1,25 1,-25-25,-1 25,26 25,-25-26,-25 1,25 25,-25-50,0 25,-25 24,0-24,25-25,-74 25,49-25,0 0,-25-25,26 25,-1-25</inkml:trace>
  <inkml:trace contextRef="#ctx0" brushRef="#br0" timeOffset="6646.38">4490 7491,'-25'0,"-50"0,26 0,-1 0,-24 0,24 0,50 0,-25 0,75 25</inkml:trace>
  <inkml:trace contextRef="#ctx0" brushRef="#br0" timeOffset="7543.42">4862 7714,'0'75,"0"-26,0 75,25-74,-25-25,24 24,-24-49,0 0,25 0,-25-24,0-1,25-25,-25 25,25-24,-25-26,25 50,-25 1,24-1,-24 0,25 0,-25 25,50 50,-50-25,25 24,-25 1,24-1,-24 1,0-25,0 0,25-25,-25 0,25-25,0-25,-25 1,25 24,-1-50,-24 75,25-49,0 24,0 0,-25 25,25 0,-25 0,24 50,-24 24,25 1,-25 24,0-49,0-1,25-24,-25 25,0-50,25-25</inkml:trace>
  <inkml:trace contextRef="#ctx0" brushRef="#br0" timeOffset="8129.46">5953 7764,'-25'0,"1"0,-1 25,0-1,25-24,-25 25,25 0,0 0,25-25,0 25,0 24,24-24,-24 0,25 0,-26 0,-24 24,25-24,-25 0,0 0,0-1,-25 1,-24 0,24-25,-25 0,50-25,-49 25,24-25,25 25,-25-24,25 24,0-25</inkml:trace>
  <inkml:trace contextRef="#ctx0" brushRef="#br0" timeOffset="8511.48">6176 7466,'-24'0,"-1"0,-25 0,50 0,-25 0,1 0,-1 0,25 0,0 0</inkml:trace>
  <inkml:trace contextRef="#ctx0" brushRef="#br0" timeOffset="8882.5">6350 7293,'0'24,"0"26,0-25,0 49,0-24,0-1,25-24,-25 0,0 0,0-25,25 25,-25-25</inkml:trace>
  <inkml:trace contextRef="#ctx0" brushRef="#br0" timeOffset="14898.84">3200 7789,'0'24,"0"-24,0 0,-25 0,25 0,0 0,-25 0,25 0,-49 0,24 0,25 0,-25 0,0 0,0 0,1 0,24 0,-50 0,50 0,-25 25,0-25,25 0,-24 0,24-25,24 50</inkml:trace>
  <inkml:trace contextRef="#ctx0" brushRef="#br0" timeOffset="16450.93">1538 9178,'0'0,"25"0,-25 0,0-25,-25 25,25-25,0 0,-25 25,25-24,-25-1,0 25,1-25,24 25,-25-25,-25 25,25 0,25 0,-24 0,-1 0,0 0,0 0,0 25,1-25,-26 50,25-1,25 1,0-25,0 49,0-49,25 24,49 26,-24-50,-50-1,50-24,-26 0,1 0,25-24,-25-26,-25 25,24-24,-24 24,0-25,0 1,0-1,0 50,0-25,0 0,0 50,0 0,0 25,0-1,0 1,25 74,-25-50,0 50,0-25,25-49,-25 49,0-49,-25 49,0-24,1-1,-1-49,-25 0,25-1,-24-24,-26 0,26-24,-1-26,25 25,1-24,-1-1,0 0,25 25,25-24,0 24,-25 25,24 0,-24-25</inkml:trace>
  <inkml:trace contextRef="#ctx0" brushRef="#br0" timeOffset="17074.97">2381 9277,'-74'0,"24"0,1 0,-26 0,1 0,24 0,-24 0,49-25,0 25,0 0,50 0,0 0,25 0,-1 25,75 25</inkml:trace>
  <inkml:trace contextRef="#ctx0" brushRef="#br0" timeOffset="17345.99">2307 9525,'0'0,"-50"0,1 25,-1-25,0-25,26 25,24 0,-25 0,25 25,25-25,-1 0</inkml:trace>
  <inkml:trace contextRef="#ctx0" brushRef="#br0" timeOffset="19228.09">3299 9500,'0'0,"-25"0,25 0,0-25,-25 25,50 0,-25 0,0 0,0 0,0 0,25 0,-25 0,0 0,0 0,0 0,0 0,-25 0,25 0,-25 0,25 0,0 0,0 0,-24 0,24 0,0 0,0 0,-25 25,25-25,0 0,-25 0,25 0,0 0,-25 0,25 0,-25 0,25 0,-24 25,24-25,-25 0,25 0,-25 0,25 0,-25 0,25 0,0 0,-25 0,25 0,0 0,0 0,-24 0,24 0,0 0,0 0,-25 0,25 0,0 0,0 0,0 0,25 0,24 0</inkml:trace>
  <inkml:trace contextRef="#ctx0" brushRef="#br0" timeOffset="22514.28">3795 9227,'0'0,"0"0,0 0,0-24,0 24,0-25,0 25,0-25,-25 25,25-25,0 25,-24-25,24 25,-25-24,25 24,0 0,-25 0,25-25,-25 25,0 0,25 0,-25 0,25 0,0 0,0 0,-24 0,24 25,0-25,0 0,0 24,0-24,-25 0,25 0,0 25,0-25,0 0,0 0,0 0,-25 25,25-25,0 0,0 0,0 25,0-25,0 0,0 0,0 25,0-25,0 0,0 24,0-24,0 25,0-25,0 0,0 25,0-25,0 0,0 0,25 25,-25-25,0 25,0-25,0 0,0 24,0-24,0 0,0 0,25 25,-25-25,0 25,0-25,0 0,24 0,-24 0,0 0,25 0,-25 0,25 0,-25 0,0 0,0 0,25-25,-25 25,0 0,25-25,-25 25,0-24,0 24,0-25,0 25,0-25,0 25,0-25,0 25,0-25,0 25,0-24,0-1,0 25,0 0,0-25,0 25,0 0,0-25,0 25,0 0,0 0,0 0,0 25,0-25,0 0,0 0,0 0,0 25,0-25,0 25,0-25,0 24,0 1,0 0,0-25,0 0,0 25,0 0,25-25,-25 24,0 1,0-25,0 25,0 0,0-25,0 25,0-1,24 26,-24-25,0 0,0-1,0-24,0 50,0-50,0 25,0 0,0-25,0 24,0 1,0 0,25-25,-25 25,0-25,0 25,0-1,0-24,0 25,0-25,0 25,0-25,0 0,0 0,0 0,0 0,0 0,0 0,0 0,0 0,0 25,0-25,0 0,25 25</inkml:trace>
  <inkml:trace contextRef="#ctx0" brushRef="#br0" timeOffset="23073.31">4093 9798,'-50'0,"25"25</inkml:trace>
  <inkml:trace contextRef="#ctx0" brushRef="#br0" timeOffset="24846.42">4539 9203,'0'-25,"0"25,0 0,-25-25,1 25,-1 0,0 25,0 0,0-25,1 24,24 1,0 0,-25-25,25 25,0 0,25-1,-25 26,24-25,26 0,24 24,-49-24,0 25,0-26,0 26,-1-25,-24 24,0-24,0 25,-24-1,-1-24,0 0,25-25,-25 0,25 0,-25 0,1 0,-1-25,25 0,-25 1,25-26,0 0,0 26,0-1,25 25,-25-50,25 25,-1 1,1-1,-25 0,25 0,0 0,0-24,-25 24,24 0,-24 0,0 1,0-1,-49 0,24 0,25 25,-50-49,26 49,-26-25,0 0,26 50,24-25,24 74</inkml:trace>
  <inkml:trace contextRef="#ctx0" brushRef="#br0" timeOffset="25594.46">4812 9153,'0'0,"0"25,0 0,-25-1,25 26,0-25,0 49,0-24,0-1,0 1,0 74,0-74,0-1,0-24,0 25,0-26,0 1,0-25,0 25,0-25,25 0,-25 0,0 0,25-50</inkml:trace>
  <inkml:trace contextRef="#ctx0" brushRef="#br0" timeOffset="26552.51">5110 9401,'0'0,"0"25,0-25,0 49,0-24,0 0,0 25,25 24,-25-49,0 24,0 1,0 0,24-26,-24 1,0-25,25 0,0-49,-25-1,0 0,25-24,-25 0,0-1,25 1,-1 49,-24 25,25 0,0 50,-25-1,25 26,0-1,-25-24,0-26,0 1,-25 0,50-50,-25 0,24-24,-24-1,25 1,0-1,0-24,0 74,-25 0,24 0,-24 24,25 1,0 50,-25 49,0-75,0 26,0-75,0 24,0-24</inkml:trace>
  <inkml:trace contextRef="#ctx0" brushRef="#br0" timeOffset="27091.54">6003 9550,'0'0,"0"0,-25 0,-25 25,26-25,24 24,-25-24,25 0,0 25,0 0,0-25,25 25,-1 0,1-1,25 26,-1 0,-24 24,0-24,0-1,-25-24,-25 25,0-25,-24-25,24-50,-50 25,51 0,-1 0,0 1,25-76</inkml:trace>
  <inkml:trace contextRef="#ctx0" brushRef="#br0" timeOffset="27385.56">6102 9227,'-25'0,"0"0,-24-24,-26 24,26 0,24 0,0 24</inkml:trace>
  <inkml:trace contextRef="#ctx0" brushRef="#br0" timeOffset="27934.59">6226 9079,'25'-25,"0"50,-25-25,24 24,-24-24,25 50,-25-25,0 24,0-49,-25 50,25-50,-24 25,24 0,0-1,0-24,0 0,0 25,24-25,26 0,-25 0,0-25,24 25,-24 0,0 0,24 0,-24 0,-25 25,25-25,-25 0,0 99</inkml:trace>
  <inkml:trace contextRef="#ctx0" brushRef="#br0" timeOffset="29977.71">1240 10790,'-25'50,"25"-1,0 26,0-1,-24 50,24-25,0 1,0-1,24 0,-24 0,25-24,-25-1,25-24,0-1,0-49,-25 0,24 0,1-25,25 1,-1-76,-24 26,-25 24</inkml:trace>
  <inkml:trace contextRef="#ctx0" brushRef="#br0" timeOffset="30293.73">1389 11187,'-50'0,"-24"-25,0 25,-1 0,26 0,-1 0,0 0,26 0,48 0,76 0</inkml:trace>
  <inkml:trace contextRef="#ctx0" brushRef="#br0" timeOffset="30660.75">1984 11286,'-49'0,"-1"-25,1 25,-26-24,50 24,1 0,-26 0,50 0,-25 0,50 0,0 24</inkml:trace>
  <inkml:trace contextRef="#ctx0" brushRef="#br0" timeOffset="30906.76">2009 11534,'-49'-25,"24"25,-25 0,1 25,24-25,0 0,0 0,50 0</inkml:trace>
  <inkml:trace contextRef="#ctx0" brushRef="#br0" timeOffset="31793.81">2530 11237,'0'0,"-25"24,25-24,0 25,0 0,0-50,25 25,0-25,-25 1,49 24,-24-25,0 25,0-25,0 25,0 0,-1 25,1-25,0 25,-25-1,25 26,-25 24,0-49,-25 25,0 49,0-25,1 1,-26-26,25 1,0-25,0 0,-24-25,24 0,0-25,25 25,-25-50,50 25,-25 1,25-1,25 0,-1 25,26 50,-26-26,1-24,-25 25,0-25,-1 0,-24 0,50-25</inkml:trace>
  <inkml:trace contextRef="#ctx0" brushRef="#br0" timeOffset="31999.83">3200 11782,'0'0</inkml:trace>
  <inkml:trace contextRef="#ctx0" brushRef="#br0" timeOffset="32650.86">3373 11336,'0'0,"0"49,0 26,0-1,0 1,25-1,-25 0,25-24,0 0,-25-50,49 24,-24-24,25-24,-25-1,24-25,-24-24,25-1,-25 26,-25-26,24-49,-24 100,-24-51,-26 26,0-1,25 50,1-25,-1 25,-25 0,25 0,-24 25,49 0,0 24,-25-24,50 25,-25 24,25-24,-1-25</inkml:trace>
  <inkml:trace contextRef="#ctx0" brushRef="#br0" timeOffset="33315.9">4366 11435,'0'0,"-25"-25,0 25,0 0,0 0,1 0,-1 25,25 0,-25-25,25 49,0-24,25 0,24 0,-24 24,0-24,25 0,-26 0,1 24,25-24,-25 0,24 25,-49-26,25 1,-25 0,0 0,-25 0,25-1,-49-24,24 0,-25 0,1-24,-1-76</inkml:trace>
  <inkml:trace contextRef="#ctx0" brushRef="#br0" timeOffset="44887.56">8806 7789,'-25'74,"-25"0,25 51,-24-26,-1 25,1-25,-1-25,0 1,26-1,-1-49,0 0,25-50</inkml:trace>
  <inkml:trace contextRef="#ctx0" brushRef="#br0" timeOffset="45196.58">8806 8062,'0'24,"24"76,1-51,25 75,-25-25,-1-24,-24-50,25 24,-25-24,0 0,-25 0,1-25</inkml:trace>
  <inkml:trace contextRef="#ctx0" brushRef="#br0" timeOffset="45491.6">8483 8582,'-74'0,"74"0,0 0,25 25,24-25,26 25,-26-25,26 25,-1 0,-24-1,-26-24,1 0,0-49</inkml:trace>
  <inkml:trace contextRef="#ctx0" brushRef="#br0" timeOffset="46282.64">9153 8186,'25'0,"-25"49,0 26,25 24,-1 0,-24 0,25-24,0-51,-25 1,25-25,0-25,24 1,-24-26,0-24,0-1,-25 1,0 24,0 1,0-1,0 25,0 25,0 50,24 24,-24 1,25 24,0 25,0 0,0 0,-1-25,1 25,-25-25,0-24,-25-26,1 1,-26-25,0-25,-24-25,-25 0,-25-24,74 24,25 0,25 25,0-25,75-74</inkml:trace>
  <inkml:trace contextRef="#ctx0" brushRef="#br0" timeOffset="46692.67">10517 8235,'0'0,"-74"0,-1 0,-24 0,50 0,-1 0,0 0,1 0,-1 0,25 0,0 0,25 25,0 0,75 0</inkml:trace>
  <inkml:trace contextRef="#ctx0" brushRef="#br0" timeOffset="46945.68">10443 8483,'-25'0,"-49"0,-26 25,26-25,49 0,-24 0,24 0,0 0,25 25,50-25</inkml:trace>
  <inkml:trace contextRef="#ctx0" brushRef="#br0" timeOffset="56553.23">10815 7863,'0'0,"25"25,-1 0,26 49,-25 1,24-1,1 25,0-24,-26-26,1 1,0-25,-25-25,25-75</inkml:trace>
  <inkml:trace contextRef="#ctx0" brushRef="#br0" timeOffset="56922.25">11261 7838,'0'0,"0"50,0 49,0-74,-24 74,24-24,-25-26,25 26,-25-26,25 1,-25-25,25-1,0 1,0-25,25-49</inkml:trace>
  <inkml:trace contextRef="#ctx0" brushRef="#br0" timeOffset="57216.27">11460 8359,'0'50,"0"-25,25 24,-25-49,0 25,0 25,0-50,0 24,0-24</inkml:trace>
  <inkml:trace contextRef="#ctx0" brushRef="#br0" timeOffset="57376.28">11435 8161,'25'0</inkml:trace>
  <inkml:trace contextRef="#ctx0" brushRef="#br0" timeOffset="57897.31">11733 7764,'0'0,"0"25,0 24,24 50,-24-24,0-25,0 24,0-24,25 24,-25 0,0-24,25-25,-25 24,0-24,25 25,-25-50,25 25,-25-25,24 24,1-24,0 0,0-24,0 24,-1 0,26-25,-25 0,0 0,-25 0</inkml:trace>
  <inkml:trace contextRef="#ctx0" brushRef="#br0" timeOffset="58237.33">12055 8062,'-25'0,"0"0,-24 0,-26 0,51 0,-51 0,50 24,-49-24,49 0,25 0,-49 0,24 0,0 0,25 0,0 25,74 0</inkml:trace>
  <inkml:trace contextRef="#ctx0" brushRef="#br0" timeOffset="59577.4">12898 8012,'0'25,"0"24,0 26,0 24,0-25,25 1,-25-26,0-49,-25 25,25-50</inkml:trace>
  <inkml:trace contextRef="#ctx0" brushRef="#br0" timeOffset="60051.43">13047 8210,'-25'0,"1"0,-26 25,0-25,26 0,-26 0,25 0,-49 0,49 0,0 0,25 0,-25 0,25 25,25-50</inkml:trace>
  <inkml:trace contextRef="#ctx0" brushRef="#br0" timeOffset="60384.45">13469 7789,'0'24,"0"1,25 25,-25-1,25 26,-25-25,0-1,0 26,0-51,0 51,0-50</inkml:trace>
  <inkml:trace contextRef="#ctx0" brushRef="#br0" timeOffset="60621.46">13767 8334,'-50'0,"0"0,-24 0,24 0,-49 0,50 25,-1-25,-24 25,49 0,0 0,0-25</inkml:trace>
  <inkml:trace contextRef="#ctx0" brushRef="#br0" timeOffset="61082.49">13469 8558,'0'0,"50"-25,-26 25,1 0,25 0,-1 0,-49 0,0 25,0-25,0 49,-24 1,-1-1,0-24,-49 25,49-25,-25-1,1 1,49-25,0 25,24-25,1 0,124 0,-75 0,-24 0,-25 0,24-25,1-24</inkml:trace>
  <inkml:trace contextRef="#ctx0" brushRef="#br0" timeOffset="61736.53">14213 8210,'-25'-24,"0"24,1 0,-51 24,50 1,1 0,-1 49,25-24,0-25,0 0,0-1,49-24,1 25,0-50,-26 25,1-24,0 24,0-50,-25 0,0 26,0-1,0 0,0 25,0 0,25 50,-1 24,-24-49,25 24,-25 1,25 49,-25-24,0 24,0-74,0 49,-25-74,0 50,-49-50,24 0,1 0,-26-100</inkml:trace>
  <inkml:trace contextRef="#ctx0" brushRef="#br0" timeOffset="62195.55">14536 7813,'0'25,"0"50,0-1,0 1,0-1,0 0,0-24,24 0,-24-1,25-24,-25 0,25-25,0 25,24-25,-24-25,0 25,49-50</inkml:trace>
  <inkml:trace contextRef="#ctx0" brushRef="#br0" timeOffset="62410.56">14734 8062,'-25'0,"-49"0,-1 0,1 0,49 24,-24 1,24-25</inkml:trace>
  <inkml:trace contextRef="#ctx0" brushRef="#br0" timeOffset="62972.6">14784 7590,'74'-25,"-24"50,-1-25,-24 25,-25 0,25 0,-25-1,0 26,-25 0,25-26,-25 1,25 0,-25 0,25-25,25 25,25-25,24 0,-24 0,-1 0,-24 0,50 0,-75 0,-50 24</inkml:trace>
  <inkml:trace contextRef="#ctx0" brushRef="#br0" timeOffset="63809.64">10641 10220,'-49'0,"24"0,-25 0,1 0,-1 0,0 0,1 0,-1 0,25 24,1-24,-1 0,0 0,25 25,-25-25,25 0,0 0,0 0,25 25,0-25,0 0,74 25</inkml:trace>
  <inkml:trace contextRef="#ctx0" brushRef="#br0" timeOffset="64155.66">10616 10393,'-124'-25,"25"50,25-25,-1 25,26-25,49 25,25-25,-1-25,1 25</inkml:trace>
  <inkml:trace contextRef="#ctx0" brushRef="#br0" timeOffset="65312.73">10914 10120,'25'0,"-25"0,25 0,-1 25,1-25,25 0,-1 0,1 0,-25 0,0 0,-25 0,25 0,-25 0,0 0,24 0,-24 0,0 0</inkml:trace>
  <inkml:trace contextRef="#ctx0" brushRef="#br0" timeOffset="65774.75">11336 9922,'25'0,"24"-25,-24 25,0 0,0 0,-1 25,1-25,-25 0,25 25,-25-25,0 24,25 1,-25 25,0 0,25 24,-25-49,0 74,0-74,0 24,0 1,0 0,0-26,0 1,24-25</inkml:trace>
  <inkml:trace contextRef="#ctx0" brushRef="#br0" timeOffset="65975.77">11733 10319,'-25'-25,"-25"0,-24 25,49 0,-49 0,49 25,-25-25,25 25</inkml:trace>
  <inkml:trace contextRef="#ctx0" brushRef="#br0" timeOffset="66198.78">11881 10269,'0'25,"-24"-25</inkml:trace>
  <inkml:trace contextRef="#ctx0" brushRef="#br0" timeOffset="66656.81">12105 9971,'0'0,"0"0,-25 25,25 0,0 25,0-25,25-1,-25 1,49 0,1 0,0 0,-26-1,1 26,0-50,0 25,-25 0,0-1,-25-24,0 25,0-25,-24 0,-26 0,26 0,24-49,25-1,25-49</inkml:trace>
  <inkml:trace contextRef="#ctx0" brushRef="#br0" timeOffset="66879.82">12477 9922,'-50'0,"25"-25,-74 25,25 0,-1 0,50 25,1-25,-1 0</inkml:trace>
  <inkml:trace contextRef="#ctx0" brushRef="#br0" timeOffset="67599.86">12725 9773,'-25'0,"0"74,0-24,1 49,-1-24,25 24,0 0,25-24,-1-26,1 1,0-1,0-24,-25-25,25 0,-25 0,0 0,0 0,0 0,0 0,0 25,0-25</inkml:trace>
  <inkml:trace contextRef="#ctx0" brushRef="#br0" timeOffset="68192.89">12799 10071,'0'0,"0"0,0-25,0 25,50 0,-25 0,-1 0,26 0,24 0,-49 0,0 25,-25-25,50 25,-50-1,0 1,0 0,-25 0,25 0,-25-1,0 1,-24 25,24-50,-25 25,25-25,25 24,0-24,25 0,0 25,25-25,-1 0,-24 0,25 0,24 0,-49-25,0 25,0 0,24-24,-24-26</inkml:trace>
  <inkml:trace contextRef="#ctx0" brushRef="#br0" timeOffset="68720.92">13469 9649,'25'25,"24"49,-24-49,0 25,0-1,0 50,-1-49,-24 0,0-1,-24 26,-1-1,0 1,-25-51,1 26,24-25,0 0,0-1,50-24,-25 25,0 0</inkml:trace>
  <inkml:trace contextRef="#ctx0" brushRef="#br0" timeOffset="69146.95">14188 9897,'0'25,"0"0,25 49,-25-24,25 49,0-49,-25-1,24 26,-24-51,0 26,25-25,-25 0,0-25,0 0</inkml:trace>
  <inkml:trace contextRef="#ctx0" brushRef="#br0" timeOffset="69817.98">14511 10170,'0'-25,"-75"25,51 0,-76 25,-24-25,50 0,24 25,1-25,24 25,0-25,0 0,25 24,0-24,25 25,25 0</inkml:trace>
  <inkml:trace contextRef="#ctx0" brushRef="#br0" timeOffset="72079.12">15156 9550,'0'49,"0"1,0 0,0 49,0-50,0 51,0-51,0 26,24-50</inkml:trace>
  <inkml:trace contextRef="#ctx0" brushRef="#br0" timeOffset="72261.13">15280 10170,'-25'0,"-74"0,74 0,-74 25,-1 0,51 24,-1 1</inkml:trace>
  <inkml:trace contextRef="#ctx0" brushRef="#br0" timeOffset="72676.14">15007 10418,'74'-25,"-24"25,24-25,-24 25,24 0,-49 25,25-25,-25 25,-25 0,-25 0,-25 24,25-49,-49 50,-25-1,49 1,25-25,25 24,0-49,25 50,25-25,24 0,-49-25,49 24,1-24,-26 0</inkml:trace>
  <inkml:trace contextRef="#ctx0" brushRef="#br0" timeOffset="73073.17">15751 9674,'-25'25,"-24"49,49-24,-25 49,25-50,0 51,0-1,25-25,-1-49,1 25,25-1,-1-24,-24 0,74-50</inkml:trace>
  <inkml:trace contextRef="#ctx0" brushRef="#br0" timeOffset="73331.19">15974 9996,'75'0,"-1"0,0 25,-24-25,49-25</inkml:trace>
  <inkml:trace contextRef="#ctx0" brushRef="#br0" timeOffset="73833.22">16669 9699,'0'-50,"-25"50,-25 0,1 0,24 0,-25 25,26 0,-1 24,0 1,25-1,25-24,-25 0,25-25,24 0,-24 0,49-50,-74 50,25-49,0 24,-25 0,0 75,25 24,-25-24,0 24,0-24,0 24,25 1,-25-1,0-49</inkml:trace>
  <inkml:trace contextRef="#ctx0" brushRef="#br0" timeOffset="73997.23">16917 10145,'25'-74</inkml:trace>
  <inkml:trace contextRef="#ctx0" brushRef="#br0" timeOffset="74543.25">17214 9674,'-24'-25,"-1"25,-25 25,1 0,49-1,-25 26,25-25,0 24,25-24,-1 25,1-1,50 1,-26 25,1-26,-50-24,25 25,-25-26,-25 1,0-25,-25 0,26 0,-1-25,0 25,25-99,50 74,-1-24,-24-1,25 0,-50 26,24-26,-24 25,-24-24,24 24,-50 0,25-25</inkml:trace>
  <inkml:trace contextRef="#ctx0" brushRef="#br0" timeOffset="74844.28">17537 9624,'50'50,"-26"24,26 1,-50 24,0-25,0 26,-25-26,-24-24,-1 24,-25-49,51 0,-1-25</inkml:trace>
  <inkml:trace contextRef="#ctx0" brushRef="#br0" timeOffset="75184.3">17983 9525,'-24'25,"24"0,-25 74,-25-25,25 25,25-49,0 49,0-49,25 24,25-24,-25 0,-1-26,26 1,49-74</inkml:trace>
  <inkml:trace contextRef="#ctx0" brushRef="#br0" timeOffset="75509.31">18231 9748,'-24'50,"24"-25,0 49,-25-24,50-1,-25-24,0 0,24 0,1 0,50-25,-26 0,-24 0,0-25,0 0,24 0,1 0</inkml:trace>
  <inkml:trace contextRef="#ctx0" brushRef="#br0" timeOffset="75770.33">18430 9674,'-25'74,"25"25,0 1,25-1,-25-25,25 26,-1-51,-24 1,0-50</inkml:trace>
  <inkml:trace contextRef="#ctx0" brushRef="#br0" timeOffset="76109.35">18802 9550,'25'74,"24"50,-24 0,0-25,-25-24,0-1,-25 1,25-26,-25-24,1 25,24-25,-25 24,0-24</inkml:trace>
  <inkml:trace contextRef="#ctx0" brushRef="#br0" timeOffset="84742.84">10815 11757,'0'0,"-75"0,-24 0,0 25,49-25,-49 25</inkml:trace>
  <inkml:trace contextRef="#ctx0" brushRef="#br0" timeOffset="84933.85">10765 11906,'-173'0,"123"25,-49 25,49-50,1-25</inkml:trace>
  <inkml:trace contextRef="#ctx0" brushRef="#br0" timeOffset="84946.85">10344 11956</inkml:trace>
  <inkml:trace contextRef="#ctx0" brushRef="#br0" timeOffset="84957.85">10344 11956</inkml:trace>
  <inkml:trace contextRef="#ctx0" brushRef="#br0" timeOffset="90917.2">11261 11906,'0'0,"0"0,50 0,0-25,24 25,0 0,1 0,-50 25,-1-25,-24 0</inkml:trace>
  <inkml:trace contextRef="#ctx0" brushRef="#br0" timeOffset="91695.24">11757 11609,'25'-25,"25"25,-1 0,-24 0,25 0,-25 25,49-25,-24 24,-26 1,-24 0,0 0,-24 0,-1-1,-25 1,1 0,24-25,-25 25,50 0,-25-1,25-24,50 25,-25 0,49 0,1 24,-51-24,-24 0,-24 0,24 0,-75-1,26 1,-26 0,1-25,-1 25,51-25,-1 0,25 0,0-25</inkml:trace>
  <inkml:trace contextRef="#ctx0" brushRef="#br0" timeOffset="92106.26">12353 11683,'0'0,"0"25,-25 0,25-1,-25 1,25 0,25 0,0 0,0-25,24 0,1 0,-1 0,-24 0,25 0,-50 0,25-25,-25 0,0-49</inkml:trace>
  <inkml:trace contextRef="#ctx0" brushRef="#br0" timeOffset="92457.28">12576 11485,'0'0,"0"74,0-24,0-1,0 1,0 24,0-49,0 49,0-24,-25 0,25-26,0 26,0-25,-25 0,25 24,0-49,0 25</inkml:trace>
  <inkml:trace contextRef="#ctx0" brushRef="#br0" timeOffset="92698.3">12874 11931,'0'25,"-25"24,25-49</inkml:trace>
  <inkml:trace contextRef="#ctx0" brushRef="#br0" timeOffset="93297.33">13097 11658,'-25'25,"25"0,0 0,0 49,0-49,0 24,0 26,25-26,-25-24,25 0,-1 0,1-25,0 0,25 0,-50-25,49 0,-49 0,25-24,0 24,-25-25,0 26,-25 24,-24-25,24 25,-25 25,25-1,25 1,-25 25,25-1,0-24,0 25,0-25,25-25,0 0</inkml:trace>
  <inkml:trace contextRef="#ctx0" brushRef="#br0" timeOffset="94228.38">13593 11782,'25'75,"0"-1,-25-24,0-1,0-24,0 25,0-26,0 1,0-25,0-49,0 24,0-25,24-24,1-1,-25 51,25-26,0 25,0 0,-1 1,1-1,0 25,25 25,-50-1,24 26,1 0,-25-1,0-24,0 0,0 0,0-25,0 0,-25-25,25 0,0-49,25 49,-25-25,25-24,0 24,-25 50,25-25,-1 1,1 24,50 24,-51 26,1-25,0 24,-25-24,0 25,0-1,0-24,-25 0,25 25,-25-26,1-24,24 25,-25 0,25 0,0-25,0 25</inkml:trace>
  <inkml:trace contextRef="#ctx0" brushRef="#br0" timeOffset="104363.96">10964 6201,'-25'25,"25"0</inkml:trace>
  <inkml:trace contextRef="#ctx0" brushRef="#br0" timeOffset="105123.01">11063 5631,'0'0,"0"0,0 24,0 26,0 0,0-26,0 26,0-25,0 0,25 24,-25-24,0-25,0 25,24-25,1 0,0 0,0-25,0 0,0 1,-1-1,-24 0,25-50,-50-24,25 74,-49 1,24-1,-25 0,25 25,-24 50,49-26</inkml:trace>
  <inkml:trace contextRef="#ctx0" brushRef="#br0" timeOffset="108932.23">13370 10220,'0'0</inkml:trace>
  <inkml:trace contextRef="#ctx0" brushRef="#br0" timeOffset="109550.26">13370 9872,'0'0,"0"0,0 25,0 0,25 0,-25-1,24 1,-24 0,25 0,0 0,0 0,0-25,-1 0,-24 0,25 0,0-25,-25 0,25 0,-25 0,0 0,-25-24,25 24,-25 0,-49-24,49 49,0 0,0 24,25-24,-24 75</inkml:trace>
  <inkml:trace contextRef="#ctx0" brushRef="#br0" timeOffset="118554.78">15627 11832,'-25'-50,"-24"1,49 24,-50-25,0 50,1-49,-1 24,0 25,26 0,-26-25,25 50,0-25,1 49,-1-24,25 0,-25 49,25-74,-25 50,0 0,1-50,24 24,-50-24,50 0,-74-49,24-1,0 1,50-1,-24 25,-1 0,25 1,0-1</inkml:trace>
  <inkml:trace contextRef="#ctx0" brushRef="#br0" timeOffset="119129.81">15627 12080,'25'-50,"-25"25,0 1,-25-1,-25 0,26 0,-1 25,-25 0,25 25,1 0,-26 24,25 1,0-25,0 24,1-24,-1 0,0-25,0 25,-24-50,-26-49,26 49,-1-74</inkml:trace>
  <inkml:trace contextRef="#ctx0" brushRef="#br0" timeOffset="119950.86">16073 11534,'50'-25,"24"25,1 0,-50 25,24 0,-24-25,0 25,0 0,-50 24,0-24,-25 25,1-26,-26 1,1 0,24 0,26-25,24 25,49-25,26 0,49 0,-25 24,99 76,-173-51,0 1,-50-1,0 1,-24-25,-26 0,1 0,-1-25,1 0</inkml:trace>
  <inkml:trace contextRef="#ctx0" brushRef="#br0" timeOffset="120368.88">15776 11708,'25'0,"24"0,-49 0,25 0,0 0,0 25,-25-25</inkml:trace>
  <inkml:trace contextRef="#ctx0" brushRef="#br0" timeOffset="121044.92">16743 11609,'-49'24,"49"1,-25 25,25-1,25-24,-25-25,49 25,1 0,-1 0,1-1,0 26,-26-25,-24 0,0-25,0 24,-49 26,-1-25,25-25,1 25,-1-25</inkml:trace>
  <inkml:trace contextRef="#ctx0" brushRef="#br0" timeOffset="121275.93">16768 11584,'74'-25,"26"25,-26 0,-24 0,-1 0,1 25</inkml:trace>
  <inkml:trace contextRef="#ctx0" brushRef="#br0" timeOffset="121997.97">17363 11658,'0'75,"25"-1,-25 25,0 0,0-49,0-25,0-50,25-25,-25-24,25 0,-25-1,24 26,1-1,25 25,-25 25,0 0,24 75,-24-1,0-24,-25 24,0-24,0-50,0 24,0-48,0-26,0-24,0 24,25-49,-1 49,1 25,0 25,0-24,0 24,24 49,1 26,24 24,-74-50,25 150,-50-174,0 49</inkml:trace>
  <inkml:trace contextRef="#ctx0" brushRef="#br0" timeOffset="123075.03">17983 12452,'-49'25,"-1"0,1-1,-51 1,76 0,-76 0,1 0,-25-1,74 1,-74 0,75-25,-75 25,0 0,-25-1,75-24,-50 0,49 0,-49 0,-25-24,0-26,100 25,-100-24,99 24,-123-99,98 49,26-24,24 50,0-51,25 51,0-51,0-24,25 50,-25 24,50-49,-26 50,26-51,0 1,24 25,-49 24,49-24,-24 49,24-50,1 1,-26 24,1 26,-1-26,-24 25,124-74,-74 74,-1 25,-24-25,49 25,0 25,0 0,25 0,-25 24,1 1,-1 0,25-1,-25 1,25 24,-25-24,-24 24,24 26,-25-26,-24 25,24 0,-24 149,-25-148,-25-1,-25 25,0-25,-24-24,-26 24,26-25</inkml:trace>
  <inkml:trace contextRef="#ctx0" brushRef="#br0" timeOffset="127715.3">8682 13543,'24'25,"1"25,0-1,25 1,24 24,-24 26,-1-1,26 0,-50 0,24-49,-24-1,0-24,-25-25,0-25,25-99</inkml:trace>
  <inkml:trace contextRef="#ctx0" brushRef="#br0" timeOffset="128105.32">9351 13519,'0'24,"0"26,0 0,-24 24,24-49,-25 49,25-24,-25-1,0 1,0 24,1-24,24 0,-25-26,25 26,-25-25,25 0,0-1</inkml:trace>
  <inkml:trace contextRef="#ctx0" brushRef="#br0" timeOffset="128681.36">9500 14188,'0'-25,"-25"25,25 0,-24 25,24-25,-25 50,0-1,25-24,0 0,0 0,0 0,0 24,25-24,-25 25,25-25,-25-1,24-24,-24 50,0-25,0 0,0-25,0 24,-24-24,-1 25,0-25,0 0,25 0,-49 0,49-25,-25 25,25-74</inkml:trace>
  <inkml:trace contextRef="#ctx0" brushRef="#br0" timeOffset="129034.38">9624 14486,'0'0,"-49"0,-1-25,0 25,1 0,-1 0,1 0,24 0,0 0,0-25,0 25</inkml:trace>
  <inkml:trace contextRef="#ctx0" brushRef="#br0" timeOffset="129489.4">10418 14089,'-74'25,"24"0,0-25,26 0,-26 0,25 0,0 0,-24 0,24 0,25 0</inkml:trace>
  <inkml:trace contextRef="#ctx0" brushRef="#br0" timeOffset="129747.42">10393 14362,'-99'0,"49"0,-24 0,49 0,-24 0,24-25</inkml:trace>
  <inkml:trace contextRef="#ctx0" brushRef="#br0" timeOffset="131836.54">10641 13841,'75'25,"24"0,-74-25,74 0,-50 0,26 24,-1 1,-49-25,-50 0</inkml:trace>
  <inkml:trace contextRef="#ctx0" brushRef="#br0" timeOffset="135041.72">11584 13643,'0'0,"0"0,49 0,-24-25,25 25,-1 0,1-25,-25 25,0 25,-1 0,1-1,-25 26,-25 49,1-74,-1 74,0-49,0 49,-24 0,24 0,25-74,-25 50,25-75,0-50</inkml:trace>
  <inkml:trace contextRef="#ctx0" brushRef="#br0" timeOffset="135239.73">11633 14114,'25'0,"25"0,-25 0,49 25,-24-1,-1 51</inkml:trace>
  <inkml:trace contextRef="#ctx0" brushRef="#br0" timeOffset="135420.74">12080 14188,'0'25,"-25"0</inkml:trace>
  <inkml:trace contextRef="#ctx0" brushRef="#br0" timeOffset="135438.74">12055 14238</inkml:trace>
  <inkml:trace contextRef="#ctx0" brushRef="#br0" timeOffset="135455.74">12055 14238</inkml:trace>
  <inkml:trace contextRef="#ctx0" brushRef="#br0" timeOffset="135867.76">12278 13841,'0'-25,"0"50,-24 25,24-26,0 26,0-50,0 25,24 24,-24-49,50 25,-25 0,0 0,-1-25,1 25,0-1,-25 1,25 25,-25-25,0-1,-25 1,25 0,-25 25,0-25,-24 24,24-24,0-25,-49-25,74 0,-50-99</inkml:trace>
  <inkml:trace contextRef="#ctx0" brushRef="#br0" timeOffset="136155.78">12254 13866,'74'-25,"0"0,1 25,-26 0,1 0,0 25,-26 0,1 0,-25-25,0 24</inkml:trace>
  <inkml:trace contextRef="#ctx0" brushRef="#br0" timeOffset="137271.84">12998 14139,'24'0,"1"0,25 0,-1 0,1 0,-25 0,25 0,-50 0,24 0,26 24,-50-24,0 0,0 25,0 0,-25-50</inkml:trace>
  <inkml:trace contextRef="#ctx0" brushRef="#br0" timeOffset="139501.97">14114 13667,'-25'-24,"-25"24,1 0,24 24,-25 1,1 0,-1 25,50-26,-25 1,25 25,0-25,0 24,0-24,25 0,0 0,-25-25,50 0,-26 0,26 0,-50-25,50-25,-50 50,24-25,1-24,-25 24,0-25,0 1,0 49,0 0,0 0,0 49,0-24,25 50,-25-51,0 51,0-26,0-24,-25 50,25-26,-25 26,1-51,24 51,-25-50,25-25,0 49,0-49,0 0</inkml:trace>
  <inkml:trace contextRef="#ctx0" brushRef="#br0" timeOffset="139677.97">14263 14163,'0'0,"-25"25</inkml:trace>
  <inkml:trace contextRef="#ctx0" brushRef="#br0" timeOffset="140302.01">14560 13717,'-49'0,"24"25,0 24,25 1,25 0,0-1,0 1,24-1,-24 1,0 0,-25 24,0-24,-50-1,1 1,24-25,0-25,0 25,25-50,25-25,-25 25,74-124,-49 100,25-26,-1-24,1 25,-50 24,25 1,-25 24,0-25,0 50,-25 0,0 0,-24 25,-1-25,25 50,0-1</inkml:trace>
  <inkml:trace contextRef="#ctx0" brushRef="#br0" timeOffset="140637.04">14982 13742,'0'49,"0"1,0 24,0-49,0 74,-25-24,0 24,25-49,-24-1,-1 1,25-25,0 0,25-25</inkml:trace>
  <inkml:trace contextRef="#ctx0" brushRef="#br0" timeOffset="141030.06">15478 13543,'-25'0,"1"50,-26 24,25 26,-25-1,26 0,24 0,0 0,0 1,24-51,1 1,25 0,0-1,-1-24,-24-25,25 0</inkml:trace>
  <inkml:trace contextRef="#ctx0" brushRef="#br0" timeOffset="141586.09">15553 13891,'24'-25,"1"25,25-25,-1 25,1 0,-25 0,49 25,-74-25,50 25,-50 24,0 1,-25-25,0 24,0-24,1 25,-26-1,25 1,25-25,0-1,0 1,25 0,25 0,-1-25,26 25,-26-25,-24 0,0 0</inkml:trace>
  <inkml:trace contextRef="#ctx0" brushRef="#br0" timeOffset="141831.1">16222 14238,'-25'0,"25"25</inkml:trace>
  <inkml:trace contextRef="#ctx0" brushRef="#br0" timeOffset="142382.14">16421 13940,'0'0,"-25"25,25 0,0 24,-25 1,50 24,0-49,0 50,-1-51,1 1,25 0,-1 0,-24-25,25-25,-50 0,49-24,1-1,-25-24,-25 49,0-50,0 51,0-26,-75-24,26 49,24 25,-25 0,26 0,-26 0,0 25,26-1,24 1</inkml:trace>
  <inkml:trace contextRef="#ctx0" brushRef="#br0" timeOffset="142847.17">16793 13543,'49'25,"1"50,0-26,-1 26,-24 24,0-25,-25 1,0 24,-25-25,0 25,0-49,-24 0,24 24,0-49,0 0,25-25,0 0</inkml:trace>
  <inkml:trace contextRef="#ctx0" brushRef="#br0" timeOffset="151454.66">10244 15726,'-24'0,"-1"0,25 0,0 0,49-25,1 25,0 0,-1 0,1 25,-1-25,1 0,-25 25,0-25,-25 25,-25 0,-50-25</inkml:trace>
  <inkml:trace contextRef="#ctx0" brushRef="#br0" timeOffset="151705.67">10145 15974,'0'0,"50"-25,-25 25,24 0,1 0,-1 0,1 0,0 0,-50 0,49 25,-49-25</inkml:trace>
  <inkml:trace contextRef="#ctx0" brushRef="#br0" timeOffset="152227.7">10889 15801,'0'0,"25"0,0-25,0 25,24 0,-24 0,25 0,-26 0,26-25,-25 25,0 0,0 25,-1-25,-24 0,0 0,0 25,-24-50</inkml:trace>
  <inkml:trace contextRef="#ctx0" brushRef="#br0" timeOffset="153041.75">11435 15503,'0'0,"25"-25,0 0,-1 25,26-24,24-1,1 0,-26 25,1 0,-25 25,0 0,-1-1,-24 26,-24 0,-1 24,-25 0,1 1,-1-1,-24 1,24-1,-49 75,74-100,25-24,0 0,25-25,0-25,24 25,26-25,-1 1,-24-1,24 25,0 0,-24 0,-25 0,0 25,-25-25</inkml:trace>
  <inkml:trace contextRef="#ctx0" brushRef="#br0" timeOffset="153632.78">11981 15553,'24'0,"1"0,0-25,49 0,1-25,-50 26,49-1,-49 0,25 25,-26-25,1 25,-25 0,-25 50,25-50,0 49,-24 26,24-1,-25-49,25 74,0-74,0 149,0-75,0-25,0-24,0-1,0-24,0 0,0-50</inkml:trace>
  <inkml:trace contextRef="#ctx0" brushRef="#br0" timeOffset="153903.79">12154 15825,'0'0,"50"-24,-25 24,24 0,1 0,24 0,1 0,-26 24,1-24,-25 25</inkml:trace>
  <inkml:trace contextRef="#ctx0" brushRef="#br0" timeOffset="155360.87">13122 15553,'0'49,"0"1,24 24,-24-49,0 49,0-24,0 49,0-24,0-1,0-49,0 24,0-24,0 0,0-50,25-24,-25 49,0-50,0 50,0-50,0 1,-25 24,25 25,0-25,0 0,0 1,0-26,25 25,-25 0,25 1,-25-1,25 0,0 0,0 0,-1 25,1 0,-25 0,25 0,-25 25,25 25,-25-25,0 24,-25-24,25 25,-25 49,25-99,0 25,0-50,25 0,-25-25,25 1,0-1,-25 25,24-24,-24 24,25-25,0 1,0 24,0 25,-1 0,-24 0,0 0,25 25,-25 24,25-24,-25 74,0-74,0 50,-25-26,25 1,0-25,0-25,25 24</inkml:trace>
  <inkml:trace contextRef="#ctx0" brushRef="#br0" timeOffset="155813.91">14089 15602,'0'0,"-50"25,26 0,-1 0,25-1,-25 51,0-26,25-24,25 25,0-1,0 1,24-25,-24 24,-25-24,-25 0,0 0,-24 0,-1-1,25-48,-49-26,124-99</inkml:trace>
  <inkml:trace contextRef="#ctx0" brushRef="#br0" timeOffset="156131.93">14039 15329,'50'0,"-25"0,24 0,-24 0,25 0,-50 0,25 0,-1-25</inkml:trace>
  <inkml:trace contextRef="#ctx0" brushRef="#br0" timeOffset="156405.94">14461 15007,'0'25,"0"24,0 1,0-1,0-24,0 50,0-26,25 1</inkml:trace>
  <inkml:trace contextRef="#ctx0" brushRef="#br0" timeOffset="157936.03">14883 16247,'25'0,"-50"50,-25-1,-24-24,24 25,-49-1,0 1,-25-25,0 24,0 1,0 0,-50-26,25 26,75-25,-100 0,-24 24,-1 1,100-25,-298 49,273-74,-99 50,-25-26,25 1,123-25,-98-25,99 25,-100-49,26-1,-1-24,75 24,-50-24,75 24,-75-49,0 0,25-25,74 74,-49-74,49 50,1-50,-1 0,25 0,25 49,50-198,-50 199,74-25,1-1,24 1,-49 50,74-26,-50 50,75-24,0-1,24 25,-98 25,98-24,-73 24,-26 0,125-25,-1 25,0 0,26 0,24 0,0 25,0-25,298 74,-298-24,24-1,-24 26,-49-1,24 25,-49 0,-25 26,-50-26,-25 25,-49 0,-25-25,-25 25,-74 25,-25-50,-223 50</inkml:trace>
</inkml:ink>
</file>

<file path=ppt/ink/ink10.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03T03:57:17.083"/>
    </inkml:context>
    <inkml:brush xml:id="br0">
      <inkml:brushProperty name="width" value="0.05292" units="cm"/>
      <inkml:brushProperty name="height" value="0.05292" units="cm"/>
      <inkml:brushProperty name="color" value="#FF0000"/>
    </inkml:brush>
  </inkml:definitions>
  <inkml:trace contextRef="#ctx0" brushRef="#br0">11981 4986,'0'0,"24"49,26 1,0 24,24 1,-24-26,24 1,-24 0,-1-1,-24 1,0-25,0-25</inkml:trace>
  <inkml:trace contextRef="#ctx0" brushRef="#br0" timeOffset="296.01">12526 4986,'0'25,"0"49,0 0,0 50,0-49,-24-1,24-24,-25-1,25-24,-25-25</inkml:trace>
  <inkml:trace contextRef="#ctx0" brushRef="#br0" timeOffset="561.03">12700 5457,'0'50,"0"-1,0 1,25-1,0-24,-1-25,1 0,0 0</inkml:trace>
  <inkml:trace contextRef="#ctx0" brushRef="#br0" timeOffset="721.04">12849 5135,'25'-25</inkml:trace>
  <inkml:trace contextRef="#ctx0" brushRef="#br0" timeOffset="972.05">13345 5159,'-50'0,"-49"0,74 0,-49 0,49 0,0 0</inkml:trace>
  <inkml:trace contextRef="#ctx0" brushRef="#br0" timeOffset="1161.06">13370 5358,'-75'0,"26"0,-26 0,1 0,24 0</inkml:trace>
  <inkml:trace contextRef="#ctx0" brushRef="#br0" timeOffset="1163.06">13047 5358</inkml:trace>
  <inkml:trace contextRef="#ctx0" brushRef="#br0" timeOffset="1166.06">13047 5358</inkml:trace>
  <inkml:trace contextRef="#ctx0" brushRef="#br0" timeOffset="1670.09">13543 5159,'25'50,"-25"24,0-24,0 0,25-1,0-24,0 25,24-1,26-49,-51 0,26 0,-25 0,49-25,-49-24,25-1,-50 25,0-74,-25 74,-25-49,1 0,-1 49,0-25,-49 75,74 25</inkml:trace>
  <inkml:trace contextRef="#ctx0" brushRef="#br0" timeOffset="2698.15">12799 6350,'0'0,"-49"-25,24 25,0 0,-49 0,74 0,-50 25,25 0,0 0,1 24,24-24,24 25,-24-50,50 24,-25 1,24-25,-24 0,25 0,24-25,-49 25,25-49,-50 24,24-25,-24 26,0-1,-24-25,24 25,-25 25,25 0,0 50,25-25,-25 24,24 51,-24-76,25 76,-25-51,25 26,-25-26,0 1,0 49,0-74,-25 49,25-24,-49 24,24-49,0 0,-49-25,-1-50,1 1,24-26,-24-49,49 25</inkml:trace>
  <inkml:trace contextRef="#ctx0" brushRef="#br0" timeOffset="2966.16">13444 6375,'-49'0,"-51"-25,26 25,-1 0</inkml:trace>
  <inkml:trace contextRef="#ctx0" brushRef="#br0" timeOffset="3166.18">13593 6548,'-74'0,"-26"0,51 0,-26 0</inkml:trace>
  <inkml:trace contextRef="#ctx0" brushRef="#br0" timeOffset="3426.19">14064 6474,'-49'0,"-1"0,-24 0,-1-25</inkml:trace>
  <inkml:trace contextRef="#ctx0" brushRef="#br0" timeOffset="3954.22">14362 6176,'-50'-24,"-24"24,49 24,0 1,0 25,50-1,0-24,0 0,49 0,-24-25,0-25,-26 0,1 0,-25 1,25 24,-25 0,0 49,25 75,-25-25,25 1,-25-26,0-49,0 0</inkml:trace>
  <inkml:trace contextRef="#ctx0" brushRef="#br0" timeOffset="4117.22">14784 6623</inkml:trace>
  <inkml:trace contextRef="#ctx0" brushRef="#br0" timeOffset="4734.26">15081 6226,'0'-25,"-25"50,1 0,24 0,0-1,24 26,1 0,0-26,0 51,0-50,24-1,-24 26,0 0,0-26,-25 1,0-25,-25 25,0 0,-25-25,26 0,-26-25,25 25,0 0,50-50,25 26,-25-1,-1 0,26 0,0 0,-26-24,1-1,0 25,-25-24,-50-1,26-24,-51 24,26 25,-1 25,0 25</inkml:trace>
  <inkml:trace contextRef="#ctx0" brushRef="#br0" timeOffset="4995.28">15577 6226,'25'74,"0"1,0 24,0 0,-25 0,0-49,-25-25,25-25</inkml:trace>
  <inkml:trace contextRef="#ctx0" brushRef="#br0" timeOffset="9778.54">12799 7367,'-25'25,"25"0,0 24,0 26,-24-26,24 26,0-26,0 26,0-26,0 1,24-1,1 1,0-25,0 0,24 0,1-25,0 0,-26 0,-24 0,50-25,-25 25,0-75</inkml:trace>
  <inkml:trace contextRef="#ctx0" brushRef="#br0" timeOffset="10008.57">12923 7640,'-49'0,"-26"0,-24 0,25 25,24-25,0 0,26 0,24 0</inkml:trace>
  <inkml:trace contextRef="#ctx0" brushRef="#br0" timeOffset="10276.58">13494 7615,'-25'0,"-25"0,1 0,-26 0,26 0,24 25</inkml:trace>
  <inkml:trace contextRef="#ctx0" brushRef="#br0" timeOffset="10470.59">13643 7838,'-50'0,"-49"-25,24 25,26-24</inkml:trace>
  <inkml:trace contextRef="#ctx0" brushRef="#br0" timeOffset="11153.63">14039 7392,'-24'-25,"-26"50,25-25,25 25,0-1,0 1,50 25,-1-1,-24-24,50 50,-51-51,26 26,-25 0,-25-1,0-24,-25 25,25-50,-50 49,1-24,-1-25,25 0,25 0,0-74,25 24,50 0,-26 1,-24 24,25-25,-26 26,1-51,-25 50,-25-24,25-1,-49 25,24 1,-25-1,1 25,-1 0,25 0</inkml:trace>
  <inkml:trace contextRef="#ctx0" brushRef="#br0" timeOffset="11358.64">14660 7789,'-25'0,"0"0</inkml:trace>
  <inkml:trace contextRef="#ctx0" brushRef="#br0" timeOffset="11828.67">14883 7516,'-25'0,"0"49,0-24,25 50,0-26,25 26,0-26,25-24,-26 0,26 0,0-25,-1-25,1-25,-50 25,0-49,-25 0,0 24,-24 0,24 50,-25-24,25-1,125 25</inkml:trace>
  <inkml:trace contextRef="#ctx0" brushRef="#br0" timeOffset="12127.69">15503 7541,'-50'0,"1"0,24 0,0 49,25-49,0 50,50-1,24 1,-49-25,25 24,-50-49,0 25,0 0,-50 0,0-25</inkml:trace>
  <inkml:trace contextRef="#ctx0" brushRef="#br0" timeOffset="15443.88">17636 5209,'-25'25,"1"49,24-24,-50 74,25-50,-25 50,26 0,-1 0,25-74,-25 0,0-26,25-24,-25-24</inkml:trace>
  <inkml:trace contextRef="#ctx0" brushRef="#br0" timeOffset="15810.9">17686 5457,'74'74,"-24"-49,24 99,25-25,-74-24,-25-50,-25 0,-49-1,-25 1,0-25,-25 0,24 0,26 0,99 0,148-99</inkml:trace>
  <inkml:trace contextRef="#ctx0" brushRef="#br0" timeOffset="16413.93">18132 5556,'0'25,"0"49,0 1,25-1,0-24,24-25,1-25,0 0,-26 0,26-50,-50-24,25 24,-25-74,0 99,0 25,0-25,25 75,24 24,-24 26,0 24,-25-75,25 75,-25-74,0 74,0-25,-25-24,25-51,-50 51,25-50,-49-1,-25-24,0-24,49-1,0-25,26 1,48-150</inkml:trace>
  <inkml:trace contextRef="#ctx0" brushRef="#br0" timeOffset="16699.95">19199 5556,'-25'0,"-49"0,-50 0,99 0,-50 0,51 0</inkml:trace>
  <inkml:trace contextRef="#ctx0" brushRef="#br0" timeOffset="16868.96">19298 5705,'-74'0,"24"0,-99 0,75 0</inkml:trace>
  <inkml:trace contextRef="#ctx0" brushRef="#br0" timeOffset="16871.96">18951 5705</inkml:trace>
  <inkml:trace contextRef="#ctx0" brushRef="#br0" timeOffset="16875.96">18951 5705</inkml:trace>
  <inkml:trace contextRef="#ctx0" brushRef="#br0" timeOffset="19900.12">20241 5556,'-100'0,"51"-25,-100 25,50 0</inkml:trace>
  <inkml:trace contextRef="#ctx0" brushRef="#br0" timeOffset="20233.14">20613 5085,'0'0,"24"25,-24 74,0-49,25 49,-25 0,25-25,-25-49,25 50</inkml:trace>
  <inkml:trace contextRef="#ctx0" brushRef="#br0" timeOffset="20453.16">21010 5705,'-25'0,"-50"0,26 0,-50 0,49 0,-74 0,49 25,1 24</inkml:trace>
  <inkml:trace contextRef="#ctx0" brushRef="#br0" timeOffset="20908.18">20811 5928,'25'-24,"25"24,-26 0,26 24,-25-24,-25 25,0 0,0 0,0 24,-50 1,1 0,-1-1,25-24,-24 25,24-26,25 1,0-25,25 25,24-25,26 0,-26 25,26-25,73 0,-123-25,0 0,0-99</inkml:trace>
  <inkml:trace contextRef="#ctx0" brushRef="#br0" timeOffset="21291.21">21431 5135,'-25'49,"1"-24,-26 49,0 1,50-1,0-24,0 24,25 1,0-1,25 0,-1-49,1 0,24-25</inkml:trace>
  <inkml:trace contextRef="#ctx0" brushRef="#br0" timeOffset="21802.24">21903 5283,'-25'-49,"-50"-1,26 25,-1 25,0 50,26-25,24 24,24 1,1-25,0 0,50-1,-26-48,-24-1,0 0,-25 0,0 0,0 1,0 48,25 76,-25-26,0-24,0 49,24 0,-24-49,0-26,0 26,0-50</inkml:trace>
  <inkml:trace contextRef="#ctx0" brushRef="#br0" timeOffset="21958.25">22151 5631,'0'0</inkml:trace>
  <inkml:trace contextRef="#ctx0" brushRef="#br0" timeOffset="22586.29">22399 5259,'0'0,"-50"24,25 1,0 0,1 0,-1 24,25-24,25 0,-25 0,49 0,1 24,-1 26,-24-51,25 26,-25-50,-1 50,-24-26,0 1,0 0,-24-25,-1 0,-25 0,1-50,-1-24,50 49,0-24,25 24,0-50,-1 26,26-26,-50 51,25-26,0 50,-25-25,-25 25,-25-25,25 25,-24 0,-1 25,-24 25</inkml:trace>
  <inkml:trace contextRef="#ctx0" brushRef="#br0" timeOffset="22884.3">22721 5234,'0'25,"0"49,25 0,-25 26,25 24,-25-50,0 0,0-24,25-75</inkml:trace>
  <inkml:trace contextRef="#ctx0" brushRef="#br0" timeOffset="23204.32">22944 5085,'50'25,"0"24,24 51,-24 24,-1 24,-24 1,-50-25,0-24,-49-26,24-74</inkml:trace>
  <inkml:trace contextRef="#ctx0" brushRef="#br0" timeOffset="23581.34">23490 5135,'0'0,"-50"24,26 26,-1 24,0-24,25 49,0 0,25 1,0-51,24 26,-24-26,25 26,-1-50,1-25,49-75</inkml:trace>
  <inkml:trace contextRef="#ctx0" brushRef="#br0" timeOffset="24125.37">23862 5234,'-25'0,"-24"0,24 25,0 24,25 1,25 24,24-49,1 25,0-1,24 26,-49-26,0-24,0 25,-25-26,-50 1,25 25,-24-25,24-25,0-25,25-99,25 74,0-49,-1 0,1 24,0 1,-25 24,0 26,-50-1,1 25</inkml:trace>
  <inkml:trace contextRef="#ctx0" brushRef="#br0" timeOffset="24304.39">24284 5705,'-50'0</inkml:trace>
  <inkml:trace contextRef="#ctx0" brushRef="#br0" timeOffset="24746.41">24457 5333,'0'50,"-24"24,24 0,0 1,0 24,24-49,1-26,0 1,0-25,0-25,24 1,26-51,-51 1,-24-1,0 26,-49-1,-26-24,26 49,-26 0,1 0,74 25,50-24</inkml:trace>
  <inkml:trace contextRef="#ctx0" brushRef="#br0" timeOffset="25041.43">24780 5209,'25'50,"-1"-26,1 76,0-51,0 26,0 24,-25-25,0-24,0 24,-25-24,0 0,-25-1,-24-24,49-50</inkml:trace>
  <inkml:trace contextRef="#ctx0" brushRef="#br0" timeOffset="25476.45">24829 5011,'25'0,"0"0,0 0,0 0,0 24,-25 26,0 0,0 24,-25-49,25-25,49-50,-24 1,25-1,-25 0,-25 50</inkml:trace>
  <inkml:trace contextRef="#ctx0" brushRef="#br0" timeOffset="32521.86">19794 7193,'-25'0,"-24"0,-50 0,-26 25,26-25,25 0,24 25,25-25,25 25</inkml:trace>
  <inkml:trace contextRef="#ctx0" brushRef="#br0" timeOffset="32800.87">19645 7392,'-99'0,"0"0,24 0,1 0,49 0,0 0,50 0,0 0,25 0</inkml:trace>
  <inkml:trace contextRef="#ctx0" brushRef="#br0" timeOffset="33756.93">20340 7020,'-25'-25,"25"25,0-25,50 25,24-25,25 25,-24 0,-1 25,-24 0,-25 0,-25 0,-50 24,0-24,-24 0,-1-25,1 25,49-1,0 1,100 25,-1-1,25-24,-24 0,-25 25,-26-26,-24 1,-24 0,-26 0,-25 0,-24-25,50 24,-1-24,25 25,25-25</inkml:trace>
  <inkml:trace contextRef="#ctx0" brushRef="#br0" timeOffset="34163.94">21109 7020,'0'49,"25"51,-25-76,0 76,0-76,0 51,24-1,-24-24,-24-25,24-1,0-24,24-24</inkml:trace>
  <inkml:trace contextRef="#ctx0" brushRef="#br0" timeOffset="34564.97">21431 7045,'0'24,"0"26,0-25,0 24,0-24,0 25,0-25,0-1,25-24,-25 25,25-25,0 0,24 0,1-25,-25 25,24-24,-24-1,0 0,0 25,0-25,-25 25,0-74</inkml:trace>
  <inkml:trace contextRef="#ctx0" brushRef="#br0" timeOffset="34939.99">21630 7045,'24'99,"-24"-50,0 26,0 24,0-49,25-26,-25 26,0 0,0-26,0-24,0 25</inkml:trace>
  <inkml:trace contextRef="#ctx0" brushRef="#br0" timeOffset="37568.14">22200 7119,'0'50,"25"-1,-25 26,0-1,0-24,0-1,0-24,0-25,0-50,0 26,0-1,0-50,0 51,25-51,-25 50,25-24,-25 24,24 25,1-50,-25 50,50 0,-25 0,-1 50,-24-25,25 0,-25 24,25-24,-25 49,0-49,0 0,0 0,0-25,0 25,0-25,0-25,0 25,0-50,0 25,25-24,0-1,-25 1,24 24,1 0,0-25,0 26,0 24,-25 0,24 24,1 26,0-25,0 24,-25 1,0-25,25 49,-25-49,0 25,0-1,-25-24,25 0,0-25,0 25,-25-25,25-25,0 25,0 0,0 0,0 0,0 25,0-25,0 0,0 0,-25 0,25 0,-25 0,25 24</inkml:trace>
  <inkml:trace contextRef="#ctx0" brushRef="#br0" timeOffset="38729.21">22920 7863,'-25'0,"0"0,-25 0,26 0,-26 0,25 0,-25 25,1-25,-1 0,1 0,-1 0,0 0,-24 0,24 0,-24 0,24 0,-24 0,24 0,-24 0,0 0,-1 0,1 0,-1 0,1 25,-1-25,1 0,0 0,-26 0,26 0,0 0,-26 0,51 0,-50 0,24-25,1 25,-1-25,1 25,-1 0,-148-50,174 26,-26-1,26 0,-1 0,0-24,1 24,-1-25,25 25,1 1,-1-26,0 0,0 26,0-51,25-74,75-24,24 74,50-1,124 1,-1 49,26 26,372-26,-323 25,-24 50,98 0,-123 49,-75-24,25 74,-99-25,-75 0,-49 25,-50-24,-99-26,-322 25,198 25</inkml:trace>
</inkml:ink>
</file>

<file path=ppt/ink/ink11.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6-09-22T07:05:17.610"/>
    </inkml:context>
    <inkml:brush xml:id="br0">
      <inkml:brushProperty name="width" value="0.05292" units="cm"/>
      <inkml:brushProperty name="height" value="0.05292" units="cm"/>
      <inkml:brushProperty name="color" value="#FF0000"/>
    </inkml:brush>
  </inkml:definitions>
  <inkml:trace contextRef="#ctx0" brushRef="#br0">1215 11708,'0'0,"0"0,-24 25,24-25,-25 24,0 1,0 0,0 0,1 0,-1-1,-25 1,25 25,1-50,24 25,-25-1,25 1,0 0,-25-25,50-25</inkml:trace>
  <inkml:trace contextRef="#ctx0" brushRef="#br0" timeOffset="1499.08">992 11609,'25'24,"-25"1,50 0,-26-25,26 25,24 0,-49-1,25-24,-25 0,-25 25,-50-25,0 25,-24-25,24 0,26 0,48 0,51 0,-1 0,-24 0,-25 25,-50-25,-50 25,26-1,-1-24,1 25,49 0,24-25,26 0,24 25,1 0,-75-25,0 24,-50-24,-24 25,49 0,25-25,25 0,24 0,1 0,0 0,-26 25,-73-25,-26 25,51-25,24 0,49 0,-24 0,25 0,-50 0,-75 0,50 24,-24-24,24 0,75 0,-1 0,-49 0,0 0</inkml:trace>
  <inkml:trace contextRef="#ctx0" brushRef="#br0" timeOffset="3377.19">918 11584,'0'0,"-25"0,25-25,-25 25,0 0,1 0,24 0,-25 0,25 0,-25 0,25 0,-25-25,0 25,25 0,-24 25,-1-25,0 0,25 25,-25-25,25 0,0 25,-25-25,25 24,0-24,0 25,0-25,0 25,0-25,0 0,0 25,0-25,0 25,25-25,-25 0,25 24,-25-24,25 25,-25 0,25-25,-25 0,0 25,24 0,-24-25,0 0,0 24,0-24,0 25,25-25,-25 25,0-25,0 25,0 0,0-25,25 24,-25 26,0-25,-25 0,0-1,1-24,-26 25,0-25,26 0,-1-25,-25 1,50-1,-25-25,0 1,25 24,-24 0,24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3T23:56:29.220"/>
    </inkml:context>
    <inkml:brush xml:id="br0">
      <inkml:brushProperty name="width" value="0.09071" units="cm"/>
      <inkml:brushProperty name="height" value="0.09071" units="cm"/>
      <inkml:brushProperty name="color" value="#3165BB"/>
    </inkml:brush>
    <inkml:brush xml:id="br1">
      <inkml:brushProperty name="width" value="0.12095" units="cm"/>
      <inkml:brushProperty name="height" value="0.12095" units="cm"/>
      <inkml:brushProperty name="color" value="#3165BB"/>
    </inkml:brush>
  </inkml:definitions>
  <inkml:trace contextRef="#ctx0" brushRef="#br0">1462 8203 8339,'6'-3'1209,"-1"-1"-195,-1-2-317,-1 0 1,-3-3-186,0 0 1,0-1-156,0 1 0,0 0 102,0-1 1,0 1-136,0 0 1,0-1 3,0 1 1,-1 3-129,-2 0 1,1 0-113,-4-4 0,0 2 77,-4 2 1,1-2-232,0 5 1,-1-3-12,-3 3 0,-1 0 107,-5 3 1,2 0-414,-1 0 1,1 1 169,-4 2 1,1 2-84,1 5 1,2-1 90,1 0 1,0 5 131,3 1 1,1 3 72,2 0 1,1 4 174,0 0 0,4 3 72,2-4 0,2 4-145,1-3 1,0 0-6,0-4 1,4 0-3,2-3 0,-1 2-135,1-5 0,0-2-11,4-4 0,2-4-209,1 1 1,0-3 80,-1-3 0,3-2-172,4-5 1,-1 0 43,1-2 1,2-2 115,-3-1 0,3-3 142,-6 3 1,2-3-38,-2-1 1,-2 1 142,-7-1 1,1 2-120,-4 1 0,4 0 131,-4 3 0,1 1-91,-1 2 239,-2 1 169,3 0-262,-4 4 0,0 1 309,0 8 1,-4 2-159,-2 6 1,1 0 19,-2 3 0,4 1-44,-3 2 1,4-2-58,-1-1 0,3 0-178,3 0 1,3 2 107,7-5 0,-3 1-190,2-4 0,2 0 43,-2 1 0,4-5-397,-4-2 1,2-2 178,-2-1 0,-1 0-611,5 0 0,-5-4 155,2-2 0,0-3-134,0 0 0,-4-4 831,-3-3 0,0-2 0,4 0 0</inkml:trace>
  <inkml:trace contextRef="#ctx0" brushRef="#br0" timeOffset="1">1611 7840 8065,'4'-10'0,"-2"1"405,4 0 0,-3 1-5,4 1 1,-4 0 412,3 4 1,-3-3-166,3 3 0,3 1 25,4 5 1,4 6-140,2 7 1,5 6 69,7 6 0,-2 2-230,2 7 0,-1 5-166,-14-16 1,-1 1 0,-2-1 0,0 1 26,1 4 1,0 0-1,-3-2 1,-1-1 43,2 0 0,-2 0 0,-3-2 0,-1 0 232,3 21 1,-7-5-648,-2-2 0,-9-1-351,-10-2 1,-5-4-296,-7-2 1,-8-4-39,15-15 1,-2-2 0,-1-3 0,-2-1 819,-3-4 0,-1-1 0,-1 1 0,0-2 0,-3-1 0,-1-1 0,-2-2 0,0 1 0</inkml:trace>
  <inkml:trace contextRef="#ctx0" brushRef="#br0" timeOffset="2">2449 7784 7977,'5'-14'654,"3"4"0,-7-3 574,2 3-66,-2 5-336,-1 1-422,0 12 1,-1 7-146,-2 10 0,2 1-21,-2 2 1,2 4-78,1 3 1,0 5 62,0 3 1,0 0-320,0 0 0,0-3-103,0 0 0,0-6-318,0-3 1,-1-3-46,-2-3 1,1-6-554,-4-7 1,3-2 1113,-4 0 0,1-5 0,-3-1 0</inkml:trace>
  <inkml:trace contextRef="#ctx0" brushRef="#br0" timeOffset="3">2365 7868 7942,'0'-10'0,"0"1"150,0 0 15,0-1 1,0 1-61,0 0 1,0-2 142,0-1 1,1 2-245,2-3 0,0 3 118,7 1 1,-2-1 17,7 1 0,2 1-4,5 2 1,1-2-6,5 5 0,0 0-10,0 3 0,-3 0 15,0 0 1,-4 4 22,0 2 0,-4 7-6,-2 2 1,-3 3 31,0 1 1,-5-1-26,0 1 0,-5 3 53,1-1 0,-3 1-186,-3-3 0,-3-1-191,-3 1 0,-4-5-158,-3-1 1,-6-3-501,-2-1 0,-7-3 6,-4-3 1,3-2 815,1-1 0,-2 0 0,0 0 0</inkml:trace>
  <inkml:trace contextRef="#ctx0" brushRef="#br0" timeOffset="4">2384 7951 7942,'9'0'1154,"0"0"-4,1 0-489,-1 0 0,-3 0 235,0 0-497,-4 5 0,2 0-17,-4 4 1,5 0-149,1 1 1,3 3-9,4 3 0,1 1 8,5 2 1,3 3-134,3-1 1,2 1-169,1-3 0,-3-2-312,0-1 1,-8-3-148,2-3 1,-4-1-588,1 0 1,-3-1-1604,-3-1 2716,-5 1 0,3-3 0,-3 4 0</inkml:trace>
  <inkml:trace contextRef="#ctx0" brushRef="#br0" timeOffset="5">3073 8119 8122,'9'-5'56,"0"2"1,1-2 178,-1-2 1,-1 2 689,-2-1-504,3 4 0,-5-3-57,2 2 0,2 1 39,-2-5 0,-1 4 316,-2-3-241,-2 4-456,-1-6 109,0 3 1,-1-4-125,-2 3 1,-3-2-56,-3 2 0,0 0-120,-1 0 0,0 4 24,-2-1 1,-4 2-54,-6 1 1,0 3-16,-3 0 1,-5 8 133,2-2 0,-1 6-252,4 1 1,2-1 68,5 4 0,4-2-103,5 4 0,4 2 9,5-1 0,5 1 19,4-2 1,6-1 36,7 2 0,-2-7-187,5-2 1,0-7 36,3-3 1,-4-2 448,-3-1 0,-1-1 0,-1-2 0,-5-2 0,-2-5 0,-2 1 0,-4 0 0,-2-1 0,-4 1 0,0-3 0,0-1 0,0-3 0,0 0 0,0 0 0,0 0 0,0 0 0,0 3 0,0 1 0,0 2-145,4-3 0,-2 4 173,5-1 0,-4 2 337,3 5 0,-3-1 458,3 1 121,-4 2-195,7-3-2,-8 4 682,3 0-1058,0 0 1,-3 4-133,2 2 0,1 5 26,-1 2 1,0 4 8,-3 2 0,3 0-30,1 2 0,0-1-234,-1-1 1,-2-1 115,2 1 0,-2-2-610,-1-1 0,0-3 301,0-3 0,0-1-2185,0 0 1088,0-4 95,0 0 1,0-6 1184,0-3 0,0-1 0,0-4 0</inkml:trace>
  <inkml:trace contextRef="#ctx0" brushRef="#br0" timeOffset="6">3184 8184 8122,'4'-14'0,"-1"-4"98,3 3 0,0 0 179,3 0 0,0 0 141,-3 0 0,2 1 157,-2 5 1,2 3-125,2-1 0,-4 5-124,0-1 0,-3 2 34,4 1 1,-4 1-124,3 2 1,-3 3-124,3 3 1,-3 1 10,3 3 1,-2 1-73,2 5 0,-1-1 91,1 1 0,1 3-225,-4-1 1,4 1-261,-4-3 0,0-4 201,-3 1 0,3-5-480,0 2 199,0-7-1178,-3-2 883,-4-4 0,0-5-135,-2-5 0,-2 1 295,5-3 1,-3-3 554,3 0 0,0 0 0,3 0 0,0 2 0,0-2 0,4 2 0,2-2 0,6 2 0,0-2 0,4 4 0,-4-2 0,4 4-84,-4 3 1,1-2 83,0 5 1,-3-3 478,3 3-127,-3 0 1,-2 7-191,-2 2 1,2 3-2,-5 0 1,1 3-321,-1 1 1,-2 2 104,2-2 1,-2 3-240,-1 0 1,0-3-9,0 0 301,0-3 0,0 3 0,0 2 0</inkml:trace>
  <inkml:trace contextRef="#ctx0" brushRef="#br0" timeOffset="7">3790 8166 8177,'12'-1'0,"0"-3"0,1 2 0,-4-4 1197,0 4-735,-3-2 0,-1 0 244,-2-2-508,-2-3 1,2 0-59,-6 0 1,-2-1-195,-5 1 1,0 0-236,-2 0 0,0 0 270,-3 3 1,2 2-91,-2 4 0,-1 1 48,-2 2 0,-1 5-247,0 5 1,1 6 228,-1 0 0,5 5 42,1-2 1,4 2 33,3-2 1,2 0 30,4-4 0,0 0-113,0-2 0,4-3 79,2-4 1,3-4-219,4-1 0,-2-4 116,5-4 1,0-2-120,6-6 0,-4 0 81,1-3 0,0-4 46,-4-2 1,-1 2 339,-2 3 1,-3 4-120,-2-3 1,1 3 187,-2 0 0,-1 6 75,1 2-8,-3-1 0,4 5-61,-4 0 0,0 4-79,-3 6 0,3 2-39,0 1 1,0 4 3,-3 2 1,3 0 157,1 6 1,-1-4-119,-3 1 1,1 0 81,2 0 1,-2 1-105,2-1 0,-2-3-157,-1 3 0,0-2-34,0-2 1,-1 0-207,-2-3 1,1 2 134,-4-5 1,-1-2-130,-2-4 1,-1-4-595,-3 1 0,2-2 356,-5-1 0,1-4-800,-4-2 1,2-3 1209,1 0 0,-1-4 0,2-2 0</inkml:trace>
  <inkml:trace contextRef="#ctx0" brushRef="#br0" timeOffset="8">3948 8212 8172,'23'-9'0,"-1"3"301,3-1 0,-3 4 512,-7-3 1,2 1-513,-5-1 0,1-4-57,-4 1 0,-1-1-181,-1-6 1,-2 4 53,-2-4 1,-1 4-490,4-4 1,-1 4 143,2-4 1,0 8-397,-4-1 395,0 2 57,-3 1 251,0 2 1,-7 8-113,-3 3 1,-5 5 183,-1 4 0,-1 2-90,-2 4 0,6 2 106,3 4 0,5-1 51,5-3 0,2-1 158,4-4 1,5-2-101,7-1 0,5-6 162,2-4 1,5-5-635,1-1 1,2-5 129,-5-7 0,1-4-1517,-7-5 1583,0-3 0,-4-8 0,1-1 0</inkml:trace>
  <inkml:trace contextRef="#ctx0" brushRef="#br0" timeOffset="9">22812 4227 8046,'23'0'1159,"3"-3"-702,-4 0 1,-4-1 815,-6 1-532,2 2 1,-3-7 189,1 5 17,-6 0-661,-1 3 0,-15 0-159,-5 0-117,-11 0 66,-11 0 0,-7 4-62,-5 3 0,0-2-861,23-2 1,-1 0 487,-3 0 1,-1 0 304,-2 0 0,0-1 0,-4 1 0,-1-2-1099,1 0 0,0-2 585,0 1 1,-1 0 351,3 1 0,0-2 1,-3-2-1,1-1-862,1 0 0,0-1 1077,2-1 0,1 1 0,1 0 0,1 1 0,1 0 0,1 0 0,0-1 0,0 1 0,0-2 0,1 0 0</inkml:trace>
  <inkml:trace contextRef="#ctx0" brushRef="#br0" timeOffset="10">22830 4264 8078,'10'-5'-376,"-2"-3"313,-2 2 1,1 1 1355,-4-2-280,5 5-264,-7-2 94,3 0-52,-4 3-192,0 9-194,0 4-171,0 15-53,-4 0 0,3 12 0,-3 8-30,4-20 1,-1 1-1,1 2 1,0 0-319,0 3 0,0-1 0,0-1 0,0-1 272,0 0 1,0-1-1,0-1 1,0 0-417,0 25 0,0-26 1,0 0-2827,0 22 3137,0 1 0,0-5 0,0-1 0,0 1 0,0-2 0</inkml:trace>
  <inkml:trace contextRef="#ctx0" brushRef="#br0" timeOffset="11">24674 5335 8446,'9'0'0,"0"0"0,-2 0 0,-1 0 0,-4 4 0,2-3 0,-4 8 182,0-8 1,-1 6-1,-3-3 997,-5 1 0,-1 0-811,-2 2 0,-3 0-372,0-4 0,-2 0 64,2-3 0,-4 0-159,0 0 0,0 0 89,-6 0 1,1 0-40,-1 0 1,2 0-108,1 0 0,2 0 116,-2 0 1,3 1 130,0 2 1,4-1-86,-1 4 1,4 1 225,-4 2 1,5-1-55,-2-2 0,0 3 71,1-3 1,-1-1 66,4 1 1,-2-1-191,-1 2 1,1-3-40,-5-4 0,0-1 71,-6-2 0,-3-4-251,-6-5 1,2-7 137,-2-5 1,-1-2-300,1 1 0,1 0 0,5 6-124,3 5 1,4 3 152,2 1 1,0 4 501,3 0-154,1 4-98,3-2 0,-1 8 288,1 2-137,-5 2-84,4-3 0,-3 4 532,3-3-245,1 2 17,-4 1-294,2 1 1,-6-5 198,1-2-524,-1-2 18,-6-1 289,-1-4-239,0-1-370,1-5 333,1 1 1,1 0 7,-4 0-65,0 3 94,2 2 0,-4 1 109,2 0 0,-6 0-77,-3 3 1,-3 0 37,0 0 1,3 4-24,0 2 1,2 3 247,1 0 1,1-3 290,8 0 1,3-1-193,4 2 0,-1 0-252,-2-4 1,3 0 132,3-3 0,2-3 0,0-1-1121,1-1 0,1-2 1001,1-2 0,3 0 0,4 0 0</inkml:trace>
  <inkml:trace contextRef="#ctx0" brushRef="#br0" timeOffset="12">22439 4013 7951,'5'0'-1188,"4"0"1983,-8 0-289,3 0 90,0 0-25,-3-4-158,3 3 130,-4-3 355,0 4 0,0 10-563,0 2 1,-3 6-76,0-6 0,-4 5-120,0-2 0,1-1 81,-3-2 1,2-1-398,-6-2 0,0-3 187,0 0 1,-3-5-612,0-1 0,2-2 348,-2-7 0,5 1-398,-1-8 0,1-2 199,2-4 1,4-1 54,2 1 0,2 3 329,1-3 1,5 2-39,4 2 1,1 3 159,6 3 0,-4 3-69,4 2 1,-1 3 616,4 4 1,0 0-281,-1 0 1,1 5 361,-1 5 1,0 0-250,-2 6 1,-3-4 44,-4 4 0,0-4-206,-3 3-225,-2 1 116,-4-2 0,0 3-327,0-5 1,-4 4 171,-2-4 1,-3 1-113,0-4 1,-1-3 66,-3 0 1,2-3-339,-5 0 1,4-5 150,-4-2 1,2-6-116,-2 1 0,0-6-34,3 3 0,2-4 104,5 4 0,-1-4 218,4 4 1,-1 0-68,4 2 0,1 2 380,3 2 0,5-1-170,6 4 0,0-1 82,0 4 1,1 0 76,3 0 1,-1 4 122,1-1 0,-4 4-15,1-1 1,-5 5-66,2 2 0,-7 0-154,-3 0 1,-2-2 45,-1 5 1,0-1-256,0 4 1,-4-5 71,-2-1 1,-4-3-126,-2-1 1,0-2 8,-3-1 1,0-4 11,0 1 0,-3-6-232,3-3 0,-2-7 86,2-2 0,-2-3-139,5-1 1,-1 1 81,4-1 1,4 2 186,2 1 0,2 3-70,1 3 0,7 2 463,2 2 0,7-1-188,-1 4 0,4-1 106,3 4 1,-3 5 302,3 1 0,-5 2-255,-2 1 0,-3 1 86,0-1 1,-6 3-30,-3 1 1,-2 0-296,-1 0 1,0-3 125,0 2 1,-4-1-229,-2-2 0,-3-3-163,-4 0 1,2-3 136,-5 0 0,4-6 13,-4-4 1,5-2 36,-1-3 0,-2-3-409,2-3 0,0-1 172,6 0 0,-1 5-250,4 1 1,0 3 147,3 1 0,4 4 578,2 1 1,2 3 77,2 1 1,2 1 92,0 3 0,1 1-229,-4 4 1,1 1-137,-1 3 0,-3-3-731,0 3 470,-4-7 287,2 2 0,1-7 0,0 3 0</inkml:trace>
  <inkml:trace contextRef="#ctx0" brushRef="#br0" timeOffset="13">22672 3948 7063,'5'0'14,"-1"0"161,0-4 1,2 0-82,3-3 0,0 3 302,0 4 1,3 0-117,3 0 0,2 0 302,8 0 0,0 4-121,3 3 0,0-2 24,4 1 1,-2-4-384,4 1 0,-3-2 94,3-1 1,-3-4-604,3-2 1,-4 2 293,1 1 0,-5-2-402,-1 2 0,-5 0 260,2 3 0,-3 1-476,-4 2 0,-1-1-974,-5 5 1705,0-5 0,1 6 0,-1-3 0</inkml:trace>
  <inkml:trace contextRef="#ctx0" brushRef="#br0" timeOffset="14">23296 3966 8357,'14'0'-1,"-1"0"0,-6 0 997,-1 0 86,-4-4-433,2-1-247,-4-4 0,-1 1-107,-2 1 0,0 0-291,-6 4 1,0-3 104,-6 3 1,-1-1-109,-2 0 1,-2 3 55,-2-2 1,2 1-918,-5-1 1,4 2 133,-1-2 726,7 2 0,-3-3 0,4-1 0</inkml:trace>
  <inkml:trace contextRef="#ctx0" brushRef="#br0" timeOffset="15">23268 3920 8216,'24'9'0,"-6"-3"2000,-5 1-884,-7-5-869,2 6 1,-8-7-242,0 2 0,-8 1 56,-8-1 1,-1 1-592,-2 0 1,1-2 265,-1 4 1,0-3-522,1 3 1,2-3-76,1 3 334,3-3 1,-1 4-149,3-4 673,5 4 0,-3-6 0,3 3 0</inkml:trace>
  <inkml:trace contextRef="#ctx0" brushRef="#br0" timeOffset="16">23119 3845 8069,'17'2'0,"-1"5"0,-3-1 1638,-3 6 0,-4 3-338,0 0 0,-4 3-1188,1 0 0,-2 1 52,-1 0 0,-1-2-164,-2-1 0,-2 1 0,-4-2 0</inkml:trace>
  <inkml:trace contextRef="#ctx0" brushRef="#br0" timeOffset="17">22579 4050 8149,'9'0'1362,"0"0"1,-2 0-1166,-1 0 1,-3 0-266,3 0 0,-3 0-180,3 0 1,-3-1-1215,0-2 717,2 2 325,-4-3 420,7 4 0,-3-4 0,5-1 0</inkml:trace>
  <inkml:trace contextRef="#ctx0" brushRef="#br0" timeOffset="18">22867 4069 8120,'14'5'0,"-3"0"0,4-3 357,-2 1 0,1 1-119,-2 0 1,-5-3-116,3 2-119,-3-2-825,2-1 455,-4-4 242,-1 3 1,1-8-1036,-4 4 1159,3 0 0,4-3 0,2 3 0</inkml:trace>
  <inkml:trace contextRef="#ctx0" brushRef="#br0" timeOffset="19">23128 4078 8120,'14'5'-273,"-3"3"273,5-5 0,-5 3 299,1-3 1,3 0-801,-5 1 298,-1-3 1,0 3-14,-3-4 0,-1 0-130,1 0 0,-3 0 346,4 0 0,-1-4 0,3-1 0</inkml:trace>
  <inkml:trace contextRef="#ctx0" brushRef="#br0" timeOffset="20">23407 4227 8120,'13'6'0,"-1"1"0,1-4-519,-4 3 183,0-4 232,1 2 149,-1-4 1,-1-1-1,-1-2-412,0-3 0,-4 1 10,3-2 357,-4 1 0,6 1 0,-2 1 0</inkml:trace>
  <inkml:trace contextRef="#ctx0" brushRef="#br0" timeOffset="21">23566 4227 8120,'9'14'0,"0"-4"-78,1 2 0,2 2 0,1-1 202,-2 2 1,2-4-23,0 2 0,0-3-266,0-1 96,-3 0 70,3-3 0,-3 1-231,-1-4 140,0 0 1,1-3 118,-1 0-927,0 0 897,1 0 0,3-4 0,2-1 0</inkml:trace>
  <inkml:trace contextRef="#ctx0" brushRef="#br0" timeOffset="22">23882 4367 8120,'15'9'-682,"-1"4"633,-1-1 0,-2 1 432,5 0 1,-2-2-163,2 5 1,0-4-320,-3 4 0,0-5-207,-1 1 216,-1-1 0,2-2 64,-3 0-596,-5-3 297,3 2-1,-3-7 287,4 3 38,-3 0 0,6-3 0,-2 3 0</inkml:trace>
  <inkml:trace contextRef="#ctx0" brushRef="#br0" timeOffset="23">24255 4683 8120,'13'15'-511,"-2"-2"358,1-3 0,-1-1 465,2 0 1,-3 1-235,4-5-199,-9 3 66,3-7 0,-6 6-90,4-4 185,-4 0 18,2-3-300,-4 0 0,0 0 0</inkml:trace>
  <inkml:trace contextRef="#ctx0" brushRef="#br0" timeOffset="24">24450 4898 8120,'19'18'0,"-4"-2"47,1-1 60,-5 1 5,3-2 0,-5-1-155,0-7-40,-3 2-515,2-7 570,-7 3 0,3-8 28,-4-2 0,-4-2 0,-1-2 0</inkml:trace>
  <inkml:trace contextRef="#ctx0" brushRef="#br0" timeOffset="25">24599 5074 8234,'10'19'0,"-1"0"184,0-1 1,1-2 65,-1-1 0,-3-3-172,0 0-25,-4-2 0,2-3-364,-4-1 231,0-4 1,0 2-320,0-4 1,0 0-1</inkml:trace>
  <inkml:trace contextRef="#ctx0" brushRef="#br0" timeOffset="26">24730 5205 8795,'5'0'1278,"-1"0"-1547,-4 0 0,-7 1 231,-3 2 1,2 2-63,2 4 1,0 1 18,-4-1 1,4 3 99,0 1 1,4 2 79,-1-2 1,3 2 72,3-2 1,-1 2-1,4-1-79,1 0 0,2-2 1,0 0 0,0-5-143,1-1 0,2-4 146,0 2 1,4-4-493,-4-4 195,1-1-177,-4-4 181,5-4 78,-4-2 0,3-4-39,-3 1 106,-5-1 0,2 1-87,-4-1 261,0 0-84,-3 1 0,0 2-151,0 1 259,0-1-74,-4 2 1,2 0 167,-4 5 1,3 1-44,-3 1 1,-1 0 71,-2 4 0,0 0-100,-1 3 0,-3 4 147,-3 2 1,2 6-138,-2 0 0,4 5-50,-3-2 0,3 0 0,1 1-76,4 4 1,-1-2 78,5 4 1,0-2-114,3-2 81,4 1-235,-3 0 77,8-5 0,-1 0 151,4-5-498,5-4 191,-3-1 0,5-4 176,-1 0-457,1-4 263,-4-5 1,2-3-80,-1-3 0,-3 0 161,0 0 1,-6-3 84,-1 3 0,-4-2-87,1 2 1,-2-3 132,-1 3 0,0-3-76,0-1 0,-4 5 304,-2 2 1,-2-1 70,-2 4 0,1-2-122,0 8 0,-4 0 143,1 3 0,-4 5-75,4 5 1,-2 0 65,2 6 1,5-1 0,-1 4 92,2-1 0,3 2 29,3 2 0,0-3-197,0 3 0,3-5 18,0-2 1,4-3-429,-4 0 172,4-6 1,-6-1-196,2-2-576,2-1 596,-4-2-837,3-6 451,-4-3 282,5 0-307,-4-5 348,3 0 0,-4-8-216,0 0 278,0 1 21,0 6 0,0-2-199,0 1 559,4 3-203,-3-1 0,3 8 647,-4 0-502,4 4 1,-3 2 268,2 6 0,2 6-176,-2 4 0,0 1 206,-3 2 0,-1 1-83,-2 1 0,-3-1-4,-3 2 1,1-3-244,2 0 1,-2-4 128,5-3 1,-3-2-314,3 0 0,-1-5 175,1-2 0,2-3-639,-2-3 1,2-2 26,1-5 1,0-2-183,0-1 0,0-3-166,0 0 409,0 3 143,0-1 1,0 2 242,0 0 7,0-1 1,0 4-34,0 0 51,4-1 1,1 4-302,4 0 1041,-4 4-542,8-2 0,-7 1 1,6-1 432,-1 2 1,-2 6-249,0 2 1,-2 2 206,-1 1 0,-4 4-119,1-1 0,-2 5-127,-1-2 0,-1 0-229,-2 0 1,-2-2 121,-5 2 0,1-5-297,0 0 1,-2-2-103,-1-5 0,2 0-50,-3-3 0,3-4-2,1-2 0,0-3 96,3-4 1,2-1 0,4-5-103,0 0 0,0 1 120,0-1 1,5 4 202,4-1 0,5 6 282,4 1-169,-3-1-90,3 9 0,-4-3 362,5 4-248,-5 0 1,1 4-38,-3 2 675,-6 3-368,7 0-104,-12 4 0,3 2 36,-4 4-221,-4-5 0,-1 1-446,-5-3 0,0-3 237,-3 1 1,2-2-1079,-4-5 0,-1 0 578,-3-3 0,1-1 541,-1-2 0,1-2 0,-1-5 0</inkml:trace>
  <inkml:trace contextRef="#ctx0" brushRef="#br0" timeOffset="27">24739 5596 8094,'9'0'79,"1"0"1,-4 0 530,0 0 1,-3-3-147,3 0 0,-4-2 330,1 2-11,-2 2 25,-1-3-380,0 12 0,0 4-62,0 10 1,0 2 91,0 7 0,0 2-95,0 1 1,0-2 439,0-4-281,0-5-58,0 0-546,0-4 143,0-5 0,0 0-406,0-5 333,0 0 74,0-3 0,-1-2-2453,-2-4 1629,-2 0 1,-4-1 761,0-2 0,-5-7 0,0-4 0</inkml:trace>
  <inkml:trace contextRef="#ctx0" brushRef="#br0" timeOffset="28">22905 5484 8031,'5'0'0,"3"0"787,-7 0-25,3-4-106,0 3 400,-3-7-150,4 2-458,-5 1 1,-1 1 138,-3 4 0,3 8-164,-2 5 1,-1 7 574,1 1-456,0 9-438,3-1 274,0 8 0,0 1 271,0-1-572,0 0 18,0-4 1,0-2-68,0-6 0,0-3-224,0-7 1,0-1-1822,0-5 1589,0-4 1,0-2-1212,0-6 1,0-6-244,0-7 1882,4-5 0,1-7 0,5-5 0</inkml:trace>
  <inkml:trace contextRef="#ctx0" brushRef="#br0" timeOffset="29">23454 5791 9340,'15'0'290,"-2"-1"1,-4-1 847,1-1 1,-4-3 222,0 3 1028,-4 0-1187,6 3-487,-7-4 703,4 3-843,-5-4 1,-3 5 98,-3 0-264,0 0-167,-12 5 0,4 0-683,-9 4 311,4 0 186,-12-3-930,-3 2-658,-4-7 1173,-7 3 1,3-4-624,-1 0 1,2 0 340,7 0 0,6-4-999,7-2 1,2 0-430,3 0 2068,3 0 0,8-3 0,1-1 0</inkml:trace>
  <inkml:trace contextRef="#ctx0" brushRef="#br0" timeOffset="30">23752 5642 8761,'9'0'-1308,"1"0"70,-1 0 1238,-4 0 0,3 0 0,-7 0-63,8 0 225,-4 0 1,4-1 199,0-2 1,2 2-259,1-2 1,-1 2 490,1 1 0,-2 0-258,0 0 0,-1 1 257,0 2 0,0 2-185,-3 5 1,-2-1-165,-4 0 1,0 2-234,0 1 1,-1 2 120,-2 1 1,-3 3-202,-7-3 0,3 2 74,-3-2 0,0 3-468,1-3 0,-4 0-179,4 0 1,-4-3-389,4 0 0,-4 2-187,4-2 1216,-1 5 0,4-7 0,0 3 0</inkml:trace>
  <inkml:trace contextRef="#ctx0" brushRef="#br0" timeOffset="31">23817 6080 8324,'15'5'742,"-2"-1"-272,-4-4 84,-3 0 1,-2-4-15,-4-2-3393,0-2 2853,0-2 0,-4 1 0,-2 0 0</inkml:trace>
  <inkml:trace contextRef="#ctx0" brushRef="#br0" timeOffset="32">24441 5922 8197,'19'0'-1137,"-5"0"602,4 0 347,-8 0 1,3 0 1023,-3 0-428,-5 0 0,3 0 291,-2 0 460,-1 0 416,3 0 292,-7 0-1246,3 0-126,0 0 1117,-3-4-1000,3 3 0,-8-4 99,-2 5 389,-6 0-668,-3 0 1,-12 0 234,-4 0-671,-8 5-31,1-4 0,-7 6 435,5-4-3066,4 0 1918,-1-3-2529,4 0 2816,-4 0 1,0 4 0,-1 1-1</inkml:trace>
  <inkml:trace contextRef="#ctx0" brushRef="#br0" timeOffset="33">4972 8063 8208,'14'0'357,"-1"0"0,-3 0 252,0 0 455,-1 0-199,0 0 35,0 0 0,0-1 205,-3-2 490,-2 2-471,0-3 59,-3 4 193,3 0-1171,-12 0 1,1 0-116,-9 0 1,0 3-536,-6 0 1,-2 3 361,-4-3 1,-1 5-1551,-2-2 0,2-1 748,-2 1 1,-1-3 884,1 4 0,4-5 0,5 2 0</inkml:trace>
  <inkml:trace contextRef="#ctx0" brushRef="#br0" timeOffset="34">5009 8277 8029,'23'-3'702,"-4"0"1,-5-4 935,-5 1 0,-3-3 816,-3 0-1860,-2 4 1,-1-3 309,0 1 1,-1 3-343,-2 1 0,-6-1 120,-3 1 0,-8 0-265,2 3 0,-7 0-342,0 0 1,-5 4-644,-1 2 1,-4 2-1746,1 2 2075,2 3 1,-5 2-1,4 3 1</inkml:trace>
  <inkml:trace contextRef="#ctx0" brushRef="#br0" timeOffset="35">5875 7896 12204,'0'-6'358,"-4"2"0,3 0-179,-2-2 55,2 2-53,1-4 1,0 2 181,0-3-420,0 0 50,4-1 1,-2 2-101,4 2 1,0-2-101,4 1 1,-4 0 13,0 1 0,0-1 74,4 4 0,-4 0 273,0 3 0,-3 0-130,3 0 0,-2 4 313,2 2 1,-4 2-105,1 1 0,-2 5 37,-1 1 0,0 3 31,0 1 1,0-1 113,0 1 0,-4-4-280,-2 1 0,-3-2 48,0 2 1,0-3-322,-1-3 1,1-2 130,0-2 0,-1-2-442,1-4 0,0 0-204,0 0-73,3 0 383,2 0 192,4 0 1,5-4 99,5-2 1,0 1-89,6-1 0,-4 4 226,3-2 1,-2 0-106,2 1 1,-2 0 256,2 3 1,-3 7 86,0 3 0,-2 2 201,0 0 0,-2 3-177,-2 4 0,2 3 143,-5 3 0,0 1-94,-3-1 1,-4 1-57,-3-5 1,-1 0-91,-1-5 0,-5-3-40,-1-4 0,0-3-538,0-3 0,-1-2-234,-2-1 1,-1-4-639,0-3 1,2-4-59,1-1 0,3-5 1255,4 2 0,3-3 0,2-1 0</inkml:trace>
  <inkml:trace contextRef="#ctx0" brushRef="#br0" timeOffset="36">6229 8156 7827,'9'0'3276,"1"4"-1267,-1-3-446,-4 4-4370,-1-5 2807,-4 0 0,0-5 0,0 0 0</inkml:trace>
  <inkml:trace contextRef="#ctx0" brushRef="#br0" timeOffset="37">6424 7933 8309,'10'-4'975,"-4"3"56,0-2-463,-4-3 72,7 5 200,-8-3 0,4 4 170,-2 0-371,-2 0-337,3 0-191,-4 4 1,-1 2-123,-2 3 0,2 1-161,-2 3 1,-1 0 147,1 3 0,-2 1-142,2-1 1,2 1 27,-2 2 0,2 0 16,1-1 1,0 0 64,0-3 1,1 3-97,2-3 0,-1 0 164,5 0 0,2-3-51,3 0 0,5-3 82,-2-2 1,3 0-74,1-4 1,-1 0 46,1-3 0,1-5-33,-1-4 1,2-5 208,-6-4 0,-1-5-13,-2-2 0,-6-2-4,-3-1 1,2 0-100,-2 0 0,-1 0 3,-5 0 0,-2 2 117,-5 1 0,-3 2-58,-3 4 1,-2 5-1088,-4 1 0,-5 7 492,-4 3 0,0 3 457,3 3 0,0 2 0,0 5 0</inkml:trace>
  <inkml:trace contextRef="#ctx0" brushRef="#br0" timeOffset="38">6965 7961 7845,'6'-3'8,"0"0"1,-4-2 516,1 2 84,-2 2 462,3-7-687,-3 7 0,3-4 317,-4 2-269,0 2 84,0-3-311,5 8 0,-4-2-103,2 4 1,-2 0-36,-1 3 0,1 2 126,2 1 0,-2 0-232,2 3 0,-1-2 27,1 2 1,-2-3-6,2 4 1,-1-4 68,2 4 0,-3-5-59,2 2 6,-2-3 1,0-2-18,2-1-277,-2-3 264,3-4 0,-4-4-103,0-3 0,0-4 74,0-1 0,0-5-257,0 1 0,0-1 105,0-2 1,0 1-94,0-1 1,3 1 99,0 3 0,4-2 113,0 5 1,0 0 252,-1 2 1,2 4-116,-1 0 1,1 4 331,1-1 1,0 3-165,1 3 1,-4-1 237,0 4 1,-1 3-104,2 4 0,0 3 38,-4 0 1,3 0-109,-3 0 0,0 1-78,-3-1 0,0-2-12,0 2 0,0-5-13,0 2 0,0-3-265,0-1 0,-3-2 75,0-1-378,-4-4 0,3-2 182,-2-6 1,1-4-348,5-2 1,0-1 145,0-3 0,0-2-34,0 3 0,5-2 107,1 2 0,2 1 63,1 5 1,5 0 168,1-1 1,3 5-81,1 2 0,-1 2 406,1 1 1,-4 4-56,1 3 1,-2 4 318,2 1 1,-4 5-156,-6-2 1,2 3 98,-5 1 1,0-2-553,-3-1 0,0 0 96,0-3 0,-1-4-1188,-2-3 0,1-4 167,-5 1 1049,1-2 0,-3-1 0,0 0 0</inkml:trace>
  <inkml:trace contextRef="#ctx0" brushRef="#br0" timeOffset="39">7691 7951 8008,'14'-3'0,"-1"0"82,-3 0 701,-5 3 1191,-1 0-1360,-4 0 0,-7 3-715,-2 0 1,-3 2 110,3-2 0,0 2-166,-1 4 0,2 0 96,2 1 0,-1-1 53,4 0 0,0 4 44,3-1 0,0 1 86,0-4 1,3 3 92,0 1 1,4-1-100,-1-3 0,6 4-104,0-1 1,0 1 99,-2-4 0,-2 0-66,-2 1 0,1-1 153,-3 0-265,3 5 67,-6 0 0,2 1-95,-6-3 1,-2-6-96,-5-3 1,0-2 61,-2-1 1,-3 0-692,-4 0 0,1-1 817,-1-2 0,1-2 0,-1-4 0</inkml:trace>
  <inkml:trace contextRef="#ctx0" brushRef="#br0" timeOffset="40">7877 7793 8171,'13'-5'2720,"-6"1"-2269,1 4 67,-8 0-261,0 0 0,-4-1-222,-2-2 1,-4 2-247,-2-2 0,-3 2-2084,-3 1 2295,-1 0 0,0 0 0,1 0 0</inkml:trace>
  <inkml:trace contextRef="#ctx0" brushRef="#br0" timeOffset="41">8082 7700 8090,'19'-3'917,"-3"0"1,-8 0-327,-2 3 0,-3 1 150,0 2 1,-2 2-230,-1 4 0,0 4-57,0-1 0,0 8-279,0-2 0,0 3-91,0-2 1,-1 0-979,-2 3 1,2-3 892,-3-1 0,3 1 0,1-4 0</inkml:trace>
  <inkml:trace contextRef="#ctx0" brushRef="#br0" timeOffset="42">8752 7635 8100,'10'0'0,"-4"0"821,0 0 1196,-4 0-934,2 0-681,-4 0 0,-1 3-140,-2 0 1,1 4-27,-4 0 1,0 1-199,-4 1 0,-2 1 142,-1 3 1,1 1-34,3 5 1,-5 0 63,-1-1 1,1 4 122,2 0 0,-2 7 30,2-1 1,4 6 179,5 0 0,4 5 203,5 2 0,4 6-625,9 0 1,0 0-454,3-3 0,3-8 269,6-8 1,5-6 61,5-10 0,5-4 0,-2-8 0,-1 0 0</inkml:trace>
  <inkml:trace contextRef="#ctx0" brushRef="#br0" timeOffset="43">9264 7747 8100,'0'-7'3020,"0"1"-1623,0 4-975,0-2 554,0 0-272,0 3-335,0-3 0,-3 8-229,0 2 1,-3 3 47,3 4 1,-3 1-198,2 5 1,-2 1 121,3 1 1,-1 2-50,1 2 0,2 2-41,-2-2 0,2-2-200,1 2 1,1-3 16,2 3 0,3-5 15,7 2 1,-2-5 71,4-2 1,1-3 68,3 0 1,-1-6-129,1-3 0,-2-2 81,-1-1 0,0-2-179,-3-4 1,2-4 58,-2-9 1,-1-4 60,-2-1 1,-4-4 20,0-3 1,-4 1-5,1-5 1,-2 5 109,-1-1 1,-3-1-109,0 1 0,-4 4 145,0 6 0,-1 2-97,-1 4 1,-4-2-780,1 5 1,-3 2 359,2 4 0,-2 4-757,2-1 0,-2 2 1219,2 1 0,1 8 0,3 2 0</inkml:trace>
  <inkml:trace contextRef="#ctx0" brushRef="#br0" timeOffset="44">9646 8082 7831,'23'5'1364,"-8"-1"0,2-9-623,-11-4 0,-2-1-252,-4-2 1,-3-2-1443,0 2 0,-4 0 394,1 2 1,-6 1 558,0 0 0,-1-5 0,4 0 0</inkml:trace>
  <inkml:trace contextRef="#ctx0" brushRef="#br0" timeOffset="45">9814 7821 7887,'9'-4'2515,"0"3"-1097,1-2 72,-1-2-612,-4-1-137,3 1-341,-7 1-313,4 4 1,-9 4-160,1 3 0,-3 1 141,3 1 1,-3 4-115,3-1 1,-4 1 42,4 0 1,0-2-128,3 5 0,0-5 17,0 1 1,0-1 84,0-2 0,4 0 30,3 1 0,1-4 37,1 0 1,5-4-173,1 1 0,0-2 105,0-1 0,-2 0-357,2 0 1,0-3 153,0 0 1,2-3-563,-5 3 1,4-3 328,-4 3 1,0-5-1320,-2 2 1782,-1 2 0,4-8 0,2 1 0</inkml:trace>
  <inkml:trace contextRef="#ctx0" brushRef="#br0" timeOffset="46">10037 7728 7887,'0'-5'3276,"4"1"-1898,-3 4 1,7 4-769,-5 2 1,0 3-209,-3 4 0,0 1 58,0 5 0,-1 1-106,-2 1 1,2 0-344,-3 4 0,3-4-56,1 4 0,0-4-62,0 1 1,4-3-145,-1 0 1,3-1-447,-3-3 1,3 2-868,-3-5 0,3 4 715,-2-4 1,-1 0 848,-3-2 0,8-1 0,2 0 0</inkml:trace>
  <inkml:trace contextRef="#ctx0" brushRef="#br0" timeOffset="47">10279 7868 7911,'14'-10'0,"-4"1"1226,2 0-572,-5 4 1,-2-3 1451,-2 5-1162,-2 0-646,3 3 1,-5 0-288,-2 0 0,2 4 82,-2 2 1,-1 4 46,1 2 1,-4 0 19,4 3 0,0-3-136,3 4 0,0-4 88,0 4 1,0-4 70,0 4 1,0-4-287,0 4 1,4-2 104,2 2 1,4-3-100,2-3 0,0-2 59,3-2 0,-3-2 141,4-4 1,-4-1-75,4-2 1,-4-3 124,4-7 1,-4-1-92,4-5 1,-5-3 165,2-3 1,-4 1-290,-3-1 0,-2 4 172,-4 0 1,0 1-803,0 1 0,-4 5 363,-2 2 0,-6 5-1268,-4 4 1,-3 2 1594,-2 1 0,-3 4 0,-4 1 0</inkml:trace>
  <inkml:trace contextRef="#ctx0" brushRef="#br0" timeOffset="48">10987 7877 7911,'9'0'-561,"-4"0"739,-1-4 562,-4 3 0,-1-6-447,-2 3 0,-3 1-31,-6 3 0,0 0-324,-3 0 1,2 3 87,-2 1 1,0 3-157,0-1 0,-2-1 74,5 1 0,-1 0-192,4 0 1,4 2 73,2-2 0,2 3 71,1 0 0,5 0-12,4 0 1,6 1 29,7-1 0,0-1 301,3-1 0,-2 1-98,-5-2 1,0-1 446,-2 1 0,0 0-203,-3 0 0,-4 2 125,-3-2 1,-1 6-93,1 0 0,-1 2 57,-5-2 0,0-1-215,0 5 0,-1-4-12,-3 4 0,-1-5-256,-4 2 1,-4-3 84,-3-1 0,-6-4-955,-3-1 0,0-3 144,0-1 757,2 0 0,0-9 0,-1-1 0</inkml:trace>
  <inkml:trace contextRef="#ctx0" brushRef="#br0" timeOffset="49">11154 7700 8102,'5'-5'0,"0"-2"233,4 4 0,0-1 375,1 4 1,0 0-124,2 0 0,0 1 89,3 3 1,2 1 130,5 4 1,-3 5-275,3 1 1,-2 7 75,-2 3 0,-2 3-183,-1 3 0,-3 2 174,0 4 0,-6 4-446,-3 3 0,-4-1-201,-5 4 1,-9-6-356,2-17 0,-2-1 0,-3-3 0,-1 0 504,-2 1 0,-1-2 0,1 0 0,-1-1 0,-2-1 0,-1-1 0,-3 0 0,-1-1 0,-3 0 0,0 1 0</inkml:trace>
  <inkml:trace contextRef="#ctx0" brushRef="#br0" timeOffset="50">12076 7989 7858,'14'0'0,"-1"0"1089,3 0 1,0-3-459,-3 0 0,-1-4 451,-3 4 1,0-4-512,-3 1 0,-1 1 522,-2-2 1,-2 4-92,2-3 1,-3 4-493,-3-1 0,-2-1-364,-4 1 0,-2 0 93,-1 3 0,-3 0-294,-3 0 1,-2 3 106,-2 0 0,2 4-1164,-5-1 0,3-1-382,-3 2 1,5-5 1493,-2 1 0,2 2 0,2 0 0</inkml:trace>
  <inkml:trace contextRef="#ctx0" brushRef="#br0" timeOffset="51">12169 8091 7935,'23'23'0,"-4"-8"3276,-1 1 0,-7-5-1638,-7-1 0,-5-5 0,-2-2 0,-8-2-723,-7-1 1,-5 0-1627,-5 0 0,-4-1 487,-2-2 1,1 1-3054,-1-4 2696,8-1 1,-5-6-1,7-2 1</inkml:trace>
  <inkml:trace contextRef="#ctx0" brushRef="#br0" timeOffset="52">12709 7728 7945,'4'-9'1378,"-1"-1"-402,3 1-609,-4 0 1,2 3 154,-4-1 346,0 5-133,0-6-160,0 7 932,0-3-1099,0 16 1,0 4 319,0 12-562,0 4 0,0-2-21,0 4 0,1 0-99,2 3 0,-1 1-159,4-1 1,-4-1 147,2-2 1,-3-2-1449,-1-4 1,0-2 1412,0-4 0,4 4 0,1-7 0</inkml:trace>
  <inkml:trace contextRef="#ctx0" brushRef="#br0" timeOffset="53">13082 8138 7857,'0'9'3276,"0"0"-1336,4 1 68,-3-5-1660,3-1 1,-4-3-323,0 2-3303,-4-2 3204,3 3 0,-7 0 0,2 2 0</inkml:trace>
  <inkml:trace contextRef="#ctx0" brushRef="#br0" timeOffset="54">13398 7793 7955,'10'0'1797,"-5"0"-914,-1 0 1,-1-1 131,0-2-175,0 2-298,-3-7-303,-4 7 1,2-3-18,-4 4 1,1 4 86,-2 2 0,2 5-59,2 2 0,2 2 37,-2-2 1,-1 2-109,1-2 0,0 2 27,3-3 1,-3 4-312,-1-4 1,1-2 156,3-4-535,0-4 1,-1 2 15,-2-4-188,2 0 0,-3-4 279,4-2 1,1-6-128,2 0 0,2-5 123,5 2 0,-1-3 91,0 0 1,1-1 510,-1 0 1,3 5-210,1 2 0,3-1 572,0 4 0,-2-3-309,2 6 0,-4 1 327,4-1 0,-5 4-224,2-1 1,-3 2 211,-1 1 1,1 0-131,-1 0 1,-3 4-112,0 2 1,-4 3-198,1 4 1,-2-2 65,-1 5 1,0-1-82,0 4 0,-1 4 45,-2 1 0,-2 0-123,-4 1 1,0-1-24,-1 1 0,-2 1-159,-1-5 0,-2 1-321,2-3 0,0-2 244,1-1 1,1-3-492,-1-4 1,3 1-34,2-1-310,-1-4 262,3-1 299,0-4 0,2-3 327,6 0 1,2-4 268,4 1 1,2 1 600,1-2 1,-1 5-464,5-1 1,-1 2 502,4 1 0,-4 4-318,1 2 1,-4 2-410,4-2 0,-5 1 146,2-4 0,-3 0-530,-1-3 1,1 0-582,-1 0 1,0-4-2351,1-2 3232,-1-2 1,4-2-1,2 1 1</inkml:trace>
  <inkml:trace contextRef="#ctx0" brushRef="#br0" timeOffset="55">13966 7868 7906,'5'-1'495,"-1"-2"1,0 0-128,-1-3 1,0 3 372,-3-3 0,1 1-223,2-1 1,-2 0 475,2 3-364,-2 2 946,-1-3-1247,0 12 0,0-1-9,0 5 1,3 1-77,0 0 1,1 3-83,-4 0 0,3 2 55,0 0 1,0 1-198,-3-1 1,3-2-259,0-1 0,0 0 210,-3 0 0,0 2-492,0-5 237,0 1-282,0-4 177,0-4-102,0-1 320,0-12 1,0 1-107,0-9 1,3 1-5,0-4 1,1-2-145,0-1 1,-2 0 178,4 3 1,0 1 37,3-1 1,1 2 374,-1 1 0,4 1-164,3 5 0,1 0 232,-2 7 0,2 0-155,-5 3 1,4 1 571,-4 2 1,0 2-153,-2 4 0,-4 2 60,0 1 0,-3-1-145,3 5 1,-4-4-90,2 4 0,-3-2-265,-1 2 1,0 1 111,0-5 1,0 3-211,0-2 0,0 2 61,0-2 0,0-1-40,0-2-92,0-1-247,0-4-633,-5-1 705,4-4 1,-3-4-111,4-2 0,0-4 109,0-2 0,0 1-94,0-5 0,1 1 95,2-4 0,2 1 148,1 3 1,2-3-42,-2 3 0,6 0 90,0 0 0,2 7 225,-2-2 1,-1 4-114,5 0 0,-4 2 465,4 4 1,-4 5-222,4 4 0,-2 1 466,2 6 0,-2-4-302,-1 4 1,-6-1-76,2 4 1,-6 1-131,0 1 0,-2-2-175,-1 0 1,0-1-263,0-2 0,0-3 205,0 0-1273,0-3 0,-1-5-43,-2-2-1667,2-2 2985,-3-9 0,4-2 0,0-9 0</inkml:trace>
  <inkml:trace contextRef="#ctx0" brushRef="#br0" timeOffset="56">14981 7532 8146,'9'-6'155,"1"0"0,-2 3-90,-2-3 1,3 4 1724,-3-1-566,-2 2-80,4 1-800,-7 0 1,3 1-290,-4 2 1,0 2 169,0 4 1,1 4 30,2-1 1,-1 6 182,1 0 1,1 4-138,-1 3 1,0 5 86,-3-2 1,3 6-90,0 0 1,0 1-184,-3-1 1,0 2 31,0-1 0,0 1-161,0 1 1,1 4-483,2 3 1,-2-2 451,3 2 0,-3-5-292,-1 1 1,3-5 143,0-4 0,0-2-1,-3-1 1,3-5 116,0-1 1,0-2 177,-3-2 1,1-2-118,2-1 0,-2-3 20,2 0 675,-1-2-660,-2 0 1,0-4 560,0 0-158,0-4-130,0 2 1,-4-3 213,1 3-142,-4-3 0,1 3 35,-7-4 1,3 3-36,-2 0 1,-3 3-140,0-3 0,-7 4 46,-3 0 1,-6-2-180,-3 1 0,-5-4 129,-2 1 0,-3 1-439,0 0 0,-3-1 287,-6-3 0,23 0 1,-2 0-425,-5 0 1,-1 0-1,2 0 1,-1 0 312,0 0-1,0 0 1,-3 0 0,0 0-89,0 0 1,-1 0 0,0 0 0,-1 0-395,-1 0 1,-1 0 0,4 0 0,1 0 247,-2 0 0,1 0 1,1 0-1,1 1-22,-4 0 1,0 1 0,2-2-1,1 1 84,3 0 0,1 1 1,0 0-1,0 0 98,3 0 1,-1-1 0,2 1 0,0 0-187,0 0 1,0-1 0,1 0 0,0-1 376,0 2 0,1 0 0,-22 2-151,11-1 1,2 3 178,1-3 0,-3 3 218,3-3 1,-4 0-199,6-3 0,5 0 9,9 0 1,2 4-155,4-1 0,4 0 361,5-3-535,4 0 1,-1-4-365,6-3 0,3 1-1081,7-3 1,-2 2-23,5-6 1661,3 3 0,1-4 0,3 0 0</inkml:trace>
  <inkml:trace contextRef="#ctx0" brushRef="#br0" timeOffset="57">14963 7411 8157,'18'0'0,"1"0"0,-8 0 1137,-2 0 0,-4 0 784,1 0 36,-4 0-1376,2-4 1,-5 3-180,-2-2 1,-3 2 31,-7 1 1,-2-1-48,-7-2 1,1 2-11,-3-2 0,-1 2-135,-3 1 0,0 0 135,0 0 0,0 0-41,0 0 0,0 4-94,0 2 1,-5 2 48,-4 2 0,-6-1-412,-6 0 0,23-5 1,-1-1 230,-2 0 0,-1 0 0,-1-2 0,0 0-3,-3 1 1,0-1 0,-4-1-1,-1 0-520,-4-2 0,-1 1 0,0 0 1,-1 1 376,-2-2 1,-2 1-1,-3 0 1,1 1 7,-1 0 0,1 0 1,0 0-1,0 0-175,4 0 1,1 0 0,-2 0-1,-1 1 90,1 0 1,0 1 0,3-2 0,0 1-174,4 0 1,1 1-1,1-1 1,0-1-89,3 0 1,0 0-1,0 0 1,0 0 73,0 0 1,1 0 0,1-1-1,0-1 33,5 1 1,-1-1 0,3-1 0,1 0 128,-18-1 1,1 1-109,6 3 0,5-3-939,11 0 1,5 0-1833,4 3 3028,1 0-11,2 0 0,0 0 0,0 0 0</inkml:trace>
  <inkml:trace contextRef="#ctx0" brushRef="#br0" timeOffset="58">12365 7449 7761,'4'-5'3276,"-3"-4"-535,3 8-2134,-4-7 0,0 8 671,0 0 0,0 9-617,0 10 0,-3 12 161,0 9 1,0 11-577,3-22 1,0 1 0,0 6 0,0 1-350,0 6 1,0 1 0,2 4-1,1 1 124,0-14 0,0 1 1,0-1-1,0 1 0,1 0 1,0 1-200,0 0 0,2 0 1,-1 0-1,0 0 1,0-1-1,1 0-642,3 13 1,0-2 0,-1-5 0,-1-2-820,-1-5 1,0-2 1638,-1-5 0,1-2 0,2 12 0,-2-4 0,-2 1 0</inkml:trace>
  <inkml:trace contextRef="#ctx0" brushRef="#br0" timeOffset="59">1266 10000 8318,'10'-9'126,"-1"-1"0,-3 0 182,0-3 1,-3 3 48,4-2 116,-5-3-157,2 5 0,-4-7-410,0 5 80,0 0 0,0 2 77,0 1 0,0 0-177,0-1 206,0 1 1,0 0 208,0-1-111,0 5 0,0 0-13,0 2 23,0 2 1,0-2-30,0 6 1,1 3 47,2 6 1,-2 3 165,2 4 1,1 3-69,-1 3 0,0 3 91,-3 3 0,4 5-46,-1 5 1,1 3-257,-1 0 1,-1 0 162,4 0 1,-4-3-203,1-4 0,-2-7-174,-1-2 0,0-6-366,0 0 0,-4-7-184,-2-3 0,-2-5-811,-2-4 0,1-2-1660,0-1 3128,0-4 0,-1-6 0,1-4 0</inkml:trace>
  <inkml:trace contextRef="#ctx0" brushRef="#br0" timeOffset="60">1276 10261 8270,'9'0'0,"0"0"0,1-1 873,-1-3 1,-3 3-265,0-2 0,-4 1-118,1-1 1,-2 1-297,-1-4 1,0 3-293,0-3 1,1 0-191,3 0 1,2-1 212,6 4 1,3-3-24,3 2 1,4 1 68,0 3 0,-1 0 132,-2 0 1,1 1-78,1 3 1,-2 2 166,0 6 1,-1-2-12,-2 3 1,-3 1 209,0 2 1,-4-2 8,-3 2 0,-2-2-122,-4 2 1,-2 0-229,-4-3 1,-1 2 156,-9-2 0,-2-1-514,-4-2 0,-4-5-253,1-2 1,-4-2-511,-5-1 0,-1-1 446,-8-2 0,3-2 622,0-5 0,6-3 0,2-2 0</inkml:trace>
  <inkml:trace contextRef="#ctx0" brushRef="#br0" timeOffset="61">1574 9804 8132,'9'-4'0,"-3"3"679,0-2 190,0-2 0,3 3 535,-3-4-961,2 4 1,-3-3-141,5 5 0,0 0-48,2 0 0,4 5 171,6 1 0,3 6-40,6 4 0,1 2 93,2 4 0,-2 5-339,-4 4 1,0 8 222,0 2 1,-16-18 0,-1 2-157,1 1 1,-2 1 0,-1 0 0,-2 1-81,0 0 1,-2 0-1,-2 1 1,-1 1-205,-1-1 0,-2 1 0,-3 0 1,-2 0-218,-4-1 0,-2 1 0,0-1 0,-3 1 69,-4-1 0,-2 1 1,-3-1-1,-3-2-923,-6-2 1,-2-3 1147,-2-1 0,0-2 0,-4-2 0,0-3 0,-1-1 0,0-1 0,-1 0 0</inkml:trace>
  <inkml:trace contextRef="#ctx0" brushRef="#br0" timeOffset="62">2570 9860 8189,'0'-5'1638,"0"1"0,0 5-546,0 2 0,0 2 0,0 5 546,0-1 0,1 3-507,2 1-830,2 3 0,4 3-22,1 6 1,3 2 15,3 0 0,-2 5 16,2-1 1,-2 6-66,2-3 0,0 4-195,-3-4 1,2-2-26,-2-1 0,0-3-178,-1-3 1,-1-3-65,1-7 0,-5-1-277,0-5 0,-4-4-1956,3-2 1789,-4-1 0,2-7 269,-4-1 1,0-3-265,0-4 655,-4 3 0,-1-7 0,-4 2 0</inkml:trace>
  <inkml:trace contextRef="#ctx0" brushRef="#br0" timeOffset="63">2896 9907 8053,'23'-10'0,"-1"1"0,-2 0 1372,-2 0 0,-3-1-601,-3 1 1,-2 3 1040,-4-1-1171,-2 5 0,-4-1-15,0 6 0,0 7-284,0 5 1,-5 7-161,-4 3 1,-2 3-147,-4 3 0,-1 5-17,-2 4 1,2 5-76,1-2 0,0-1 114,0-2 1,1-6-633,5-3 1,-3-5 60,3-1 1,-2-8-76,4 2 0,0-7-272,1 1 0,1-7 860,-3 2 0,-2-2 0</inkml:trace>
  <inkml:trace contextRef="#ctx0" brushRef="#br0" timeOffset="64">3045 10307 8264,'9'0'0,"-3"0"569,0 0 1,-4-1 663,2-2 305,-3 2-698,-1-7-366,0 2-269,-5 1 1,3 1-48,-4 4 56,4 0 0,-2 4 55,4 3 0,0 4-112,0 1 1,0 5 7,0-2 1,0 0-186,0 0 1,3 1 45,0 3 0,4-4-232,0 1 1,-2-5-182,1 1 1,0-4 218,4-2 0,-1-4-166,0 1 1,0-3 47,1-3 1,-1-2 92,0-5 0,1-3 78,-1-3 1,0 2 159,1-2 1,-4 2-58,0-2 1,-1 2 234,1 2 0,2 1 189,-5-1 1,0 5 45,-3 0 83,4 5 0,-2-5 212,4 4-354,-4 0 1,2 7-118,-4 2 1,4 2-18,-1 2 0,0-1-42,-3 0 0,3 5-161,0 1 1,0 3 25,-3 1 0,0 0 86,0 3 1,0 2 7,0 4 1,0-4-77,0 1 0,0-4-143,0 1 0,0-4 74,0-2 0,-3 0-178,0-3 0,-4-4-245,0-3 0,2-3-562,-1 4 0,0-5-2329,-3 1 2308,-1-2 0,1-1 969,0 0 0,-1-4 0,1-1 0</inkml:trace>
  <inkml:trace contextRef="#ctx0" brushRef="#br0" timeOffset="65">3454 10335 8356,'10'0'1905,"-1"-4"-155,0 3 128,-4-3-1334,0 4 0,-5 1-226,0 2 1,0-1-109,0 4 0,-1 0-89,-3 4 0,3 2 137,-2 0 1,2 2 3,1-2 1,0 0 39,0 3 0,3-3-104,0 0 0,4-1-226,-4 2 1,4-3 28,-1 3 0,-1-6-236,2-1 0,-2-3-511,1 3-782,2-4 86,-3 3 0,2-5 609,-1 0 1,-4-5 832,1-1 0,2-10 0,0-4 0</inkml:trace>
  <inkml:trace contextRef="#ctx0" brushRef="#br0" timeOffset="66">3557 10037 8197,'13'-5'2972,"-7"-3"-1904,7 7-625,-12-4 1,3 7-1054,-4 1 1,-1 2 282,-2 4 327,-2-4 0,-5 4 0,1-4 0</inkml:trace>
  <inkml:trace contextRef="#ctx0" brushRef="#br0" timeOffset="67">4115 10158 8178,'23'-4'0,"-3"3"510,2-2 1,-4 2 747,-2 1 0,-3 0 298,-4 0 128,1 0-633,-5 0-139,-1 0-127,-4-4-498,0 3 1,-4-3-137,-2 4 1,-7 0-136,-2 0 0,-3 0-285,0 0 0,-2 0-332,-2 0 1,3 1-845,-3 2 1,2 1 292,2 2 1,0 2 1151,2-2 0,3 3 0,4 0 0</inkml:trace>
  <inkml:trace contextRef="#ctx0" brushRef="#br0" timeOffset="68">4190 10288 8294,'14'0'2272,"0"0"-668,-5 0-897,0 0 0,-2 0 769,-1 0-606,-4 0-607,-6 0 1,-7 0-694,-7 0 1,-1 0 350,1 0 1,-2 0-1528,-2 0 1,3 0 341,-3 0 1264,6 5 0,-1-4 0,2 3 0</inkml:trace>
  <inkml:trace contextRef="#ctx0" brushRef="#br0" timeOffset="69">4441 10102 8347,'14'-5'0,"-7"-3"234,2 2 0,-6 0 1807,0 0-797,-1 4-34,-2-2-477,0 4 0,-4 4-368,1 2 0,0 4-71,3 2 0,-3-1 18,0 5 0,0 0-149,3 2 0,0-2-115,0-1 0,-1 1-10,-2 2 1,2 1-205,-2 0 1,2-2 21,1-1 1,0 0-202,0-3 1,1 2-12,2-2 1,-1-2 97,4-5 0,0 1 86,4-4 1,3 1 42,2-4 0,3-5-10,1-1 0,-1-3 146,1-3 1,-1-3 181,-3-4 0,2-3-60,-5-3 1,0-3 123,-2-3 0,-5-5 144,-2-5 1,-2 2-138,-1 5 1,-1 6 398,-2 6-325,-6 3-213,-6 8 1,-4 0-193,1 8 0,-5 4-161,-2 5 1,1 6-1261,0 4 1492,3 6 0,-6 6 0,3 5 0</inkml:trace>
  <inkml:trace contextRef="#ctx0" brushRef="#br0" timeOffset="70">3045 11238 8329,'6'0'527,"0"0"161,-4 0 1,2-4 167,-4-2 0,3 1-364,0-2 1,1 1-149,-4-3 1,0 0 126,0-1 0,0 1-93,0 0 1,-4-4 12,1 1 0,-1-2-372,1 2 1,1 2 192,-4-3 0,0 3-282,-4 1 0,3-1-57,-2 1 1,2 3-64,-6 0 0,2 3 109,-2 0 1,2 2 35,-5 1 0,2 4 61,-2 3 0,2 1-64,2 1 1,0 5 111,-3 1 0,4 3-66,2 0 1,1 5-36,5 2 1,-1 2 15,4 1 0,2-3-90,1 0 1,2-5 72,4 2 1,5-3-137,1-4 0,0-2 86,0-7 1,-2-2-19,2-4 1,0-1-101,0-2 1,-2-7 178,-3-5 0,-1-6 94,0-1 0,0-2-85,-3 2 1,-1-4 123,-2 1 0,-2 2-98,2 2 0,1 2 19,0 4 1,-1 1 339,-3 5 1,3 3 146,0-1-166,0 5 1,0 2 19,0 7 1,0 2 20,-3 3 1,0 7-9,0 6 1,0 2 165,0 1 1,3 8-51,0 4 1,4 5-114,-4 1 1,3 0 243,-3-3 0,0 5-196,-3-5 1,0 1-17,0-7 1,-1-4-174,-2-2 0,-5-6-212,-5-3 1,-7-8-192,-2-5 0,-4-3-548,-2-6 0,-4-9-329,-2-3 1,-2-10-2241,-2-6 3277,5-4 0,0-2 0,2-2 0,14 15 0,0 0 0,-1-2 0,0 0 0</inkml:trace>
  <inkml:trace contextRef="#ctx0" brushRef="#br0" timeOffset="71">3808 11201 8118,'13'0'0,"-1"0"0,0 0 765,-2 0 0,-4-1 873,0-2 0,-4 1 748,1-4-1348,-2 3-614,-1-5 1,0 6 297,0-4-276,0 4 0,-1-2-151,-2 4 1,1 1-1,-4 2 1,0-1-212,-4 4 1,-3-3-179,-3 3 1,-1-2-803,-2 2 0,-3-4 493,1 1 0,-5-2-1140,1-1 1,1 0 368,-1 0 1,6 0-571,0 0 1744,1-4 0,7 3 0,-2-3 0</inkml:trace>
  <inkml:trace contextRef="#ctx0" brushRef="#br0" timeOffset="72">3845 11359 8102,'24'10'0,"-4"-2"1638,-5-2 0,-3 1-259,0-4 1,-2 0 1896,0-3-2138,-5 0 1,-5 0-852,-6 0 1,-7 0-325,-2 0 1,-3-1-408,0-2 0,-5-1-260,-2-2 0,-2-1 581,-1 4 0,3-4 123,1 4 0,3 0 0,-2 3 0</inkml:trace>
  <inkml:trace contextRef="#ctx0" brushRef="#br0" timeOffset="73">4395 11201 8025,'12'0'344,"1"0"668,-1 0 98,-3-4 1,-3 3 590,1-2-667,-5-2-542,2 3 0,-8-2-81,-2 4 1,-3 0-120,0 0 1,-1 0 83,-3 0 1,-1 0-851,-5 0 1,2 0 393,1 0 1,-4 3-3125,5 1 3204,-5 3 0,6-2 0,-5 4 0</inkml:trace>
  <inkml:trace contextRef="#ctx0" brushRef="#br0" timeOffset="74">4823 11052 8099,'11'-1'0,"-1"-2"832,-3-2-454,-2-5 1,2 1 117,-4 0 0,1-1 19,-4 1 1,0 0-252,0-1 1,0 1-91,0 0 1,0 0-85,0-1 70,-5 1 1,3 1-66,-4 1 0,3 3-14,-3 4 1,0 0-272,-4 0 1,1 1-43,0 2 0,-2 3 110,-1 3 0,1 0-104,-5 1 0,5 2-59,-2 0 0,3 5 256,5-7 1,1 7 18,4-5 1,0 5-1,0-2 0,1-1 33,2-2 1,2-1 156,4-2 1,2-1-102,1-2 1,-2-2-69,3-4 1,-2 0-424,2 0 1,-3-1 118,2-2 0,-2-2-63,-4-4 1,2 0 223,-2-1 0,3 1 31,0 0 1,-3 2-7,0 1 335,-4 0 7,7-3-146,-8 3 54,3 2 261,-4 4 1,1 0 267,2 0-298,-2 4 1,3 2 63,-4 3-52,0 0-137,0 5 1,-1-3-13,-2 5 0,2-1 33,-2 4 0,2-1-101,1 1 0,0 0 32,0-1 0,0 4-91,0 0 0,0 3 7,0-4 0,0 1-170,0-3 1,0-2 134,0-1 0,0-3-184,0-4 0,0 1-10,0-1 1,3-3-493,0 1-478,0-5 0,-3 3-60,0-2 1142,0-2 0,4 3 0,1-4 0</inkml:trace>
  <inkml:trace contextRef="#ctx0" brushRef="#br0" timeOffset="75">5074 11303 8472,'15'0'1827,"-6"-4"-717,-1 3 0,-6-4 306,1 2-2483,-2 2 203,-5-3 0,1 4-1803,-3 0 2667,4 0 0,-6 0 0,3 0 0</inkml:trace>
  <inkml:trace contextRef="#ctx0" brushRef="#br0" timeOffset="76">5279 11089 8343,'10'-5'40,"-4"-3"192,0 2 0,-4-3 166,1 0-385,-2 0 1,-2-1 128,-2 1 0,2 3-253,-2 0 480,-2 4-30,4-3 715,-3 5-697,4 0 0,-4 1-169,1 3 0,-4 0-88,1 2 0,1 2-160,-1-2 0,-1 3-67,-2 0 1,1 3 104,2 1 0,-2-1 196,5-2 0,0-1-99,3 0 1,1 0 156,2 1 1,-1-1-30,4 0 290,1 1-231,-2-5 0,4 3-34,0-2 0,1 3-11,2 0 0,-1-3-24,-2 0 1,3 1-258,1 2 0,0-1-191,0-2 1,-2 3 101,4-3 1,-3 5-68,0 2 0,-1 0 173,-2 0 0,-3-2-18,0 4 0,-4-2 60,2 2 0,-3-5 35,-1 2 1,-1-7-252,-3 5 0,-1-7 129,-4 0 0,0 1-219,-1-1 267,1 0-76,-4-3 0,-1 0-24,-1 0 0,-3-1 40,2-2 0,3 1-29,1-4 1,1 1-89,2-2 321,4-1-274,1 3 345,4-4 1,5-4-64,4 1 1,1-4-17,6 4 0,2-5-55,0 2 0,6-3 92,-5 0 1,1-1 30,-1 0 174,0 1-295,-5-1 1,3 0 73,-5 1 0,-3 2 111,-2 1 0,-5 3-72,1 0 1,-2-2 462,-1 2-600,0 0 1,-4 2-44,-3 1 1,-2 4-260,-3 2 0,-3-1-98,-3 1 0,-4-1-326,0 4 1,-1 0-42,2 0 1,5 5 751,1 1 0,-1 6 0,2 3 0</inkml:trace>
  <inkml:trace contextRef="#ctx0" brushRef="#br0" timeOffset="77">5605 10977 8302,'20'-9'470,"-3"0"848,-7 0-272,-5-1 380,-1 1-891,-4 4 1,0 5 64,0 6 0,0 7 22,0 6 0,0 5-206,0 7 0,3-1-232,0 4 0,0 0-222,-3 3 1,0-2-440,0-1 0,-1-4 477,-2 1 0,-2 2 0,-4 0 0</inkml:trace>
  <inkml:trace contextRef="#ctx0" brushRef="#br0" timeOffset="78">2830 12197 7947,'7'-12'0,"-1"-1"0,-4 1 0,1 3 2485,2-1-1598,-4 1 1,3 3 643,-4 0-700,0-1 79,0 2-309,0 1-225,0 4 0,0 7-254,0 3 0,0 2 45,0 0 0,0 3-96,0 4 1,0-1-128,0 1 1,0 4 46,0 1 1,0 3-101,0 1 1,0-1 80,0-2 1,0 6 123,0 0 0,4 4-41,-1 2 0,0-2-5,-3-1 0,3-3-34,0 3 1,0-5-65,-3-1 0,3-1 4,0-6 0,1 1 84,0-3 0,0-2 222,2-1 0,2-3-67,-2-3 0,7-4 86,2 0 1,0-4-118,0 1 1,2-2 22,5-1 1,-3-4-208,3-2 0,-6-5-205,0-2 1,-4 0-90,4 0 0,-5 3 154,2-2 0,-7 4-2174,-3 2 981,2 0 1,-8-2 1352,0 1 0,-4-1 0,-3 3 0</inkml:trace>
  <inkml:trace contextRef="#ctx0" brushRef="#br0" timeOffset="79">2979 12458 8075,'11'0'842,"1"0"0,-1-1-260,1-2 0,-3 1 821,-2-4 1,1 2 868,-2-2 326,2 4-1210,-3-6 32,4 7-826,-8-3 1,2 4 76,-6 0 0,-7 1-82,-5 2 1,-7-1-156,-3 4 0,-6-4-976,-3 1 0,-5-2-736,-1-1 1,-4-4-2000,4-2 2603,-5-2 0,7-2 0,-3 1 1</inkml:trace>
  <inkml:trace contextRef="#ctx0" brushRef="#br0" timeOffset="80">3762 12430 8407,'18'0'0,"1"0"0,-5-1 1365,-1-2 0,-6 2-565,-1-2 1,-3-1 1295,3 0-1006,-3 1-834,1-1 0,-8 3-140,-3-2 1,-4 2-210,-1 1 0,-5 0 7,1 0 1,-1 0-311,-2 0 1,-2 0-800,-1 0 0,-1 0 511,1 0 1,3 0-1711,-3 0 2394,6 0 0,-1 4 0,2 1 0</inkml:trace>
  <inkml:trace contextRef="#ctx0" brushRef="#br0" timeOffset="81">3771 12588 8365,'35'10'365,"-4"-1"0,-8-4 1279,-11-2 1632,-1 2-1691,-6-4 1,-2 4-1499,-6-5 1,-8 0-438,-7 0 1,-5 0-451,-5 0 0,-3-2-85,0-1 0,-1-1 885,1-2 0,6-2 0,-2 3 0</inkml:trace>
  <inkml:trace contextRef="#ctx0" brushRef="#br0" timeOffset="82">4087 12318 8335,'13'-3'0,"-1"0"0,1-1 855,-4 1 46,0 2 126,1-8-365,-1 4 1,-3-3-291,0 2 1,-4 1 148,2 2-396,-3 2 736,-1-4 0,-4 16-852,1 1 0,-3 6-77,3-6 0,-3 5-163,3-2 1,-3 4 136,2 3 0,1-2-255,3 5 1,0-4 82,0 1 0,0 0-44,0 0 1,8 0 157,1-4 0,2 0 44,-1-3 1,0-1 31,2-5 0,0-4 206,3-2 0,-3-1 97,0-2 0,-2 0-57,0 0 1,0-2-34,2-1 1,-3-5-24,3-4 0,-4-5-57,5 2 0,-3-4-44,-1-3-1,-2 2-19,-1-5 1,-4 4 20,1-1 0,-2 0-17,-1 0 0,0 0-26,0 3 1,0 1 32,0-1 1,-4 4-187,-2-1 0,-3 5-53,0-2 0,-1 4-206,-3 3 0,2-1 31,-4 4 1,2-4-249,-2 4 0,-1 0 16,-3 3 0,5 4-770,2 2 1412,1 3 0,6 4 0,1 2 0</inkml:trace>
  <inkml:trace contextRef="#ctx0" brushRef="#br0" timeOffset="83">4516 12523 8468,'28'0'1422,"-9"-4"204,-5-1-1450,-10-5 1,-9 4-722,-5 0 1,1 4 544,-3-1 0,-3 2 0,1 1 0</inkml:trace>
  <inkml:trace contextRef="#ctx0" brushRef="#br0" timeOffset="84">4776 12253 8384,'7'-3'0,"-1"0"1246,0 0-277,-1 3 176,4-4 96,-8 3-928,3-4-112,-4 5 0,0 5 69,0 1 1,0 2-6,0 1 0,-3 2-49,0 1 0,-1 0-1,4 3 1,-3 1-231,0 2 0,0-2 46,3-1 0,0-3-183,0 0 0,0-2-85,0 0 275,4-1 0,1-4-62,5-2 1,2-2-9,1-1 1,3-4 3,0-2 1,1-2 37,2-2 1,-1 1-9,1 0 1,-3 3-93,-1-1 1,0 4-211,0-3 1,-1 4-201,-5-1 1,-3 2-581,0 1-2142,-4 0 3222,2 0 0,1 4 0,0 1 0</inkml:trace>
  <inkml:trace contextRef="#ctx0" brushRef="#br0" timeOffset="85">5037 12197 8518,'4'-9'1668,"1"4"-777,1 1-354,-2 4 0,-5 0-276,-2 0 0,-1 7 35,-3 2 0,0 7-147,4-1 0,-3 3 269,3 0-121,0 5-71,3 1 1,0 1 55,0 0 1,1-3-25,2 6 1,-2-5-146,2 5 1,-2-5-271,-1 2 1,0-5-666,0 2 0,0-2 514,0-2 0,0-3-431,0-3 1,0-1 69,0-2 669,-4-4 0,3-1 0,-3-4 0</inkml:trace>
  <inkml:trace contextRef="#ctx0" brushRef="#br1" timeOffset="86">5168 12328 8601,'20'-14'15,"-1"5"1,-3 1 2035,-6 4-638,-1-3-319,-4 6-712,3-3-310,-7 4 1,3 1 85,-8 2 0,3 2-138,-2 5 1,2-1 188,1 0 0,0 4-123,0-1 0,0 5-34,0-2 1,0 0-4,0 0 0,0 1-59,0 2-75,0 1 31,0 0 1,0-2-202,0-1 0,0 1 188,0-1 1,3-3-130,1 0 1,3-3 81,-1-1 1,2 0-141,2-3 1,0-2 240,2-4 1,2-1-113,1-2 0,3-3 336,-3-7 1,-1-2 70,-2-7 132,3-2-232,-5-4 1,0 2-49,-3-2 1,-2-2-52,1-7 0,-2 3 107,-4 0 0,0 8 6,0 1 1,0 5-64,0 5 4,-4 2 0,-2 8-292,-7 5 0,2 6-286,-4 6 0,-1 6-346,-3 3 1,0 1 783,-3-3 0,2 3 1,-2 2-1</inkml:trace>
  <inkml:trace contextRef="#ctx0" brushRef="#br0" timeOffset="87">5884 12532 8503,'10'-9'0,"-1"0"0,0-1 0,-2 2 2313,-1 2-669,-4-2-406,2 7-703,-4-8 0,-1 8-669,-2-2 0,-2-1-2,-5 1 0,-3 0-117,-3 3 1,2 3 188,-2 0 1,5 4-51,-1 0 0,-1 1 123,4 1 0,2 0-40,7 1 1,0 2 271,0 1 1,5 3 45,4 0 0,5 0-95,4 0 1,-2 1-90,-1-1 0,0-3 0,0 0 1,2-3 191,-5-1 1,1 1 221,-4-1 0,-4 0-198,-2 1 0,-2-4 32,-1 0 0,-1-3-84,-2 3-385,-2-4 156,-9 3 1,3-6-1115,-4-3 0,-5 1 235,-5-6 841,-2 2 0,-1-11 0,0 4 0</inkml:trace>
  <inkml:trace contextRef="#ctx0" brushRef="#br0" timeOffset="88">6061 11052 8252,'10'0'-1150,"-5"0"1117,-1 0 0,-4-1 374,0-2-185,4 2 462,-3-7 1,3 5 510,-4-3 275,0 4-472,0-6-23,4 7-802,-3-3 0,7 5 15,-5 2 0,1 5-20,-1 5 0,-2 3 181,2 0 0,-2 1-270,-1 2 1,3-1-57,0 1 1,1 3-38,-4 0 0,0-1 116,0-2-108,0 0 192,0-5-33,0 4-173,0-8-59,0 3 0,0-10 86,0-6 1,0-3-51,0-9 1,3-2 29,0-5 1,4 2-189,-1-5 1,0 4 127,4-1 0,-3 2 70,5-2 0,-1 5 10,-2-1 1,3 5 37,1 1 0,-1 5 553,-2 1-238,-1 3 0,0 3 22,1 7 1,-5 5-126,-2 4 0,1 4 57,-1 2 1,0 3-17,-3-3 1,0 3 112,0 0 1,0-2 189,0-1-354,0-3-15,0-4 1,0-2-242,0-3 176,-4-5 0,3-2-398,-2-6 1,-1-6 92,1-7-709,0-2 608,3 0 0,0-1 24,0 1 0,4-1-115,2 0 0,2 4-48,1-1 0,5 5 27,1-1 1,3 1 413,1 2 0,-2 4 193,-1 2 0,1 3 272,-1 3 0,0 3-178,0 6 0,-3 4 258,-3 6 1,-2-2-216,-2 5 1,-2-1 102,-4 1 0,0-3-356,0-3 1,-1 0 124,-2-1 0,-2-4-2115,-4-5 895,-1-4 529,1-5 492,-4 0 0,-2-8 0,-4-2 0</inkml:trace>
  <inkml:trace contextRef="#ctx0" brushRef="#br0" timeOffset="89">6871 11033 8108,'19'0'0,"-8"0"0,-1 0 0,-6-1 1041,2-2-196,-4 2-16,2-3-226,-4 4-456,0 0 0,-4 0 90,-2 0 1,-2 1-259,-2 2 0,1 2 5,0 5 1,-4-1 21,1 0 0,-1 2 55,4 1 0,4-2-253,2 3 1,2 0 96,1 0 1,1 2-28,2-2 0,2 0 53,4-1 1,4 2 46,-1 1 0,5 0 163,-2-3 0,0-1-63,0 1 1,-3 2 152,0-2 0,-3 0-143,-2-2 0,0-1 102,-4 0 1,0-2-104,-3-1 0,-1-1-4,-2 1 0,-5-2-526,-5-4 1,-3 0 233,0 0 1,-4 0-915,-2 0 1,-3-3 1122,3 0 0,-4-8 0,3 0 0</inkml:trace>
  <inkml:trace contextRef="#ctx0" brushRef="#br0" timeOffset="90">7113 10884 8158,'10'0'1223,"-1"-4"179,-4 3-876,-1-3 0,-11 4-483,-2 0 0,-7-3-192,1 0 1,0 0-358,0 3 0,-1 1-66,-2 2 1,3-1 571,3 4 0,1 0 0,2 4 0</inkml:trace>
  <inkml:trace contextRef="#ctx0" brushRef="#br0" timeOffset="91">7300 10819 8333,'14'-5'-265,"0"-2"-67,-5 4 0,0 0 562,1 3 1,-1-1 549,0-3 1,1 3-277,-1-2 0,0 2-171,0 1 0,-2 0 146,-1 0 1,-1 1-81,1 2 0,1 3-73,-3 3 0,-1 1-115,-3 3 1,0 0 16,0 3 1,-3 3 2,-1-3 0,-3 2-16,1-5 0,1 1 263,-1-4-153,4 1 65,-3-10 283,5 7 1,5-7 47,1 2-379,6-2-147,3-1 0,3-3 195,1 0-1435,0-4 848,-1 2 1,4-1-129,0-1 1,-2 1 324,-4-3 0,1-5 0,-2 0 0</inkml:trace>
  <inkml:trace contextRef="#ctx0" brushRef="#br0" timeOffset="92">9385 9851 8258,'3'-10'422,"1"-3"1,2 6 1698,-3-2-1197,0 1-485,-3 3-99,0 1-152,-4 12 1,-1 3 251,-5 7-390,-3 1 30,-2 4 1,-3 1 250,-1 8-1345,1-4 1059,-1 5 1,0-1 159,1 2-525,-1-2 211,0 0 0,5-5-692,2-2 210,1-3 242,2-3 0,0-1-272,-1-3 0,4-5-224,0-3 271,4-5 0,-2 1 574,4-6 0,0-2 0,0-5 0</inkml:trace>
  <inkml:trace contextRef="#ctx0" brushRef="#br0" timeOffset="93">9283 9897 8258,'13'-4'92,"-2"-1"-78,2 0 0,-5-3-181,-1 1 1447,1-1-795,-7-1 0,6 3 212,-4-1-231,5 5-298,-7-6 0,3 6 40,-4-4 24,0 4 144,0-2-427,4 4 51,1 4 1,4 1-40,1 4 183,-1 1 0,0 3 147,1 3 57,-1 1-245,4 2 0,-2 0 87,1 3 65,-2 2-141,0 0 1,-2 0 113,-2-3-357,3-1 271,-4 7 1,0-9-599,-2 1 214,2 0 180,-4-9-1326,3 3 931,-4 1 1,0-7-2,0 2-1514,0-1 885,-4-3 1087,-1-1 0,0 0 0,1 1 0</inkml:trace>
  <inkml:trace contextRef="#ctx0" brushRef="#br0" timeOffset="94">9516 10223 8258,'9'4'168,"0"-3"252,1 3-336,-1-3 1986,0-1-1281,-4 0 0,3 1 457,-5 2-674,0-2-261,-3 3 1,-5-4 14,-5 0 0,-3 3 53,-6 0-537,1 0 193,-5-3 0,-5-1 304,-6-2-1682,-2-2 857,-6-4 0,2 0-2345,0 3 644,3-2 1153,9 3 1034,9 0 0,-3-4 0,8 4 0</inkml:trace>
  <inkml:trace contextRef="#ctx0" brushRef="#br0" timeOffset="95">9637 10000 8258,'14'-9'0,"-1"-1"214,-7 1 1,1 0 1000,-4-1-700,4 1 32,-6 0 157,4 4-294,-1-4 118,-3 8-339,3-3 1,-4 5 8,0 2-63,0 2 54,0 5 1,-3 3-179,0 3 58,-5 1 0,7 6-423,-3-3 296,4 7 0,0-5 7,0 3-509,0-2 403,0-4 1,4-2-94,3-1-43,5 1 122,-2-11 0,8 6 96,-3-9-214,3 0 191,-3-3 1,2-2-118,-1-4 106,-3 0 66,1-12 0,-3 0-22,-2-3 1,3-4-58,-6 3 236,2-4-74,-3 2 0,3 1-139,-5 1 647,4 2-381,-6 2 0,4 3 649,-2 3-395,-2 6-9,3-3 81,-4 8-106,0-3 0,-3 11-209,0 3 1,-3 5 14,3 1 1,0 2 2,3 4 0,0 3-24,0 6 1,0 2 316,0 4-1328,0 0 968,0 9 1,4-3 580,2 7-275,-2-6-40,5 1 0,-8-3-70,2 5 0,-2-6-175,-1-3 1,-4-6-66,-3-7 1,-2-4 293,-3-5-1157,-3-3 606,-3-8 1,-7-1-2148,-6-8 1181,-2-5 373,-13-14 1,4-7 764,18 11 0,1-2 0,0 0 0,1-1 0,-1-4 0,0 0 0,0-3 0,-1-1 0,0-3 0</inkml:trace>
  <inkml:trace contextRef="#ctx0" brushRef="#br0" timeOffset="96">10540 9981 8258,'13'0'729,"3"0"1,-3 0 81,0 0-279,-3 0 547,-1 0-632,1 0 1,-4-1 241,0-2 601,-4 2-745,2-3 0,-3 3 772,2-2-660,-2 2 34,4-3 23,-5 4-525,-5-5 1,3 4-385,-4-2 169,0 2 1,-7 1 323,-3 0-654,-2 0 316,-4 0 1,1 0 266,-4 0-2270,0 0 1294,2 0 0,-4 0-2528,2 0 1233,2 0 2044,4 4 0,2-3 0,2 4 0</inkml:trace>
  <inkml:trace contextRef="#ctx0" brushRef="#br0" timeOffset="97">10540 10167 8258,'37'0'0,"-9"0"748,-6 0 0,-10-3 890,-6 0 0,-4-4 435,2 1-1015,-3 2-209,-1-5-329,0 8-268,-5-7 1,-4 7-607,-1-3 331,-12 4 1,7 1 281,-7 2-1482,-2-2 951,0 7 1,-1-4 281,1 3-2747,3 1 1792,-6-7 1,7 3 944,-1-4 0,1 0 0,1 0 0</inkml:trace>
  <inkml:trace contextRef="#ctx0" brushRef="#br0" timeOffset="98">10903 9646 8137,'20'-9'0,"-3"-1"-826,-7 1 0,-2-1 826,-2-3 128,2 3 322,-7 1-200,3 0 472,-4 4-187,0 0 237,0 1 312,0 4 64,0 8-741,0 3 1,0 7 484,0 1-554,0-1 0,0 6 133,0 4-371,0 0 115,0 4 1,0-3 153,0 2-493,0-2 170,5 7 1,-4-7 132,2 2 0,1-2-89,-1-1 0,1 0-349,-1 0 100,-2 0 133,3-4-458,-4 3 397,5-8 0,-4 4 39,2-4 0,-2-5-287,-1-1 359,0-3-194,0-1-9,0-4 171,0 0-186,0-5 1,0-12-246,0-3 195,0-5 17,0 1-591,0-3 487,0 2 1,1-6-222,2 4-13,2 1 387,4 2 1,1 0-195,-1 1 501,0 3-195,1 2 0,0 5 726,2 1-495,-1-1 0,2 7-124,-4-2-29,1 2 0,-1 2-115,0 2 1284,1 6-195,-5 6-327,-1 4-279,0 3 654,-3 2-611,3 4 1,-4 3 346,0 0 71,4-4-418,-2 0 0,6-11 126,-2 3 210,2-7-382,6-2 0,1-6-501,7-4 145,2-8 1,4-3-2652,0-7 1862,-5-5 1,3-2-688,-4-6-946,0 2 2401,-8 1 0,-1 2 0,-5 3 0,1-4 0,3-3 0</inkml:trace>
  <inkml:trace contextRef="#ctx0" brushRef="#br0" timeOffset="99">12039 9981 8064,'19'0'0,"-4"0"0,1 0 0,-5 0 0,1 0 3230,-5 0-1007,1-4 39,-7 3-892,7-3-763,-7 0 0,-1 3-208,-6-2 1,-6 1-640,-4-2 0,-2 3 222,0-2 0,-2 2-1120,-2 1 0,3 0 730,-3 0 1,2 0-889,2 0 0,-1 0 1296,1 0 0,3 0 0,2 0 0</inkml:trace>
  <inkml:trace contextRef="#ctx0" brushRef="#br0" timeOffset="100">12104 10130 8124,'32'10'3276,"-4"-1"0,-4-4-1638,-10-1 0,-5-4 1638,-9 0-2031,-13 0 0,-11 0-1418,-10 0 0,-2 0-927,-1 0 0,0 0-456,-1 0 1,5 0 1555,2 0 0,2 8 0,1 3 0</inkml:trace>
  <inkml:trace contextRef="#ctx0" brushRef="#br0" timeOffset="101">13128 9972 7793,'10'0'2568,"-1"0"-1355,0 0-781,-4 0 1432,0 0-226,-5 0 0,-8 0 1638,-1 0-2545,-2-4 0,-3 3-622,-1-2 0,-4 2 46,-3 1 1,-1 0-827,-5 0 1,-3 0 488,-1 0 1,-3 0-1458,1 0 1,5-1-1639,1-3 3276,11 3 0,-5-7 0,7 3 1</inkml:trace>
  <inkml:trace contextRef="#ctx0" brushRef="#br0" timeOffset="102">13529 9618 6897,'0'-6'-390,"0"0"1,0 3 502,0-4 0,0 1-17,0-3 610,0 0-407,0-1 1,3 1 118,0 0 0,0-1 476,-3 1-553,0 0 561,0-1-529,0 1 1,1 3 1056,2 0-537,-2-1-469,3 2 0,-4 0 133,0 2 104,0 2-416,0 5 0,0 7-122,0 11 0,0 2 29,0 4 1,0 4-118,0 2 1,0 2-106,0 2 0,3-5 68,0-2 0,1-3-462,-4-4 0,0-1 259,0-4 1,0-5-322,0-1 0,0-3 213,0-1 1,0 1-1205,0-1 1,0-3 1516,0 0 0,-5-3 0,0 1 0</inkml:trace>
  <inkml:trace contextRef="#ctx0" brushRef="#br0" timeOffset="103">13650 10056 7830,'22'0'0,"-6"0"1318,0 0 1798,-5 0-1167,-2 0-798,-4-4 177,0 3-947,-5-4 1,-2 5-288,-1 0 1,-3 0 91,-6 0 0,0 0-166,-3 0 1,-4 0 125,-3 0 1,-3 0-538,0 0 1,-3 0-372,-3 0 0,0-1-738,-6-2 0,0 2-1592,-6-2 3092,4-2 0,-3 4 0,5-3 0</inkml:trace>
  <inkml:trace contextRef="#ctx0" brushRef="#br0" timeOffset="104">13389 10372 8786,'-4'-9'2849,"2"1"-1721,-4 1-784,4-1 1,-4 6 405,3-4-483,2 0 0,-2-3 153,6 3 1,2-1-144,5 4 0,2-3 78,1 3 0,0-2-87,-1 2 1,2 2-37,1-2 1,2 1-8,-5-1 1,4 2-18,-4-2 1,4 2-7,-4 1 1,1 4 12,-4 2 1,0-1-142,1 2 0,-4 2 82,0 3 1,-4 5-119,1-2 1,-3 4 63,-3 3 1,-3 2-66,-7 3 1,-1 1 48,-5 0 0,2-1-17,1-2 1,-1-2-93,1-5 1,3-2 115,0-1 1,4-6 849,3 0-636,2-2 1,5-2 372,2-1 0,6-4-235,7-4 0,2-2-637,4-6 0,3-3 204,6-3 0,6-4-1651,6 0 1,-1 1-1,-2 2 1,-6 0 1638,-3 1 0,0 2 0,-3 1 0,-4-2 0,-3 0 0</inkml:trace>
  <inkml:trace contextRef="#ctx0" brushRef="#br0" timeOffset="105">14004 9665 7770,'9'-3'97,"0"-1"49,0-3 0,0 2 213,-3-4 0,-1-1 522,-2 1 1,-2 0-281,2-1-215,-2 5-130,-1-3 1,0 6 347,0-4-94,0 4-41,5-2 0,-3 4-102,4 0 1,-4 1-72,1 2 0,-2-1-92,-1 4 0,0 1 167,0 6 0,-2 2-120,-4 7 0,-2 6-73,-7 6 0,0 2-282,0 1 1,2 5-120,3 1 0,5 3 567,2 0 1,3-3-49,3-3 1,6 0-182,7-2 1,6-4 24,2-9 0,3-5-791,1-7 1,0-5 363,0-8 1,-4-1 286,-2-2 0,0-4 0,0-5 0,-1 1 0,-2-2 0</inkml:trace>
  <inkml:trace contextRef="#ctx0" brushRef="#br0" timeOffset="106">14544 9767 7881,'5'-4'60,"3"3"1,-4-4 910,2 2 1,2 1 334,-5-5-483,4 1-289,-6-3 1,3 0-102,-4-1 0,0 4-74,0 0 1,0 0-97,0-4 0,0 1-244,0 0 1,-1-4-214,-2 1 1,-2-1 226,-5 4 0,4 3-68,0 0 1,0 1-52,-3-2 1,-4 3-265,1 4 0,-1 0 129,4 0 0,-3 0-28,-1 0 0,-3 4 104,0 3 0,3 4 111,0 1 0,1 6-16,3 1 1,-2-1 10,8 4 0,0 1 11,3-2 1,1 1-18,2-3 0,2-5 7,5-1 0,0-3-7,2-1 0,3-4-19,3-1 0,0-3-25,-2-1 0,1 0-77,-1 0 0,-3 0 143,0 0 0,-3-5-8,-1-1 0,0-2 47,1-1 0,-4 0-72,0 3 0,-3-4 28,4 4 1,-5-5-22,1 5 1,-1-1-39,1 1 0,-2 0 21,2 3 269,-2 2 1,-1-2 129,0 6 1,0 3 162,0 7 0,0 1 158,0 5 1,0 0-265,0-1 0,-3 4 142,0 0 0,0 3-133,3-4 1,0 4-254,0-3 0,0 1 82,0-2 1,0-4-122,0 1 1,1-4-52,2 1 1,-2-3-150,2 0 0,1-5-540,-1 0 1,1-5 54,-1 1-2092,-1-2 1370,2-1 1300,-4-4 0,4-1 0,1-5 0</inkml:trace>
  <inkml:trace contextRef="#ctx0" brushRef="#br0" timeOffset="107">14786 10000 7826,'14'0'1589,"0"-4"0,-8 3-1100,0-2-73,-4-3-241,2 5 0,-5-4 8,-2 2-2459,2 2 2276,-7-7 0,7 7 0,-3-3 0</inkml:trace>
  <inkml:trace contextRef="#ctx0" brushRef="#br0" timeOffset="108">15084 9693 7919,'4'-6'269,"0"-2"402,2 2-536,-2-2 314,-4-2 277,0 5 260,0 1-704,0 0 0,-4 3-216,-2-2 1,-2 6 115,-2 3 0,0 2-166,-2 2 1,1 0 78,-1 2 1,2 0 34,4 3 0,-1 0 51,4 0 0,0 2 106,3-5 0,0 4-43,0-4 1,4 4 110,2-4 0,2 2-269,2-2 1,-1-2 140,0 3 0,1-3-214,-1-1 1,1 1 129,3-1 1,-3 3-179,2 1 0,-1 2 39,-2-2 1,0 3-82,1 0 0,-1-2-19,0 2 0,-2-1 109,-1 4 1,-4-3-97,1-1 0,-2 0 109,-1 0 0,-1-1-319,-2-5 0,-2 0 120,-5 0 0,0-3-333,-2-3 0,0-2 193,-3-1 1,3-1-168,0-2 0,2-4 116,0-5 1,1 2 31,0-3 0,3 3 283,3 1 0,2-1-74,1 1 1,4-1 319,3-3 0,1 2-155,1-5 1,4 2 336,-1-2 1,5 0-169,-2 3 1,2-3 282,-2 0 0,3 0-115,-3 0 1,3-3 31,1 3 0,-4-5-222,1 3 1,-5 0-3,1-1 1,-2-2-149,-4 2 0,-2 2 175,-4 1 1,0 4-310,0-4 0,-1 5 56,-2-2 1,-2 0-63,-5 0 1,0 2-94,-2 5 1,-3-2-58,-3 1 1,-1 3-757,0 1 1,4 2 484,-1 1 0,5 0-307,-2 0 0,6 4 829,1 2 0,4 7 0,-2 1 0</inkml:trace>
  <inkml:trace contextRef="#ctx0" brushRef="#br0" timeOffset="109">15437 9767 7980,'10'-9'0,"-2"-1"0,-2 1 2278,2 0-693,-7 4-749,4-4 188,-5 8-160,0-7-26,0 7 1,-3 11-502,-1 9 165,1 8-180,3-3 0,0 4 271,0 0-411,0 0 1,0 2-115,0-3 0,0 3 99,0-5 1,0-2-838,0-1 1,1-4 403,2-2 1,-2 0-3012,3-3 702,-3-1 2575,-1-7 0,0 0 0,0-5 0</inkml:trace>
  <inkml:trace contextRef="#ctx0" brushRef="#br0" timeOffset="110">15614 9581 7894,'1'-6'107,"2"-1"174,3 5 1,3-5 120,0 4 1,-3 0-20,1 3 0,-1 0 183,3 0 1,0 0-114,1 0 380,-1 0-479,5 0 1,-3 4 175,4 2 1,-2 4 71,2 2 0,-3 2 148,0 5-434,3 4 1,-6 2-172,0 6 0,0 0 39,-6 6 0,3-1-248,-3 8 0,0-4 222,-3 3 0,-1-2-895,-2 2 0,-4-2 386,-9 2 1,-5-4 350,-10 2 0,-2-6 0,-6-1 0,18-16 0,-1-1 0,-2 1 0,0 0 0</inkml:trace>
  <inkml:trace contextRef="#ctx0" brushRef="#br0" timeOffset="111">16089 9553 7897,'9'0'302,"1"0"1,-4-1-216,0-2 1157,-4 2-278,7-3-256,-8 4-120,3-5 69,-4 4-174,0-3-239,-4 13 0,-3-3-16,-5 6 0,2 4-70,-3 2 0,2 3 69,-2 7 1,3 2-27,-2 7 1,5 4 12,4-1 1,2 0 130,1-2 0,2-1-134,5 0 1,0-4-98,8-2 0,2-2-164,5-1 1,-2-7-432,5-3 0,-3-9-353,3-3 1,-5-7 175,2-9 656,-6-1 0,1-20 0,-2 2 0</inkml:trace>
  <inkml:trace contextRef="#ctx0" brushRef="#br0" timeOffset="112">16443 9767 7850,'4'-5'190,"-2"-3"47,4 1 1,-3 2 746,4-1 1,-5 0 14,1-3-463,2-1 1,-4 4 316,2 0-293,-2 4-137,-1-7-297,0 4 180,0 0-273,0-3 0,-1 7 21,-2-2 1,2 3 88,-2 3 1,-1 0-204,1 6 1,-5-1 27,2 8 1,1 0-53,-1 2 0,4 2 41,-1 2 0,-1-3-140,0 3 1,1-2-21,3-2 1,0 1 26,0-1 1,1 1 107,2 0 0,3-5 13,3-1 0,0-3 68,1-1 1,0-4-83,2-1 1,0 0 218,3-1 0,-2 0-36,2-3 0,1-4 0,2-2 1,0-4 51,-3-2 1,2-3-72,-5-3 1,4-1 82,-4 0 1,1-3-112,-4-3 1,-3-2-134,0-1 1,-3 0 82,0 0 0,-2 3-96,-1 0 1,0 5 82,0-2 1,-3 2-255,-1 2 0,-3 3-34,1 3 0,-2 2-10,-2 0 1,0 2 3,-2 2 0,0 1 53,-3 1 0,2 3-281,-2-2 1,2 2 143,-2 1 1,4 0-1216,-2 0 837,7 4 752,2 2 0,4 3 0,0 0 0</inkml:trace>
  <inkml:trace contextRef="#ctx0" brushRef="#br0" timeOffset="113">16843 9935 7931,'23'9'3276,"-4"0"0,-9-4-1638,-2 0 0,-7-6-535,2-3 0,-6-1-664,-3-4 0,-3 0-1744,-4-1 1,3 4 1304,-2 0 0,1 4 0,2-2 0</inkml:trace>
  <inkml:trace contextRef="#ctx0" brushRef="#br0" timeOffset="114">17095 9609 7812,'4'-10'0,"1"4"0,4 0 0,-3 0 1847,-3-3-1006,2-1 0,-4 4 987,2 0-888,-2 0 142,-1 0-355,0-2-561,0 7 1,-3-2 54,0 6 0,-3 3 103,2 7 0,-2 1-104,3 5 1,-4-1-115,1 1 1,1 6-86,-2 0 1,4 0-192,-3-7 0,4 0-211,-1-3 1,2-1 4,1-5 185,0-4 1,7-1 79,2-4 0,6 0 210,-3 0 1,5-4-121,-2-2 0,6-2 121,1-2 1,-1 2-137,-2 2 1,0 1 61,-1 2 1,1 2-303,0-2 1,-4 2 103,1 1 0,-5 0-1626,1 0 745,-1 0-1553,-2 0 2606,-4 0 0,-1 0 0,-4 0 0</inkml:trace>
  <inkml:trace contextRef="#ctx0" brushRef="#br0" timeOffset="115">17290 9488 7812,'5'0'3276,"1"0"-1539,-3 0-309,-2 0-891,3 4 0,-4 4-85,0 5 1,0 3-35,0 0 1,-1 2-28,-2 4-340,2 2 40,-3 4 0,0 1-41,1 2 15,0 2-818,-1 4 483,3-4 260,-3 3 0,4-8-184,0 0-660,0 0 0,0-8 77,0 2-869,0-3-1631,0-4 3269,0-2 1,4-12-1,1-2 1</inkml:trace>
  <inkml:trace contextRef="#ctx0" brushRef="#br0" timeOffset="116">17467 9646 7898,'9'0'0,"4"0"573,-1 0 0,-2 0 1828,-4 0-1665,-4 0 395,6-4 588,-7 3-1121,3-3-8,-4 4-639,0 0 98,0 4 1,0 1 182,0 4-167,0 1 21,-4 3 1,3-2 291,-2 5-412,2 0 42,-3 2 0,3 2 236,-2 2-733,2-3 379,-3 4 1,3-4-53,-3-1-120,3-3 194,1 2 1,1-6-76,3 1 152,1 3 1,4-6 262,0 0 1,5 0-117,1-2 0,0-3 197,0-1 1,2-2-116,5-1 0,-3-4 90,3-2 0,-2-7-22,-2-2 1,1-3-79,-1-1 0,-3-3-143,-3-3 1,-2-1 80,-4 1 0,-2-4-170,-4 4 1,0-3 55,0 7 1,-7-4-1013,-3 3 1,-6 1 482,-3 6 0,0 0-1142,-6 3 1,0 2-229,-3-3 1867,4 3 0,-3 1 0,4-1 0</inkml:trace>
  <inkml:trace contextRef="#ctx0" brushRef="#br0" timeOffset="117">17840 9506 7945,'9'-5'500,"0"-3"0,1 4 1498,-1-2-638,-4 1-101,3 5-567,-3 0 0,5 0-28,-1 0-68,0 5-290,1 4 1,-1 3 23,0 7 1,4-1-48,-1 6 1,2 1 279,-2 3-282,-2 4 0,4 1 14,-5 5 1,-1-1-75,-1 0 1,0-1-186,-4-2 1,0 1 79,-3-8 0,-1 2-455,-2-7 1,-2 2 273,-5-5 0,1 1-978,0-4 1,-4-4 216,1-3 0,-5-3-114,2-6 0,-3-1-699,0-2 1,0-4 1590,3-5 1,1 2 0,5-4 0</inkml:trace>
  <inkml:trace contextRef="#ctx0" brushRef="#br0" timeOffset="118">18091 9348 7891,'9'-3'773,"1"0"0,2-4-252,0 0 1,4 3 820,-4 1-917,5 2 0,-7 1-10,3 0 1,-3 0-63,-1 0 1,0 4-165,-3 3 1,2 1-14,-2 1 1,3 1 370,0 3-359,-4-3 1,3 8 402,-1-3 1,0 3-189,-1 1 1,1 0 424,-4 3 1,0-2-339,-3 1 0,0-4 0,0-2 0,0-3 259,0 0 428,0-2-638,0-4 0,3-3 95,3-6 1,0-4-835,6-5 1,6-2 185,1-5 0,3 0-1625,3 1 1,1-1 18,8 0 1337,0 1 1,4-1 0,-1 1 0</inkml:trace>
  <inkml:trace contextRef="#ctx0" brushRef="#br0" timeOffset="119">12104 11452 7960,'9'0'11,"1"0"1,-1-1 943,0-2 1,-2 2-316,-1-2 0,-3 2 238,3 1-198,-4 0 1,2-1 208,-4-2-443,0 2 0,-4-3-155,-2 4 1,-6 0-75,-4 0 0,-3-3-165,-2 0 1,-3-2-230,-4 2 0,0 2-1085,0-2 1,3 2 661,0 1 1,5 0-1171,-2 0 1770,6 0 0,-1 4 0,2 1 0</inkml:trace>
  <inkml:trace contextRef="#ctx0" brushRef="#br0" timeOffset="120">12076 11573 7984,'28'10'0,"-5"-5"1554,-5-2 0,-6-2 158,-6-1-353,-4 0 0,1 0-641,-6 0 0,-3 0 182,-6 0 0,-4 0-371,-6 0 0,-2-3-338,-3 0 1,2-3 47,0 2 0,3 1-443,-3 3 1,5 0-500,-2 0 0,5 5 703,2 1 0,-1 6 0,-2 3 0</inkml:trace>
  <inkml:trace contextRef="#ctx0" brushRef="#br0" timeOffset="121">12802 11248 7812,'10'-6'0,"-4"1"957,0 2 1034,-4-2-680,2 0 424,0-4-1387,-2 4 1,1 0-174,-6 2 1,0 2 135,-3 1-404,0 0 162,1 0 0,-3 0-51,1 0 28,3 4 1,-4 2 140,2 7 0,1-2-64,-2 5 1,4 3-107,-3 6 0,4 2 37,-1 1 0,2 0-16,1 0 1,0 0 76,0 0 1,0 0-100,0 0 1,4-2 23,2-1 0,2 1-16,2-4 1,-1-4-58,0-2 1,5-5 91,1 2 0,3-7-59,1-3 0,0-2 39,3-1 1,-1-4-7,3-2 1,-3-7 0,1-2 1,-3-6 125,-4-1 0,-1-4-153,-5-2 0,0-1 2,0-6 0,-3 1-12,-3-3 1,-2 0-128,-1 0 0,0-1-96,0 1 1,-4 5 70,-3 4 1,-2 4-183,-3 6 0,-1 0 83,-5 3 1,0 4-588,-7 5 0,1 4 13,0-1 0,-2 2-210,4 1 1,-2 4 1037,6 2 0,-3 2 0,6 2 0</inkml:trace>
  <inkml:trace contextRef="#ctx0" brushRef="#br0" timeOffset="122">13315 11583 7894,'22'14'3276,"-6"-5"0,-3-4-1638,-9-10 0,-5 0 0,-2-4 0,-2 3-1246,-4 0 0,3 0-3017,-1 0 1726,1-2 899,-3 7 0,4-7 0,1 2 0</inkml:trace>
  <inkml:trace contextRef="#ctx0" brushRef="#br0" timeOffset="123">9916 10754 7893,'14'0'0,"-1"3"1994,2 0-985,-1 0 429,-5-3-611,-4 0-473,0 0 0,-2-1 1209,0-2-785,0 2-278,-7-3 286,-1 0-446,-5 3 0,-4-6 46,-5 4 1,-2-1-130,-6 4 1,-9 0-162,-10 0 1,-5 1-288,23 1 0,0 0 1,0-2-1,0 2-371,0 0 1,0 2 383,-23 2 0,23-3 0,0 0 140,0 1 1,0-2-1602,0 0 1,0-1 834,0 0 0,0 2-207,0-1 0,1 0-1443,-16-1 1592,-3 7 1,18-3 861,3 5 0,4-2 0,2-2 0,1-2 0</inkml:trace>
  <inkml:trace contextRef="#ctx0" brushRef="#br0" timeOffset="124">9879 10950 7917,'22'0'714,"-1"0"1,-3 0 923,-6 0 0,-4 0 547,-2 0-949,-4-5 0,1 0-456,-6-4-99,-7 0-365,-4-1 1,-6 1-323,-1 0 6,-7-1-40,-10 5 1,-4-2-99,-5 4-1508,-3 0 1618,-2 3-1685,0 0 1206,2 4 0,3-2 37,1 4-2807,-5 0 2490,3 0 0,22-4 0,-1 0 787,-19-2 0,-2 0 0,8 2 0,1 4 0,0 4 0</inkml:trace>
  <inkml:trace contextRef="#ctx0" brushRef="#br0" timeOffset="125">9888 10884 7942,'27'0'0,"-2"0"2314,-2 0-757,-9-4 953,0 3-1312,-9-7-434,-1 7 11,-8-3-436,-1 4 0,-10-3 200,-4 0-756,-3-1 246,-6 4 1,-5 0-38,-5 0 0,-6 0-105,-6 0 0,23 1 0,0-1-243,1 2 1,0 0-1697,-21-1 1338,-3 3 1,7-1-2564,-7 0 3277,3 0 0,-2-1 0,3 2 0,-5 2 0,24-2 0,0-1 0</inkml:trace>
  <inkml:trace contextRef="#ctx0" brushRef="#br0" timeOffset="126">9897 10801 7930,'28'0'0,"-4"0"562,-2 0 1,-10 3 1665,-2 0-1702,-7 0 2058,1-3-812,-4 0-865,-13 0-346,2 0-255,-16 0 1,2-3 135,-6 0-1141,-14-5 338,-4 7 0,18-1 0,-1 0-58,2 2 1,1 0 327,-1 0 0,1 0 0,-24 0 26,1 0-1377,23 0 0,1 0-176,-1 0 1,1 0 1617,-4 0 0,0 0 0,2 0 0,1-1 0,-4 2 0,1 1 0,-2 2 0,0 0 0</inkml:trace>
  <inkml:trace contextRef="#ctx0" brushRef="#br0" timeOffset="127">9907 10856 7930,'23'4'0,"-5"-1"1640,-3 0-2,-10-3 0,-9-1 119,-9-2-400,-3 2-837,-7-8 1,-7 4-251,-10-4-1778,-7 0 1618,18 4 0,-2 0-1059,0 3 0,1-1 687,1-1 0,1 0 0,-2 3 0,1 1-293,3-2 1,-1 1-1010,0 0 1,0 1 752,-4 0 1,2 0 810,-24 0 0,23 0 0,0 0 0,-22 0 0,1 0 0,1 0 0</inkml:trace>
  <inkml:trace contextRef="#ctx0" brushRef="#br0" timeOffset="128">9897 10931 8008,'19'-3'2614,"0"0"-1653,-9-5-771,-2 3 1108,-12-4-818,-1 4 0,-8-2 992,-3 3-763,-6-3-241,-6 6-1993,-13-7 1520,-7 7 1,21-1 0,-1 0 144,0 2 0,0 0-1183,0 0 1,0 0 624,-24 0 1,26 1 0,-1 1 193,1-1 1,0 1-1102,-1 1 1,1 1 631,-2-1 0,0-1 693,-23 4 0,4 4 0,-3-2 0,24-3 0,-1 1 0,0 0 0,-1 0 0</inkml:trace>
  <inkml:trace contextRef="#ctx0" brushRef="#br0" timeOffset="129">9916 10922 8012,'24'0'2635,"-2"0"-1582,-7 0 782,-6-5-804,-4 4-402,-10-7-125,-4 7-181,-5-7 1,-9 6 46,-2-4-376,-6-1-221,-6 2 1,-13 1 397,22 4 0,0 0-1596,-1 0 0,0 0 1053,-22 0 0,24 0 0,0 0-2605,-23 0 2245,23 2 0,0 0 732,-1 1 0,0-1 0,2 2 0,-1 0 0,-1 0 0,0 1 0,1 1 0,0-1 0</inkml:trace>
  <inkml:trace contextRef="#ctx0" brushRef="#br0" timeOffset="130">9944 10950 7965,'28'0'0,"-5"0"1344,-5 0 0,-7-1-137,-8-3-698,-6 3 0,-4-6 303,-5 4 1,-3-1-30,-7 1-1022,-2 2 233,-8-3 0,-6 4-397,-9 0 0,-4 0 189,24 0 0,-1 0 1,-25 0-2039,0 0 1112,4 0-777,3 4 1917,0 1 0,4 4 0,-5 1 0</inkml:trace>
  <inkml:trace contextRef="#ctx0" brushRef="#br0" timeOffset="131">9963 10987 7977,'28'0'0,"-5"0"2212,-8 0-1414,-7 0 1,-9-4 49,-2-3-21,-2 3-471,-13-4 0,1 6-331,-11-4 62,-2 0-286,-8-4 1,-8 2-620,20 5 0,-1 0-405,0 0 1,-1 2 1015,-4 0 0,0 2-1712,-21-1 1005,3 0 0,1 0 914,3 0 0,-4-3 0,0-1 0,-2 1 0</inkml:trace>
  <inkml:trace contextRef="#ctx0" brushRef="#br0" timeOffset="132">10037 10950 7974,'22'0'1935,"0"0"-1637,-9 0 294,-5-5-319,-12 4 1,-3-7 80,-9 2 483,-3 2-575,-9-5 1,-6 5-98,0-2 1,-10-1-820,1 4-553,-7 0 1038,18 2 0,0 2 1,3-1-1,0 1 75,-2 0 0,0 1 94,4 0 0,0 1 0,-1 5 0,1 2 0,1-1 0,0 1 0</inkml:trace>
  <inkml:trace contextRef="#ctx0" brushRef="#br0" timeOffset="133">9897 10931 7947,'19'0'2380,"-4"0"-860,-6-4-768,-13-1-387,-7-1 0,-9 1 250,-5 2-188,-12 2-633,-7-3 0,14 4 1,-2 0 212,1 0 0,0 0 0,-1 2 0,0 0 159,2 1 0,1 0-1805,-5 1 1,1 1 1593,4 1 0,0 1 0,-8 2 0,0 1 0,2 2 0,0-1 0</inkml:trace>
  <inkml:trace contextRef="#ctx0" brushRef="#br0" timeOffset="134">10512 11322 7936,'14'-13'0,"0"2"0,-5-1 0,1-2 1796,-1 2-1139,-4 0 1,2-1 0,-4 1 0,0 2 742,-3 4-698,0 4-391,-4-2 1,-2 6-147,-6 4 1,-4 9-14,-6 10 0,3 9-86,-3 3 0,-1 6-236,2 1 1,2 2 119,3 4 0,5-4 23,-1 3 1,1-4-745,2 1 1,1-1 82,1-8 0,0-3-418,4-9 1,-3-3-1474,3-7 2579,0-1 0,6-6 0,0-2 0</inkml:trace>
  <inkml:trace contextRef="#ctx0" brushRef="#br0" timeOffset="135">10465 11294 7922,'19'-8'0,"0"2"0,-5 0 702,-1 3 0,-3 2 2196,-1-2-352,1 2-1641,-1 1 0,0 1 32,0 2-444,-3 2-226,2 9 0,-4 0 130,2 5-471,3 4 108,-4 1 0,4 5 208,0 2-613,1-2 364,-5 7 1,5-6 140,-4 4-1462,5-4 1164,-6 6 0,4-6-2121,0 4 1454,-3-8 0,1 1-706,-4-8 1,3-2 21,-3-1-403,0-3 827,2-4 664,-4-3 770,3-2 0,-4-5 950,0-2-914,0 2 0,1-4 104,2 5 1,-2-1 1154,2-2 0,-3 2-442,-3-2 0,-3 1-409,-7-1 1,-1 2-345,-5-2 1,-4 2-713,-1 1 0,-7 0 228,-4 0 1,-1 0-1341,-1 0 0,1 0 337,2 0 990,6 0 0,1 0 0,3 0 1</inkml:trace>
  <inkml:trace contextRef="#ctx0" brushRef="#br0" timeOffset="136">10838 11424 7925,'28'-9'0,"-2"0"1417,-5-1 0,0 2-397,-9 2 0,0-2 731,-6 2-899,2 1-579,-7 1 0,3 5-345,-4 2 0,-1 7 130,-2 5 1,1 6 7,-4 1 0,1 7 97,-1-1 1,2 3-377,4 0 1,0-2 34,0 2 1,4 2-86,2 1 1,2-3 41,1-3 0,2-2 142,1-8 1,-1-2-140,1-10 1,1-2 65,0-4 1,2-8-89,-2-5 1,2-7 51,-2-5 1,-1-2 79,-3-1 0,2-1 75,1-2 1,-1 2 114,1-2 1,-3 5 261,-2 1 0,1 4-186,-2-4 0,-1 8 279,1 2 0,-4 3 187,2 3-30,-3 0-391,-1 4 1,0 2-115,0 6 1,-4 3 109,1 6 1,-3 1-16,3 5 1,-1 4 102,1 9 1,2 7 24,-2 9 0,2-20 0,1 1-130,-1 2 1,2 2 0,0 0 0,1 1 84,-1 1 1,1 0-1,-1-1 1,0-1 166,-2 4 0,-1 0 1,0-4-1,-1 1-177,-2 3 1,0-1-1,0-3 1,0-2 83,-1-1 1,0-2 0,-6 21-315,-3-8 1,-2-7-169,-5-5 1,1-8 56,-7-8 0,0-6-171,-9-6 0,1-10-1384,-4-8 1,3-9-1639,3-7 3277,15 14 0,1-1 0,-13-16 0,16 16 0,-1-2 0,3 1 0,-1-1 0</inkml:trace>
  <inkml:trace contextRef="#ctx0" brushRef="#br0" timeOffset="137">13631 11192 7888,'5'-4'1369,"-1"2"-603,-4-2 454,0 4-417,0-4-390,0 3 848,0-3-938,0 12-274,0-1 57,0 6 0,0-3-41,0 3 97,0-3-1,0 5-126,0-3 185,0-2-386,0 4 93,0-5-216,0-4 1,0-6 123,0-8 0,0-1-225,0-6 1,0 2 107,0-2 1,3-2-35,1 3 0,3 1 169,-1 2 1,2 2-29,2 0 1,-1 4 334,0 0 1,-3 4-119,1-1 1,-1 2 320,3 1 0,1 3-147,-1 0 1,0 3 187,0-3 0,1 4-131,-1-4 0,0 3-21,1-3 1,-2 1-170,-2-1 0,2-2 79,-1 2 1,1-2-228,1-1 0,-3 0-2,1 0-25,-1 0 0,3 0 43,0 0-56,1 0 234,-1 0 192,0 0-11,1 0-212,-1 4 0,-4 5 42,-2 3 1,-1 6-45,1 0 0,-1 8 61,1 5 1,-2 3-50,-1-3 1,0 4 180,0-4 0,0 3-29,0-3 0,0 0-11,0-3 0,-1 0-250,-2 0 0,1-1 95,-1-3 1,1-2-301,-1-6 0,2 0 120,-2-3 1,1-2-329,-1-5 63,2-2-628,-3-4 1,1-1 20,0-2 0,-1-6-242,4-7 0,-3 2-1277,0-2 2477,0 1 0,-1-4 0,-1 1 0</inkml:trace>
  <inkml:trace contextRef="#ctx0" brushRef="#br0" timeOffset="138">13948 11499 7888,'14'0'0,"3"0"3092,-5 0-1362,1 0 1440,-4 0-2175,-4 0 0,-3 0-170,-8 0 1,-1 0-371,-9 0 1,0 0-195,-6 0 1,1 0-615,-4 0 1,4 0 270,-4 0 0,-1 0-1557,-5 0 1,2-1 1555,-2-2 0,6-2 0,2-5 0</inkml:trace>
  <inkml:trace contextRef="#ctx0" brushRef="#br0" timeOffset="139">14255 11229 7970,'9'-9'321,"-3"0"40,1 3 1,-4-2-120,3 2 1521,0-3-1132,-1 0 1,1 0 75,-3-1 74,-2 1-390,3 4 0,-4-3 112,0 1-489,0 3 322,0-4-138,0 7-2,-4-3 0,2 4-174,-5 0 0,1 1 134,-3 2 1,0 2-213,-1 4 0,0 4 13,-3-1 1,3 5-248,-2-2 0,1 0 140,2 0 0,1 4-21,2 3 1,1 3 220,5-4 0,4 2 140,-1-1 1,7-3 259,-1 3 1,4-2-173,-1-2 1,-2 0 159,3-2 1,1 0-117,2-4 0,-2 4-128,2-4 1,-5 1 68,2-4 1,0 4-268,0-1 1,-2 1-5,-5 0 0,2-3-28,-1 3 0,-3 0 1,-1-1 0,-2 2 78,-1-2 1,-1-1-156,-2 1 1,-2-1 40,-5 2 1,-3-6-171,-3 2 0,0-5 74,0-1 0,-1-2-202,1-1 1,-3-1-166,-2-2 0,2-7 192,1-5 1,3 0 269,6 0 0,0 3-81,3 0 1,6 1 313,6-2 1,7-1-107,2-5 1,3 0 299,1 1 0,2-4-170,1 0 0,1-4 343,-1 2 1,0-7-69,3-4 0,-5 3-119,-5 1 0,-4 0 44,-2 3 1,-4-1-112,-5 8 0,-4 0-486,-2 5 0,-11 4 171,-4 6 1,-5 2-774,-2 4 1,-1 0 813,-2 0 0,-2-4 0,-5-2 0</inkml:trace>
  <inkml:trace contextRef="#ctx0" brushRef="#br0" timeOffset="140">12504 11378 7868,'10'-5'124,"-4"0"374,0 1-178,0 3 596,4-3-157,-5 4 616,3-4-484,-3 3 169,1-3-533,2 4 61,-7 0 1050,3 0 0,-11 3-1182,-3 0 1,-4 3-411,2-3 1,-5 4 125,1-4 0,-2 0-302,-4-3 1,2 0-62,-1 0 0,1 0-249,1 0 0,4 0-9,-1 0 0,5 0 177,-1 0 1,1 0-622,2 0 562,0 0 1,3-1 410,3-2-160,2 2 1,2-4 627,2 1 0,4 3-29,5-2 0,3-1 240,3 1 1,2 0-96,2 3 0,-2 0-228,5 0 0,-4 0-132,1 0 1,-3 0-91,0 0 0,-4 1 60,1 2-96,-5-2 1,2 4-124,-7-2 56,-2-2-271,-4 4 0,-4-5-40,-2 0 0,-4 3 91,-2 0 0,-3 0 47,-3-3 1,-4 0 45,0 0 1,-2 0-236,2 0 1,0 0 56,3 0 1,2 0-771,1 0 296,-1 0 224,6 0 1355,2 0-547,5 0 59,16 0 1,-3 0-224,9 0 0,0 0 44,4 0 0,-4 0 171,1 0-134,4 0-7,-12 0-77,11 0 0,-12 0 147,2 0-159,-1-4-7,-2 3-239,-4-3 32,-1 4 221,1 0-656,-4 0 243,3 0 114,-13 0-238,-1 0 213,-4 0 1,-4 0 32,3 0 1,-3 0-90,-1 0 1,4 0-242,-1 0 240,5 0 1,-6 0-60,5 0 68,4 4-37,-1-3 608,8 3-212,-3-4 619,4 0-567,8 0 0,2 0 101,5 0 29,3 0-166,-4 0 1,5 0-8,0 0-44,-1 0 1,0-1-144,-3-2 1,-1 2 297,-5-2-278,-4 2 0,-1 0 1,-4-3 77,0 3-291,0-3 113,-4 4 0,-5 0 361,-7 0-139,-1 0 1,-2 0-99,1 0 0,-3 0 12,2 0 1,-1 0-217,4 0 0,3 0 75,0 0 0,6 0-1974,1 0 971,4 0-2190,-2 0 3064,4 0 0,8-4 0,2-1 0</inkml:trace>
  <inkml:trace contextRef="#ctx0" brushRef="#br0" timeOffset="141">14748 11499 7873,'0'-5'1201,"5"-4"-762,-4 4 124,3-4 20,0 4 381,-3-3-243,3 6 340,-4-6-678,0 7 0,0-2-28,0 6 1,0 3-104,0 7 1,-1 2-207,-2 7 0,2 2 138,-2 4 1,2 1-114,1 2 1,0-1 9,0 4 0,0-7-122,0 1 1,0-8-117,0-1 1,1-4 40,2-6-262,-2-4 122,3-1 7,-4-16 1,0-1 59,0-11 0,0-2-61,0-5 0,3 2-8,0-2 1,1 2 83,-1 1 1,0 3 171,3 0 0,1 7-103,5 0 0,0 5 470,3 1 1,-2 6-185,2 3 1,0 2 399,0 1 0,2 1-231,-5 2 1,4 3 262,-4 6 0,0 0-146,-6 3 0,1 1-24,-4 2 0,1 4-171,-1 0 1,-2 0-23,2-4 1,-2 3-169,-1-2 1,-1 0 87,-2-6 1,2-1-226,-2-3 0,1 0 127,-1-3-482,2-2 0,-6-8 117,4-2 0,0-7-34,3-2 1,0-4 105,0-3 1,1 2-90,2-5 1,2 4 37,4-1 0,2 3 119,1 0 1,1 2 228,3 1 1,1 4-132,-1 5 0,1 3 586,-2 4 1,2 0-23,-5 0 1,1 9 191,0 3 1,-3 6 241,3 3 1,-4 1-392,-3 6 1,1-2-68,-3 5 1,-1-3-138,-3-3 1,0-3-356,0-3 0,-1-5 94,-3-1 1,2-6-3055,-4-1 1831,0-4 1136,-3-2 0,-1-9 0,1-5 0</inkml:trace>
  <inkml:trace contextRef="#ctx0" brushRef="#br0" timeOffset="142">10261 12719 6584,'0'-6'-811,"0"2"811,0 4 0,0-4 0,0 3 0,0-3 0,0 0 0,0 3 0,0-7 0,0 7 812,0-8-532,0 4 1,0-1 114,0 0 708,0-1-658,0 2 0,0-3 98,0 2 353,0 2-143,4-5-114,-3 8-125,3-7 37,-4 7 501,0-3-894,0 12 0,0 4 172,0 9-376,0 3 105,0 4 0,0 5 272,0 4-406,0 1-51,0 7 1,0-2 296,0 3-1607,0 1 1404,0-5 0,3-1-96,0-3-124,0-5 344,-3-1-227,0-4 189,0-4 1,0-3 51,0-5-424,0-3 348,0-8-73,0 0 440,0-5-699,0-9 1,0-2-98,0-11-198,0-2 311,0-8 0,1 0-416,2-2 575,2-2 0,5 7 70,-1-2 1,0 2-364,1 5 326,-1 1 1,3 9 96,1 1 0,0 7-85,0 3 841,-3 2-520,8 1 1,-7 5 612,5 5-455,-5 3-161,2 6 0,-1 0 282,-3 3-262,2-2 0,-5 3-25,3-5 1,-3 1-81,0-1 30,-4 1-388,7-5 157,-8 4 1,7-8 75,-2 3-179,3-3 103,0-5 1,0 3-35,0-5-172,5 4 135,-4-6 0,7 3-120,-5-4 75,5 0 68,-7-4 175,4-1-117,-1-5 0,-3 0-44,3-2 233,1 1-176,-3-6 1,2 5-8,-4-3 154,1 4-131,3-7 1,-6 7 14,3-5 0,-6 5 8,2-2 0,-4 3 211,1 1 15,2-1-9,-4 1-210,4 0 1,-10 3 55,-1 3 41,-2 2-78,-1 1 0,-2 1 44,-1 2-54,1 3 21,-2-1 0,4 6 39,-1-1-261,1 1 203,4 2 1,1-1 253,4 3-40,0 1-197,0 2-140,4-3 58,5 2 1,6-5 119,3 3-968,1-3 600,0 1 1,2-7-86,1 1-1111,4-5 920,-2 2 0,4-5-83,0-2-582,-5-3 684,0-3 0,-7 0-19,-1 0 1,-3-2 104,0-1 454,-6 1 0,2-6 0,-2 7 0,3-3 123,-4-1-124,3 3 1,-4-3 227,3 1 1,0 3 714,-4-2 841,4 1-822,-6 2-440,3 4 659,-4 1 27,0 4 0,0 10-821,0 2 78,0 7-299,0-4 0,0 3-104,0 1 0,0-1 115,0 1 0,0-1-891,0-3 411,0 3 154,0-8-1829,0 3 639,0-7 636,0 2-1665,0-7 2369,0 3 0,0-12 0,0-3 0</inkml:trace>
  <inkml:trace contextRef="#ctx0" brushRef="#br0" timeOffset="143">11192 12802 7935,'9'-14'517,"0"0"175,1 5 0,-1 3-30,0 0-804,1 4 143,-5-2 142,3 4-566,-7 4 281,3 1 0,-5 4 142,-2 0 0,-2 5 0,-4 0 0</inkml:trace>
  <inkml:trace contextRef="#ctx0" brushRef="#br0" timeOffset="144">11415 13026 7970,'16'-5'687,"-1"2"-460,-3-3 0,-2 4 56,-4-4 909,0 4-722,-1-6 1,0 6 284,-5-4-574,4 3 183,-3-1-1,3 0-641,-8 3 280,3-3 0,-8 5-33,3 2 15,-6 2 201,1 9-457,-2-4 220,0 12 1,-2-9 105,-4 9-418,5-4 254,1 4 1,3-3-80,1 0 150,4-5 34,1 4 0,4-8 128,0 2-121,4-5 0,5 1 0,2-7-33,5 2 29,-1-2 4,0-5-113,3-1 115,-8-9 0,3 0 6,-3-5-51,-1 1 44,0-1 0,-3 0 5,1 1 218,-5-1-228,6 5 1,-7-3-7,2 5 312,-2-1-38,3 4 218,-3 4-242,4-4-62,-1 8 1,-2 1 64,4 7 1,-3 2 2,3 3 247,-4 3-236,7 4 1,-7 3 232,4 3-115,-4 2-109,6 1 1,-7 4 113,2 2-1078,-2 2 892,-1 2 0,0-2-414,0-2-313,0-6 590,0-1-1244,-4-12 831,-1 7 1,-1-9 78,0 3-575,-1-7 946,-6 0 1,3-8-597,-3 2-1100,-1-2 430,3-5 1170,-6-6 0,6-4 0,-2-5 0</inkml:trace>
  <inkml:trace contextRef="#ctx0" brushRef="#br0" timeOffset="145">11732 12737 8050,'37'0'961,"-9"0"203,-6 0 0,-7 3-409,-6 0 412,1 5-687,-5-3 1,-1 4 246,-4 0-341,4 1-212,-3 3 0,2 6-58,-6 6-29,2-3 1,-6 5-6,4-2 1,-3-2-331,3-1 203,-5-3 0,7-1-118,-2-3 1,2-1 109,1-5-552,0 1 198,0-5 11,0 3-387,0-7 490,4 3 0,-2-8-373,5-2 380,-5-7 0,5 3-300,-4-2 239,4 1-82,-6 2 172,7 0 383,-6-1-177,6 1 1,-6 4-234,4 2 1102,0 2-641,4 5 1,-3 1 19,2 4 890,-6 5-722,10-4 1,-5 8 729,4-3-517,1 7-296,-4-2 1,1 2 118,3-3 1,1 0 72,5-1-603,0-3 167,-1 2 1,4-10 218,0-1-495,3-4 263,-5-2 1,3-5-192,-4-5 1,2-4-249,1-8 1,-2-4-314,-2-8-931,-1 4 1508,-6 6 0,1-1 0,6-14-129,-8 15 1,-1-2 33,9-17 1,-3 2 164,-3 3 1,-1 2-973,-2 2 790,0-2 407,-4 7-124,0-3 1,-5 7-179,0 0 460,0 4-204,-5-1 0,0 3 222,-4 0-209,-4 9 576,2-2 0,-3 11-523,1-2 318,3 6 1,-4 7-187,5 9 1,1 4-86,2 8 1,2 2 79,4 1 1,0 2 114,0-2-1080,4 2 1297,1-3-291,4 4 0,0-2 456,1 2-405,-1 2-90,0-6 0,1 2-249,-1-1 93,0-4-416,-3-2-612,2-6 681,-7-3 0,6-1 140,-4-3-1809,0-1 596,-3-5 542,0 0 0,-1-4-340,-2-2 1080,-2-6 0,-8-6 0,-2-5 0</inkml:trace>
  <inkml:trace contextRef="#ctx0" brushRef="#br0" timeOffset="146">12504 12784 8041,'38'0'1063,"-10"0"1559,-7 0-1773,-5 0 296,-11 0-217,-1 0-227,-4 0-1006,-8 0 291,-2 0 0,-17 0 136,-4 0-1109,-5 0 794,-5 0 0,5-3-922,-4 0-296,7-5 1276,-7 7 135,11-7 0,-3 7 0,4-3 0</inkml:trace>
  <inkml:trace contextRef="#ctx0" brushRef="#br0" timeOffset="147">13240 12979 8116,'32'0'0,"-4"0"0,-4 0-630,-6 0 477,1 0 0,-4-1 748,-3-2 0,-2 2 353,0-2-509,-5-2 0,-1 3-144,-4-4 0,-1 0-238,-2 0 0,-2-2 93,-5 2-480,-7 2 297,1-1 0,-8 2-738,3 0 1,1 0 472,-2 3 0,0 3-608,0 0 1,1 8 905,6-2 0,-3 2 0,4-1 0</inkml:trace>
  <inkml:trace contextRef="#ctx0" brushRef="#br0" timeOffset="148">13296 13091 8165,'27'5'0,"-2"-2"705,-7-2 1094,-8-1 143,-6 0-1703,-25 0 1,8 0-209,-15 0 0,3 0 364,3 0-1719,0 0 1016,0 0 1,2 0 280,-2 0 27,3 5 0,0 0 0,0 4 0</inkml:trace>
  <inkml:trace contextRef="#ctx0" brushRef="#br0" timeOffset="149">14087 12719 8018,'10'-7'991,"-1"1"1,-3 3-364,0-3-400,-4 0-57,3-4 1,-2 1 858,0 0-615,0-1 0,-3 4 186,0 0-517,0 4 0,0-6-299,0 7 282,-4-3 165,3 4-285,-8 4 84,4 1 0,-1 7 102,0 1 0,0 3-130,-4 0 0,1 1-56,0 2-69,-1 4 151,5-4 0,-2 7 30,4-4-39,0 4 39,3-2 0,0 4-179,0-1 48,0-3 1,1 2-110,2-4 0,5 0-52,5-4 205,3 1 8,-1-5 1,3 0 1,1-9-55,-1-2 242,1-2-214,4-1 1,-3-5 283,1-4-113,-1-5 0,-3-9-14,-1-1-78,2-3 1,-8-5 26,2-3-960,-1 3 935,-6 0 0,-1 3 56,-4-2-622,0 6 433,0-1 1,0 4-12,0 0-167,-4 0 118,-1 8 0,-5 0-305,1 5 609,0 0 1,-1 1-1659,1 1 1186,-4 3 1,2 4-295,-1 0 652,2 0 1,0 4 0,1 2 0</inkml:trace>
  <inkml:trace contextRef="#ctx0" brushRef="#br0" timeOffset="150">14609 12998 8218,'18'0'1129,"-3"0"-807,-2 0 0,-8-1 13,-1-2 534,1 2-527,-4-8 0,2 4 160,-6-4-2510,2 0 918,-8-1 1090,4-3 0,-4 3 0,0-4 0</inkml:trace>
  <inkml:trace contextRef="#ctx0" brushRef="#br0" timeOffset="151">14823 12672 8133,'4'-5'0,"-3"1"480,3 0 0,-4 3-56,0-8-108,0 8 0,0-4 43,0 2-410,0 2 934,0-3-651,0 0 1,4 3 112,3-2-152,1 2 13,1 1 0,1 0-127,3 0-94,1 0 1,5 0-55,0 0 1,-1-4 35,1 1 153,4 0-203,-8 3 55,7 0 1,-9-3 177,3 0-31,-3 0-12,-3 3 124,-1 0-97,0 0 0,-1 4-214,-1 2 149,-3 3 0,-4 1-216,0 2 219,0-1 0,0 6 49,0-1 23,0 5-94,0 3 0,0 4 43,0 0 227,-4 0-138,3 4 0,-3-2 219,4 4-180,0-4 1,0-1-43,0-4 1,0-3 27,0 3 0,0-8-187,0 2-19,-5-7 1,4 2 239,-2-5-890,2 0 329,-3 1-490,3-5-714,-3-1 830,0-4 0,2-1-434,-5-2 1,4-2 1127,-3-5 0,4 1 0,-2 0 0</inkml:trace>
  <inkml:trace contextRef="#ctx0" brushRef="#br0" timeOffset="152">15149 12923 8103,'18'0'0,"-3"-4"2984,-2 3-1518,-8-3-967,0 4-249,-14 0-72,3-4 0,-11 3-1363,1-2 820,-6-2 0,2 1-310,-5-3 0,3-1 675,-3 2 0,0-2 0,-3-2 0</inkml:trace>
  <inkml:trace contextRef="#ctx0" brushRef="#br0" timeOffset="153">15400 12663 8208,'15'-4'133,"-3"2"266,-6-5 852,3 5-784,-8-6 1,2 7-459,-6-2 0,-3 2 41,-3 1 1,-4 3-180,-3 0 1,-1 4 42,-2-1 0,1 0 148,3 0 0,-2 3-10,5 4 1,3 0-106,2-1 0,5 0 313,-1 3 1,6 0-176,3 0 1,3 3 204,0-3 0,4 0-109,3 0 1,2-2 115,0 2 1,0-2-129,-3 2 1,2-3-205,-5 0 1,4-2 29,-4 0 0,1 2 105,-4 1 0,3 0-258,1-1 1,-1 0 40,-3 3 0,-2-2 85,-1 2 1,-4-2 19,1 2 1,-2-3 23,-1 0 0,-1-2-119,-2 0 0,-2-4-140,-5 0 0,0-4 134,-2 1 0,0-3-71,-3-3 0,0-2-48,0-4 0,-3-2 72,3-1 0,1 2-38,2-3 0,6 3 39,3 1 1,2-1 223,1 1 1,4-1-66,2-3 0,6 2 131,4-5 0,1 1-84,2-4 1,1 0 154,1 1 0,-1-1-33,2 1 1,-3-1-88,0 0 1,2 1 174,-3-1 0,2 0-36,-8 1 1,0-1 12,-6 1 1,-2 0-56,-4 3 0,0-3-38,0 2 0,-5 3-135,-4 1 1,-5 1-206,-4 2 0,-1 1-505,0 1 0,0 3 384,-3 4 1,2 0-338,-1 0 0,4 8 657,2 1 0,3 10 0,-1 1 0</inkml:trace>
  <inkml:trace contextRef="#ctx0" brushRef="#br0" timeOffset="154">15875 12858 8375,'9'-9'80,"1"0"570,-5-1 1,2 4 663,-4 0-862,0 4 0,-3-1-285,0 6 1,0 3 106,0 6 0,0 0-143,0 3 1,0 1 93,0 3 1,-3-1 16,0 1 0,0 2-14,3 1 0,0 0-59,0-3 0,0-4-185,0 1 0,0-2 119,0 2 0,0-3-361,0-4 196,0 1-762,0-5 360,0-1 72,0-12 0,0-3 83,0-7 0,1-1-50,2 1 0,1-2 101,2-2 1,4 2 57,-1-1 0,0 1 239,4 1 0,0 5-159,0 2 1,3 4 201,0 2 1,-2 4-37,2-1 0,-4 2 324,4 1 1,-5 4-20,1 2 1,-2 7 102,-4 2 0,-2 3-80,-4 0 0,0 1-84,0 0 0,0-1-151,0 1 0,-3-2 119,0-1 1,-3 1-295,3-5 1,-4-3-103,4-3-81,0-3 0,3 0-210,0-6 0,0-4 200,0-5 1,1-3-346,2-3 0,3-5 215,7-2 0,-2 2 29,5 2 0,-1 2 91,4 4 0,0 2 221,-1 7 0,1 2 165,-1 4 1,0 4 343,-2 2 0,0 11-335,-3 4 1,-1 2-164,-3 2 0,-3-1 171,1 1 0,-5-7 569,1-5-165,-2-3-568,-1-5 0,0-5 0,0-5 0</inkml:trace>
  <inkml:trace contextRef="#ctx0" brushRef="#br0" timeOffset="155">16396 13473 8417,'16'0'68,"-1"0"1,-3 0 951,0 0-84,-1 0-254,-2 4-215,0-3 166,-4 3-69,0-4 100,-5 0-401,-9 0-31,3 0 0,-12 0 392,3 0-313,-7 0 1,-2 0 86,-4 0 57,-4 0-508,-1 0 1,-11 3 190,18-1 0,-1-1 0,-3 3 0,-2 0-219,-6-1 0,-2 0 0,4 1 0,0 0 441,-1 1 1,-1-1-1615,-7 1 0,-3 0 1322,-1-1 1,-2 1-1,13-2 1,-1 0 0,-1 0-151,0 1 1,0-1 0,-1 0 78,-1-1 1,1-1-1,-1 1-22,1 0 0,0-1 0,0 0-808,-5-2 0,-2 0 0,2-1 792,4 0 1,1 1-1,0-1 1,-4-2 0,0 0-1,-1-1-23,4 1 1,0 0-1,-1 0-523,-1-1 0,0-1 0,1 0 506,4 1 1,1 1 0,0-1 0,-3-1 0,0 0 0,1-1-48,2 1 1,1-1 0,0 1-46,-14-1 1,1 0 82,13 2 1,0 1-1,1 0 1,-6-1 0,2 0-38,1 1 0,1-1-164,1 0 1,0 1 227,4 1 1,0 0 463,2 1 0,2 0-493,-13 2 0,10 0 1543,10 0-1741,6 0 1151,7 0 0,7 0-1008,8 0 1635,5 0-1551,11-4 0,3 3-46,6-2-855,-2-2 1202,7 4 0,-4-3-2113,3 4 1257,-3 0 1,-7 0 617,-1 0 0,-3 3 0,1 0 0,-3 0 0</inkml:trace>
  <inkml:trace contextRef="#ctx0" brushRef="#br0" timeOffset="156">16424 12151 8277,'15'-15'0,"-3"3"926,-1 6-494,-2-3 0,0 7 811,1-4-599,-1 4-308,0-2 1,-3 5 397,1 2-287,-5 2-193,6 9-311,-7 4 108,3 10 0,-4 5 362,0 4-382,0 9-326,0 2 0,2-17 0,0 3 485,1 1 1,0 1-834,-1 1 1,1 0 737,1 2 1,0 0-1,-2 4 1,0 0-32,1 2 0,0 0-55,1 2 0,0 0 1,-1-2-1,-1-2 18,0-1 0,2 0-37,0-2 0,0 0-737,-3-3 1,-1 0 825,4-1 1,0-2-177,-3-3 0,-1-1 62,3-1 1,-1-3 0,-2 15 163,0-7-890,0-6 990,0-10-518,-5-3-32,4-6-257,-7-5 1,7-12-990,-2-4 697,-2-13 870,4 0 0,-8-3 0,4 5 0</inkml:trace>
  <inkml:trace contextRef="#ctx0" brushRef="#br1" timeOffset="157">16545 12281 8638,'19'-9'269,"-5"0"-9,-1 3 1,-6 2 506,-1 4 1,-4-4 323,2-2 0,-4-3-563,-4 0 1,-4 0-286,-4 0 0,-8-4 44,1 1 1,-2-2-123,-1 2 1,-1 1 43,-2-1 0,3 6-322,3 3 0,0-1 108,1 1 1,-1 4-127,1 5 1,0 6 129,2 4 0,-4 1 370,1 2 1,-7 0 7,-2-1 0,-9 1-68,-9-1 0,-5-3-299,23-9 0,0 0 0,-2 0 0,0-1 149,0-1 1,-2 1 0,-10 0 0,-2-1-480,-5 1 0,-1 0 1,-2-2-1,-1-1 393,14-1 0,0 0 0,-1 0 0,1-2 0,-1 0 0,-1-1-140,-2-1 1,-2 0 0,0-1 0,-4-1 0,0-1 0,0 0-382,-1-2 0,0 0 0,1-1 0,1 0 1,0 1-1,0-1 350,-3 1 1,0-1 0,1 1 0,6 1-1,1-1 1,0 2-177,-2 0 1,1 1-1,-1 0 1,1 0-1,0-1 1,1 2-32,1 0 1,0 1 0,2 0-1,3 0 1,0 1 0,2 0-212,-12 1 0,1 2 1,1 2-1,1 1 167,3 0 1,1 2 0,2 1 0,2 1 25,4 0 0,2 0 0,2 0 0,2 1 391,-14 10 1,8-1-855,10 1 0,6 0 786,4-1 0,2-3 0,0-2 0</inkml:trace>
  <inkml:trace contextRef="#ctx0" brushRef="#br0" timeOffset="158">13398 12132 8157,'13'-6'1823,"-1"0"-41,-4 4-491,1-3 1,-8 6-63,2 3 0,-2 6-565,-1 9 0,3 8-71,0 11 1,4 11-381,-3-20 0,-1 1 0,0 6 1,1 1-437,-1 3 0,0 0 0,2 2 0,1 1 322,-1 3 1,0 1 0,1 2 0,0 0-756,-2-13 1,1 0-1,-2 0 1,3 14 0,-1 0 196,1 0 0,0-1 459,0-5 0,-1-1 0,-1-4 0,0 0 0,-1-1 0,0-1 0,-1 0 0,0 0 0</inkml:trace>
  <inkml:trace contextRef="#ctx0" brushRef="#br0" timeOffset="159">1583 14683 7989,'5'-6'385,"-2"0"0,-1 4 859,1-1 0,-2 1 41,2-2 0,-2 4-6,-1 0-931,0 9 1,0 2 26,0 5 0,0-4-122,0 4 1,0-4-27,0 3-34,0-3-263,0 1 1,-1-8-88,-2-1-222,2-3 0,-3-6 102,4-1 0,0-5-230,0-2 0,0-2-14,0 3 1,0-1-146,0 4 405,0 0 0,0 2-187,0 1 755,0 4-56,0 6 1,0 2 232,0 7 0,0-3-126,0-1 1,3 1 216,0-1 1,0-3-207,-3 0 1,0-2 343,0 2-897,0-4 106,0 2 0,-1-5 68,-2-2 1,2-2 49,-2-5 0,1-2-36,-1 0 0,2-4-55,-2 4 1,1-4-158,-1 4 1,2-1-345,-2 4-14,2 0 293,-4-1 1,0 5 288,-4 2 0,0 3 383,-1 3 1,-2 4-757,-1 9 1,-6 0 385,0 9 1,-2 1 360,3 5 0,-4 3 440,0 7 0,6 0-19,7 3 0,0 0-244,6-4 1,5-3 58,8-6 1,3-7-366,6-2 1,0-7-426,3-6 1,-1-4-346,4-5 0,0-5-660,6-4 1,-2-6 437,2-7 0,6-4-1474,0-5 2205,2-1 0,-2-1 0,3 0 0,-19 17 0,1 0 0,2 0 0,0 0 0</inkml:trace>
  <inkml:trace contextRef="#ctx0" brushRef="#br0" timeOffset="160">1741 14311 8164,'9'0'0,"4"1"55,-1 2 1,5 2 134,-2 4 1,7 3 859,3 3 1,-1 6-414,1 10 0,-1 7-397,-10-15 1,0 1-1,1 1 1,-1 1 140,2 1 0,-1 1 1,0 0-1,-1 0-18,2 0 0,-1 0 0,-3 1 0,-2 0-321,0 2 0,-1 0 0,-5-2 0,0 1 16,0 3 1,-2-1-1,-3-3 1,-3-2-845,-3 1 1,-2 0 0,-2-2 0,-2-1 491,-7 1 1,-1 0 0,0-1 0,-1 0 293,-3 2 0,0-1 0,0 0 0,-2 1 0,0 1 0,-1 0 0,0-1 0,0 1 0</inkml:trace>
  <inkml:trace contextRef="#ctx0" brushRef="#br0" timeOffset="161">18240 5605 8088,'9'-23'0,"2"5"90,1-1 1,-6 5 0,0 3-1,-3 0 949,-3-1 0,0-4 76,0 4-123,0-1 1,0 7-403,0 0 1,-5 5-69,-1 1 1,-2 8 7,-1 8 1,-5 15-148,-1 9 1,4-8-1,0 4-262,-2 8 0,1 2 1,3-10-1,0 1 1,0 2-503,0 5 0,-1 2 0,1 0 0,0 4 1,-1 0-1,1 2 439,2-9 1,0 1 0,0 1 0,0-1 0,1 1 0,0 0 0,1 0 0,0 0-309,-1 4 0,1 1 0,1 0 0,0 0 1,1 0-1,0 0 0,1 0 0,0 0 303,0-1 0,1-1 0,1 1 0,0 0 0,-1 1 0,1 1 0,1-1 0,0 1-213,0-1 1,0 1-1,1-1 1,0 1 0,-1-1-1,0-1 1,1 1-1,0-1 211,1 1 0,0-1 1,0 0-1,0-1 0,0-2 1,0 0-1,-1-1 0,1 0-263,-1-3 1,0-1-1,1 0 1,-1-1-1,0 1 1,1-1-1,-1-1 1,0 0-626,2 7 0,-1 0 0,0-2 538,-1-3 0,-1-1 0,1-1-343,0-3 1,2 0-1,-2-2 1,0 8-1,0-1 175,1-3 1,0-2-1,1-5 1,0-1-311,-1 20 777,4-15 0,-2-4 0,5-7 0</inkml:trace>
  <inkml:trace contextRef="#ctx0" brushRef="#br0" timeOffset="162">21899 8594 8263,'34'0'638,"0"0"0,-8 1-177,-1 2 0,-4-1-342,-3 4 0,0-4 333,-2 2 450,1-3-158,-7-1-227,0 0-41,-6 0-239,-21 4 1,1-3 42,-15 2 1,1-1-28,-1 1 0,-5 1-35,-5 2 0,-7 3-367,20-6 1,0 0 0,-7 1 0,-2-1 217,-8 0 0,-3 0 1,-3 0-1,-2-2-438,12 0 1,0-1 0,-1-1 0,-3 1-1,0 0 1,-2-1 366,6 1 0,0-1 0,-2 0 0,0 0 0,-1 0 0,-2 0 0,0-1 0,0 0-253,-2-1 1,-1 0-1,0 0 1,0 0-1,7 0 1,0 0-1,0 0 1,-1 0-1,1 0 215,-2 0 0,0-1 0,0 0 1,0 0-1,-1 1 0,0-1 0,0 0 1,-1 0-1,1 0 0,-1 0-177,-2 0 1,-1 0-1,0-1 1,1 1-1,0-1 1,3 1 0,1-1-1,0 0 1,0 0-1,-1-1 167,-2 0 0,-1 0 1,-1 0-1,1 0 1,1-1-1,4 1 1,1 0-1,1 1 1,-1-2-1,-1 1-75,-2 0 0,0-1 1,-1 0-1,1 0 1,0 0-1,2 0 1,1 0-1,0-1 0,1 1 1,-1-1 66,-1 0 0,1 0 0,-1 0 0,1 0 0,1 0 1,-7-2-1,0 1 0,1-1 0,0 1-145,1 0 0,0 1 0,0-1 0,1 1 0,-7-1 0,2 1 0,0-1-81,0 1 1,0-1-1,1 1 1,6 3 0,2-1-1,0 2 284,3 0 0,1 2 0,0-1 0,1-1 0,1 1 0,1 0 0,-9 1 0,1-1 0</inkml:trace>
  <inkml:trace contextRef="#ctx0" brushRef="#br0" timeOffset="163">16974 5391 8195,'-5'0'1411,"0"0"-282,5 0-1108,9 0 0,-4-1-33,4-2 0,0 2 77,-2-2 0,1 1-105,1-1 1,4-2 70,-1-1 1,0-2 17,-2 2 1,3-3 214,3 0 0,-1 3-36,4 0 1,-2-1 43,8-2 0,0 0-54,3 0 1,4 2-171,2 1 1,2 0 87,2-3 0,-2 0 4,-2 3 0,2-2-73,-2 2 0,3 0-352,0 0 1,3 3 154,1-3 0,2 3 116,-3-3 0,1 4 70,-4-2 1,1 3-31,3 1 1,-2 0 131,4 0 1,3 0-159,7 0 1,-5 4-220,-21-3 0,-1 1 0,26 8 106,-3-1 1,-20-1 0,-1 0-135,0 0 0,0-1 0,3 2 0,0 0 154,0 0 1,0 1 0,-2-2 0,-1 1 41,0-1 1,0 0 0,-2 0 0,-1 1-130,1-1 0,1 0 1,-2 0-1,1 1 134,1 1 0,-1-1 0,0-1 0,-1 0 172,21 7 0,0 1 3,-3 2 0,-1 1-26,-5-1 1,4-2-94,3-1 0,-18-5 0,0 0 22,2 2 0,0 1 0,1 0 0,0 1-181,-1 0 1,0 0 0,0 1 0,0 1 78,0-1 1,0 1 0,0 1 0,1 1-65,0-1 1,1 0 0,-2-1 0,0 0 47,0 0 0,-1-1 1,-4 0-1,-1-1 46,15 14 0,-3-3 148,0 0 0,3-5 60,-3 2 1,0-2 37,3-2 1,1 5-128,6 2 1,-3 3 54,-3 3 1,0 3-97,-18-14 1,0 1 0,1-1 0,1 1-244,1 1 0,0-1 1,2 2-1,1-1 53,0-2 0,1 0 1,-2 0-1,-1 0-68,0-3 1,-1 0 0,-2 1 0,-1 0 318,14 16 1,2 2-175,-5 1 1,5 1 176,1-1 1,-18-18-1,0-1-22,3 1 1,0-1 0,-1 1 0,0 0 11,1-1 0,0 1 0,-1 2 1,-1 0-23,-1 2 0,-1 1 1,1 1-1,-1 1-28,1 1 0,0 1 0,3 2 0,1 0-243,2 2 1,0-1 0,2 0 0,1 0 50,1 1 0,1 1 1,-2 0-1,0 1-369,0 3 1,-1 1 0,0-3 0,-1 1 311,-1 0 0,0-1 1,1 2-1,2 0-70,3 3 1,0 0-1,-2-1 1,0 1 119,-9-11 0,1 0 0,0 0 0,8 13 0,0 0 73,-11-13 1,1 2-1,-1-1 1,10 14 0,0 1-29,-9-15 0,-1 0 0,1 0 112,1 1 0,0-1 0,0 1 0,0-2 0,0 0 0,0 0 0,1 0 0,0 0 0,-1 0 0</inkml:trace>
  <inkml:trace contextRef="#ctx0" brushRef="#br0" timeOffset="164">22374 8696 8091,'9'0'0,"1"0"47,-1 0-15,0 0 384,-4 0-228,4 4 0,-8-1 39,2 3 0,-2 0-110,-1 3 0,-4 5-53,-3 1 0,-1 3 51,-1 0 0,-1-2-85,-3-1 0,2 0 74,-5 0 1,1-1-190,-4-5 1,5 0 42,1-3 1,0-2-44,0-4 0,1-1-58,3-2 0,0-3 79,3-7 0,2 2 10,4-5 1,0 1 14,0-4 1,1 1-4,2 3 0,2-2 9,5 5 0,-1-2 176,0 4 1,4 0 16,-1 7 0,2-3 125,-2 2 1,-2 5-1,3 6 0,-3 1-134,-1 1 0,-2 5 117,-1 1 1,-4 2-50,1-2 1,-2 2-94,-1-5 1,-4 1 52,-2-4 0,-7 0-279,-2 1 0,-3-5-60,-1-2 1,1-3-102,-1-3 1,1-2-165,-1-5 1,0 0 213,1-2 1,3-2-63,3-1 1,6-3 36,3 2 0,2 0 24,1 0 1,5-1 29,4 1 1,3 3 219,4 0 0,0 3 23,-3 1 0,6 4 158,-4 2 0,5 1 112,-5 2 0,-1 5-127,-2 1 0,2 3-190,-2 4 1,-3-2 55,-3 4 1,-3 0-228,0 0 0,-2 2 147,-1-5 0,-6 0 10,-3-6 0,-4 2 0,-6-3 0</inkml:trace>
  <inkml:trace contextRef="#ctx0" brushRef="#br0" timeOffset="165">22216 8305 8312,'8'-6'-1191,"-2"0"2800,-2 4-474,0-2-846,-3 4 1,4 1-183,-5 2 0,0 2 109,0 4 1,0 1-237,0-1 0,-3 3 92,-1 1 0,-3 0-44,1 0 1,-2 0 70,-2 3 0,1-3-137,0-4 1,-4 1 66,1-1 1,-4-1-164,4-2 0,-4-1-21,4-5 17,0 0 0,3-1 109,3-3 1,2-1 31,4-4 1,0-5-39,0-1 1,1-3-41,2 0 1,3-1-52,7 1 1,-3 3 96,3 3 1,0-1 9,-1 4 0,2-2 98,-2 4 1,-1 3 176,1 1 0,-2 3 93,0 3 1,-1 2-109,0 5 0,-2 2 32,-1 0 0,-4 4-113,1-4 0,-2 5 102,-1-2 1,0 2-57,0-1 0,-4 0-187,-2-3 1,-3-1 2,0-3 1,-3 0-111,-1-3 0,-4-2-145,-2-4 1,0 0 114,-2 0 1,2-1-128,3-2 1,0-3 58,4-7 0,0 3-22,6-3 0,2 3 68,4 1 1,0-2-118,0-1 0,5 2 193,4-3 0,3 3 7,6 1 0,-1-3 256,5 3 0,-3-3-97,0 6 0,-4 2 287,1 1 0,-4 2-151,4 1 0,-5 4 27,2 2 1,-6 3-20,-1 0 0,-3 3 75,3 1 1,-4 0-143,2 0 0,-3-2 6,-1 4 1,-1-3-229,-3 0 0,-1 2 67,-4-2 0,-1 0-120,-3-6 1,2 1 37,-5-4 0,1 0-110,-4-3 1,-3-4 67,1-2 1,-1-3 67,3-4 1,5 3-167,1-3 1,6 0 97,1 0 1,4-2 36,-1 3 1,3-5 1,3 1 1,3 2-45,7-2 0,1 5 42,5-1 0,0 1 93,3 2 0,-4 1-86,3 2 1,-6-2 266,3 5 1,-5 1 39,-1 5 0,-1 3-159,-2 7 0,0-2 137,1 5 1,-5-4-74,-2 4 0,-2-4-59,-1 4 1,-1-2 17,-2 2 0,1 0-164,-5-3 1,0-1 143,-5-3 1,-2 0-156,-1-3 1,-6 1-13,3-4 0,-7 0 38,0-3 0,-1-3-70,1 0 0,0-4 60,7 1 0,-2-3-173,8 0 0,3-3 106,6-1 1,2 0 61,1 0 0,4 2-29,3-5 1,6 4 54,6-4 0,-1 5 7,4-1 1,2 1 101,1 2 1,-3 4 119,0 2 1,-2 2-56,-2 1 0,-2 1 32,-1 2 1,-3 3-72,0 6 0,-5 0 161,0 3 1,-5-2-82,1 2 1,-2 1-90,-1 2 0,-3-2-121,0-1 1,-5-3 79,2 0 1,-6-1-125,-4-2 0,-1-4 82,-2-2 0,-4-2-67,-2-1 1,-1-4 63,-2-2 0,4-5-232,2-2 0,2-2-5,2 2 0,4 1-43,5 2 1,4 1 248,5 0 0,1 0-61,2-1 0,3 1 43,7 0 0,2-1-47,7 1 0,-1 4 215,3 2 1,-3-1-113,1 0 0,-2 2 93,-2 5 1,0 3 32,-3 3 1,-1 4 146,-5 3 1,-3-2-117,0 2 1,-4-1 122,2 4 1,-3-3-131,-1-1 1,-1-4-42,-3 2 1,-1-3-215,-4 0 1,-4-5 135,-3-2 1,-3-2-195,-2-1 1,-3-4 8,-4-2 0,3-3-50,0 0 1,6 0-147,0-1 0,5 1 99,4 0 1,5-1 53,2 1 0,2 0 54,1-1 1,7 1 171,2 0 1,7 1-123,0 1 0,4 0 170,2 4 0,0 0 19,-4 3 0,1 1 132,0 2 0,-4-1-36,1 4 0,-6 4-101,-1 2 1,-1 0 81,-4-2 0,-1 2-59,-3 1 0,0 2-125,0-2 1,-5-1 107,-5-3 1,0 1-156,-6-1 0,1-4 68,-4-2 0,-4-3-109,-1-3 0,1-2-94,1-4 0,2-4 116,2 1 0,3-4-154,3 4 0,5-1 105,1 4 0,4-3-60,2-1 0,5 1 68,4 3 0,4-1 40,3 1 0,1 3 3,2-1 1,0 5 120,-1-1 1,1 2 159,0 1 0,-4 1-67,1 2 1,-6 4-2,-1 5 1,1 1-55,-4 3 0,-2 2 175,-1-3 0,-2 2-39,-1-2 0,-4 2-51,-2-5 1,0 1-248,-4-4 1,2-1 117,-8-2 1,1-2-222,-4-4 1,0-1 72,-3-2 1,2-2-184,-1-4 1,4 0 69,1-1 0,6 1-30,1 0 0,1-1-100,4 1 27,1 0 1,4-1 144,2 1 0,3 0 57,3-1 1,4 4 108,3 0 0,1 1-135,2-1 0,-3 2 208,-1 4 1,1 0-39,2 0 1,-3 1 55,-3 2 0,2 2-66,-2 4 1,-3 0 195,-2 1 0,-4 2 5,3 1 0,-4 0 43,1-1 0,-2-1-170,-1 1 0,-4-1-1,-2-2 1,-6 0-85,0 0 0,-5-2 70,2-1 1,-3-4-155,0 1 1,-1-2 68,0-1 1,-1-3-163,1 0 1,3-4-28,6 0 0,1 0 97,0 1 1,3-2-84,3 2 1,2-6 58,1 0 0,0-1-72,0 4 0,4 0 47,3-1 0,4 1-9,1 0 1,5-1 40,-1 1 0,0 4 181,0 2 1,1 2 8,-1 1 1,-2 0 156,2 0 0,-5 4-50,1 2 0,-4 3-120,-2 4 1,-3-2 180,3 5 0,-4-2-20,1 2 1,-3 0-108,-3-3 1,-2 2 5,-4-2 0,0 1-154,-1-5 1,-3 3 81,-3-6 1,-2-2-154,-4-1 0,2-3 50,-1-3 1,1-2 84,1-4 1,2-1-257,1 1 0,3-1 50,3-3 1,5 2-69,2-5 1,2 2 43,1-2 1,1-1-29,2 1 0,2 3 160,5 0 0,3 3 20,3 1 1,1 1 154,2 1 1,-1 3-71,1 4 1,-2 0 62,1 0 1,-4 4-121,4 3 0,-5 1 218,-1 1 1,-1 1 2,-2 3 0,-4 0-92,-2 3 0,-2 1-97,-1-1 1,-1-2-11,-2 2 1,-2-2-92,-4 2 1,-4-3 124,1-3 0,-5-2-131,2-2 1,-3-2 99,-1-4 1,1 0-111,-1 0 1,2-4 4,1-2 1,3-2-145,3-2 1,1 1 97,0 0 0,4-4-86,1 1 1,3-1 36,1 0 1,5 3 73,1-3 1,3 0 155,3 0 0,0 1-157,3 3 1,0 3 211,0-1 1,3 5-45,-3-1 0,0 2 60,0 1 1,-3 4-35,0 2 0,-1 3 89,-2 0 0,-1 1 10,-2 3 1,-1-2-122,-5 5 1,0-4 95,0 4 0,0-4-81,0 4 0,-5-5 41,-1 1 0,-3-1-88,-4-2 1,2-4-87,-4-2 1,2-2 1,-2-1 1,-1-1 107,-3-2 1,5 1-213,2-4 1,1 0 98,2-4 0,1 1-180,1 0 1,0-1 106,4 1 0,0 3 17,3 0 1,0 0 45,0-4 0,4 1 1,2 0 0,4 2 76,2 1 1,-1 3-78,5-3 0,-2 4 68,2-1 1,1 2-45,-5 1 1,3 1 228,-2 2 0,-1-1-59,-2 4 1,-1 1 49,0 6 0,-3-2-79,1 5 0,-5-5 78,1 1 1,-3 2-64,-3-2 0,1 1-2,-5-4 1,0-3-36,-5 0 1,0 0 11,-3 0 0,-1-2-143,-2-4 1,-1 0 75,0 0 0,4-1-150,-1-2 1,5-2 104,-1-5 1,1 1-202,2 0 0,3-1-54,0 1 1,4-1 157,-2-3 1,3 2-81,1-5 0,5 5 65,1-1 0,2 1 31,1 2 1,4 0-21,-1-1 1,4 4 162,-4 0 1,4 3-125,-4-3 0,5 4 147,-2-2 0,-1 3-18,-2 1 0,-2 1 91,0 3 0,-1 1 15,0 4 1,-4 0-88,-2 1 0,-1 0 88,-2 2 0,0 0-70,0 3 1,-2-3 56,-1 0 1,-2 3-64,-4 0 1,-1-1 41,-3-2 1,0-5-156,-3-1 1,-1-3 111,1 0 0,-2-2-215,0-1 1,2-1-22,1-2-127,3-3 1,0-3 78,6 0 0,2-4 15,4 1 1,0-2 5,0 2 1,4 2-110,2-3 1,6 0 201,4 0 0,2 2 78,0 5 1,0-1 254,-3 3 1,2 1-130,-5 3 1,3 1 373,-6 3 1,1 4-185,-7 4 1,4 1-217,-4-4 1,-1 0 31,-5 1 0,-2 1-1177,-5-2 0,-3 3 129,-3-6 1,-5-1 930,-4 1 0,2-4 0,0 2 0</inkml:trace>
  <inkml:trace contextRef="#ctx0" brushRef="#br0" timeOffset="166">22281 8575 6054,'-3'-9'0,"0"0"0,-5-1 0,3 1 0</inkml:trace>
  <inkml:trace contextRef="#ctx0" brushRef="#br0" timeOffset="167">22225 8473 8295,'-1'-6'-176,"-2"-1"-71,2 5 732,-3-6 60,4 3-164,0-4 1,0 2 246,0 1-56,0 4-205,0-2 467,0 4-752,0 8 1,4 3-71,2 7 1,3 6 46,4 4 1,3 6 134,9 10 1,-10-20 0,1 1-499,5 6 1,2 0 0,4 5 0,1 1 442,-5-9 0,-1 1 1,2 1-1,1 2 0,1 0 1,-1 2-441,2 2 1,-1 1 0,2 2 0,-4-7 0,1 0 0,0 2 0,0-1 314,2 2 1,0 1 0,1 0 0,-1 0 0,0 0 0,0 0 0,0 0 0,1 1 54,-1-2 1,0 1-1,0 0 1,0-1 0,1 1-1,-1 1 1,1-1 0,-1-1-18,0 0 0,-1-1 1,1 0-1,-2 0 0,0-1 1,-1 1-1,-1-1 1,0 0 79,3 6 1,0 0 0,-1-2 0,-2-3 0,-1 0 0,-1-2-215,8 13 0,-2-3 0,-2-4 0,0-1 18,-4-7 0,-2-1 0,-2-4 1,-3-2 39,5 12-185,-5-8 1,-15-17 549,-8-7 1,-14-17-1839,-14-14 1,-1-5 1496,16 12 0,0-1 0,2 0 0,1 0 0,-2-1 0,1 0 0</inkml:trace>
  <inkml:trace contextRef="#ctx0" brushRef="#br0" timeOffset="168">23556 10233 8248,'10'0'0,"-4"0"-382,0 0 1,-3 0 158,3 0 1,-3-1 551,0-3 1,-2 2 202,-1-4-323,0 0 0,0-3-124,0-1 0,-3 4 2,-1 0 0,1 3 192,3-3-42,0 4-13,0-3 1,5 6-84,1 3 1,2 1 40,1 4 0,4 6-35,-1 3 1,5 1 194,-2 3 1,3 0 5,0 0 0,1 4 158,0-1 1,-5-2-190,-1 2 0,0 3-46,-1 3 1,0-1-126,-6-5 1,1 0 125,-4-6 1,1 1-325,0-4-131,-3-3-11,-1 1 1,-6-9 81,-3-2 1,0-2-65,0-1 1,-5-4-60,-1-2 0,-3-2 153,-1 2 0,1-1-93,-1 4 0,0-3 64,1 3 0,-1-1-397,1 4 0,-1 0 163,0 0 1,5 0-723,1 0 0,3 0 33,1 0 1034,0 0 0,3-4 0,2-1 0</inkml:trace>
  <inkml:trace contextRef="#ctx0" brushRef="#br0" timeOffset="169">23603 10335 8248,'9'-12'-140,"1"-1"0,-1 1 69,0 2 0,1-2 1264,-1 0 0,-4 2-451,-2 4 1,-1 3-41,1-3 0,-2 5-122,2 1 1,-6 6 83,-3 10 0,1 1-247,-1 11 1,0-2-167,-4 5 1,0 2-587,-3 1 1,3-2 276,-2-1 1,1-6-1280,2-3 1,0-5 183,-1-4 1153,1-1 0,0-11 0,0 3 0</inkml:trace>
  <inkml:trace contextRef="#ctx0" brushRef="#br0" timeOffset="170">23668 9814 8506,'9'-5'-657,"1"4"1675,-1-7 0,-3 7-387,1-2 1,-4 2 557,3 1-577,-4 0 46,6 0-307,-7 0 0,4 0 26,-2 0 0,0 4 91,3 2 1,-3 3-109,3 0 1,-3 3 182,3 1 1,-3 3-344,4 0 8,-1 1 0,0 3-190,0 2 0,0-3 207,0 3 1,2 2-251,-2 1 1,-1-1 67,2 0 1,-2-3-100,1 1 0,-1-2 71,-2-2 1,-1-3 54,5-3 0,-5-2 216,1 0 307,2-5-90,-4-1 0,6-6-128,-4-4 1,1-7 50,-1-12 0,0-5-101,3-10 1,0 2-466,3-2 0,1 0 223,-1 0 0,4 5-1549,3-3 0,6 3 274,2-2 0,3 4 1192,1 2 0,-1 0 0,0 1 0,1 0 0,2-1 0</inkml:trace>
  <inkml:trace contextRef="#ctx0" brushRef="#br0" timeOffset="171">24506 9925 8259,'8'1'-244,"-1"3"1703,-3-3-891,0 3 932,-3-4-935,3-4 0,-8 3 473,-2-3-636,-3-1 0,-4 4-314,-2-2 1,-3 2 24,-1 1 1,-2 0-839,-1 0 1,0 0 522,3 0 0,2 0-492,1 0 0,0 0 79,3 0 615,5 4 0,0-3 0,3 3 0</inkml:trace>
  <inkml:trace contextRef="#ctx0" brushRef="#br0" timeOffset="172">24515 10102 8415,'15'19'0,"2"-5"401,-5-1 1,-1-3 636,-4-1 0,-2-3 1094,-2-3-1515,-2 2 0,-2-4-523,-9 2 0,-3-2 34,-6-1 1,-4-4-1054,-5-2 0,0-3-111,-3 0 0,5 0 1036,1 0 0,4-5 0,-1 0 0</inkml:trace>
  <inkml:trace contextRef="#ctx0" brushRef="#br0" timeOffset="173">24655 9804 8568,'14'-5'0,"-4"-3"244,2 2 0,2-6-129,-2 0 1,1 0 912,-4 6 0,3-1-335,1 4 0,3-3-156,0 3 0,-2 0-199,2 3 1,-1 3-58,4 0 1,-4 4-7,1-1 1,-5 2 5,2 2 1,0 2-227,0 1 0,-2 0 186,-5-1 1,1 3-171,-3 4 1,2-1-174,-3 1 1,0-1 128,-3 1 1,-4 0-377,-2-1 0,-7 1 195,-2 0 0,-6-4-1006,-1 1 0,-7-5 579,1 1 1,-2-1-1035,2-2 1514,5 0 1,0 5 0,4 0 0</inkml:trace>
  <inkml:trace contextRef="#ctx0" brushRef="#br0" timeOffset="174">24767 10335 8366,'18'9'1958,"0"1"-1518,-2-1 1,-7 0-315,-6 1-162,-2-5 36,-1-1 0,-4-4 0,-1 0 0</inkml:trace>
  <inkml:trace contextRef="#ctx0" brushRef="#br0" timeOffset="175">22327 8408 6495,'0'-5'1861,"0"0"-1489,0 5 27,0-4 43,0 3 613,0-3-804,5 4 226,-4 0-236,3 0 0,-1 1 158,0 2-217,4-2-31,-6 3 0,6-3-94,-3 3 0,0-3-195,-1 2 104,-2-2-19,7-1 0,-4 1 73,2 2 1,3-2 38,-3 2-28,2-2 1,2-1 79,-1 0 1,3 0 97,1 0 1,3 0-87,0 0 0,1 1 56,2 2 1,1-2-73,1 2 1,0-1 99,4 1 1,0 0-68,3 3 1,5-1-141,4 1 0,5 1 83,8-4 1,1 4-309,-25-6 0,0 1 1,26 1-97,-2-3 0,-2 0 227,5 0 0,-24 0 1,0 0-9,4 0 1,-1 0 0,-1 0 0,-2 0 29,1 0 0,-1 0 0,24 1-306,-6 2 0,-5-1 97,-2 4 1,-2-4-627,-4 1 1,-5 2-2,-4-2 908,-5 0 0,3-6 0,-4 0 0,-1-1 0</inkml:trace>
  <inkml:trace contextRef="#ctx0" brushRef="#br1" timeOffset="176">23799 8501 8730,'9'-1'40,"0"-2"1,-1 1 359,-1-5 0,0 4 87,-4-3 0,4 4 143,-1-1 661,3-2-349,0 0 387,0-1-331,1 2 224,-1 4-197,-4 0-774,-1 0-773,-4 0 609,-8 0 0,1 0-201,-9 0 1,1-3 176,-4 0 1,-4-4-865,-1 1 1,-7-3 327,0 0 0,-4 0-898,1-1 0,3 1 481,3 0 0,4 4-261,6 1 0,3 0 1151,3 1 0,2 0 0,0 3 0</inkml:trace>
  <inkml:trace contextRef="#ctx0" brushRef="#br0" timeOffset="177">23845 8491 8249,'9'-1'137,"1"-2"1,-1 2 165,0-2 0,-2-1 1076,-1 1-729,-4 0 0,3 2 336,-2-2-633,-2 2 0,3-2-102,-4 6 1,-4 0 55,-2 6 0,1-1-56,-1 8 1,-1-4-47,-2 4 0,0-1 0,-1 4 0,4-1-290,0-3 0,0 2-578,-4-5 1,1 2 402,0-2 0,3-5-2069,-1 2 1701,1-1 1,-3 0-1870,0-2 2497,3-2 0,-2-4 0,3 0 0</inkml:trace>
  <inkml:trace contextRef="#ctx0" brushRef="#br1" timeOffset="178">23715 8408 8671,'14'4'1610,"-1"-2"-508,-7 4 1,1-3-536,-4 3 0,1 1-210,-1 2 1,-2 3-2,3 1 1,-3 3-56,-1 0 0,0 1-334,0 2 1,0 0 112,0-1 0,0 0-613,0-3 0,0 2-698,0-5-1040,0 1 156,0-4 2115,0-4 0,4-1 0,1-4 0</inkml:trace>
  <inkml:trace contextRef="#ctx0" brushRef="#br0" timeOffset="179">23380 7598 8136,'9'-6'1234,"-4"2"0,0 4-471,-2 0-177,-2 0-176,3 0-10,-4 4-127,0-2-158,0 6-68,0-3 226,5 4 0,-4 1-227,3 3 227,0 2 68,-3 7-68,7-2-259,-3 7 170,1-3 0,2 0 59,-2 1-238,-2 0 109,4-1 0,-3-1-102,1-5 0,2-3 0,-7-2-110,2-3 1,1-1 35,-1 0-52,5-4 0,-3-1 23,4-4 1,-1-5-101,-1-4 0,4-8 123,-2-4 0,3-6-6,-3-1 1,5-4 45,1-5 0,0 2-126,0 1 0,0 5-86,0 1 1,0 6 116,-3 6 1,-2 3-928,3 3 343,-3 1-1256,-1 4 948,-3 1 1015,-2 8 0,0 1 0,1 4 0</inkml:trace>
  <inkml:trace contextRef="#ctx0" brushRef="#br0" timeOffset="180">23826 7877 8560,'10'0'668,"-1"0"0,-4-1 555,-2-2-341,3 2-100,-5-3-439,3 4 0,-5 4-82,-2 2 1,1 2-33,-5 2 1,4-1-55,-3 0 0,1 4-272,-1-1 1,-2 0 132,5-2 0,-4-1-618,1 0 1,1 4 52,-2-1-637,5 1 1,-6-4 523,2 0 0,1 0 642,-2-3 0,5 2 0,-2-3 0</inkml:trace>
  <inkml:trace contextRef="#ctx0" brushRef="#br0" timeOffset="181">23659 7849 8545,'23'1'-3,"-5"2"1,-3-1 1640,-6 4 0,0 1-627,1 2 0,-1 0-180,0 1 0,1 2-304,-1 0 0,0 4-435,1-4 0,-4 5-44,0-2 0,0 0-180,3 0 0,0-3-1199,-3 0 0,2-1 837,-2-2 0,3 0 494,0 1 0,0-5 0,1-1 0</inkml:trace>
  <inkml:trace contextRef="#ctx0" brushRef="#br0" timeOffset="182">24115 7607 8157,'14'5'0,"-4"-1"1331,2-4-301,-1 0 893,-2 0-767,0 0 153,-4 0-482,0 0-733,-5-4 1,-1 3-236,-3-2 1,-1-1-1,-4 1 220,0 1 0,-4 1-280,1 1 0,-4 0 177,4 0 0,-5 1-2445,2 2 1005,1-2 1464,1 3 0,-1 0 0,0 1 0</inkml:trace>
  <inkml:trace contextRef="#ctx0" brushRef="#br0" timeOffset="183">24115 7737 8118,'15'10'0,"2"-1"861,-1 0 1,-4 1 776,-3-1 0,1-4 1638,-4-2-1979,-2 2-1624,0-4 1,-12 3 189,-4-4 0,-5 0 1,-3 0-325,-1 0 1,-2-3-2817,-2 0 3166,-2-4 1,7 2-1,-2-4 1</inkml:trace>
  <inkml:trace contextRef="#ctx0" brushRef="#br0" timeOffset="184">24450 7644 7937,'5'-4'8,"3"-1"328,-5-4 0,0-1-23,-3 1 1,0 3 98,0 0 1,0 2-58,0-2 0,-4 4 51,-2-1 1,0-1-128,0 1 1,3 0 104,-3 3-16,4 0 77,-2 0 25,4 0 0,10 1-476,2 2 1,6 1-60,-6 2 1,2 2 0,-3-1-7,2 1 1,-2 2 144,-5 3 1,2-2 38,-5 5 0,0-4 213,-3 4-246,0-1-19,0 0 1,-1 1 220,-2-3-220,-7 3 1,-1-6 50,-5 3-19,1-3-134,-4-5 0,2-1-236,1-4 0,-1 0 239,1 0-506,3 0 254,3 0 146,2 0-110,7 0 476,-3 0 176,16 5-256,0-4 0,10 7 22,-3-2 0,3 3 0,-2 3-67,-2 0 1,-4 2 231,-4-2 1,-5 3-40,-2 3 0,-3 0-195,-3-3 1,-3 2-710,-7-5 0,-2 3 375,-7-6 1,1-2-1402,-3-7 1,-1-2 1517,-3-4 0,0-4 0,0-9 0</inkml:trace>
  <inkml:trace contextRef="#ctx0" brushRef="#br0" timeOffset="185">22169 8613 8387,'0'-7'-722,"0"1"1,0 0 705,0-3 0,0 2 429,0 1 1,0-3 230,0-4-523,0 1 0,0 2 228,0-3 1,0 2-112,0-5 1,0 5 141,0-1 0,0 4-79,0 2 1,0 3 341,0-3-288,0 4-63,0 6 0,0 11-125,0 13 0,3 6 83,0 10 0,0 8-468,-2-22 0,-2 2 0,2 4 1,-1 2 304,2 3 1,0 2 0,-2 4 0,2 1-437,0-13 0,0 0 0,0 1 0,-1 3 1,0 1-1,0 1 389,1-1 1,0 0-1,0 1 1,0 0-1,0 0 1,-1 1-62,1-1 0,0 1 1,1-1-1,-1-1 0,1-1 1,-1 0 16,-1 1 0,0 1 0,0-1 1,0-2-1,0-1 0,0 0-575,-1 13 0,0-1 0,0-4 1,0-2-26,0-3 0,0-2 0,0-5 1,0-1-66,0 21 1,-1-9-359,-2-13 0,2-5 1027,-2-11 0,2 3 0,1-3 0</inkml:trace>
  <inkml:trace contextRef="#ctx0" brushRef="#br0" timeOffset="186">22253 10335 8300,'9'0'-1460,"1"0"1894,-5 0-46,-1 0-227,0 0 366,-3 0 669,3 0 0,-4 4-844,0 2 1,0 3-97,0 0 1,0 4 32,0 3 1,-1-2-71,-2 2 1,1-1-148,-4 4 1,3-4-285,-4-3 221,1 2-340,-3-3 0,0-2 166,-1-6 0,1-2-226,0-1 1,-1-5 148,1-4 1,0-2-228,-1-4 1,2 4-66,2-2 0,-2 0 176,1 0 0,-1 1-248,-1 3 1,3 0-286,-1 3 891,5-2 0,-2 3 0,4-1 0,0 2 0</inkml:trace>
  <inkml:trace contextRef="#ctx0" brushRef="#br0" timeOffset="187">22253 10335 8300,'14'0'230,"-1"0"0,-3 0 1286,-1 0-627,1 0 0,-2 1 177,-2 2-873,-2-2 1,-8 3 33,-2-4 1,-6 1-199,-4 2 1,-1-1 167,-2 1 0,0-2-881,1-1 1,-5-1 509,-2-2 1,-1-2 173,1-1 0,-1-2 0,2 3 0</inkml:trace>
  <inkml:trace contextRef="#ctx0" brushRef="#br0" timeOffset="188">22029 10866 8362,'10'-4'0,"-4"3"-91,0-3-38,-4-1 1,3 1 182,-1-2 1212,-3 2-250,3 4-82,-4 0-871,-4 8 0,3 2 99,-3 9 1,3 1-12,1 1 0,0 0 81,0 4 0,4-1 84,-1 1 1,4 0-117,-1-3 0,-1 0-82,1-3 0,1-2-162,2-1 0,0-2 94,1-1 0,-1-6-239,0 2 0,1-6 93,-1 0 0,0-3-90,0-3 1,1-6 44,-1-7 1,1-5-11,3-4 1,-6-3 72,2-3 0,-1-2-190,1-5 1,0 4-412,1 0 0,-4 5 249,0 1 0,-4 6-1730,1 6 2160,2-2 0,0 8 0,5-3 0</inkml:trace>
  <inkml:trace contextRef="#ctx0" brushRef="#br0" timeOffset="189">22309 11080 8155,'9'1'1074,"0"2"-704,1-2 0,-4 6 175,0-4-366,-4 5 0,2-3 63,-4 4 0,0-3-127,0 1 111,0-1-442,0 3 256,0 0 1,1-2-15,2-1 1,0-4-166,3 1 0,1-2 159,5-1 1,2-1-51,1-2 1,2-3 78,-5-7 1,4 3-195,-4-2 0,1 0 124,-4 0 0,-3 1-232,0-1 244,-4 2-56,3 0 0,-4 5 155,2 2 102,-2 2 0,3 2 126,-4 2 0,0 6-114,0 7 0,0 2 45,0 0 0,0 5-65,0 2 1,0 4 242,0 5 0,-3 0-64,0 6 0,-1 5-192,0-2 1,-1 5 347,-4-5 1,0-4-129,-1-2 0,0-3-342,-2 0 1,0-7 91,-3-8 1,-1-6-184,-2-7 0,-5-5 85,-2-10 1,-2-10-44,-1-18 0,0 2 0,14 12 0,0 0 0</inkml:trace>
  <inkml:trace contextRef="#ctx0" brushRef="#br0" timeOffset="190">3119 14674 8026,'15'0'1232,"-2"0"-740,-4 0 625,-3-4-23,-2 3 0,-3-3-72,2 4-333,-2 0 24,3 0 0,-4 7-484,0 2 0,0 7 30,0-1 0,4 4-92,2 3 1,3 2-1,0 7 1,1-1 55,3 5 1,1 0-41,5 5 1,-4-3-177,1 1 1,-5-2 24,2-5 1,-3 0-4,-1-3 1,0-4 116,-3-3 1,-1-5-277,-2-4 198,-2-1-231,3-6 82,-4-18 0,0-7-18,0-18 1,0 0-73,0-2 0,1-7-6,1 21 0,-1-1 0,0-1 1,0-1-61,2-1 0,1 1 0,-3-1 0,1 2 41,1 1 0,0 1 1,3-23-510,3 9 0,0 4 336,-3 8 1,2 7-2653,-2 2 3021,3 7 0,-4 3 0,-1 5 0</inkml:trace>
  <inkml:trace contextRef="#ctx0" brushRef="#br0" timeOffset="191">4069 14823 8088,'27'0'2140,"-2"0"-1339,-3-4 0,-4 0-46,-3-3 0,-1-1 115,-5 2 0,-4 1 529,-2-1-662,-1-1 0,-7 2-627,-1 2 1,-6-1 93,-4 1 1,-5 0-466,-4 3 1,1 3-139,-1 0 0,0 4-398,-3-1 1,1 3-143,3 0 1,-2 0-701,4 1 1,0 0 1596,4 2 0,3 3 0,2 3 0</inkml:trace>
  <inkml:trace contextRef="#ctx0" brushRef="#br0" timeOffset="192">4097 14981 8079,'27'0'0,"-2"0"3276,-7 0-1857,-4 0 0,-14 0-550,-7 0 1,-6 1-757,-9 2 0,-3-1-607,-6 5 1,-1-4-2784,-2 3 2952,2-4 0,0 6 0,-1-3 0</inkml:trace>
  <inkml:trace contextRef="#ctx0" brushRef="#br0" timeOffset="193">4516 14618 8079,'18'0'342,"-3"0"42,-3 0 1,-4 0-128,-2 0 1532,-4 4-1112,2 1 0,-4 5-127,0-1 1,0 4-182,0 3 1,0 3-142,0 2 1,3 3 39,0 4 1,3 2-86,-3 4 0,6 0 85,0 7 1,0-3 84,4-1 1,-2 5-439,2 1 1,-2 4 251,4 2 1,-8-23-1,-1 1-222,1 2 1,1 1-1,0-2 1,0 0 52,1 0 0,1 0 0,-1-3 1,0 0-15,10 19 0,-4-4-38,1-6 0,-5-3 251,2-6 1,-3-2-150,-1-4 0,-3-5-175,1-2 122,-5-5 0,2-4-115,-4-6 0,0-8 391,0-7 0,0-13-219,0-10 1,0-5-127,0-7 1,0 23 0,0-2-227,0-5 0,0-1 1,0 0-1,0-1 316,0-1 0,0-1 1,2-3-1,0 0-372,1-1 1,0 0 0,2 0 0,0 0 251,1-3 0,0 0 1,-1 5-1,1 0-9,2 1 0,0 0 0,0 2 0,0 2-151,3 3 1,0 1-1,-1 4 1,0 0-339,1 3 1,0 2-1,5-16 151,0 7 0,-5 8-1,1 5 1,-4 6-144,-2 6 495,-4-1-725,6 9 1171,-7 1 0,3 10 1,-4 4-1</inkml:trace>
  <inkml:trace contextRef="#ctx0" brushRef="#br0" timeOffset="194">9488 14246 8328,'9'-6'0,"0"3"737,-3 2-553,-2 1 1,-5 1 103,-2 2-205,-7-2 1,-1 7-54,-5-5 0,-5 3 241,-10-3 1,-4 4-40,-8 0 0,0 1-396,-4 1 1,-1 0 454,-1 1 0,-1 2-398,23-6 0,-2 1 0,-1-1 0,-2 0 203,-3-1 0,-1-1 1,1 1-1,0 0-28,1-1 1,0 1 0,-1-2 0,-1 0-252,-1 1 0,-1-2 0,-2 0 1,0-2 331,-2 2 0,0 0 1,-5-2-1,1 1-256,1-1 0,0 0 1,-7 0-1,-1 0 104,1 0 0,-1 0 0,17-1 0,1-1 0,-1 0 17,1 1 0,0-1 0,0-1 0,-3 1 1,0-1-1,-1 0 11,-2 0 0,0 0 1,-1 0-1,-3 0 0,1-1 1,-1 1 28,2 0 0,1 0 0,0 0 1,1 0-1,1 0 0,0 1-67,1 0 0,-1 0 0,1 0 0,-2-1 1,0 0-1,0 0-186,0 1 1,-1 0-1,1 0 1,-1 0 0,0 1-1,1 0 176,3 0 0,1 0 0,0 0 1,1-1-1,1 1 0,0 0 44,-16-1 0,0 1 0,-1-1 0,-1 3-98,2 1 1,0 2-1,4-3 1,0 1 234,-2 2 0,2 1 0,2-1 1,1-1-105,0 2 0,1 0 1,-1-1-1,0 1 26,-1 0 0,0-1 0,3 1 0,1 0 4,0-1 0,1 1 0,3-1 0,0 0 11,-4 0 0,1-2 0,2 1 0,2-1-100,1-2 0,1 0 0,1 0 1,1 0 196,2 0 1,1 0 0,1-2 0,0-1-234,0 1 0,0-2 1,2-1-1,1-1-232,-22-7 0,8-3-714,2 0 0,10-1 1048,2-2 0,5-1-1255,5-1 1,2 0 1193,7-4 0,-1 1 0,6 0 0,5 2 0,5 2 0</inkml:trace>
  <inkml:trace contextRef="#ctx0" brushRef="#br0" timeOffset="195">5279 14972 7899,'5'-1'576,"-1"-2"964,1 2-204,-4-8-452,3 8 139,-4-3 5,0 4-781,4 0 0,-3 1-4,2 2 1,-2 4-50,-1 5 1,4 2 21,3 5 1,-2 3-105,1 0 1,0 0 60,3 0 0,1 1-192,-1 2 1,-3 2-27,0-3 0,1 0-61,2 1 0,-3-4-35,0 0 1,-4-5 157,2-4 1,0-1 17,-1-2 1,1-4 5,-1-2 1,-1-4-55,4-5 0,-3-6 12,4-13 0,-1-4-78,3-8 1,0-5-41,1-1 1,0-6-328,3-1 1,-8 24-1,1 0-40,9-24 1,-3 7-32,0 8 1,-1 7-551,-2 10 0,0 3 476,1 3 1,-1 6-1373,0 3 1963,-4 6 0,4 2 0,-4 4 0</inkml:trace>
  <inkml:trace contextRef="#ctx0" brushRef="#br0" timeOffset="196">5847 15214 7864,'10'0'-586,"-4"0"-585,0 0 1477,-4 0 0,3 0 1371,-2 0-155,-2 0-594,3-4-100,-4 3-551,-8 5 1,5 2-93,-6 7 1,2 1-62,-3 2 0,-2 4-122,-1 2 0,0 3-13,1-4 1,1 1-253,-1-3 1,1 2-680,2-3 0,0 2 474,-1-8 1,4 3-422,0-6 1,3 1-295,-3-7 1183,0 1 0,0-4 0,2 0 0</inkml:trace>
  <inkml:trace contextRef="#ctx0" brushRef="#br0" timeOffset="197">5680 15316 7866,'4'-5'-516,"-3"1"1,4 4 1493,-2 0-159,-2 0-138,3 0 0,-3 3-308,2 0 0,-1 6-57,5 0 0,2 0-27,3 4 0,8 0-143,-1-1 1,4 5-1,-1-2 1,0 0-438,-3 0 0,-1-3 201,1 0 1,-4-1-2122,1-2 1103,-5 0 1108,3-4 0,-5 4 0,0-4 0</inkml:trace>
  <inkml:trace contextRef="#ctx0" brushRef="#br0" timeOffset="198">6052 14851 7919,'6'-3'894,"0"0"-451,-3-5 1,4 6 882,-4-4-827,0 4 1,0-3 561,0 2-377,0 2-388,1-3 0,-1 4-140,3 0 0,0 0 63,3 0 0,2 0-149,1 0 0,1 0 58,3 0 1,1 3-64,-5 0 1,3 5 45,-2 1 0,-2 2-179,-5 4 1,-1 4 16,-5 3 0,3 2-36,0-2 0,0 0 16,-3-4 1,0-3 116,0-3 0,-1-2 222,-2-4-90,2 2 0,-3-8 219,4 0 1,1-4-145,2-5-161,2-5 5,4 0 1,1-5-227,-1 1 1,1-1-354,3 0 0,-3 2-1113,2 1 1,-1 3 770,-2 3 1,0 1-1113,1 0 1936,-1-1 0,4 1 0,2 0 0</inkml:trace>
  <inkml:trace contextRef="#ctx0" brushRef="#br0" timeOffset="199">6853 14972 7919,'5'-4'-211,"3"2"-56,-2-5 1,0 2 492,0-1 1,-3-1 506,3 4 1,-3-1-235,3 0 1,-2 3 19,2-2 0,-4 6-99,1 4 0,1 4-145,-1 1 0,0 6 56,-3 1 0,1 0 12,2 6 78,-2 0-248,4 3 0,-2 0 44,0 0 1,3-1-28,-3-3 0,3 5 158,-3-4-686,5 0 314,-7-6 0,3-1-859,-4 1 0,0-5-8,0-1 0,0-6-1876,0-1 2767,0-4 0,-4 3 0,-1-5 0</inkml:trace>
  <inkml:trace contextRef="#ctx0" brushRef="#br0" timeOffset="200">7048 15186 7993,'10'0'809,"-2"-1"1240,-2-2-499,2 2-512,-7-3 0,3 5 128,-8 2-560,-1 2-316,-8 0 1,-7 2-221,-8-3-19,-4 3 45,-5-6 1,0 3-1233,-1-4 0,3 0 1136,4 0 0,0 4 0,7 1 0</inkml:trace>
  <inkml:trace contextRef="#ctx0" brushRef="#br0" timeOffset="201">7570 15009 8000,'4'-9'180,"2"-1"0,-2 1-213,-1 0 1,-2 0-15,-1-1 0,0 1 1330,0 0-468,0-1-77,0 1 122,0 0-439,0-1 337,0 5-271,0 1 0,1 4-49,2 0 58,-1 0-312,2 4 0,-1 2 184,0 7-265,0 1 67,1 5 0,-2 1-74,4 1 188,-4 3-58,7 4-933,-8 0 717,7 0 1,-3 3 203,5 0-552,-1 4 264,0-6 0,1 2-28,3-6-187,-3-2 187,4-5 0,-5-4 102,0-5-5,5-4 9,-4-5 0,7-5-62,-5-4 63,0-9-4,2-6 1,-4-9 7,3-4 0,-3-1-1331,-1-6 1151,1-3 87,-1-1 1,0-3 98,1 5-495,-5 3 504,-1 10 1,-1 8-1558,0 9 779,4 3 409,-6 7 0,5 2-2026,-3 4 2371,-2 9 0,7 5 0,-3 10 0</inkml:trace>
  <inkml:trace contextRef="#ctx0" brushRef="#br0" timeOffset="202">7989 15344 7930,'17'-14'356,"-1"1"1,-6-1 542,-4-2 1,0 2 107,0-2-552,2 5-213,-7-2 1,3 6 177,-4 1-201,4 4 56,-3-6-327,4 7 382,-5-3 115,0 4 1,0 7-117,0 2-357,0 7 53,0-6 1,1 8 18,2-3-78,-2-1 1,3 3-3,0-2 37,-3 3 0,7 0 156,-2-3-274,3-1 73,0-5 1,-2-1 160,3-1-254,-3-3 84,6-4 1,-2-1 123,1-2-255,-2-3 83,4-7 1,-6-1-68,-2-5 1,3 0 34,-3 1 75,-2 3 29,4-2 0,-6 6-46,5-1 230,-5 1-16,6 2-185,-7 4 582,7 1-356,-7 4 0,4 4 454,-2 2-293,-1 7-121,6 1 1,-7 9 240,2 2-161,2 2-631,-4 5 872,7-3-228,-7 3 1,7 0 158,-5 2-410,0-2 102,-3 4 1,3-3 164,0 5-274,0-5-1,-3-1 0,0-8-381,0-3 245,-4-1 76,3-6 0,-6-3-987,4-5 447,-5-4 303,3 2-190,-4-8 56,-4-1 0,-2-9-222,-4-1-1971,-7-7 144,1-2 2426,-12-8 0,7-4 0,14 16 0,-2 0 0,1 0 0,0-1 0</inkml:trace>
  <inkml:trace contextRef="#ctx0" brushRef="#br0" timeOffset="203">8352 14869 7974,'4'-9'0,"2"0"0,-1 1 0,2 1 560,-5-1 0,6 4-30,-2-2 0,-1-2 91,1 5 1,1 0-40,2 3-2,0 0-279,-4 0 1,5 0 179,-1 0-22,0 4-291,5-3 0,-4 7 168,3-5 148,1 4-158,1-2 0,1 4 202,-3 1-304,3 3-96,-6 2 1,4 4 83,-5 3 1,-3-2 123,1 2-1,-5-3 1,2-4 56,-4 2 108,0-6 112,0 2-220,0-8 1,1-1-85,2-4 0,2-4 492,4-2-344,1-6-1,3-3-1396,-2 1 773,6-4 0,-2 4 213,3-5-3322,5 0 2963,1 1 0,8-1 0,1 0 0</inkml:trace>
  <inkml:trace contextRef="#ctx0" brushRef="#br0" timeOffset="204">10419 15009 8061,'13'0'861,"-1"0"1077,3 0 303,-3 0-1111,1 0 4,-8 0-540,-1 0 1,-5 0-15,-2 0-533,-6 0 49,-10 0 1,-6 0 281,-6 0-372,2 0-90,-7 0 1,-1 0 432,-6 0-2656,-3 0 1969,-5-4 0,1 2-1259,23-1 1,1 0 0,-21-4 1596,6-2 0,1 2 0,1 0 0,6-1 0,5 2 0</inkml:trace>
  <inkml:trace contextRef="#ctx0" brushRef="#br0" timeOffset="205">10437 14832 7986,'23'0'0,"-4"0"0,-2 0 4,-4 0-4,-1-4 0,2 3 1463,-4-3-925,8 4 0,-7-3 95,5 0 90,-1 0-354,4 3 0,-2 0 121,-1 0-79,1 0-149,-2 4 0,0-2 194,1 4-369,-1 4 82,0 1 0,2 3 190,-1-1-176,-3 1 0,1 5-291,-5-1 99,-4 1 0,3 3 228,-5-1-671,0 1 377,-3-7 0,-4 2-55,-3-1-736,-1-3 590,-5 5 0,-5-7-1330,-4 5 765,1-5 498,-2 2 0,-1-7-1762,-4-3 2105,-4-2 0,-1-1 0,-4 0 0</inkml:trace>
  <inkml:trace contextRef="#ctx0" brushRef="#br0" timeOffset="206">10447 14841 8047,'13'-5'1638,"3"2"0,0 3-157,0 3-1060,-3 2-124,-3 9 0,-1 1 50,0 7 1266,-4 2-1008,4 8 0,-7 1-219,4 4 1,-4 1-202,1-1 0,-2 0-3138,-1 0 1965,0-4 668,0-5 220,0-1 1,0-3 0,0 4 0</inkml:trace>
  <inkml:trace contextRef="#ctx0" brushRef="#br0" timeOffset="207">11359 14804 8047,'4'-9'1071,"2"0"-635,-1-1 0,0 4 752,-2 0-417,-2 4 69,3-6-186,-4 7-94,0-4 1,0 15-214,0 5-210,0 7 65,0 6 1,0 5-14,0 4-115,0 0-11,0 5 1,0-6-53,0-2 20,4-2-653,-3-4 176,3 0 343,-4-4 1,4-4-40,-1-5 1,0-7-304,-3 2 246,0-7-983,0-3 822,0-10 0,0-6-28,0-9 1,0-2 23,0-10 0,0 2-368,0-6-238,0-1 584,0 4 586,0-4-227,4 9 1,0 5-242,2 7 1272,3 1-727,-4 5 1,4 6-19,0 6 1,1 2 167,-1 1 1,1 5 874,3 4-837,-3 5 1,4 9 204,-5 2-151,-4 6 398,3 2-686,-7 0-166,3 3 39,1-7 1,-4 3-133,2-4-134,-2-4 188,-1-1 0,0-9 201,0-2-752,-4-1 394,3-6 1,-5-1-396,3-4 1048,2-4-629,-3-5 1,4-7-600,0-6 287,0-1 47,0-5-299,0-4 377,4-2 1,0-2-232,3 2 266,5 2 98,-6 4 1,9 4-178,-3 3 712,3 1-315,3 5 0,4 6-68,0 6 1012,-1 2-709,-6 1 1,3 8 408,-3 5-456,-2 7 0,1 8 751,-5 6-618,1 3 1,-2-3 310,-2 0-895,2 0 377,-7-5 1,3-2 705,-4-8-1480,0-5 376,0 0-1897,0-5 1029,0-4 372,-4-1-1192,3-4 542,-3 0 570,4-4-106,4-5 907,1-6 0,9-3 0,0-1 0</inkml:trace>
  <inkml:trace contextRef="#ctx0" brushRef="#br0" timeOffset="208">11927 14925 8047,'15'-9'0,"-1"0"572,-1-1-170,-3 1-1,3 0 292,-3-1-318,-1 1 0,0 0 77,1-1 1,-4 1 0,-1 0 951,-1 0-1025,-1-1-147,-7 5-60,3 1 16,-7 4 0,0 0 188,-5 0-421,-3 0 80,5 4 1,-5 5 210,3 7 0,-2 3-475,2 2 72,-3 3 0,9 3-37,-3-2 0,7 2 70,0-2-59,2-3 178,1 1 1,4-4 260,2-1-23,3-3-233,0-2-47,4-8 75,-2 0 1,6-5 56,-1 0-533,1-5 295,-2 0 0,1-8 93,-3-3-528,-1-5 382,-2-3 1,-2-4-158,-2 0 47,2 0 192,-7 0 0,5 2-28,-3 4 0,-2 5 216,2 7 557,-2 1-437,3 4 1,-3 9 672,2 9-576,-2 7 0,-1 7 56,0 4 107,0 4-188,0-6 0,0 2 232,0-6-1046,0-2 445,4-4 0,-3-5-633,2-2 417,-2-1 231,-1-6 0,5-1-1729,1-4 762,-2 0 467,4 0-1247,-3-8 1185,5 2 1,-2-12-77,-2 3 159,7-3 577,-7-1 0,10 1 0,-3-1-242,3 0 241,-5 1 1,5 2 979,-3 1-664,-1 3-291,1-1 1,-1 1 658,3-1-165,-3 1-291,1 2 1052,-4 5-775,1-3 1,-2 6 242,-2-4-248,-2 4 145,-4-3-268,5 5-373,-4 0 56,-1 5 0,-2 1 42,-5 6 101,-3 3 1,-1 4 144,-5 3-360,5-2-344,-7 7 305,8-8 0,-4 8-66,5-2 0,4-2 87,2-1-166,2-3 106,1 0 0,0-4 173,0 1-312,0-5 250,4-1 1,1-3-375,4-4 571,5 0-393,-4-7-156,8-1 189,-8-9 0,7-1-50,-5-7-12,5 2 134,-7-11 1,3 9-122,-3-9 277,-1 4-99,-4-5 0,0 4-180,-2 0 515,-2 8-121,4-2 328,-5 12-302,0 1-103,0 4 0,3 11 643,0 3-498,0 9 1,0 6 722,0 7-635,4 7 0,-1 4-254,3 5 1,-1 1 120,-5-22 0,0 1 1,1 0-1,0 0-9,-3 4 1,1 0 57,-1 0 1,1 0-128,-2-2 1,0-1-1,-2 0 1,0 0 110,-5 21-25,-1-5-1084,-5 1 253,-2-12 513,-8 0 1,4-8-29,-3-3-1796,-2-4 1302,5-13 0,-8-6-79,2-8 0,-2-12 688,-1-7 0,1-9 0,2-1 0,3-1 0</inkml:trace>
  <inkml:trace contextRef="#ctx0" brushRef="#br0" timeOffset="209">12653 14786 8067,'10'0'1299,"-5"0"-224,3 0 233,-7 0-663,3 0-205,1 0 271,-4 0 55,3-5-236,-4 4-355,0 6 0,0 5 30,0 9 0,0 3-29,0 3 0,0 2 174,0 1-475,0-4 195,0 3 0,0-8-356,0 3 244,0-2 1,3-6-310,0-1 128,0-3 115,1-5-495,-3-1 401,7-4 1,-3-4-194,1-2 1,2-6-184,-2-4 1,3-6-75,0-3 332,0-6 23,5 2 0,-6-3 103,4 4-23,-3 5 120,4 0 0,-3 5 131,3 3-72,-7 1-190,11 9 1198,-11 1-702,7 4 0,-7 2-84,1 4 1016,-1 5-777,3 7 1,-3 5 71,1 2 96,-5 6-239,6-2 1,-7 2-47,2-6-10,-2-3-62,-1-3-629,0-4 302,0-2 167,0-4-1051,0-3 697,0-2 0,3-5 59,0-2-1361,5-3 1011,-3-3 1,5-3-1297,2-1 1249,-1 1 0,-1-1-64,-4 1 167,1-5-1,2 3 282,0-1 185,-4 2-126,4 0 0,-4 2 175,4-1 452,0 1-438,1 6 1,-4-2-150,0 4 1409,0 0-515,4 3 877,-1 0-730,0 4-415,-4 1 612,4 4-657,-8 5 1,4 3 229,-2 5-176,-2 0-325,3 1 0,-4-3 175,0 5-362,0-4 79,0 2 0,0-6 312,0-1-1251,0 1 521,-4-6-2081,3-2 1145,-3-5 464,4-4 823,0-4 0,-4-9 0,-1-7 0</inkml:trace>
  <inkml:trace contextRef="#ctx0" brushRef="#br0" timeOffset="210">13175 14488 8067,'9'-21'0,"0"2"1359,1 7-893,-1 3 0,-3 1-10,1 5-973,-5 0 320,6 3 1,-7 5-66,2 5 1,-2 0-569,-1 6 830,0-5 0,-4 7 0,-1-4 0</inkml:trace>
  <inkml:trace contextRef="#ctx0" brushRef="#br0" timeOffset="211">13398 14516 8086,'15'-6'668,"-2"2"-330,-3 4 1,-1 0 122,0 0 247,-4 4-326,4 2 1,-7 1 88,4 2-103,-4-2-192,2 11 1,-4-4 185,0 5-127,0 4 0,0 1-665,0 4 606,4 0 1,-3 3 87,2 0 1,-2 4-125,-1-1-116,0 2-601,0 1 355,0-4 242,0 0 1,0-6-344,0 1-628,0-4 675,0-1 1,-1-9-1612,-2-1 915,2-3 800,-7 0 0,6-5-1159,-4-2 1535,4-6 1,-7-2-1,4-5 1</inkml:trace>
  <inkml:trace contextRef="#ctx0" brushRef="#br0" timeOffset="212">13529 14832 8086,'14'0'0,"0"0"1768,-9 0-494,-1 0-560,-4 0 0,-7 0-873,-3 0 126,-5 0 0,0 0 231,-3 0-1833,-1 0 853,-4 0 408,4-4-1568,-12 3 1855,10-7 0,-6 3 0,8-5 0</inkml:trace>
  <inkml:trace contextRef="#ctx0" brushRef="#br0" timeOffset="213">13603 14851 8133,'19'0'0,"-1"0"526,-3 0-331,-6 0 0,-1 0 445,-1 0 729,-3 0-714,0 0-583,-4 0-201,-4 4 100,3 1 0,-4 4-24,2 1 4,1-1 0,-2 8 435,4 1-193,4 3 1,-1-1-66,3 1 255,0-1-156,3 3 1,-3-6-143,1-1 1,-1-3 43,3-3 0,-3-4-57,1 0-53,-1-4 107,3 2 1,0-12-937,1-4 342,-1-5 271,-4-6-1234,4-1 1074,-4-4 1,0-3-89,-2 0 23,2 0 131,-4 8 0,7 2-52,-1 8 890,-3 1-474,4 11 1,-4-2 881,2 6-672,3 6 1,-5 7-20,2 6 224,2 1-111,-7 5-129,8 0 100,-8-4-96,3-1 1,-1-5 104,0 1-1569,0-4 878,-3-6 0,1-2-201,2-4 1,-1 0-534,5-3 1,-1-4-674,3-2 1839,0-6 0,5-3 0,0-4 0</inkml:trace>
  <inkml:trace contextRef="#ctx0" brushRef="#br0" timeOffset="214">14115 14869 8133,'24'-15'0,"-2"-1"0,-3 5 718,0-1-404,0-3 0,-5 5 503,-1-3-181,-3 3-203,-1 1 1,-3 0 124,1 3-373,-5-2-78,2 7 1,-8-3 114,-2 4 0,-4 0-15,-2 0-1,-4 1 154,-5 2-542,1 2 126,-7 4 0,3 5-454,-4 1 341,0 3 58,5 1 1,1 3-169,6 3 193,3 6 0,8 1 297,2 2-205,2 3 0,2-9 26,2-1 0,2-3 9,4-5 1,5-2 30,1-1 0,0-4 20,0-5 0,2-3-300,4-4 245,-1-9 9,3-1 1,-5-10-529,1-1 282,0-7 1,-1-9-416,1-7 0,-4-1 368,1-2 1,-4 0-52,4 1 179,-1 8 0,0 1-211,-3 10 294,-1 3 61,-2 5 1,-3 4 490,0 5-384,-4-1 0,4 10 156,-3-2 347,-2 2-102,3 9 1,-4 0 177,0 11-444,-4 2 0,2 4 198,-5 3-244,1-2-81,1 10 0,-2-6 199,4 5-853,0-5 564,3 6 0,1-10-321,2 2 392,-2-7 1,7-1-289,-2-4 97,3-5 0,3 1 110,0-5-528,5 1 733,2-7 0,1 3-447,5-4-261,0-4 425,-1-1 1,3-6-453,-3-1 413,-1-7 0,0-1-132,-4-5 320,-1 0-102,-3-3 1,-5 4 50,-4 2-127,-4-1 0,2 4-65,-4 0 291,0 5-85,0 5 0,-4 0-26,-2 3 0,-2 3 175,-1 6 1,2 7-195,1 9 846,4 4-566,-2 9 1,4 3 686,0 2-1339,4 3 666,5-11 1,3 3-359,3-4 204,1-5 1,3-1-143,3-6 12,-2-3 0,6-5 321,-5-1-1747,5-3 994,-2-4 0,0-10 54,-2-5-2937,-3-7 3276,-4-14 0,-1 2 0,-3-11 0,-2-5 0,-6 21 0,1 0 0</inkml:trace>
  <inkml:trace contextRef="#ctx0" brushRef="#br0" timeOffset="215">22765 8566 7982,'1'-5'435,"2"2"-231,-2 2 263,3 1 243,-4-4-171,0 2-90,0-2-200,0 0-139,0 3 632,0-3 0,0 11-865,0 3 98,0-3 129,0 1-142,4-3 44,-2 5 1,3-4 88,-2 0 0,-1 1 53,4 6 1,-3-3 124,3 2 1,-3 3-67,4 0 0,-5 3 34,1 1 1,-2 0-96,-1 3 1,-1 3 79,-2 6 1,-7 2-1,-5 4-202,-3 0 1,0 0 53,-1-3 0,-3-5-1538,1-4 169,-1-9 1059,-1 2 1,2-10-2852,-3-2 3083,-1-2 0,-1-6 0,-2-4 0,-2-4 0</inkml:trace>
  <inkml:trace contextRef="#ctx0" brushRef="#br0" timeOffset="216">22746 8575 7179,'6'-4'1192,"-2"3"1,-3-3-960,2 4 1,-2 1-162,2 2 128,-2-2 1,-1 7-38,0-1 0,0 1-139,0 1 1,0 1 139,0-1 1,0 3-41,0 1 0,0 3-136,0 0 0,0 1 98,0 2 1,0 1-173,0 1 0,-1 0 49,-2 4 0,1-3 0,-4 1 22,-2 0 1,3 2-174,-1-3-38,-4-1 230,-1-2 1,-2-4-650,4-3 298,-1-2-539,1 0 555,0-1 1,-1-3 1,1 0 1,0-4-426,-1 1 400,1 3 1,3-1 275,0 4 1,4-3 79,-2 1 0,3-4-120,1 3 0,1-3 193,3 3 1,-2-4-132,4 1 1,0-2 517,3-1-256,-3 0 651,2 0-575,-7 0 1,7-3-41,-2 0 1,0 0 709,0 3-270,-4-4-452,6-1 1,-4-5-114,2 1 0,0 0 118,-3 0 0,-1-2-366,4-1 0,-1-3 100,1-3 0,3-4 0,-3-1-196,2-1 1,0 0-146,-1-4 179,1 0 74,-7-4 1,4 3-193,-2-2 273,-2-2 0,3 4 4,-4-2 1,0-2 11,0 2 1,0 1-174,0 6 1,-1-1 86,-2 6 1,1 3-619,-4 6 156,4 1-168,-6 4 533,2 1 0,-2 5 0,2 2 205,3 3 0,-1 3 0,1 4 0,-1-3 0,4 3 0,0-3 0,0 3 0,0-6 0,0 3 0,0-3 0,0-1 0,0 0 0,0-2 0,0 2 196,5-4 1,-3 2-10,4-4 1,-4 1 813,1 2-629,2-2 1,-3 4 473,5-2-424,-5 3-137,2 3 0,-4 0 45,0 1-174,4 3 0,-3-1 43,2 7 1,-2-2 29,-1 4 1,-1 3-104,-2 1 0,1 1-207,-4-1 0,-1 5 79,-2-2 0,0 1-322,-1-5 0,1 2 166,0-4 1,0-1-645,-1-6 1,1-2 209,0-7 0,-1 1 0,1-4 592,0-1 0,-1-1 0,1-1 0</inkml:trace>
  <inkml:trace contextRef="#ctx0" brushRef="#br0" timeOffset="217">22672 8994 8027,'9'4'150,"-3"-2"113,1 5 1,-4-5 60,3 1 719,-4-2-454,6-1-180,-7-4-358,3-1 46,1-9 0,-4-1-399,2-7 240,2-2 1,-4-4 95,2 0-597,2 0 442,-4 0 0,3 4-80,-4-1 0,4 0 78,-1-3 0,0 3-297,-3 0 0,3 2 119,0-2 0,0 2-8,-3 4 1,3 1 83,0-1 0,0 1-83,-3 3 107,0 1-225,0 5 537,0 4-128,-4 1 1,3 5 26,-2 2 98,2-2 432,1 3-380,0 0 1,0-2 80,0 5 620,0-1-545,0-1 1,1 3-56,2-2 0,-2 6 265,2 0 1,-2 5-233,-1-2 1,0 3-37,0 1 0,0 0-219,0 3 1,-1-2 41,-2 1 1,-1 3 0,-3 1-33,1 2 0,-2 1-583,-4 0 1,2 0 294,-3 0 1,3-6-1402,1-3 1640,-1-5 0,-3 0 0,-2 0 0</inkml:trace>
  <inkml:trace contextRef="#ctx0" brushRef="#br0" timeOffset="218">23026 8808 8090,'5'0'-576,"3"0"-721,-3 0 1754,1 0 1,-1 0 198,-2 0 74,-2 0-378,3 0 0,-5 4-267,-2 2 1,2 6 66,-2 0 0,-1 5-15,0-2 208,1 3-470,3 5 109,-4-4 0,3 8 56,-2-2-172,-2-2 86,4 4 0,-3-8 117,4 3 0,0-3-215,0-4 1,0 2 48,0-5 1,3 1 17,0-4 0,4-4 57,-1-2 1,3-2 2,0-1 0,0-1 24,1-2 0,2-5-24,0-5 0,2-3 112,-2 0 0,-1-2 1,2-4 84,1-3 1,-4-5-146,2-1 1,-4-3 117,-2 3 1,-4 0-98,1 3 0,-2 3-1000,-1 0 450,0 9-545,-4-6-109,-1 12 575,-5-4 273,-3 5 300,3 4 0,-8 1 0,3 8 0,-3 1 0</inkml:trace>
  <inkml:trace contextRef="#ctx0" brushRef="#br0" timeOffset="219">23193 9013 8073,'19'0'0,"-1"0"2175,-3 0-1105,-6-4 0,-7-1 159,-8-5 0,-2 4-193,-11 0-570,-1 4-145,-8-6 0,-3 5-1681,0-3 1000,-5 4 1,2-5 92,-6 4 1,2-4 0,-4 1 0</inkml:trace>
  <inkml:trace contextRef="#ctx0" brushRef="#br0" timeOffset="220">3045 16573 8342,'9'-6'234,"0"0"0,0 3 611,-3-3 0,-1 4 1009,-2-2-1138,-2 3-628,3 6 0,-4 1 132,0 6 0,-4 4-33,-2 5 1,-2 3-5,-2 4 1,2 3 31,2 0 1,2 8-12,4 2 1,0 3-441,0 3 0,1-1 224,2 1 1,0-4 38,6 1 0,-2-6-73,6-1 1,0-1 55,0-8 0,2 0-111,-2-6 1,3-7 46,0-6 1,-2-7-142,2-2 0,2-8 87,4-8 0,1-6-109,-1-6 0,-3-3-75,3-4 1,-6-8-109,0 0 0,-10 16 0,-2-1 174,1 0 0,0 0 0,-2 1 0,-1 0-113,-2-23 1,-1 1 233,-2 2 1,-4 4-91,-5 9 1,-2 3 30,-5 6 1,-3 3-221,1 6 1,-4 4-291,3 6 1,-1 2 63,1 4 1,4 1 601,-1 2 8,1 2 0,7 8 0,-2 2 0</inkml:trace>
  <inkml:trace contextRef="#ctx0" brushRef="#br0" timeOffset="221">3343 16909 8134,'28'-5'294,"-2"0"73,-1-4 1,-3 1 1074,-7 1 0,-2-1 107,-7 2-849,2-2 1,-8-2-300,0 1 0,-9 3-344,-10 0 1,-7 4-8,-9-2 1,-3 3-304,-5 1 0,-1 1-449,-5 3 1,4-3-272,2 2 0,-1 1-2059,-2-1 3032,-1 0 0,1 1 0,-1 1 0</inkml:trace>
  <inkml:trace contextRef="#ctx0" brushRef="#br0" timeOffset="222">3920 16871 8432,'18'0'-25,"1"0"408,0 0 0,-5 0 1055,-1 0 992,-3-4-1570,-1-1 23,-4 0-457,0-3 1,-10 3-386,-1-1-18,-6-2 1,-7 6-109,-6-4 0,-2 4-334,0-2 0,-7 3-163,-3 1 1,0 0-688,-3 0 0,2 5 1063,4 1 0,2 6 0,4 3 1</inkml:trace>
  <inkml:trace contextRef="#ctx0" brushRef="#br0" timeOffset="223">3929 16946 8349,'15'5'0,"1"0"3276,-3-2-803,-1-2-1348,-7 3 1,-5-4-805,-6 0 0,-10-3-423,-2 0 0,-8 0 349,-2 3-247,-8 0 0,-7-4 0,-3-1 0</inkml:trace>
  <inkml:trace contextRef="#ctx0" brushRef="#br0" timeOffset="224">4525 16387 8267,'19'-19'1302,"-1"1"-461,1 8-455,-9-3 1,2 11-23,-9-4 1,0 5 78,-3 1 0,0 6 217,0 10 0,0 8-281,0 14 1,-1 7-248,-1-19 1,1 1-1,0 2 1,1 0-244,-2 0 1,1 1 0,0 1-1,1 1 205,-1-1 1,2 0 0,-1 1-1,1 1-68,0 1 0,1 0 1,0-1-1,0 0 43,1-1 1,0 1 0,1-2-1,0-1-55,-1-2 1,1 0-1,-1-1 1,1 0-270,-1 0 1,0-1 0,5 21-344,-2-7 0,-1-9 63,-2-3 1,1-10-1301,-1-3-837,0-3 2672,-3-3 0</inkml:trace>
  <inkml:trace contextRef="#ctx0" brushRef="#br0" timeOffset="225">4711 16881 8267,'28'-14'0,"-1"4"1346,-2-3 0,-6 4 710,-7 3-151,-2-2-1504,-4 7 0,-10-7-330,-5 5 0,-11 0-270,-1 3 1,-8 0-30,-2 0 0,-10 0-1207,-2 0 1,-4 0-1306,-5 0 2740,3 0 0,-2 0 0,5 0 0</inkml:trace>
  <inkml:trace contextRef="#ctx0" brushRef="#br0" timeOffset="226">5056 16946 8262,'18'-4'0,"-3"2"302,-3-5 0,-2 4 1278,-4-3-386,2 0 89,-7-3-1197,3-1 0,-8 2 38,-2 2 0,-5 2-88,-2 4 0,-3 0 139,0 0 1,-3 1-312,-2 2 0,-2 2 1,-2 4 1,1 5-255,3 1 0,4 4 164,-2 3 0,10-2 53,0 5 0,7-3 287,2 3 1,4-5 4,5 2 1,2-2-11,1-2 0,2-4-67,5-5 0,1-4-97,1-5 1,-2-1-17,0-2 1,-1-6-229,-2-7 1,-3-2 98,0-4 1,-3-1-150,-1-2 1,0-2 100,-3 3 1,2 1 86,-2 1 1,-2 3 390,0 4 220,1 6-71,0 5 0,1 8-121,0 2 0,-3 9 57,4 4 1,-5 5 58,1-2 0,-2 5 132,-1-2 0,0 4-391,0-4 1,0-2 152,0-1 1,0-6-1280,0 0 648,0-5-1230,0-2 512,0-5-152,0-4 359,0-12 0,0 1 335,0-11 1,3 2 120,0 2 0,4-4 417,-1 0 0,3-1 0,0 2 0,1 1 71,3-2 0,-2 3-191,5 0 0,-4 5 927,4 1 1,-4 7-181,4 3 0,-5 2 162,1 1 0,2 5-249,-2 4 0,-2 3 13,-4 6 1,-4-1 70,1 5-371,2 1-32,-4-3 0,3 7 29,-4-2 1,-3-2-81,0-2 0,-1-2-93,1-4 1,2 2 219,-2-5-704,-2-3 297,3-1-246,-2-7-59,4 3 1,0-9 47,0-4 0,0-5 67,0-4 1,4-1-344,3 0 1,1 0 141,1-3 1,4 2-20,-1-1 0,5 4 282,-2 1 0,0 5 314,0-1 1,-3 5 6,0 4 1,-2 4 414,0 6 0,-1 3 272,0 9 0,0 2-381,-3 1 1,1 3 37,-4-3 0,1-1-92,-1-2 1,-2-2-253,2-1 1,3-4-77,0-5 0,3-3-348,4-4 0,-3-4-247,2-3 0,-1-2-1514,-2-3 2102,0 1 0,1-6 0,-1 2 0</inkml:trace>
  <inkml:trace contextRef="#ctx0" brushRef="#br0" timeOffset="227">5587 16629 8274,'17'-9'0,"-1"0"0,-4 2 1049,-6 1 0,-2 3-400,-4-3 1,-1 4-302,-2-1 1,-3 2-334,-6 1 0,0 0-320,-3 0 1,-4 1 63,-3 2 0,1-1-643,2 4 884,0 0 0,5 4 0,0-1 0</inkml:trace>
  <inkml:trace contextRef="#ctx0" brushRef="#br0" timeOffset="228">5866 16350 8346,'9'-3'287,"0"0"1,1 0 434,-1 3 1,-4 5-9,-2 4 1,1 4 339,0 6 0,-1 6-705,-3 6 1,3 2-169,0 7 1,0-1-3015,-3-2 2833,-4 0 0,-1 0 0,-5 1 0</inkml:trace>
  <inkml:trace contextRef="#ctx0" brushRef="#br0" timeOffset="229">4320 18044 8079,'9'-6'460,"-3"0"251,-2 0 1,-4-4-32,0 1-363,0 0 1,0 0-150,0-1 1,-1 1-148,-2 0 0,1 2-84,-5 1 47,1 4 1,-3-2 64,0 4 0,-5 0-83,-1 0 0,-3 4 88,-1 2 1,1 6-134,-1 0 0,1 5 173,-1-2 1,1 7-30,3 3 1,-2 2 14,5 1 1,4 0 55,4-1 1,3 0 9,1-2 1,3 1-92,3-4 1,5 0 7,11-4 1,-1-4-113,3-5 0,0-4-213,1-5 0,1-5-230,-4-4 0,2-2 217,-2-4 0,-1-1 23,-6-2 0,2-4 178,-5 0 0,1-1-27,-4 2 0,-1 0 18,-1-4 0,0 4 159,-4 0 1,0 1-70,-3 1 1,0 4 199,0-1 0,0 8 706,0-1-643,-4 6 0,0 1 52,-3 8 1,2 1-105,2 9 0,2 0-39,-2 6 1,2 2 25,1 4 1,0 0 47,0-1 1,1 1-145,2 0 1,2-1-165,5-2 1,-4 1-433,0-4 1,0-4 256,4-2 1,-1-5-641,0 2 0,-3-7 51,1-3 1,-4-2-237,3-1 1,-4-2 560,1-4 1,1-2 493,-1-7 0,5-5 0,-3-4 0</inkml:trace>
  <inkml:trace contextRef="#ctx0" brushRef="#br0" timeOffset="230">4544 18091 8138,'9'-19'339,"1"2"175,3 1 1,-3 3-73,3 3 0,-3 2 195,-1 2 1,0 2-83,1 4 0,-4 1 227,0 2 1,-4 5-332,1 5 1,2 4-212,-2 2 1,0 1 14,-3 4 1,1 0-1,2 1 0,-2 1-15,2-4 1,-2-1 14,-1-2 1,0-5 255,0-1-2023,0-3 772,4-5 547,-3 0 1,3-13 81,-4-1 1,4-10-20,3 1 1,-2-10-68,1 0 1,0-5-172,4 2 1,0 0-105,2 3 1,3 1-313,3 2 1,4 2 128,0 5 0,3 0-298,-4 3 1,1 2 345,-3 7 1,-1 2 606,1 4 0,0 8 0,-1 2 0</inkml:trace>
  <inkml:trace contextRef="#ctx0" brushRef="#br0" timeOffset="231">5112 17942 8101,'12'-1'397,"0"-2"0,0 1 582,-6-4 0,1 2 98,-4-2-475,1 4 1,-6-5-493,-1 4 0,-2 0 0,-4 3 0,0 0-216,-1 0 0,-2 4 111,-1 2 1,-2 7 25,3 2 1,-1 3 50,4 0 0,3 3-408,-1 4 1,5 0 224,-1 6 1,6 1 103,4-1 0,-1-3 23,3-3 1,-2-6 9,6 0 0,1-6-376,2-7 1,-2-1-173,2-5 1,-2-6-245,2-3 1,1-5 240,-1-8 1,1-2-686,2-4 1200,-5-4 0,8-1 0,-2-4 0</inkml:trace>
  <inkml:trace contextRef="#ctx0" brushRef="#br0" timeOffset="232">5493 17691 8101,'5'-19'0,"-4"3"389,2 1 1,1 3 216,-1-4 1,0 5 250,-3-2 1,0 6 313,0 1-14,0 4-290,0-2-577,0 16 1,0 0-64,0 13 0,0 0 0,0 3 0,0 4-251,0 2 0,1 2 119,2 2 1,-1-1-133,4 0 0,0 0-279,0 1 0,2-4 9,-2 0 0,-1 0-29,2 3 1,-5-5-183,1-4 0,-2-2-117,-1-7 1,0 0-1353,0-6 456,-4-5 1531,-1-4 0,-5-4 0,1 0 0</inkml:trace>
  <inkml:trace contextRef="#ctx0" brushRef="#br0" timeOffset="233">5652 17923 8190,'23'-3'463,"-1"0"382,-6 0-345,-3-1 0,-9 0 593,-4-2 1,-5-3-755,-7 3 1,-6 1-332,-4-1 1,-7 4-1111,2-1 0,-7-2 572,3 2 1,0 0 529,3 3 0,0 0 0,1 0 0</inkml:trace>
  <inkml:trace contextRef="#ctx0" brushRef="#br0" timeOffset="234">5903 17933 8561,'24'-10'783,"-6"5"-362,-5 2 1,-6-1 1168,-1 1-1106,-4-4 0,3 5-172,-5-5 0,-1 5-295,-3-1 0,-2 2 73,-6 1 1,0 0-252,-3 0 0,2 4 148,-2 2 1,-1 4 82,-2 2 1,-1 0 27,1 3 1,0 0-67,2 0 1,1 4 8,6-1 1,-2 1 18,8 3 0,0-3 8,3 0 0,0 2-10,0-3 1,5 2-334,5-8 1,-1 0 87,3-6 1,2 1-99,-2-4 0,4-1-62,-4-5 0,4-2-59,-4-4 0,0-2 100,-2-1 0,-1-3 66,0-7 0,0 1 96,-3-4 0,2 1 19,-2 0 1,2-2 88,-2 4 1,1 4-313,-4 6 856,4 2-234,-1 5 1,2 1 170,-2 8 1,-2 2-59,-4 6 355,4 3-448,-3 3 0,5 2 162,-3 2 1,-2 1-84,2 5 1,1-1-247,-1-2 0,3 0-14,-3-6 0,0 0-113,-3-6-381,0-1-944,5-7 752,-4-1 0,3-12-486,-4-4 0,0-8 282,0-2 1,0-7 11,0 1 1,1 1 395,2 3 1,0 3 331,6-1 1,0 4 36,6 2 0,1 4 129,2 5 0,1 3 63,-1 4 0,1 0 201,0 0 0,-4 5 555,1 5 0,-8 3-208,1 6 1,-6 1 224,1 1 0,0 3-407,-1 4 1,0-1-253,-3-2 0,0-3-265,0-3 0,-3-4 258,0-3-234,0-2-132,3-4 1,-4-3-397,1-6 0,0-5-370,3-7 1,0-2 373,0-8 0,3 4-279,0-4 0,5 4 296,-2-1 1,2 7 191,2 2 0,-1 7 347,0 3 1,1 7 541,3 6 0,-2 7-361,5 8 1,-1 2 201,4 1 1,-4-4 333,1-3 1,3-3-65,2-6 1,4-4-522,-3-11-140,4-7-856,-2-13 1,-1-6 766,-1-8 0,-2-5 0,-2-5 0,-8 22 0,-1 0 0</inkml:trace>
  <inkml:trace contextRef="#ctx0" brushRef="#br0" timeOffset="235">6620 16247 9581,'4'-5'3276,"-3"-3"-939,3 3-1669,-4 0-234,0 1 127,0 4-479,0 8 0,0-1-246,0 9 0,3-4 71,1 3 16,-1 1 174,1 7 1,-2-4 61,4 3 1,-3-1-24,3 1 0,0 0 26,0 3 0,2 1-262,-2-4 141,-2-1-45,5-2 0,-7-4 91,4-3-236,-4-2 306,2 0-200,0-5 171,-3-1-232,3-4 69,-4 0 1,1-4 67,3-2 1,-2-8-133,4-4 0,0-6 78,3-7 1,1-6-129,-1-3 0,3-7-985,1 0 0,2-3 722,-2 1 1,2 2-1144,-2 1 666,3 7 889,-5 7 0,4 6 0,-4 3 0,1 3 0,0 5 0</inkml:trace>
  <inkml:trace contextRef="#ctx0" brushRef="#br0" timeOffset="236">7076 16313 7915,'5'0'1060,"1"0"127,-3 0-374,-2 0 33,3 0 0,-4 4-684,0 2 1,0 6-84,0 4 1,0-2 254,0 2-453,0-1 157,0 4 0,0 0 38,0-1 1,1-2-156,2-1 0,-1-3 11,4 0 1,4-3-57,2-2 0,1-3-38,0-4 175,1 0 35,5-9-292,-5 3 119,4-15 1,-8 5 75,3-6 0,-3 0-22,-1 0 1,0-3 41,-3 3 1,1 4 1,-4 2 0,0 2 97,-3-2 1,3 3 420,1 3-163,-1 5-55,-3 1-251,4 4 459,-3 0-242,3 8 1,-4 3 17,0 7 0,3 5 124,0 2 1,0 3-7,-3 3 4,0 2-123,0 4 1,-1-3-38,-2 0 1,-1-4-7,-2 2 1,-3-5-373,-1-2 115,1-2-235,-9-4-104,4-5 308,-1 0 0,-3-8 32,-1 0-2118,0-4 1433,-3 2 0,2-5 728,-2-2 0,0 2 0,-3-2 0,2 2 0</inkml:trace>
  <inkml:trace contextRef="#ctx0" brushRef="#br0" timeOffset="237">7411 16834 8198,'10'0'395,"-1"0"-2,0 0 0,-2 0 532,-1 0 1,-3-3 348,3 0 350,-4 0-497,2 3 878,-4 0-1508,-12 0-162,1 0 1,-14 1 322,0 2-271,-8-2-491,-10 3 1,-4-4 112,-3 0 1,-1 0 113,22 0 0,-1 0-1762,-3 0 1,-1 0 1387,-5-2 0,-1 0 0,-2 1 0,1 0-55,0-2 1,1 0-1,-1 1 1,-1 2 305,2-2 0,0 0 0,-3 1 0,1-1 0,0 0 0,0 0 0,2-1 0</inkml:trace>
  <inkml:trace contextRef="#ctx0" brushRef="#br0" timeOffset="238">6657 17030 7953,'10'0'831,"-1"0"0,-3 3 265,0 0-183,-4 0 1,4-3 13,-3 0-97,-2 0-873,3 4 93,-4 1-89,0 0 1,0 7 26,0-3 0,0 7 239,0-1-165,0 3-10,0 0 1,0 5 64,0 2 248,4 2-376,-3-3 1,7 2 118,-2-1 0,3-2 266,0-1 1,-3-4-87,0-2 0,0-3-75,0-3 0,1-4-293,-4 0 79,4-4 13,-6 2-465,8-8 340,-8-1 1,7-13-47,-2-3-22,7-5 173,-3-6 0,7-4-310,-5-5 0,8-3-273,-2 0 0,6-2 63,-13 21 0,0 0-1050,15-14 902,-7-6 1,4 17-504,-4 0 0,-5 9 365,-1 6 814,-3 7 0,-5-1 0,-1 1 0</inkml:trace>
  <inkml:trace contextRef="#ctx0" brushRef="#br0" timeOffset="239">7030 17281 8035,'5'-4'628,"-1"3"0,-3-3 525,2 4-734,-2 0 1,3-1-54,-4-3-28,0 3 7,0-7-433,0 7 150,0-3-205,4 4 0,-3-1 193,3-2-275,1 2 145,0-3 12,0 4-108,3 0 224,-7 0-13,8 0 0,-5 1 56,2 2-46,2-2 1,-6 7 19,5-2 0,-4 0 24,3 0 154,-4 0-191,6 3 0,-4 1 307,3-1-35,1 4-231,-3-2 305,4 2-194,1 1 0,-1-4 91,0 2-405,1 3 217,-5-5 1,3 7 140,-2-5-330,3 1 75,0 0 1,0-3-814,0 3 410,-3-7 251,2 2 0,-2-7-1691,7 2 928,1-2 268,1-1 654,2-8 0,-2-2 0,3-9 0</inkml:trace>
  <inkml:trace contextRef="#ctx0" brushRef="#br0" timeOffset="240">7374 17169 8035,'-9'0'712,"-4"5"189,1 5 1,-4 4-286,0 8 0,-3 4 81,-2 8 1,1-3-412,-2 6 0,3-3-27,0 0 0,1 0-445,3-3 0,-2-7 186,5 1 0,-1-4 0,4-2 0</inkml:trace>
  <inkml:trace contextRef="#ctx0" brushRef="#br0" timeOffset="241">6248 16117 8012,'13'-19'250,"-4"1"0,0 2 403,-6 1 0,3 3-184,-3 0 0,0 5 1163,-3 1-881,0 3 81,0-1-472,-4 8 0,-1 11 138,-4 10 0,-6 11-151,-4 11 0,10-21 0,0 2-484,-2 3 1,0 0 0,1 4 0,0 1 338,1 2 1,0 1-1,0 2 1,0 0-131,1 5 0,1 1 0,0-1 0,1 0-382,3 4 0,0 0 1,1-1-1,0 1 309,1 1 0,2 0 0,1-2 1,1 0-110,1 0 1,1 1-1,3-4 1,2 0-130,2 3 0,1-2 0,-1-5 0,0-2-224,0-4 1,0-1 0,1-3 0,-1-2-453,2-1 0,0-2 1,14 16 32,0-12 882,4-15 0,1-4 0,4-9 0,1 0 0</inkml:trace>
  <inkml:trace contextRef="#ctx0" brushRef="#br0" timeOffset="242">7598 15959 7871,'6'-13'245,"0"1"1,-3 0-32,3 2 0,-4 1 361,2 0 1,0-1 315,-1 1-425,4 0 1,-2 4-22,5 1 1,0 3-102,2 1 0,3 2 273,3 5-124,5 3-1191,5 13 1102,1 5-218,3 13 0,-18-17 0,-1 2 14,0 4 1,-1 2 15,0 2 1,-1 2-552,-1 5 0,-2 2 0,0 4 0,-2 2 446,-3-13 0,0 0 0,0 1-793,-1 0 1,0 1 0,-1 0 736,0 1 0,-1 2 1,-1 0-1,0 2 1,-1 0-1,0 1-19,-1-1 0,1 1 0,-2-1-644,-1 2 0,-1 0 0,-1 0 673,0-3 0,-1 1 1,-1-2-1,-1-1 0,-1-1 1,-1 0-624,1-3 0,-1-1 1,-2-1 240,-1 0 1,-2-1-1,-1-2-301,-9 10 1,-3-3 617,-2 0 0,-1-1 0,3-2 0,-1-1 0,1-1 0,0-1 0</inkml:trace>
  <inkml:trace contextRef="#ctx0" brushRef="#br0" timeOffset="243">5596 14646 8059,'0'-10'473,"0"-3"0,0 2 389,0-5 0,-1 5 0,-1-1-157,-1 1 1,-5-1-14,2-1-443,-2 1 1,1 3 169,-3-1 1,3 1-173,-5 0 1,1 0-16,2 3 1,-3-1-226,-1 4 1,0-1 69,0 1 0,0 2 7,-3-3 0,-1 8 30,1 2 0,-1 2-24,-2 1 1,0 5 11,1 1 0,-1 3 5,1 1 1,-3-1-11,2 1 1,0-2 44,6-1 1,0 1-38,0-1 1,3 2 107,-2 0 1,1 4 142,2 0 1,0-4-253,-1-2 0,2-1-103,2 4 1,-1 0 152,3-1 1,-2 2 10,3 2 1,0-2-96,3 5 1,0-3 33,0 3 1,0-4-98,0 4 0,0-3 39,0 3 1,0-5-14,0 2 1,3 1 16,0-1 1,1 0-15,-1 0 0,0 2 36,3 4 0,0-3 7,3 0 0,-3-1 5,1 4 0,-1-3-15,3 0 0,2-3 31,1 2 1,-2 0-54,3 1 0,1-1-3,2-2 0,0-2-49,0 5 1,1-4-138,-1 1 1,1-2 94,2 2 1,-3-3-91,-1-1 0,1 1 154,2-4 0,-2-1-47,-1-2 1,1 2 94,2-2 1,1 1-76,0-4 1,0 0 19,3 0 0,-1-2 12,4-1 1,0 0-1,7 3 1,0 0-27,2-3 0,1 1-18,-4-4 1,0 3 139,-3-2 1,-3-1-115,0-3 1,-5 0-8,2 0 1,2-1-5,1-3 0,0 2-1,0-4 1,3 0 16,0-3 1,-3-1-4,3 1 1,-2 1 77,2 2 1,-3-3 2,-1 3 1,-4-5-10,-1-2 0,-1 1-60,-2 3 0,1-5 13,2-1 0,0-3-53,-1-1 1,4-2-142,0-1 0,-1-3 122,-2 3 1,0 0-22,-1 0 0,1 2 15,0-1 1,-4 0-13,1-1 0,-5 2 16,1-1 1,-1 0 50,-2-1 1,0-1 69,1-5 1,-2 3-51,-2 0 0,1 1-3,-4-1 1,2-3-92,-2 0 1,-2 3-160,2-6 0,-2 4 247,-1-4 1,-3 2-22,0 1 1,-5 0 103,2 0 1,-2-3-7,-1 0 1,-4 1 118,1 5 0,-5-1-166,2 4 0,-3 1 146,0 2 0,-4 0-110,0 1 1,-1-1 17,2 1 0,-2-1 99,-2 0 1,-1 1-121,4-1 0,-3 4 4,0-1 1,-2 2-60,-1-2 0,0 4-12,0 5 0,-1 0 106,-2 4 1,3-3 10,0 3 0,0 0 78,3 3 0,2 0 204,-2 0 1,1 3-68,-1 0 1,-2 4 170,2-1 0,-3 3 41,-3 0 0,-2 0-213,-4 0 1,3 0-350,0-3 0,4 1 0,-1-4 0,6 4 0,3-4 0,3 0 0,0-3 0,4 0-497,2 0-1142,4 0 1,4 1-1,1 2 1,7 2 818,0 4 1,4 1 0,-2-1 0</inkml:trace>
  <inkml:trace contextRef="#ctx0" brushRef="#br0" timeOffset="244">15400 2160 7928,'23'-9'0,"-4"-1"0,-9 4 559,-7 0 0,-3 4 794,-3-1 0,-7 3-991,-9 3 0,-9 2-460,-9 4 0,-12 4 161,22-7 0,-2 0 1,0-1-1,-1 0-113,1-2 0,-1 0 0,0-2 0,-2-1 193,-1 0 1,-2 0 0,-5-2 0,-1 0-435,-2-2 0,-1-2 0,-1 0 1,-1 0 257,1 0 0,0 0 1,-2-2-1,-2 0-18,-2 1 0,0 2 1,-1 0-1,1 1 1,2 2 0,-1 1 0,0 2 0,0 1 75,-2 1 0,1 1 0,1 1 0,0 3-76,5 1 0,0 1 0,-1-1 0,1 1 139,-1 3 1,2-1-1,4-1 1,1 0-42,5 1 1,0 1 0,1-3 0,1 1-107,2 2 1,1-1 0,-1 0-1,2 1 160,1 1 0,1 0 0,2 2 0,1 0 56,2 1 0,2 0 0,-10 20-224,7 4 0,11 4 231,8 5 0,4 0 15,5-4 0,10 1-102,-4-24 0,4 0 0,1 1 0,3-1-125,2 0 0,2 0 0,2 2 0,1 0-20,1 0 1,0 0 0,2 0 0,0-1-150,-1 0 0,1-1 0,4 0 1,2-1 89,6 0 0,0 0 0,0 1 1,-1-1 62,1 0 1,0 0 0,2 1 0,1-1 82,0 2 0,0-1 1,0 0-1,2-1 86,1 1 0,0-2 0,-1-2 1,1-1-81,0-1 0,0-3 0,-1-1 0,0-2 51,-1-1 0,1-1 0,1 0 0,1-2-33,-1-2 0,0 0 0,1-1 0,0-1-1,-1-3 0,1 0 1,0-1-1,1 1-115,-4-1 1,1-1 0,3-3-1,0-1 70,-1-2 1,-1-2-1,1-3 1,-1-2 76,-4-3 1,-1-2-1,1-3 1,-1-3-68,-1-2 1,-1-3 0,-4-2-1,-2-2 3,-1-2 0,-3-1 1,-3-3-1,-3-3-8,-2-3 1,-3-2-1,-2 2 1,-4-1 10,-3-3 0,-3-1 1,-4 16-1,-1-1 1,-1 0 25,-1-2 1,0 1 0,-3 0 0,-1 2 0,-1 0 0,-2 1 90,-5-15 1,-3 1 0,-3 3 0,-2 0 98,-3-1 1,-3 1 0,-5 3 0,-5 4-194,10 15 0,-3 1 1,0 2-1,-15-8 0,-2 5-300,-3 6 1,-3 5 0,13 6-1,-2 1 1,0 2 229,-2 3 1,0 3 0,-1 1 33,-3 2 0,0 3 0,0 0 0,2 0 0,1 1 0,-1 0 0,-1 3 0</inkml:trace>
  <inkml:trace contextRef="#ctx0" brushRef="#br0" timeOffset="245">19152 12011 7886,'6'-4'-88,"-2"-1"522,-4-5 1,0 1 181,0 0-338,0 4 0,0-4 140,0 3-131,0-2 0,-3-1 197,0-1 205,-1 1-185,0 0-33,3 3-142,-3 2 0,4 5-76,0 2 0,0 6 31,0 3 1,3 4-70,0-4 0,4 5-51,-4-2 0,0 3 78,-3 0 1,3 5-227,0 2 1,3 1 49,-3-1 0,4 1-64,0-1 1,-2-2-37,1-1 0,-3-3 99,3 0 1,0 0-138,0-1 0,2-2 86,-2-1 1,-1-2-44,2 2 1,-4-3 89,3 0 1,-3-5-54,3 0 164,-4-1-92,7-1 0,-7-1 291,4-4-263,0 0 1,3-5 83,1-4 0,0-8-71,2-5 1,0-9-137,3-3 0,-3-7-206,0-9 0,-6 23 0,-1-1 208,-1-1 0,1-1 0,-1 1 1,1 0-75,0 3 0,-1 0 0,6-24-504,-1 6 0,-3 7-614,0 6 0,0 7 536,0 6 1,2 4-2077,-2 8 2745,3 2 0,-4 8 0,-1 1 0</inkml:trace>
  <inkml:trace contextRef="#ctx0" brushRef="#br0" timeOffset="246">19655 12383 7940,'5'0'418,"4"-4"177,-4-1 0,0-4 29,-2-1-351,-2 1 0,-1 3-94,0 0 0,0 0 55,0-4 1,-1 1-218,-2 0 0,-1-1 144,-2 1 0,-3 3-160,3 0 1,1 4-45,-1-2-44,0 3 92,-4 1 0,2 5 70,2 1 0,-1 6 101,3 4 0,-2-2-92,3 2 1,0 0 111,3 6 0,0-1-85,0 3 1,0 0 195,0 1 0,4 4-43,2-4 1,-1 3 85,-2-6 0,1-1-217,-1-2 0,0 0-124,-3-1 1,0-3-86,0-3 0,0-2 75,0 0 0,0-1-515,0 0 392,-4-4 1,-1 3-172,-5-5 1,1 0 54,0-3 0,-1 0-554,1 0 0,0 0-13,-1 0 1,0-3-944,-2 0 1750,1 0 0,-2-2 0,4 0 0</inkml:trace>
  <inkml:trace contextRef="#ctx0" brushRef="#br0" timeOffset="247">19627 12607 7950,'21'0'620,"-2"0"1,-3 0 2422,-7 0-1714,-3-4 0,-2 2-673,-4-5 1,-9 5-210,-3-1 1,-9 2-177,-3 1 1,-4 0-1252,-3 0 1,2 0 406,-2 0 573,2 0 0,1-4 0,0-1 0</inkml:trace>
  <inkml:trace contextRef="#ctx0" brushRef="#br0" timeOffset="248">19637 12393 7959,'0'-5'873,"0"-4"-540,0 4-5,0 0 170,-5-3-433,4 2 92,-7-3 1,6 4-208,-4 2 30,4-2-6,-6 4 437,6-3-66,-6 4 0,7 1 61,-2 2 0,2-1-75,1 4 0,-3-3-39,0 3 0,0 0-72,3 4 0,0 0-17,0 3 1,0 1 15,0 5 0,0-1-174,0 1 1,0 3 31,0-1 0,0 1-84,0-3 1,4-1-34,2 1 1,2-6 111,2-3 0,0-2-160,2-5 1,0 3 105,3-3 0,-3 1-72,0-4 0,2-2 61,-2-1 0,0 1-85,-2-4 1,-1 3 22,0-3 1,0-1 53,-3-6 1,2-1-52,-2-5 0,-2-1 45,0-1 1,0 0-5,-1-4 0,0 4 8,-3 0 1,1 4 29,2 2 63,-2 3 183,3-1 34,-4 8 0,1 0-84,2 5 1,-2 5 36,2 1 0,-2 3-83,-1 4 0,2 2 151,1 7 1,-2 2-31,2 4 1,1 3 105,-1 0 1,4 4-66,-1-1 1,0 1-96,0-1 1,-1 1-55,1-4 0,1 4-19,-3-4 0,0 3-140,-1-3 0,-2-1 125,2-5 0,-3 0-297,-3-3 0,1-4 122,-4-6 1,-1-1-658,-2-2 0,0-4 120,-1-2 0,-2-3-789,0-3 0,-5-3-59,2-7 0,-3-5 273,-1-7 1131,5-2 0,-4-9 0,4-2 0</inkml:trace>
  <inkml:trace contextRef="#ctx0" brushRef="#br0" timeOffset="249">20195 12328 7942,'6'-9'415,"1"3"1,-4-2-380,3 2-22,-4-3 867,2 0 1,-8 1-340,-2 2 0,-2 1-291,-2 5 0,1 0-71,0 0 1,-4 0-82,1 0 1,-4 5 119,4 1 0,-1 5-10,4 2 0,1 3 191,2 0 0,0 2-120,3 4 0,2 0 69,-2 6 1,3-3-1,3 7 0,-1-4 79,5 0 1,-2-3-103,1 0 1,2 0-106,-2 3 0,3-4-98,0-3 1,0-1 97,1-1 0,-2-1-178,-2 1 1,1-2 98,-3-1 0,-1 1-96,-3-5 0,0 0 24,0-2-590,0-1 0,-5-1-647,-1-2 1,-2 2 590,-1-5 1,-4 0-910,1-3 0,-5-3 718,2 0 0,-3-6 767,0 0 0,-1 0 0,0-5 0</inkml:trace>
  <inkml:trace contextRef="#ctx0" brushRef="#br0" timeOffset="250">20214 12579 7955,'16'6'3276,"-3"0"-995,-1-4 708,-11 3-2238,3-5 0,-11 0-319,-2 0 0,-10 0-196,1 0 0,-10-1-1513,0-3 0,-5 0 1277,2-2 0,-5-6 0,3 1 0</inkml:trace>
  <inkml:trace contextRef="#ctx0" brushRef="#br0" timeOffset="251">20996 12262 7966,'9'0'706,"-3"-1"-530,1-2 1,-2 1 1036,1-4-304,-2 0 1044,0-4-1302,-3 1 1,7 0 826,-5 0 381,0 3-1063,-3-2 0,-1 7-319,-2-2 1,1 2-452,-5 1 0,1 1 64,-3 2 0,-4-1-968,1 4 1,-3 1-235,2 2 1,-3-3-528,0 0 1,-2-4-357,0 1 1995,-1-2 0,1-1 0,-1 0 0</inkml:trace>
  <inkml:trace contextRef="#ctx0" brushRef="#br0" timeOffset="252">21033 12393 7955,'13'11'1638,"-1"-2"0,0 2 1334,-2-8 175,-1 0-2380,-4-3 0,-2 0-377,-6 0 1,-6 0-634,-7 0 0,-1-1-581,-2-2 0,-4 2-225,-1-2 0,-4-1 437,-3 0 612,2-3 0,1 6 0,5-3 0</inkml:trace>
  <inkml:trace contextRef="#ctx0" brushRef="#br0" timeOffset="253">21229 12113 7884,'8'-13'317,"-3"3"40,4-3 1,0 3 673,-6 1 941,4-1-1149,-6 1 0,4 4 102,-2 2-481,-2 2 1,4 5-161,-5 2 0,3 6-37,0 4 1,4 3-2,-1 2 0,-1 2-1,2 2 1,2 5-114,3-2 0,1 2 96,-4-2 1,4 0-212,-1 0 1,0-2 46,-2-1 0,-1 1-185,0-4 1,-3-3 72,1-4-292,-5-4 60,6 3 245,-7-9 1,4-9-60,-2-9 1,-2-7 72,2-5 0,2-5-122,-2-1 0,3-5 122,-3-2 0,4 0-186,-1-5 0,0 4 50,0 2 0,-3 4-389,3 5 1,-3 5-143,3 5 0,-2 3-324,2 6 0,-3 4 84,3 2 1,-4 3 927,1 3 0,2 6 0,1 6 0</inkml:trace>
  <inkml:trace contextRef="#ctx0" brushRef="#br0" timeOffset="254">21620 12346 7899,'17'0'0,"-1"0"0,0 0 840,-3 0 0,-4 0 873,-3 0-448,-4 0 1,4 0-353,-3 0-343,-2 0-633,-5 0 1,1 4 111,-7 3 1,6 4 58,-2 1 0,4 4 63,-1-4 1,2 4-259,1-4 1,0 4-60,0-4 0,4 1-29,2-4 0,2 0 43,2 0 0,-1-3 107,0-3 0,1-2-75,-1-1 0,3-4 106,1-3 1,-2-2-203,-5-3 1,3-3 52,-3-3 1,1-1-2,-1 0 1,-1 2 101,-2 1 1,0 0-57,3 3 290,-4 1 0,3 4-1,-2 1 567,-2 3-521,3 4 0,-4 4 173,0 3 0,0 2-95,0 3 0,1 3-27,2 3 1,-2 4-79,3 0 0,-3 4-15,-1-1 1,0-2-80,0 2 0,0-1 91,0 1 0,0 1-299,0-5 0,0 1 83,0-3 1,0-4 126,0 1 1,-1-5-31,-3 2 0,2-3-19,-4-1 1,0-4-57,-3-1 1,-1-3-1653,1-1 1,0 0-1639,-1 0 2773,1 0 0,0-5 0,-1 0 0</inkml:trace>
  <inkml:trace contextRef="#ctx0" brushRef="#br0" timeOffset="255">21974 12393 8009,'17'-10'822,"-1"1"0,-3 0-77,-4-1-426,1 5 1,-4-2-35,0 4 1,-3-3 205,4 3-93,-5 0 46,2 3 114,-4 0-217,0 4 126,0 1-149,0 8 1,0-1 227,0 3-376,0 1 1,0 5 16,0 1 1,0 3 39,0-3 1,0 3-187,0-4 0,0 1 103,0-3 1,3-2-143,0-1 1,4-3 57,-1-3 0,3-2-651,0-2 1,0-2-165,1-4 1,-1-1-427,0-2 0,1-4-1855,-1-9 3036,0-8 0,5-13 0,0-5 0</inkml:trace>
  <inkml:trace contextRef="#ctx0" brushRef="#br0" timeOffset="256">22169 12039 8041,'4'-9'3276,"1"3"-1752,5 2 1,-4 9-1269,0 5-69,-4-1 1,2 8 187,-4-5-375,0 5 0,0-3 0,0 5 0</inkml:trace>
  <inkml:trace contextRef="#ctx0" brushRef="#br0" timeOffset="257">22756 12207 7927,'9'4'728,"0"-3"1,-2 4-135,-1-2-180,-4-2 111,2 3-343,-4-4 0,0 1 88,0 2-533,0-2 222,-4 3-284,3-4 1,-4 0 175,2 0-546,1 0-2053,-2 0 3014,0 0-153,3-4 60,-3 3 0,4-4 84,0 2 28,0 2 0,0-4 132,0 2 313,0 2 646,0-3 1,0 11-1131,0 2 1,0 7-169,0-1 0,0 4 117,0 2 1,0 3-96,0 4 1,0-2-30,0 2 1,0-2-56,0 5 1,0-6-268,0-4 1,0-2 58,0-3-633,4-3 411,-3-4-1709,3-3 2123,-4-6 0,0-6 0,0-3 0</inkml:trace>
  <inkml:trace contextRef="#ctx0" brushRef="#br0" timeOffset="258">22830 12346 7862,'19'0'1853,"-5"0"-1288,-1 0 0,-3 0-48,-1 0 0,-2 0-132,-1 0 1,-4-1 1478,1-2-1211,-2 2 1,-2-4-72,-2 2 1,-2 2-238,-5-2 1,-3 2-133,-3 1 0,-4 1-585,-2 2 0,-4-2 299,1 2 0,-1-2-1566,2-1 1,-2 0 1563,4 0 0,-4 0 0,2 0 0</inkml:trace>
  <inkml:trace contextRef="#ctx0" brushRef="#br0" timeOffset="259">23305 12290 7910,'14'-4'404,"-4"3"144,2-2 1,-1 1-68,-2-1 0,-3-1 611,0-2-653,-4-3 1,6 4 588,-5-4-751,0-1 0,-7 2-70,-2 2 1,-3 1-220,0 2 74,-5 2 1,-1-3-231,-7 4 1,2 4 202,-5 2 1,4 3-206,-1 4 1,3-2 65,0 4 0,5 1-368,1 3 0,4 2 167,3 1 1,1 0 28,5-4 1,1 0 310,3-2 0,5-3-104,6-4 0,0 0 164,0-3 1,4-2-101,3-4 1,0-5 86,-4-5 0,1 0-50,-1-5 0,-3-1 30,-3-3 0,-1 4-14,-2-1 1,-1 2 5,-2-2 1,0 0 92,-3 3-69,-2 1 1,3 6 241,-4 0 1,3 5-84,0 1 1,0 5 135,-3 7 1,0 3-73,0 3 0,0 5 31,0 2 1,0 2-7,0 1 0,3 3 88,0 0 0,2 1-248,-2-1 0,-2-5 28,2 2 1,-2-7-151,-1 1 1,0-3 123,0-4 1,0 2-592,0-5 0,-1 1 228,-2-4 0,-3-3-881,-3 0 0,0-4 129,0 2 1,-4-7-194,1 0 1,-5-7 479,2 1 1,-3-7 659,-1 1 0,1-7 0,-1-2 0</inkml:trace>
  <inkml:trace contextRef="#ctx0" brushRef="#br0" timeOffset="260">23612 12030 7994,'19'0'0,"-1"-1"635,-3-3 2328,-2 3-2178,-7-3 1,1 5-286,-4 2 0,0 3-119,-3 3 0,-4 1-185,-2 3 1,1 2 29,-2 7 0,4-1 82,-3 3 0,4 1-30,-1 3 1,2 0 105,1 0 1,0 0-198,0 0 0,0-1 39,0-2 0,0 1-330,0-5 0,3 4 150,0-3 1,1-4-237,-1-2 0,2-5 120,5 2 0,-1-1-975,0-3 1,1 2 40,-1-8 0,0 0-319,1-3 1,2 0-1292,0 0 2614,1-8 0,0-7 0,2-9 0</inkml:trace>
  <inkml:trace contextRef="#ctx0" brushRef="#br0" timeOffset="261">23836 12300 7994,'-10'0'1624,"1"0"14,0 0 0,-1 1 0,-3 2 0,-6 3-629,-5 6 1,-6-4-609,-1 1 0,-5-6-62,2 0-479,-2-2 1,-1-1 0,0 0 0</inkml:trace>
  <inkml:trace contextRef="#ctx0" brushRef="#br0" timeOffset="262">21154 12868 7853,'0'9'-210,"0"0"-34,0 1 1,-1-1 270,-2 0 0,1-3 69,-4 1 0,3-2 260,-3 1-170,-1 2 0,1-3 155,0 5 1,3-4-82,-3 0 1,4-3 1297,-2 3-547,-1-4 972,4 7-1132,-3-8 0,9 2 155,5-6 1,5-4 163,10-9 0,8-8-868,-12 8 1,1-2-1,6-4 1,1-1-271,2-3 0,0-1 0,3-3 0,1-2 155,0-4 1,1-3 0,-8 9 0,1-1-1,0-1-579,5-4 0,0-2 0,0 0 1,-1 1-1,-1-2 0,1 1 460,-7 7 0,0-1 0,1 1 0,-1 0 1,6-6-1,0-1 0,-1 1-175,3-4 1,-1 0 0,0 2 0,-5 4 0,-1 1 0,-1 0-102,-1 3 1,-1 1 0,-1 1 0,5-6-1,-2 1 216,-6 4 1,0 1 0,12-12 60,-10 10 0,-2 10 28,-7 8-183,-5 3 0,-4 6-170,-4 4 1,-8 5-25,-4 8 1,-5 1-570,-2 5 1,-2 2-1420,-1 1 2268,-4 4 0,3-3 0,-2 2 0,3-3 0</inkml:trace>
  <inkml:trace contextRef="#ctx0" brushRef="#br0" timeOffset="263">19078 13780 7995,'1'-6'113,"2"0"1,-2 3 1143,2-4-783,-2 1 0,-1-3 28,0 0 1,0 2-28,0 1 0,0 3 12,0-3-392,0 4 1,-1-2 37,-2 4-56,2-5 218,-3 4 114,4-3-150,0 8 0,0 3-37,0 5 1,1-1 17,2 5-33,-2-1-61,3 8 0,-1-2 145,0 4-51,5 0-90,-7 2 0,7 2-67,-2 2-474,-2-2 579,5 8-1003,-4-8 837,0 7 1,2-8-190,-4 0 140,0 0 15,2-9 1,-4 1 175,2-5 120,2-3-139,-4-3 774,3-1-683,0-7 56,-3 4 1,3-10-441,-4-1 254,4-6-85,2-7 1,3-10-92,0-8 1,2-2 81,1-8 0,-1 3-387,5-6 1,-1 1 388,-5 25 0,-1-1-808,0-1 0,1 0 794,-1 0 0,0 0 0,9-22-47,-3 7-856,-1 5 732,-5 16 0,1 0-1314,-1 7 515,-4 5-800,3 0 1014,-3 11 1,1-2 1102,-3 8 1,-2 5 0,-1 0 0</inkml:trace>
  <inkml:trace contextRef="#ctx0" brushRef="#br0" timeOffset="264">19422 14199 7992,'4'-6'1550,"-1"0"-441,4-1 277,-6-2-745,7 0-28,-7 4-285,3 0 1,-5 5 134,-2 0-382,2 0 15,-7 0 1,7 5 4,-2 1 181,-2 2-56,4 1-262,-4 5 74,1 0 0,3 4 301,-2-3-253,2 3-81,1-3 0,3-1 139,0-2-265,5 3 84,-3-9 1,1 6 63,0-9 1,0 0-271,4-3 20,-1-4 161,-4-2 1,3-4-6,-1-2 0,-2 0 12,1-3 1,0 3-14,4 0 311,-5-3-265,3 5 0,-6-3-37,4 3 614,-4 5-96,2-3 129,1 7-332,-4-3 188,3 4-269,-4 0 0,3 4 132,0 2 25,0 6-197,-3 3 1,0 8 145,0 2 194,4 1-344,-3 2 0,4 1 107,-1 2 0,-3-1 168,2 5 1,-2-2 169,-1 1-174,0-2-232,0-4 0,-4-4-85,-3-3-32,3-1 0,-4-6-467,2-1 1,-3-4 215,0-3 248,0-1-929,0-5 580,-1 0 1,-2-6-48,-1-3-2234,1 0 941,-1-9 1,2 4 1605,-1-5 0,1-4 0,2-1 0</inkml:trace>
  <inkml:trace contextRef="#ctx0" brushRef="#br0" timeOffset="265">19879 14171 8165,'14'-9'-31,"0"-4"1782,-5 1-760,-4-5-381,-1 7 648,-4-3-735,4 3 1,-3 1 209,2 0-337,-6 4-210,2-4 1,-7 8 196,2-2-473,-2 2 145,-2 9 0,1 0 219,0 7 0,0 1 167,3 2 0,-1 4 304,4 0-422,0 4 1,3-3 383,0 5-432,0 0 1,0 0 79,0 0 234,0 0-265,0 4 0,1-3 149,2 2 25,-2 2-321,3-4 1,-1 3 177,0-4 189,4 0-367,-5-4 1,2 2-239,-4-5 90,0 1-260,0-3 0,0-5-726,0-1 809,0-3 66,-4-1-813,2 1 611,-6-5 1,3-1-209,-4-4-2050,-1 0 1595,1 0 1,-1-5-2176,-3-4 1597,-1-1 1525,-5-3 0,-4-1 0,0 0 0</inkml:trace>
  <inkml:trace contextRef="#ctx0" brushRef="#br0" timeOffset="266">19907 14488 8132,'23'0'2504,"-1"0"-1640,-6-4 1,-3 3 34,-4-3 1157,1 3-515,-5 1-754,-1 0-342,-4 0 0,-11 0-820,-5 0 219,-4 0 198,-2 0-2325,2 0 1640,-7 0 1,6-1 314,-3-2 328,-1 2 0,1-7 0,1 3 0</inkml:trace>
  <inkml:trace contextRef="#ctx0" brushRef="#br0" timeOffset="267">20502 14208 8037,'18'1'1013,"-2"2"-420,-3-1 62,-4 2 0,0-3 1596,-3 2-1045,2-2-610,-7 3 0,2-4-7,-6 0-467,-6 4-33,-2-3 1,-9 3 255,1-4-1343,-2 0 801,-1 0 1,1 1-2276,-4 2 1307,5-2 647,1 4 518,1-1 0,8 1 0,-3 4 0</inkml:trace>
  <inkml:trace contextRef="#ctx0" brushRef="#br0" timeOffset="268">20521 14367 8056,'24'5'3276,"-10"-1"-1638,-5-4 0,-15 0 1638,-3 0-1106,-4 0-1766,-10 0 0,-2 0-1714,-6 0 656,2 0-248,-7 0 902,7 0 0,1 0 0,5 0 0</inkml:trace>
  <inkml:trace contextRef="#ctx0" brushRef="#br0" timeOffset="269">21229 14022 7861,'9'0'567,"0"0"190,1 0 0,-1-1-93,0-2 896,1 2-980,-1-7 1,-4 6 1009,-2-5 278,2 5-1268,-4-6 489,4 7-439,-10-3-300,0 4 1,-6 0-123,-5 0-217,1 0-32,-12 0 0,3 4-147,-4 2 0,0-1 216,0 2-2941,5-5 1161,-4 2 1732,3-4 0,-4 0 0,0 0 0</inkml:trace>
  <inkml:trace contextRef="#ctx0" brushRef="#br0" timeOffset="270">21657 13836 7814,'9'0'0,"1"0"0,-5 0 1291,3 0-797,-3-4 1,0 2 88,-1-4 223,1 3-480,-4-5 1,3 6 415,-4-4-450,0 0 0,0-1-3,0 1-216,-4 0 0,2-3 239,-5-1-585,-3-3 261,0 3 1,-8-4 229,3 5-831,-3 0 462,-1-1 0,1 5-1017,-1 2 546,1 6 391,-1 2 0,1 5-422,3-1 378,1 4 1,6 2-321,2 3 321,2 1 1,4 1-71,0 1 559,4-5-226,1 6 1,5-12-223,3 2 698,1-1-373,5-6 1,1 2 353,1-4-306,-5 0 1,6-4-7,-7-2 0,-1 1 39,-2-4 1,-2 3 0,0-3 1,-1-1-105,0-2 0,0 0 399,-3 0-178,-2-1 333,0 1 52,-3 4-131,3 1-333,-4 4 1,-3 7 282,0 2-66,-4 7-137,6-2 123,-8 5-156,8 4 1,-3 0 8,4 5 0,0 0 26,0 0 0,0-2 18,0 2 62,0-6-218,0 9 0,3-12 208,0 3-712,1-2 330,0-6 0,-2 0-1506,4-5 797,-4-4 340,2-1-2413,0-4 792,-3 0 2008,4 0 0,-1-4 0,1-1 0</inkml:trace>
  <inkml:trace contextRef="#ctx0" brushRef="#br0" timeOffset="271">21880 14106 7917,'18'8'2136,"-2"-2"-801,-3-1 56,-8-5-945,4 0 1,-8-1 221,2-3-3133,-2 3 1616,-5-7 1,-2 3 848,-3-4 0,0-5 0,-1 0 0</inkml:trace>
  <inkml:trace contextRef="#ctx0" brushRef="#br0" timeOffset="272">22178 13855 7888,'14'-5'0,"-5"0"0,1-4 1293,-1 0-270,-8-1-215,3 1-243,-4 0-161,0-1-470,0 1 194,0 4-37,-4 1 1,2 4 34,-4 0-108,-1 0 68,-6 4 0,3 0-81,-3 2 1,0 6 228,0-3-656,-3 6 326,5-4 1,1 6-82,4-1-18,4-3 235,-2 5 231,4-8-121,0 8 0,0-7-67,0 5 1,5-5 14,4 2 1,1 0 53,6-1 29,-5 1-109,7 0 1,-8-2 49,3 1 1,0 1 11,0 0 1,-1-1-10,-3-2-22,1 3-28,-5-3 0,3 5-1,-2-3-6,-2-1 0,2 2-119,-3-4 23,-2 1 0,3-1 158,-4 0-313,0-3 266,0 2-27,-4-3-450,-1 4 237,-5-4 1,-2 3-381,-1-5 306,1 0-83,-1-3-41,-2 0 85,-4 0 22,1-4 68,-1-1-118,5-5-112,0 5 92,5-3 569,4 3-217,1-5 1,5 3-159,2-2 313,6 2-163,10-7 0,-2 1 361,5-3-287,-4-1 0,7-5 224,-3 0 1,-3 0 84,-4 4-273,-3-1-53,5 1 96,-6-1 1,1 3 123,-6 1-279,-2 3 69,1-5 1,-4 7 95,2-3-614,-6 7 291,-3-2 0,-6 4-519,0-3 410,-1 3 1,0 1 242,-3 0 0,-1 0 0,-2 3 0</inkml:trace>
  <inkml:trace contextRef="#ctx0" brushRef="#br0" timeOffset="273">22523 13855 7948,'9'-4'0,"1"1"1761,-1-4-1087,0 6 1,-4-7 748,-2 2 358,3 1-1263,-5-3 0,3 8 4,-4 0 0,0 5 195,0 8-231,-4 5-391,3 6 1,-3 9-120,4 5 1,0 0 258,0 5-3153,0 1 2555,0 2 1,0-2 235,0-1-3150,0-8 2928,0 2 0,4-5 0,1 1 1</inkml:trace>
  <inkml:trace contextRef="#ctx0" brushRef="#br0" timeOffset="274">23016 13529 8028,'14'-10'630,"-4"2"129,3 2 1,-3-2-45,-1 1 0,-4-4 279,-1-1 1,0 2-332,-1 4 1,0 3 205,-3-3 0,-4 5 503,-2 1-697,-7 8-322,-5 15 1,-6 7 375,-4 10-1521,14-17 0,0 1 905,-1 5 0,2 2 125,0-1 1,2 2-92,1 4 1,2 1 0,2-2 0,2 1 18,2 1 1,1 0-207,0 0 1,1 1 64,3-3 0,2 0 1,0 1-1,2 0 104,3-1 0,1-1-1179,1-2 0,0 0 736,2-4 1,0 0-1,0-4 1,0 0 313,14 17 0,1-4 0,2-8 0,3-1 0,2-2 0</inkml:trace>
  <inkml:trace contextRef="#ctx0" brushRef="#br0" timeOffset="275">23240 13836 7926,'5'-4'530,"0"3"145,-2-2 0,-1-3-52,5 0 177,-5 2-441,2-4 1,-4 6 214,0-4 255,4 4-119,-3-3-125,3 1-22,-4 3-477,0-3 78,-4 4 1,2 1 164,-4 2-374,0 7 89,0 0 1,-2 7 86,2-1 1,1 3-62,-2 2 1,5-1-282,-1 2 107,2 1 47,1-3 0,0 7-382,0-2 280,0 2 49,4 1-667,2 0 640,7-5 0,-2-1-165,5-6 385,-1-3-117,0-4 0,3-3 23,-3-3 0,3-7-4,0-6 0,0-4 341,-3-8-151,-1-2-73,-5-8 0,0 2 155,1-4-128,-5 0 68,-1-3-1079,-4 4 797,0-4 0,0 8 180,0-2-1366,-4 7 867,3 1 1,-7 5-192,1 3 1,-1-1-435,-1 7 0,3-2-436,-1 8 533,1 0 1146,-3 7 1,0 6 0,-1 4 0</inkml:trace>
  <inkml:trace contextRef="#ctx0" brushRef="#br0" timeOffset="276">23612 14087 7905,'28'5'0,"-8"3"2258,-5-5-1136,-3 0-434,-3-3-559,-4 0-138,-1 0 1,-5-4-1733,-2-2 1103,-2-3 1,-7 0 637,-1 0 0,1-1 0,3 1 0</inkml:trace>
  <inkml:trace contextRef="#ctx0" brushRef="#br0" timeOffset="277">23817 13855 7931,'13'-4'1436,"-1"1"-607,0 0-305,-6 3 676,2-4-230,-7 3-245,7-3 11,-7 4 900,3 0-1574,-4 4-31,-4 1 0,0 6 129,-2 1 1,-2-1-159,1 5 1,0-4-342,1 4 282,-2-5 0,3 6-1,-1-5-293,2 1 198,4 0 1,0-3-51,0 3 111,0-3 78,0-1 0,4 0 55,2-3-57,3 2 0,4-7 104,3 2 1,1 1-102,2 0 11,0-1-709,-1-3 471,-3 0 0,1-3-69,-3-1-1077,3-3 876,-5 2 0,-1-4-87,-4-1-1222,-4 1 827,2 0 992,-4 0 0,4-5 0,2 0 0</inkml:trace>
  <inkml:trace contextRef="#ctx0" brushRef="#br0" timeOffset="278">24013 13780 7931,'0'-9'472,"0"-1"0,1 1 1293,2 0-841,-2 4-98,3-4-177,-4 8 1,0-1 0,0 8 370,0 7-692,-4 3 1,2 4 1,-4 2-45,-1 2-121,-2 4 1,4 3 220,2 0-522,-2 4 168,4-6 0,-4 7-453,5-2-259,0-2 395,0-4 0,0-5-1077,0-5 987,0 1 215,5-4-1191,-4-2 219,3-4 1133,-4-3 0,4 2 0,1-3 0</inkml:trace>
  <inkml:trace contextRef="#ctx0" brushRef="#br0" timeOffset="279">24171 13938 7931,'13'0'336,"-2"-4"0,2 3 1366,-3-2-262,-1 2-680,0 1-298,-4-4 67,-1 3 32,-4-3-331,0 4-12,-4 4-488,3-3 264,-7 7 1,7-2 115,-2 7 1,1-2-140,-1 5 0,2 0-60,-2 6 38,2-2 12,1 2 1,0-3 348,0 0-155,4 3 0,0-3 223,2 0-301,2-5 0,-6-6 121,5-1-69,-1-3-21,3-4 0,1-2-17,3-5 1,-3-3-20,3-9 0,-2-2-202,1-1 74,-1-4 19,2 2 1,-5-3-78,-1 3-6,-3-3-191,-4 7-355,0-7 446,0 12 0,-4-7-95,-3 6-1104,-1 3 891,-5 0 1,-5 6-94,-4 1 621,1 4 0,2-2 0,0 4 0</inkml:trace>
  <inkml:trace contextRef="#ctx0" brushRef="#br0" timeOffset="280">24376 13575 8019,'9'-14'450,"0"1"0,1 3-9,-1 1 1,0 0 507,1 3 1,2 2-298,1 4 1,3 2 197,0 4 0,-1 3-112,4 9 61,-7 3-619,14 11 0,-12 6 685,5 9-2204,0-1 1491,-14-17 0,0 1 0,2-1 0,0 0 40,-2 5 1,-1 1-1,0 1 1,0 2 7,-1 2 0,0 1-513,0-2 1,-2 0 264,-4 1 1,-2-1-1,2-4 1,-2-1 58,-3-1 1,-3-1-580,0-2 1,-3-3 298,-1-3 0,-3-1 269,0-2 0,-1-1 0,-1-2 0,0-1 0,-21 15 0,1-6 0</inkml:trace>
  <inkml:trace contextRef="#ctx0" brushRef="#br0" timeOffset="281">20670 15484 8019,'9'0'1062,"1"0"1586,-1 0-326,-4-4-1222,-1 3-435,-4-3 198,0 4-465,0-5 1,-4 4 182,-2-2-215,-2 2-195,-6 1 1,0 0 228,-5 0-1675,1 0 976,-1 4 1,-3-3 265,0 3-2508,1-3 1709,-2-1 0,3 0 832,-1 0 0,1 4 0,1 1 0</inkml:trace>
  <inkml:trace contextRef="#ctx0" brushRef="#br0" timeOffset="282">20624 15652 8019,'18'18'1104,"-3"1"1,-3-8 2171,-6-2-14,-2-5-725,-4 4-1657,0-7 0,-2 3-92,-4-4-541,-4 0-96,-9 0 0,-3-3-2968,1 0 1476,-9-4 69,5 1-2005,-11-3 2755,11 0 1,-6-1 0,7 1 0</inkml:trace>
  <inkml:trace contextRef="#ctx0" brushRef="#br0" timeOffset="283">21313 15586 7883,'14'6'0,"-1"-2"1061,-3-4 1567,-1 0-1829,0-4 1093,-3-2-1194,-2 1 1,-5-2 69,-2 4 238,-3 0-598,-7 3 1,-3 0-199,-5 0-153,-3 0 104,-4 0 1,0 0-2062,0 0 1004,0 0 253,4 0 1,2 0 642,3 0 0,0 4 0,1 1 0</inkml:trace>
  <inkml:trace contextRef="#ctx0" brushRef="#br0" timeOffset="284">21601 15391 7883,'5'0'1063,"-1"0"2213,-4 0-1361,0-4-1874,0 3 120,0-8 0,0 4-281,0-4 95,5 0 1,0-1 222,4 1-24,5 4 1,-3-3 175,4 1-1253,1 3 600,-2 0 1,4 4-29,-2 0 184,1 0 91,-2 4 1,-2 2 493,-4 7-212,1 1-108,-5 5 0,-1 1 478,-4 1-266,0-1-68,-4 3 178,-1-5-187,-9 1 0,2 0-25,-7-1 1,3-3-49,-6-3 0,2-3-78,2-2 1,-1-3-242,0-4 0,2 0-790,1 0 374,7-4 348,1 3-407,7-8 289,-3 8 117,8-3 1,5 4-222,7 0 206,1 0 1,5 1 289,0 2-60,-1 7 0,-2 1-29,0 4 0,-5 1 145,-2 3 1,-5 0-31,-4 3 622,-2-2-447,-1 2 1,-5-3 411,-5 0-358,1-5-49,-9 0-622,4-5 302,-5-4 0,1-1 167,-1-4-1721,0 0 1086,1-4 1,2-2 16,1-7-2093,3 7 2591,3-6 0,1 7 0,3-5 0</inkml:trace>
  <inkml:trace contextRef="#ctx0" brushRef="#br0" timeOffset="285">21880 15828 7883,'8'9'3121,"1"-3"-929,-2-2-1143,-3-4-519,-4 0 0,-1-3-79,-2 0-451,-2 0 0,-4 3 0,-1 0 0</inkml:trace>
  <inkml:trace contextRef="#ctx0" brushRef="#br0" timeOffset="286">22290 15465 7883,'6'0'0,"1"0"0,-4 1 967,3 2-375,-4-2 278,6 4 395,-7-5-945,8 0 0,-8-1-235,2-3 1,-2-1 236,-1-4-452,0 0 142,0-1 0,-1-2 56,-2 0 0,2-2-97,-3 2-74,-1 1 98,0-2 0,-1 5-470,0 1 294,-1-1 0,1 7-87,0-2-248,0 2 309,-3 1 1,-1 1-17,1 2-177,-5-2 205,4 7 0,-3-2-68,3 3 339,1 0-194,4 1 0,-2-1 12,4 0 1,-1 0 248,4 1 1,0 2 158,0 1-259,5-1 18,0-3 101,8 1-67,-2-1 1,3-1-82,-2-2 173,-1-1-75,2-5 1,-3 0-46,-1 0-144,0 0 105,0-5 0,0 3 185,-3-4-19,2 0-144,-3-3 192,1-1-110,2 1 0,-7 3 261,2 0-213,-2 4 0,0-3 68,2 5 27,-2 0 233,3 0 1,-5 5-110,-2 1-84,2-2-194,-3 4 0,1 0 464,0 5-262,0 3-41,-1 3 0,3 5 105,-3 4 1,3 7 73,1 2-1319,0 7 1101,0-2 0,0-1 79,0-3-1833,0-5 1349,0-5 1,0-6 161,0-3 0,0 0 0,0-4 0,0 3 0</inkml:trace>
  <inkml:trace contextRef="#ctx0" brushRef="#br0" timeOffset="287">22681 15549 7883,'5'-4'17,"0"2"143,-5-4 656,4-1-470,-3-2 0,6 0 207,-4 0-311,0-1 0,-2 2-27,2 2 0,-2 1 215,2 1-189,-2 3 1,1-2-27,1 6 0,-2 4 0,2 5 0,-2 3 1102,-1 3-613,4 1-359,-3 4 0,3-3 100,-4 5-424,0 0 167,0-1 0,1-2 135,2-3-327,-2-4 38,3 2 1,-4-10-323,0 3 134,0-7-66,0 5 13,0-7 0,0 2 92,0-6-438,0-2 361,0-8 0,0-2-138,0-4-164,0 1 289,0-1 0,1 0-47,3-3 75,1 2 47,0-3 0,4 5 119,1-1 124,-1 5-246,4-4 615,1 8-366,-4 0 1,7 3 59,-5 4 0,5 0 57,-2 3 0,2 1-144,-2 2 698,3 6-464,-8 2 1,4 6 133,-5-1 103,-4 1-225,3 2 0,-7 1 343,2 1-464,3-1-205,-5 7-1,3-7 166,-4 7 1,-1-11 174,-2 3-352,2-7 55,-4 2 0,4-8 234,-2 0-1113,2-4 578,-3 2 1,1-5 270,0-2-1051,0-6 463,3-2 1,0-7-590,0-1 772,0 1-11,4-5-92,1 4 204,0-4 0,4 5 104,-3-1 1,2 2 179,1 4 0,4 2-237,-1 5 303,1-3-98,0 8 1,-3 1 249,3 6 0,0 7 653,0 2 0,-4 7 513,-3 3-1092,0 2 0,0 1 574,-3 0-498,-2-4 0,-1-3 218,0-5-1585,0 1 590,0-10 498,0 5-3198,-4-11 2126,3 3 1,-4-8 980,5-2 0,-4-7 0,-1-1 0</inkml:trace>
  <inkml:trace contextRef="#ctx0" brushRef="#br0" timeOffset="288">23510 15493 7963,'17'0'1192,"-1"0"-253,-7 0-185,0 0 65,-4 0-111,0 0-94,-1 0 318,-4 0-930,-4 4 122,-1-3 0,-5 5-4,1-3 1,-3-1 214,-1 4-641,1-4 287,-2 6 1,4-4 79,-2 3-651,5 1 418,-1-3 0,7 4-33,-2 1 32,2-1 189,1 0 61,0 1-81,4-1 0,1 4 42,5 3 1,3 2 107,3 0 1,-2 0-84,2-3 341,-5 3-210,2-4 0,-3 4 151,-1-3-12,-4 3-137,4-8 0,-8 7-41,2-5 12,-2 1-52,-5-8 0,-2 2-1314,-3-4 825,-4 5 1,1-7-1975,-3 2 1574,-1-6 1,-2-4 773,-1-5 0,0-3 0,1-3 0</inkml:trace>
  <inkml:trace contextRef="#ctx0" brushRef="#br0" timeOffset="289">23752 15288 7963,'14'0'0,"0"0"829,-5 0 1231,1 0 48,-1 0-1088,-4 0-585,-1 5 1,-6-4-89,-4 2 1,-1-2-14,-9-1-1513,-4 0 935,-3 0 1,-2-3 227,0 0-2596,4-1 1323,-6 0 1289,12 3 0,-3-3 0,9 4 0</inkml:trace>
  <inkml:trace contextRef="#ctx0" brushRef="#br0" timeOffset="290">23929 15214 7963,'24'0'931,"-6"0"117,-5 0 0,-3 0-582,-1 0 2430,-3 4-1893,-2 1 0,-4 9-67,0 1-501,0 7-268,0 2 0,-4 7-1595,-3 0 770,-1 0 198,-1-3 460,-1 0 0,-3 0 0,-1 0 0</inkml:trace>
  <inkml:trace contextRef="#ctx0" brushRef="#br0" timeOffset="291">18817 15149 7963,'5'-10'0,"3"1"1690,-5 0-1082,0 4 0,-2-3 1546,2 5-1110,-2 0-410,3 3 701,-4-4-341,0 3 237,0-3-1050,0 12 0,0 3 181,0 7 77,0 1-272,0 4 0,3 1 106,0 7 0,5 2 0,-2 5 1,1 2-74,-1 0-190,3 1 0,-5-4 381,2 0-1465,2-4 1105,-7 4-53,7-8-1083,-6 3 939,2-9 1,-1 0-10,0-4-233,0-5 417,1 0-249,-3-9 852,7-1-759,-2-12 0,3-11-16,0-12 32,5-4-375,-4-6 164,8-2 295,-8-3 1,-2 20-1,2 1-23,-2-1 0,-1-1-210,6-24 224,-4 26 1,0 0 0,1-18-84,3 3-790,-3 6 562,-1 2 1,0 12-260,-3 5-1675,2 3 1039,-7 7 1262,8 1 0,-4 4 0,4 0 0</inkml:trace>
  <inkml:trace contextRef="#ctx0" brushRef="#br0" timeOffset="292">19246 15549 7963,'9'-4'0,"-3"2"0,0-4 1687,-4 4-437,2-3 383,1 1-546,-4 3-386,3-3-478,-4 4 0,-4 4 0,-2 6-406,1 4 177,-3 1 1,7 2 224,-2-1-223,2 5 72,1-1 0,0 6 96,0-4 0,3-1-218,0-2 0,7-1 11,0-3 172,1-1-151,-2-9 1,4 2-21,-1-4 0,4-4 178,-4-5-729,1-2 424,-4-6 1,0 0-19,1-5-273,-1 0 262,-4 1 0,0-1-24,-2 1 169,-2 3-188,3 2 463,1 3-191,-4 1 24,3 4 616,-4 1-286,4 4-78,-3 0 367,3 4-415,0 1 0,-3 8 209,2 3 92,-2 6-281,-1 1 0,1 4 249,3-2-143,-3 6-137,3-6 0,-4 7 196,0-4-165,0-4-112,0 3 0,-1-4-107,-2 1 163,2-1 0,-8-4-664,4-1 365,0-3 1,-3-2 57,1-3-1571,-1-5 1091,-1-1 0,-4-4 51,1 0-2337,-5-4 1284,3-1 1500,-5-5 0,1-3 0,-1-2 0</inkml:trace>
  <inkml:trace contextRef="#ctx0" brushRef="#br0" timeOffset="293">19841 15558 7938,'7'0'670,"-1"0"-251,-4 0 369,2-4-284,-4-1-142,4-4 314,-3-1-313,3 1 1,-4-1-89,0-3 0,-3 3-57,0-2 1,-4 5 166,1 4-332,2-2 28,-5 4 0,4-2-11,-4 6-109,-1 2 202,1 5 0,0 3 0,0 3 0,0-1 39,3 4 200,2-3-156,4 11 0,0-5-34,0 6 120,0-2-114,0 10 1,3-6 10,0 4 1,3-4-2,-3 1 1,1-3-97,-4-3-107,0-2 264,0-5-1392,0 1 807,0-5 1,0 3 121,0-5-2324,0-3 1631,0-1 1,-5-7 866,-1 2 0,-2-6 0,-1-2 0</inkml:trace>
  <inkml:trace contextRef="#ctx0" brushRef="#br0" timeOffset="294">19841 15828 7938,'15'10'3276,"-6"-1"0,-5-4-1670,-8 4 0,-1-5-715,-4 2-72,-5-2-450,-4 0 0,-6-3-1122,-4 2 363,-8-6 124,2-2 0,-8-13 0,5-1 0</inkml:trace>
  <inkml:trace contextRef="#ctx0" brushRef="#br0" timeOffset="295">8073 14758 7938,'9'-15'1405,"2"2"-1230,-1 3 0,-2-2-534,-5 0 0,-3-8 63,0 1 1715,0-1-926,-8-3 1,1 3 564,-5-1-686,2 1 1,-8 5 25,3 3 1,-6 2-40,-1 0 1,-6 5-178,3 2 1,-7 6 3,4 3 0,-11 5-136,-4 4 0,-2 4-113,-1 6 0,1 2-135,8-3 1,-2 11-319,4 2 1,6 6 309,1 1 1,10 4 203,8-23 1,1 0 0,3 3-1,0 0 43,-1-2 0,1 1 0,3 1 1,0 2 6,1-3 0,1 1 1,1 0-1,0 0 82,1 2 1,1-1-1,2 3 1,2-1 131,1 0 1,1 0-943,2 1 1,2-2 773,-1-1 1,2-2 0,1 1 0,2 0 52,0 0 0,2 0 0,2 2 0,3-1-327,4 1 0,2-1 0,0 0 0,1-1 201,1-3 1,0 0 0,1 0-1,0-1 118,-1-2 1,0 0-458,5 0 1,1 1 55,0 1 1,1-1 0,3-2 0,0 0 191,-3 0 0,2-2-725,3-1 0,-1-1 665,-6-2 0,1-2 0,7-3 0,1-3-13,-5-1 0,0-3 1,0 0-1,-2-2-40,-2-3 0,-1-3 322,3-2 0,0-4-111,-2-4 1,-1-3-1,7-5 1,-1-2-15,-3-2 1,-1-2 0,0-4-1,-1-4 58,-4-4 0,-2-2 0,-10 12 0,-2-1 0,0 0-34,0-2 0,-2-1 0,0-2 0,-2-2 0,-2-2 0,0 0-7,-1 0 0,0 0 0,-2-1 0,-2-1 1,-2-1-1,0 1-29,-2-1 0,-1 1 0,-1-1 1,-4 3-1,-1-1 0,-2 1 28,-1-1 0,-1 1 1,-2 0-1,0 5 1,-2 2-1,-2 0 30,-1-1 0,-2 1 0,0 0 0,0 3 0,0 0 0,-1 1 16,-9-14 0,-2 1-83,-4 3 1,-2 2 20,-2 3 1,-2 4 0,-2 4 0,-3 3 8,1 1 1,-1 2-203,0 6 0,0 3 115,-3 2 0,0 3 0,2 6 1,0 5-61,0 2 0,0 3 0,4 2 0,1 3-351,0 5 0,2 3 475,0 0 0,1 2 0,-1 3 0,1 2 0,0 2 0,0-1 0</inkml:trace>
  <inkml:trace contextRef="#ctx0" brushRef="#br0" timeOffset="296">21610 15652 7859,'-13'0'0,"-1"0"0</inkml:trace>
  <inkml:trace contextRef="#ctx0" brushRef="#br0" timeOffset="297">21387 15521 7859,'-19'0'-266,"1"0"1,-5-4-1,-1-1 1</inkml:trace>
  <inkml:trace contextRef="#ctx0" brushRef="#br0" timeOffset="298">21406 15363 7859,'6'0'314,"0"0"0,-4-1 370,1-2 85,-2 2-478,-1-8 1,0 4-35,0-4 1,0 0-374,0-1 0,-3 1 144,0 0 1,-4-1-510,1 1 0,-3 3 301,0 0 1,-1 1-675,-3-2 1,3 3 853,-2 4 0,-3-4 0,1-1 0</inkml:trace>
  <inkml:trace contextRef="#ctx0" brushRef="#br0" timeOffset="299">21247 15214 8268,'6'0'2476,"-2"0"-3480,-4 0 785,-9 0 1,0 0 218,-6 0 0,-3-4 0,3-1 0</inkml:trace>
  <inkml:trace contextRef="#ctx0" brushRef="#br0" timeOffset="300">21052 15260 7859,'0'15'0,"0"-2"371,0-3-230,0-1 0,0 0 116,0 1 1,-1-4-835,-2 0 0,-2-4 235,-5 1 1,0-1 341,-3 1 0,3-2 0,-3 4 0</inkml:trace>
  <inkml:trace contextRef="#ctx0" brushRef="#br0" timeOffset="301">20894 15475 7859,'1'18'305,"2"1"0,-1-5-264,4-1 0,-4 0-28,1 0 0,-2-1 177,-1-3 0,0 1-359,0-1 0,-4-3-1086,-2 0 1255,-2-4 0,-2 7 0,1-4 0</inkml:trace>
  <inkml:trace contextRef="#ctx0" brushRef="#br0" timeOffset="302">20949 15754 7859,'18'21'284,"-2"-3"1,-3-5 318,-4-1 0,1-3 319,-1-2-1455,0 1 322,1-7-1622,-5 3 1833,-1-4 0,0-4 0,1-1 0</inkml:trace>
  <inkml:trace contextRef="#ctx0" brushRef="#br0" timeOffset="303">21126 15884 7859,'19'13'218,"0"-1"1,-5 0 378,-2-6 1,2 1-222,-2-4 1,1 0-128,-4-3 0,-1-1-834,-1-2 0,0-3 347,-4-7 0,1 2 238,-1-4 0,2-1 0,5-3 0</inkml:trace>
  <inkml:trace contextRef="#ctx0" brushRef="#br0" timeOffset="304">21378 15801 7859,'14'9'688,"-1"0"1,-3-1-205,-1-1 0,1 0 236,-1-4 0,-3 0-266,0-3 0,-4-1-412,1-2 1,-1-2-595,-2-5 0,-5 1 552,-1 0 0,-6-5 0,-3 0 0</inkml:trace>
  <inkml:trace contextRef="#ctx0" brushRef="#br0" timeOffset="305">22458 9143 8290,'6'0'-1572,"0"0"2012,-4-4 1,2-1-9,-4-4 1,0-1-326,0 1 1,0-1 80,0-3 0,-1 0-202,-2-3 0,1-1 39,-4 1 1,1-1 56,-1-2 1,-3-3 10,3 1 0,-1-4 33,1 3 1,-3-3-138,3 3 1,1 1 45,-1 2 1,3 0 89,-4 1 1,4 0-47,-3 3 0,1-2 0,-1 5 0,-2-4 10,1 4 0,-1-4 5,-1 4 0,-1-4-123,1 4 1,-3-4 67,-1 4 1,0-3-50,0 2 1,3 1 72,-2 2 1,-3 1-232,0 0 0,-4 0 121,-3 3 0,2-1-84,-5 4 1,1 0 51,-1 3 0,2 0 48,5 0 0,-1 1 128,1 2 1,2 2-82,1 4 1,3 2 112,0 1 1,1 3-80,2 3 0,0 2 168,-1 2 0,4-3-26,0 3 1,0 2-163,-4 1 1,1 1 22,0-2 0,1 3-93,1-2 1,-1 6 133,2 3 0,1 1-33,-1 0 1,3 1 188,0-2 0,1-2-127,-1-1 0,2-1 14,-2 1 1,2-1-39,1 4 1,0-3 52,0 3 0,-3 1-79,0 2 1,0 0 11,3 0 1,0-3-120,0 1 0,-4-4 74,-3 3 1,3-1-104,1 1 0,1 2 104,-1-2 0,2 3-114,-2 0 0,2-1 103,1-2 1,0 1-48,0-4 1,0 5 6,0-2 1,0 2-3,0 1 1,0 1 40,0 3 0,3-3-134,0 2 1,1-2 270,-1-4 1,-2-1-149,2-2 0,1-2 100,0 2 0,-1-1-70,-3 1 0,3 1-35,0 2 0,0 1 48,-3-4 1,3 3-119,0-2 0,3 0-19,-2-1 0,2-2 102,-3 2 0,3-2-75,-3-1 1,4-2 50,0-1 1,-2 2-151,1-2 0,-1-1 133,1 1 0,3-5 17,-3 2 0,3-2-19,4-2 0,-3-3 4,2-3 1,0 2-1,0-2 1,0 0-33,3-2 0,1-4-5,2 0 1,1-3 7,-1 4 1,1-5 170,0 1 1,2-2-137,1-1 1,0 0 141,-4 0 0,3-3-48,-2 0 1,1-8-40,-4 2 0,2-3-40,0 3 1,0-3 26,-3-1 1,3-3-65,-3 0 1,3-2 61,1-4 1,-4 1-162,1-4 0,-4-3 135,4-3 0,-2-3-167,2 3 0,0-4 41,-3 1 1,2-1 44,-3 1 0,1-6-245,-4 3 1,-1-6 262,-1-1 0,0 0-79,-4 0 0,3 3 64,-3 4 1,4-4-64,-4 1 0,1-1 57,-1 0 1,-2-1 160,2-5 0,1 5-99,-1 1 0,0 0 8,-3 1 0,0-1 92,0 4 1,3-3-113,1-1 0,-1-2 171,-3 3 1,0-4-151,0 4 0,3-4 33,0 4 0,0 0-12,-3 2 0,3-2-10,0 0 1,0-4-3,-3 4 0,0 1-77,0 5 1,-1-2-2,-2 5 0,1 0 78,-4 3 0,3-1-16,-3-2 1,2 1 3,-2-4 1,0 4 60,-3-1 1,3 2-56,-1 1 0,-2 0 6,-3 0 0,-2 4 7,2-1 0,-3 4 5,-3-1 0,0 3 82,3 0 1,-2 0-141,5 1 0,-4 0 73,4 3 0,-2 1-51,2 5 0,1 0 131,-1-1 1,-1 0-134,0-2 0,-2 1 76,2-1 1,-2 2 12,2 4 1,0-2 22,0 2 0,-1-3-30,-5 0 1,1 3-14,-1 0 1,0 0-88,1-4 1,-4 4 77,0 0 1,1 4-209,2-1 0,4 2 51,-1 1 1,4 0 9,-4 0 0,5 4 87,-2 2 0,3 3 0,1 4 0,2 1 55,1 5 1,0 3 145,-3-1 0,0 2-108,3-1 0,-2-2-53,2 5 1,-3-3-1,0 3 1,0-3 21,-1 2 0,1 1-41,0 3 1,1 0 77,1 0 1,-1 3 103,2 0 0,-2 4-125,-2-1 0,2 3-13,2 0 0,-2 0-67,1 0 1,2 1 82,-1-1 0,1 0-60,-1 0 0,-3 1-60,3-1 0,-2-3 1,-1 0 1,2-4 49,1 1 1,1 1-13,-1-1 0,-2 0-184,5-3 0,-3 4 129,3 2 1,0 3 101,3 0 0,0-1-49,0-2 0,0 1-144,0-4 0,1 4 113,2-4 1,-2 3 41,2-3 0,1 0 12,-1-3 1,1 0 16,-4 0 0,0 3 75,0 0 0,0 0-107,0-3 1,3 0 146,0-1 1,1 1-123,-1 0 0,-1-3 11,4 0 0,-1 0 120,2 3 0,1 0-358,-2 0 1,2 0 119,2 0 1,-4-2 60,0-1 0,-1 1 245,2-4 1,0 3-149,-4-4 1,3 1 40,-3-3 0,3-1-88,-2 1 1,2 1 13,-3 1 0,3-1 37,-3 2 0,4 0-115,0 0 1,-2 0-4,1-3 0,0-2-108,3-1 0,1 0-34,-1-3 0,0 0 93,1-1 1,-1 0 7,0 3 0,4-2 14,-1 2 1,1-2 97,-4 2 0,0 0-83,1 0 0,0 2 71,2-5 0,-1 2 21,1-2 1,-1 2 19,2 1 1,-2-1-159,5-5 0,-2 0 97,2 0 1,0 1-103,-3-1 1,2 0 82,-2 1 1,2-1-58,-2 0 0,-1-2 42,-3-1 0,1-1 66,-1 1 0,1-1-68,3-2 0,-3-2 7,2 3 1,0-4 104,0-4 1,0-1-87,3-4 0,-2-5 9,2-1 1,1-7-2,2-3 0,-2 2-133,-1-2 0,1 1 123,2-1 0,0-2-141,-3 2 1,2 1 60,-5-4 1,4 2 37,-4-5 0,4-2 38,-4-1 0,1-3-48,-4 0 0,-1 3 82,-1 0 1,1 4-74,-2-1 1,2 1 126,2-1 0,-4 2-95,0-2 0,-1-1 104,1 1 1,-1-4-41,-5 4 0,1-3 0,2 3 0,-2-3-8,2 3 1,-2-1-20,-1 1 1,0 1 20,0-4 1,-3 3-15,0-3 1,0 1-76,3-2 0,0 3 68,0 4 1,0 2-127,0 1 1,0-2 99,0 2 0,0-2-5,0-1 0,-1 0 47,-3 0 1,3-1-44,-2-2 0,2 1 30,1-4 1,-3 4-25,0-1 1,-1-1 158,1 1 0,1-3-127,-4 3 1,2 0-10,-2 3 0,3-3-51,-3 0 0,1 3-126,-1 3 1,-3 1 16,3-1 0,1 2 75,-1 1 1,-1 2 32,-2-2 1,0 3-19,0 0 0,-1 0 12,1-3 0,-4 1-26,1-4 0,-3 4 202,2-4 1,1 4-55,2-1 0,0 4 58,-2 2 0,1 0-126,-1 3 1,5 0 13,0 0 1,1 3-97,-3-2 0,0 4 90,-1 2 1,1 0-38,0-3 0,-4-1 20,1 1 0,-2 3 13,2 0 0,2 0-32,-3 0 0,0-1 83,0 4 1,-2-1-52,2 1 0,-3 1-3,0-5 0,-1 4-5,-2-3 1,3 3 8,-3-3 1,6 4 158,-6-1-1,6 0-94,1 0 0,1 2 114,-2-2-82,3 2 0,-4 5 31,5 3 0,0 2-56,0 3 1,-1 0 1,1 3 1,0 1-31,-1 2 1,1 5 24,0 2 0,0 2-31,3 1 1,-2-3 20,2-1 1,1 1 24,-2 3 0,2-1-46,-1-2 1,-1 2 4,4-2 1,-4 1-115,4 2 1,-3 0 116,3 0 1,-3 1-151,3 2 1,-1-4 75,0 4 1,3-4-74,-2 4 0,2-2 86,1-1 1,-1 0-3,-2 0 1,2 5-49,-2 4 0,2 2 0,1 4 0,0-4 21,0 2 1,0-3 15,0-1 1,0-4 51,0-2 1,0-2-45,0-1 1,-1 0 48,-2 0 1,2 0-55,-2 0 0,2 0 56,1 0 1,0 0-47,0 0 0,3 0 4,0 0 1,0-4-69,-3 1 1,3 0 66,0 3 1,1-3 6,-1 0 0,-2-1-15,3 4 0,0 0 166,-1 0 1,0-1-100,-3-2 1,3 1 79,0-4 0,0 2-62,-3-2 1,3 2 10,0-5 1,2 1-113,-2-4 0,-2 0 83,2 0 1,1 0-181,-1-3 0,1 2 92,-1-2 1,-1 3-39,5 0 0,-2-2 62,1 2 1,1 0-158,-4 6 0,5-2 1,-2 1 0,2-2 105,1-3 1,1 0 122,-1-3 0,1 2-120,3-3 1,-3 1 153,2-4 1,0-1-127,0-1 0,-1 1 59,1-2 0,-2-2-40,0-1 1,-1 2 14,0-2 0,2 0 45,1-3 0,-2 0-1,3 0 0,0-4 108,0-3 1,0-5-87,0-4 0,-3 1-81,2-4 0,-1 3 45,-2-6 1,0 2-209,1 2 0,-1-4 128,0 0 0,0 1-83,1 2 1,-2-3 73,-2 1 0,3-1-138,-3 3 0,2-4 126,1-1 0,-2-2-30,-1 1 1,1-3 159,5 0 1,-1 0-124,1-3 1,-1-2 255,-2-1 0,-3 1-59,0-1 1,-4 3 10,1-4 1,-2 5-107,-1-1 0,0 1 6,0-1 1,-1-2-2,-2-4 0,-2-3-161,-4-1 1,0-1-96,-1-2 1,1 4 75,0-6 0,-4 1-1676,1-1 1816,-1-1 0,2-2 0,0 1 0,1 1 0,2 2 0,2 1 0</inkml:trace>
  <inkml:trace contextRef="#ctx0" brushRef="#br0" timeOffset="306">10782 16378 7732,'9'-5'889,"1"0"386,-1 1 0,-3 2 593,0-4-946,-4 4 77,3-2-587,-5 4 1,0 1-101,0 2 1,0 3-76,0 7 0,1 1-6,2 5 0,2 3 71,4 3 0,1 3-64,3 3 0,-3-2 51,3 2 0,-3 1-84,-1-1 1,4 0-69,-1-3 1,-3 0 55,-2 0 1,-4-4-102,3-2 1,-4-7-19,1-2 1,-2-6 73,-1-1 0,0-5-244,0-1 0,3-9 68,0-10 1,2-10-326,-2-11 0,2-6 74,-1 18 1,1-3 0,0-1 0,0-2-516,2-4 1,-1-1 0,-1 1 0,0 1 453,1 1 1,1 1 0,-2 3 0,0 2-446,0 0 0,-1 1 785,6-20 0,-3 7 0,2 8 0,3 4 0</inkml:trace>
  <inkml:trace contextRef="#ctx0" brushRef="#br0" timeOffset="307">11573 16350 7787,'10'0'1251,"-1"-4"0,0 2-737,1-5 1,-4 2 66,0-1 1,-4-2 75,1 2 0,-2 0-246,-1 0 1,-1 4 23,-2-1 0,-2 2-132,-4 1 0,-4 0-369,1 0 0,-5 3-308,2 0 1,-3 3-369,0-2 0,-1 2-22,0-3 1,2 0-1982,1-3 2745,-1 0 0,2 0 0,-4 0 0</inkml:trace>
  <inkml:trace contextRef="#ctx0" brushRef="#br0" timeOffset="308">11555 16471 7787,'18'8'0,"1"-2"3276,-5 3 0,-4-8-1853,-6 3 1,-5-3-1038,-2 2 1,-3-2-355,-7 2 1,-1-2-1266,-5-1 0,0 0 785,1 0 0,-1 0-2829,1 0 3103,3 0 1,-2-4 0,2-1 0</inkml:trace>
  <inkml:trace contextRef="#ctx0" brushRef="#br0" timeOffset="309">11843 16229 7787,'1'-9'0,"3"-1"0,-3 4 367,2 0 0,-2 3-9,-1-4 1,3 4 845,0-3-775,0 4 0,-2-2 196,2 4 0,-2 4-196,2 2 0,-1 3-20,1 0 0,-1 4-70,1 3 0,1-2-134,-1 2 1,1 0 34,-1 6 0,1-1-9,2 4 0,3-3 13,-3 6 0,2-1-39,2 7 1,-1 1-9,0 2 1,1-3-46,3 0 1,-2-1-1,5 1 0,-5-2-54,2-4 0,-3-1 84,-1-2 1,1 1-172,-1-4 1,-4-2 88,-2-4 0,1 0-464,-1-3 0,0-1 74,-3-2-495,0-1 293,0 0 238,0-4 0,0-2 350,0-6 0,0-6-126,0-7 1,0-2 128,0-4 1,0-2-82,0-4 1,0-1 36,0-2 1,0 1-30,0-4 0,0-4-192,0-5 0,4-7-89,-3 24 1,1-1 0,1 0 0,1-1 249,-1 0 1,0 0 0,1-1 0,0-2-138,1 1 0,0-2 1,-1-3-1,1 0 5,0-1 0,-1 1 1,1 0-1,-1 0-70,-1 5 0,0 1 0,4-20 11,-4 11 0,4 6-447,0 8 1,-2 2-229,1 6-376,0 7 652,4 5 595,-1 4 0,4 8 0,2 2 0</inkml:trace>
  <inkml:trace contextRef="#ctx0" brushRef="#br0" timeOffset="310">14851 15586 7787,'23'0'-77,"-4"0"1,4 0 317,-4 0-18,-1 0-171,-3 0 1,-2 0 473,-4 0 1,1 0 290,-1 0-8,0 0-128,-3 0-197,-2 0-269,-4 5 0,-1 0 3,-2 4 1,-6-3-130,-3 0 0,-5 0 156,2 0 1,-10 1-29,-3-4 1,-3 0 311,0-3-337,-2 0-1205,-4 0 1040,-1 4 1,-3-3-4,-2 3-21,16-2 0,0 1 1,-2-1-1,0 2-25,-5 2 0,0 0 0,-1 0 0,0 0 36,0 1 0,-1 1 0,-6 0 1,-1-1-489,0 1 1,-1-1 0,-1 0 0,-1 0 399,3-2 1,-1-1-1,-2 1 1,0-1 47,1 1 1,0 0-1,0-2 1,0 0 51,0 0 1,0 0-1,0-2 1,0 0-8,2 1 1,-1-1 0,-1 0 0,-2-1 11,-2 0 0,-1 0 0,2 0 0,1 0 73,0 0 1,1 0-1,-2 0 1,-1 0-133,0 0 0,-1 0 0,3 2 0,0 0 44,3 1 1,1 1-1,0 0 1,0 0-154,-4 1 1,1-1-1,3-1 1,1 0 54,3 1 1,1-1 0,2-2 0,0 1-210,2 1 1,0 0 0,3-2 0,1 0 133,1 0 1,2 1-1,-21 0-6,8 1 1,10 1 108,5 3 1,9-2 151,3-2 600,7-2 0,3 3-539,6-4 0,6 0 118,7 0 1,2-4-518,4-2 0,2-3 240,4 0 0,-4 0 0,-2-1 0</inkml:trace>
  <inkml:trace contextRef="#ctx0" brushRef="#br0" timeOffset="311">12402 16350 8384,'5'0'3276,"-1"0"-1903,-4 0-1066,0-4 1,0 2-310,0-5 1,1 1 44,3-3 0,-2 0 83,4-1 0,0 4 58,3 0 0,5 3-30,1-3 0,-1 4 155,-2-2 1,2 3-196,-2 1 1,0 1 165,-2 3 0,-1 1-79,0 4 0,0 0 31,-3 1 1,-2 2-30,-4 0 1,0 5-8,0-1 0,-1 1 18,-2 2 1,-2-1-34,-5 1 1,0-1-210,-2-3 1,1 2 118,-1-5 1,0-1-205,0-4 1,2-3 63,-3-4-303,3 0 1,2-1 49,1-2 1,3-3-69,4-3 0,4 0 72,3 0 0,5-1 5,4 1 0,2 4 116,4 2 0,-1-2 50,3 2 1,-3 1 333,1 5 1,-4 4-139,-2 5 0,-3-1 511,-3 5 0,-5-1-270,-2 4 0,1 0 296,-1-1 0,0 1-201,-3 0 0,-3-1-145,0 1 1,-4-4-22,1 1 0,-3-5-174,0 2 0,0-6-465,0-1 0,-2-4 236,-1 1 1,0-2-862,-3-1 1,3-1 447,0-2 0,2 1-1062,0-4 1,4 3 83,0-3 1555,4-1 0,-2-2 0,4 0 0</inkml:trace>
  <inkml:trace contextRef="#ctx0" brushRef="#br0" timeOffset="312">12765 16192 8218,'9'-6'0,"1"-2"529,-1 2 0,1-1-69,3 0 0,-3 0 325,3 4 1,-3-3-237,-1 3 0,1 0 403,-1 3-663,0 0 0,1 0 320,-1 0-393,0 4 1,0 1 31,1 4 1,-2-2-20,-2-1 0,1 0 35,-3 3 0,-1 4 149,-3-1 0,0 4-85,0-4 1,0 4-56,0-4 0,-4 0 232,-3-2 32,3-5-387,-4 3 0,8-7 98,0 2 1,4-6-130,5-3 0,5-3 145,1-4 0,4 2-916,3-5 1,-3 4-384,3-4 0,-2 4-604,-2-4 1,1 4 1528,0-3 1,-1 3 0,1-1 0</inkml:trace>
  <inkml:trace contextRef="#ctx0" brushRef="#br0" timeOffset="313">13678 16396 8320,'6'-1'793,"0"-2"553,-4 2 20,6-3 403,-7 4-771,8 0-600,-8 4 1,3 6-35,-4 5 0,0 4-61,0 2 1,3 3 26,0 4 0,0-3-82,-3 0 1,0-3-140,0 2 1,3-2 154,0 3 0,4-5-505,-4-2 1,3 0 36,-3-6 1,3 1-134,-3-4 0,4 0-344,-4 1 1,1-4-1932,-1 0 2612,-2-4 0,3 2 0,-4-4 0</inkml:trace>
  <inkml:trace contextRef="#ctx0" brushRef="#br0" timeOffset="314">13827 16648 8218,'14'9'0,"0"-3"3276,-5 1-244,0-5-633,0 2-1889,-3-4 0,-6 0-489,-7 0 0,-6-3-119,-6 0 0,-3-2-307,-6 2 0,-3 2-2872,0-2 3077,-5-2 1,7 4 0,-3-3-1</inkml:trace>
  <inkml:trace contextRef="#ctx0" brushRef="#br0" timeOffset="315">14516 16396 8218,'5'0'209,"0"0"1310,-2 0-418,-2 0-799,3-4 81,-8 3-775,3-3 258,-7 0 405,7 3-16,1-7 0,6 2-109,6-3 1,2 3-28,1 0 1,2 3-12,-5-4 1,4 5 87,-4-1 0,1 2-16,-4 1 0,-3 0-115,0 0 0,-3 4 63,4 3 0,-5 1 8,1 1 1,1 4 56,-1-1 0,-1 5 10,-5-2 1,1 3 13,-4 0 0,0 2-53,-4 2 1,-3-4-100,-3 1 1,2-2 110,-2-4 0,1-4-379,-4-3 1,2-4-79,1 2 1,0-3-425,3-1 233,1 0 179,7 0 1,1 3 427,8 0 1,6 1-81,8-1 0,5-1 370,5 4 0,-3 1-184,0 2 1,-6 0 154,0 0 0,-1 4 25,-6-1 0,-3 5 23,-2-2 0,-5 3-156,1 1 1,-3-1-257,-3 1 1,1-4-270,-5 1 0,1-5 213,-3 2 1,-1-4-787,-3-3 1,2-2 421,-5-4 1,2-1-643,-2-2 1,-1-2 1029,1-4 0,-1-1 0,-2 1 0</inkml:trace>
  <inkml:trace contextRef="#ctx0" brushRef="#br0" timeOffset="316">14832 16769 8218,'23'9'2317,"-8"-4"-1274,1-2-645,-9-2-288,-3-1-110,-4-4 0,0-1 0,0-4 0</inkml:trace>
  <inkml:trace contextRef="#ctx0" brushRef="#br0" timeOffset="317">15233 16368 8218,'9'-5'1244,"0"0"-770,0 2 0,0 1 529,-3-4-335,2 4 136,-3-7 1,1 4-298,-3-4 1,-3 3-116,-3 0 1,-4 0-365,-5 0 0,1-1 78,-5 4 1,1-3-320,-4 2 0,0 1 238,1 3 1,-1 1-311,0 3 0,1 1-109,-1 4 1,5 0-282,1 1 1,4 3 375,3 3 1,2 1 89,4 2 0,0-1 339,0 1 0,4-4-100,2-3 0,5 0 214,2-2 1,2-3-58,-2-7 1,2 0-68,-2 0 0,2-1-99,-2-2 0,-1-3 20,-3-7 1,1 3-20,-1-3 0,-3 0-26,0 1 0,-3 2 289,4 4-252,-5 0 466,6 1-307,-7 0 0,3 10 154,-4 1 0,0 6 110,0 4 1,0 2 74,0 4 1,0 3-173,0 6 1,0-2 98,0 2 0,1-1-70,2 1 0,-2-2-140,2 2 1,-2-6-201,-1-3 0,0-3 123,0 0 1,0-5-837,0-1 0,0-6-1376,0-1-1236,0-4 0,0-6 2932,0-2 0,0-16 0,0 3 0</inkml:trace>
  <inkml:trace contextRef="#ctx0" brushRef="#br0" timeOffset="318">15447 16192 8218,'4'-6'136,"2"3"1,-1-1-92,1 1 1,0-1 1093,0 1 0,2 2-270,-2-2 1,2 1-102,-2-2 0,2 3 289,-2-2-565,2 2 1,2 5 5,-1 3 0,0 1-112,1 1 0,-4 2 177,0 1 1,-3-1-136,3 5 0,-3-1 8,0 4 1,-2-1 205,-1-3 150,0 3 0,0-8 619,0 3-642,0-7 0,1-2-438,2-4 0,3-2-67,6-4 0,3-4-1813,4-5 0,3-6 982,3 2 0,6-4 567,3 1 0,3-8 0,0 1 0</inkml:trace>
  <inkml:trace contextRef="#ctx0" brushRef="#br0" timeOffset="319">16704 16285 8218,'6'0'0,"0"0"1428,0-4-893,4 3 1,-4-4 35,0 5 0,-3 0-213,3 0 1,-3 0 14,4 0 151,-5 0-323,2 0 1,-4-1 202,0-2 122,0 2 1130,0-3-1283,0 0-359,0 3 70,0-3 1,-4 4-94,-3 0 40,-5 0 0,1-3 61,-5 0 1,4-5-70,-4 2 0,4-2-10,-4-1-342,1-1 189,-8-3 0,-1 1-161,-4-3 83,5 3-403,-9-1 415,8 8 83,-8 1 1,7 4 33,0 0 113,4 8-52,-2-2 1,8 9 33,-1-3 0,5-2 5,-1 3 0,1-3-61,2 0 1,3-5-52,0-2-196,-1 2-152,-2-4 256,0 3 0,3-4-2347,-1 0 2540,5 0 0,-6 4 0,3 1 0</inkml:trace>
  <inkml:trace contextRef="#ctx0" brushRef="#br0" timeOffset="320">16517 16555 8218,'38'0'1110,"-9"3"1018,-5 0-1918,-7 0 0,-7-4 609,-3-2 0,-5-2 0,1-5 0,-3 0 1265,-3-2-1786,-3 1 0,-8-6-625,-5 1 273,-3 3 1,-10-4 137,-3 5-2413,3-1 1919,-4 4 0,7 4-1117,-2 2 1208,6 2 0,3 1-241,3 0 135,4 4 44,2-3 186,4 11 1004,4-5-1007,0 6 255,5-4-71,0 1 6,0-1 1,1-4-231,3-2 238,1-2 0,8 3 0,2 2 0</inkml:trace>
  <inkml:trace contextRef="#ctx0" brushRef="#br0" timeOffset="321">18547 16927 8218,'21'0'0,"-2"0"905,-3 0-670,-11 4 1,2-2 724,-3 5 964,-1-1-1257,-3 3-80,0 0-243,-4 1 0,-5-1-238,-3 0-34,-9 1-45,6-5 1,-10 2 33,0-4 0,3 0 29,-6-3 0,4-1-245,-1-2 1,-1 2 326,4-2-656,-4-2 345,7 4 1,-4-3-113,4 4-43,1-5 122,-1 4 1,0-4 169,1 2-46,-1 2 38,0-3 1,2 4 185,1 0-14,-1 0-124,2 0 0,-2 4 264,1 2-292,-1-2 0,5 5 236,-3-3 1,-1 1-27,-2-1 1,-1 3-66,0-3 1,1-2-99,-1-1 0,-3-3-97,1-3 0,-6-3 224,-1-7-547,0-1-803,-12-5 955,10 1-55,-11-1 113,12 5 1,-3 4 110,4 7 1,4 2-9,3 1 0,1 7 94,1 3 0,5 5 226,1 1 1,3 1-193,1 2 1090,0 0-737,-1-1 0,1-3 1001,0-3-718,-1-6 878,5 3-1112,-3-8-162,3 3 0,-5-5 86,1-2-566,0-3 194,-1-7 0,-2 3 4,0-3 0,-5-1-169,2-2 0,0 2-1506,0-2 1,-1 4 62,-3-4 1576,-3 5 0,2-7 0,-3 4 0</inkml:trace>
  <inkml:trace contextRef="#ctx0" brushRef="#br0" timeOffset="322">10465 17765 8218,'5'-13'0,"1"-3"0,-2 0 0,-1 0 2251,-2-2-1444,-1 4 0,0-2-2,0 1 0,0 4 180,0-2 1,-1 6-124,-2 1-448,-2 4-145,-5-2 1,1 6 130,0 4-183,-5 4-154,4 13-814,-8 5 825,8 5 0,0 7 158,3 1 22,5-1-141,-2 5 0,4-5 17,0 3 0,4-3-89,3-3 1,5-1 82,4-2-106,1-6 119,2-5 0,2-6 20,1-1-145,4-7-279,-2-5 169,4-4 72,-4 0 1,1-8 217,-3-4-225,0-13 16,-3-8 0,-4-7 126,1-3-495,-5 0 253,2-8 0,-6 3-292,-1-1-528,-4-3 825,2 4 0,-8-3-226,-2 7-664,-7 1 626,3 10 0,-8 4-271,3 4 1,-3 8 154,0 5-1472,-9 6 1264,2 1 1,-10 5-56,4 0 771,-4 9 0,1-2 0,-1 9 0,4 0 0,4 2 0</inkml:trace>
  <inkml:trace contextRef="#ctx0" brushRef="#br0" timeOffset="323">10707 17830 7851,'28'0'2210,"-5"0"1066,-4 0 0,-5 0 0,-9 0-2345,0 0 0,-7 0-224,-5 0-281,-3 0-214,-13-4-74,-1-1-191,-8 0 1,-12 0 210,18 3 1,-1 1-1798,-3-2 1,-1 0 1078,0 1 0,1-1 1,0-1-1,0 0 395,2 1 1,0 0-38,0-1 1,0-1 0,-23-4 0,23 4 0,0 1 0</inkml:trace>
  <inkml:trace contextRef="#ctx0" brushRef="#br0" timeOffset="324">11369 17784 7851,'25'-3'0,"-3"0"0,-1-4 3102,-9 4-2040,1-4 1,-7 5-23,0-4 649,-4 4-395,2-7-905,0 8 1,-5-6-185,-2 4 1,-3-3 164,-9 3-381,-1-5 58,-11 7 0,1-6-573,-8 4 0,0-3 306,-3 3-3057,0-5 1781,3 7 524,2-3 51,4 4 921,5 4 0,4 6 0,6 4 0</inkml:trace>
  <inkml:trace contextRef="#ctx0" brushRef="#br0" timeOffset="325">11378 17886 7851,'31'0'1638,"0"0"0,-8 0-758,-8 0 2396,-8-4-2100,-2 3 0,-5-7 1794,0 1-1576,-5-1-617,0 3 164,-12-3-555,-3 3 1,-16-4-291,-5 3 1,-3-2-718,-3 2 1,2 1 673,1 2-3330,3 2 1743,8 1 1,2 1 1480,6 2 1,6 7 0,6 4 0</inkml:trace>
  <inkml:trace contextRef="#ctx0" brushRef="#br0" timeOffset="326">22718 8594 7941,'6'0'183,"2"0"11,-7 0 96,3 0 390,0 0-365,-3 0 0,4-1 134,-1-2-223,-3 2 105,3-8 0,-4 8-321,0-7 321,0 7 1153,0-3-1287,0 16 0,0 0-7,0 10 0,-1-2 137,-2 2-433,2-2 134,-4 2 0,2 0 28,0 0 1,-3 4-149,3-2 0,-4 0 31,0 1 0,0 0 59,1 3-327,-2 0 223,3-4 1,-4-2 68,3-3 0,-2-1-176,2-3 0,0 1 25,0-7 0,1 2-69,-1-5 1,1-1-30,2-2 356,2-2-54,-4-1 388,5 4-192,-4-3 336,3 3-152,-3-4 655,4 0-1000,4-4 0,0-1-129,3-5 1,1 1 128,-2 0 1,-1-5-75,1-1 1,1 0 58,2 0 1,-1-1 32,-2-2 0,3-1-37,-3 0 1,1-2 13,-1-1 1,2-1-8,-5 2 0,3 0 110,-3-4 1,3 3 5,-3-3 1,1 5-78,0-2 1,-3 3 2,2 4 0,-2-2 11,-1 5 1,-1 0-165,-2 2-48,2 5 171,-4-3 0,2 6-340,0-4 142,-4 3 1,2-1-73,0 0-18,-4 3 98,8-3 112,-7 4-75,7 0 416,-3 0 69,4 4-222,0 1 1,0 5-49,0-1 1,0 0-67,0 1 1,3 0-25,0 2 1,3 3 91,-3 3-306,5 1 232,-7 0 1,6 0-25,-4 3 0,3-2-21,-3 1 1,1-1 22,0-1-3,-3 3-11,3-2 1,-4 3-4,0-5 5,-4 1 1,2 0-164,-5-1 162,1 1 1,0-4 8,0 1-235,-1-5 107,-2 3 0,0-5 99,0 0 1,0-2-321,3-1 232,-2-4 1,6 2-191,-4-4 528,3 0-246,-1 0 246,4 0 1,3-4-80,1-2 1,3-3 55,-1 0 0,2-1-86,2-3 1,-1 2 7,0-5 0,0 1-67,1-4 1,-1 1-6,0-1 1,1 0-170,-1 1 1,-3-4 87,0 0 0,1-2-137,2 2 0,-3-3 102,0 3 0,0-3 119,0 4 1,-2-4-82,-4 3 1,0 2 117,0 4 0,0-1-82,0 5 0,0 0-8,0 2 1,-1 4-218,-2 0 264,-2 4-239,-5-2 184,1 4 1,3 0 66,0 0-25,3 0 1,-1 4 18,4 2 1,0 0-60,0 4 1,0-5 2,0 7 0,0-4 46,0 5 1,0 1-28,0 2 1,0 0 54,0 0 1,0 1-52,0-1 1,3 5 6,1 0 0,-1 4-47,-3-3 1,0 3 0,0-3 0,-3 3-110,-1 0 0,-3 1 135,1-1 0,1-2-160,-1-5 0,0 1 79,0 0 0,-2-4-96,2 1 0,1-5 60,-2 1-82,1-1 167,-3-2-54,0 0 1,2-4 211,1-1-245,4-3 434,-2-1-298,4 0 0,0-5 0,1-1 84,2-2-117,-2-1 0,7-1 13,-1 1 1,0-4-11,-1-3 0,2 2 15,-1-2 1,0 1-1,0-5-49,-1-2 0,0-1 39,4-1 1,-1-3 95,0 2 0,-2-1-103,-1 1 1,-3-1 180,3 5 0,-4-4-154,1 3 1,1-3 16,-1 4 0,1-1-136,-4 3 0,0 4 131,0-1 1,0 5-111,0-2 1,0 3 95,0 1 0,-4 2-292,1 1 167,0 4 1,0-3-231,0 2 329,0 2-43,3-3 285,0 4-265,0 8 0,0-5 256,0 6-236,0-1 3,0 5 0,0-1 25,0 3 16,0 1-2,0 2-18,0 1 1,0-1-10,0 1 1,0 0-13,0-1 1,0 4 27,0 0-109,0-1 85,0-2 0,0 1 4,0 1-53,-4-1 47,-1 3 0,-2-5 1,1 1-121,4-4 114,-6 2-63,7-6 59,-7 2 0,6-4-54,-5 1 0,4-1-4,-3 0 0,1-3 27,-1 1-216,-3-5-31,8 6 195,-7-7-11,3 7 240,0-7-193,1 3-6,4-4 195,0 0 1,0-4-101,0-2 1,0-2 34,0-1 0,3-2-63,0-1 151,4 1-137,-2-6 1,1 2 33,1-3 63,-1-1-92,-1 5 0,2-7-1,-4 2 0,5-1 0,-7 1 79,2 0 1,-2 0 0,-1-2-59,0-1 1,0 1-1,0 2 1,0 0 6,0 1 1,0-1-187,0 0 139,0 1 1,0 2-1,-1 2-28,-2 0 1,2-1-39,-3 2 0,0 1 89,1 3-98,0-1 1,2 2 53,-2 2-68,2-2 61,-3 2-24,4 1 303,0 1-209,0 4 0,0 7-38,0 3 0,0 1-13,0-2 1,0 4 21,0-1 0,1 5 103,2-2 1,-2 3-52,2 1 0,-2-3-40,-1 3 1,3-3-14,0 6 0,0-1 8,-3 0 1,0 0-43,0 4 0,-1 0 57,-2 3 1,1 0-142,-4 0 1,3-4 24,-3 1 1,3-5-73,-4-2 0,4 0-77,-3-6 1,0 1 21,-3-4 143,3-4 0,1 0-90,2-5 226,2 0-13,-3 0 0,5-5 210,2-1 0,-1 0-99,4-3 0,-3 1-138,4-4 0,-1-2 57,3-2 0,-1 2-24,-1-2 1,1 0-128,-2-2 1,-1-1 107,2 1 0,-4-1-193,3 0 1,-4-2 57,1-1 1,1 0 37,-1 4 1,1-4-34,-1 0 0,-1-4 54,1 1 0,-2 2 32,-1-2 0,0 4-43,0-1 1,0 3 105,0 0-94,0 0 8,0 5 1,-1-3-145,-2 5 140,1 0-276,-6 2 0,7 5 241,-7-3-222,7 7 188,-7-7-65,7 7 52,-8-4 1,8 6 46,-2 3 1,2-2 144,1 4 48,0 0 44,0 3-241,0 5 149,0-4 0,0 5-110,0-3 23,0 2 1,3 5 17,0 0 1,0 0 0,-3 3 0,0-2 1,0 2 1,0 0-37,0 0 0,-3 1 18,0-2 1,0-1-1,3 2 0,-3-4-3,0-2 0,0 2 27,3-3 0,-1 2-22,-2-2 0,2 2-15,-2-5 1,-2 1-12,2-4 0,-1 0-2,1 0 0,2-2-105,-2-1 121,2-4 0,0 2-24,-2-4 1,2 0 207,-3 0 1,7-4-81,0-2 0,1-3-46,-1 0 0,-1-3-4,4-1 0,-3-3 3,4 0 1,-4 2-18,3-2 1,-3 1 16,3-4 1,-1 4-85,2-1 1,0 1 65,-4-4 1,3-1-128,-3-1 1,0 1 35,-3-2 1,1 3 30,2 0 0,-1 0 47,1 1 1,-2-1-29,-1 0 1,0 4 99,0-1 0,0 2 1,0-2-85,0 4 35,0 2 1,-1 0-7,-2 1 27,1 4-244,-2 1 203,0 4 1,2 0-77,-4 0 0,4 1 56,-1 2 1,-1-1 18,1 4-35,-1 0 0,4 4 140,0-1 1,0 0-30,0 1-84,0 3-1,0-3 0,0 7-43,0-5 60,0 5-9,0-3 1,0 5-99,0 0 97,0-1 0,0 4-50,0 0 0,0 0-50,0 0-13,0-2 88,0 3 1,0-5-9,0 1 17,0-1 1,0 0-16,0-2 1,-3-2-1,0-3 12,1 2-11,1-1 0,1-6 34,0 1-36,0-5-152,-4 6 149,3-7 20,-3 3-30,4-4 270,0 0-255,0-4 1,0 2 36,0-4 1,0 0-26,0-4 1,1-2 6,2-1 0,-2-2 2,2 2 0,1-3 8,-1 0 1,4 0 26,-4 0 0,3-4-30,-3 1 1,1-2-44,-1 3 1,-2-2 34,2-2-1,1 2-29,0-5 1,-1 1-8,-3-1 1,1 2 33,2 5 0,-2-3-18,2 2 1,-2 0-1,-2 7-6,-2 4-139,2-1 1,-4 5-30,2-2 121,1 1 1,-3 6 94,2 3 0,2-2-72,-2 4 1,2 0 79,1 3 0,0 4-70,0-1 0,0 1 51,0-4 1,0 0-31,0 0 1,0 2 145,0 1-113,0-1 5,0 2-20,0 0-4,0-2 1,0 6 55,0-1-54,0 2 0,0 0 12,0 1-48,0-1 36,0 1 1,0 1-36,0 1 0,-1-1-3,-2 2 22,2-3 9,-3 0 1,3-3-2,-2-1 1,2-4-8,-3 2 1,2-3-6,-1 0 114,2-1-163,-3-4 0,3-1-70,-2-4-20,2 0 270,-3 0-137,4-4 0,0-1 90,0-4 1,3-4-90,0 1 1,1-2 144,-1 2 1,-1 0-78,5-3 1,-5-1-17,1-2 0,1-1-76,-1 1 0,1-1 75,-1 0 0,-2 1-106,2-1 1,1 0 69,0 1 0,0 0-9,-1 3 0,-2-2 34,2 5 1,-2-5-31,-1 2 1,0 1 173,0 2 1,0 1-98,0 2 0,0 3 223,0 0-87,0 4-193,0-2 144,0 4-112,0 8 1,0 1-50,0 7 1,0-2 23,0-1 0,0-2-60,0 4 1,0 1 63,0 3 0,0-1 9,0 1-10,0-1-87,0 1 84,-4 4-7,3-3 1,-4 5-271,2-3 258,1 4-1,-2-6 1,1 3-241,0-1 115,-4-6 1,6 4 100,-2-7 0,1-2-32,-1-5-94,2 3 69,-4-8-16,5 3-113,0-4 413,-4 0-278,3 0 18,-3 0 213,4-4-188,0-2 119,0-3-110,0-4 23,0 2 1,0-3 3,0 1 0,3 2 6,0-4 10,0 3-17,2-5 1,-3 3-2,4-1 1,-3-2-2,3 5 0,-4-2 0,1 2-40,2 1 39,-3-6 0,2 7-18,-4-8 0,0 5 15,0-3 0,0-2 7,0 3 0,0 0-10,0 0 0,-1 3 7,-2 0 1,1 2-7,-1 0 0,1 2 21,-1 2 167,2-2-174,-3 2 125,4 1-99,0 1-252,0 4-1,-4 0-142,3 0 368,-3 4 0,4-2-100,0 5 127,-4-1 1,3 4-74,-3 3 1,3-2-8,1 4 0,-3 1 22,0 3 1,0-4-36,3 1 0,0-1 22,0 4 1,-3-2-4,0-1 0,-1 0-102,1-3 0,2 2 96,-2-2 0,-2-1 34,2-2 1,0-1-96,3 0 246,-4 0 136,3 1-203,-3-5 11,4 3-46,0-7 64,0 3-168,4-12 0,-3 2 61,2-7 0,1 2-10,-1-1 0,4 1 1,-4-1 1,3-3 7,-3 0 1,1 0 32,-1 0 1,-2 3-29,2-4 0,-1 2 120,2-2 1,-3-1-107,2 5 1,-2-3 139,-1 2-123,0-3 180,0 5-170,0-2-6,0 8 0,0-4-67,0 3 83,0 2-14,0 0 1,0 3-233,0-2 236,0 2-1678,0-4 1,-3 7 1168,0 1 0,-5 2 0,3 4 0</inkml:trace>
  <inkml:trace contextRef="#ctx0" brushRef="#br0" timeOffset="327">12104 17365 8077,'13'-13'2032,"-1"1"-1008,0-1-426,-6 8-218,2 1 1,-7 5 759,2 2-511,-2 7-314,-1 4 0,-3 10-36,0 4 0,-3 5 72,2 7-1426,-3 3 1201,6 3 1,-1-19 0,0 0 63,2 1 1,0 0-187,0 3 1,0 0 82,0 0 1,0-1 0,0 0 0,0 0 88,0-2 0,0 0-162,0 0 1,0 0 137,0 23 0,0 0-36,0-4-109,0-5 188,0-9-883,0-5 442,0-5 157,0-9-1,-4 0-2211,3-9 1526,-3-1 0,3-5-13,-2-2 1114,2-10 0,-8-7 1,4-8-1</inkml:trace>
  <inkml:trace contextRef="#ctx0" brushRef="#br0" timeOffset="328">12272 17765 8077,'18'0'3261,"1"0"-1532,-5 0-1091,0 0 1,-8 3 2077,0 0-1399,-4 0-541,2-3-414,-4 0 1,-8 5 18,-4 1-865,-9-2 435,-3 4 1,-9-4 130,-4 3-2924,-4-3 2239,-2-4 1,-1 0-2675,3 0 689,1 0 2588,3 0 0,4 4 0,1 1 0</inkml:trace>
  <inkml:trace contextRef="#ctx0" brushRef="#br0" timeOffset="329">12495 17895 8077,'21'-3'1059,"-3"0"-882,3 0 237,-10-1 1,-1 2 1316,-4-4-979,-4 0-300,2-4-276,-4 1 0,-1 3 75,-2-1 0,-6 4-29,-7-3 1,-1 4-274,-2-1 84,-4 2 71,4 1 1,-7 4-405,4 2 192,0 7-125,0-3-400,6 8 424,-6-4 0,12 5-25,-2-1 13,5 1 83,3 0 0,4-1 49,0 1 460,0-5-241,4 0 0,5-5 15,3 0-128,5-3 260,-3-2-554,5-4 298,4-9 0,-4-1 33,3-9-459,2 1 252,-9-1 0,7-2 49,-7-1-206,-1 0 254,3 3 1,-6 2 121,1 1 1,-5 3 539,0 4 166,-1 3-407,-1 2-169,3 4 1,-7 4 120,2 3 0,-1 5-54,-2 4 0,0 2 150,0 4 1,-2-2-64,-1 1-426,2 3 108,-7-4 1,7 2 311,-2-3-1198,-2-4 626,4-2 0,-4-4-1608,1 1 875,3-5 465,-3-1-1573,4-4 569,0 0 676,0-8-107,0-3 931,0-7 0,4-5 0,2-1 0</inkml:trace>
  <inkml:trace contextRef="#ctx0" brushRef="#br0" timeOffset="330">12653 17886 8077,'15'-14'-17,"-2"0"311,-3 5 0,2 3 469,1-1 1,-1 5-60,-3-1 565,1 2-789,-1 1 1,0 1 236,0 2-202,-3 7-185,-2 4 0,-1 5 51,0-1 29,0 1-146,-3 0 0,-3 0-7,0 3-176,-4-2 153,6 2-510,-8-3 260,8-4 1,-6 1 298,4-3-1129,0-5 349,-1 0 236,3-7 0,-3 2-211,4-6 0,0-3 62,0-6-425,0-3 432,4-4 1,1 0-651,4-3 534,0-2-414,1-4 945,-1 5-65,5 0 0,-3 4-357,4 1 1065,-3 7-530,5-1 1,-3 11-32,1-2 1061,3 6-802,-8 2 1,4 8-13,-5 3 522,0 1-514,1 2 1,-2 3 826,-2 0-709,2-1-232,-2-2 1,3-1-226,0 1 225,-4-4 58,4-6-1386,0-1 813,1-7 0,4 2 150,-5-6-2549,0-2 1286,-3-4 1393,2-5 0,-3 0 0,4-5 0</inkml:trace>
  <inkml:trace contextRef="#ctx0" brushRef="#br0" timeOffset="331">13082 17579 8159,'13'-4'0,"-6"3"0,3-2 1549,-7 2-504,1 1 2231,-4 0-3150,-8 0 10,2 0 106,-12 0-979,8 0 580,-8 0 0,0 0 69,-3 0-2537,-1 4 2625,7-3 0,-2 7 0,2-3 0</inkml:trace>
  <inkml:trace contextRef="#ctx0" brushRef="#br0" timeOffset="332">13259 17495 8159,'23'0'715,"-4"0"825,-7 0 520,-1 0-982,-6 4-605,-1 1 1,-4 6 573,0 1-515,0 3 0,-4 3-1263,-1 5 639,-4 1 0,-1 4 90,1 0-3275,0 0 3117,-1 0 1,1-1 0,0 1 0</inkml:trace>
  <inkml:trace contextRef="#ctx0" brushRef="#br0" timeOffset="333">17030 15949 8159,'17'-1'0,"-1"-2"2547,-3 2-1645,-4-3 0,-2 4 1454,-1 0-898,-4 0-695,2 0-504,-4 0 0,0 7 105,0 3-395,-4 5 107,-1 4 0,-5 2 287,1 3-457,0 1 150,4-1 0,-4 2-12,3-4-97,2-1 173,0-2 1,4 0-156,0-1 173,0-3-91,4-2-271,5 1 173,2-4 1,6 0 113,-1-4-342,1-3 204,6 1 1,-1-5 61,6-2-1329,-2-3 867,6-3 0,-1-1-1912,0-3 685,-4 3 938,-5-8-1355,-7 8 908,2-8 1211,-10 4 0,5-1 0,-7 2 0</inkml:trace>
  <inkml:trace contextRef="#ctx0" brushRef="#br0" timeOffset="334">17355 15894 8159,'-5'-5'1125,"2"-1"1618,2 2-1877,1-4 973,0 7-515,0-3-576,-4 16 18,-1-1-373,-5 12 1,4 1-35,0 4-117,0 0-260,-3 12 1,2-3 93,1 7-556,4 1 722,-2-6-1447,4 2 1194,0-4 0,0 0 246,0-3-1588,0-6 993,4-1 0,0-8 283,2 3-1495,3-7 1354,-8 3 0,4-8-1477,-2 3 1818,-2-7-898,3 2 829,-4-7 1,0 3 0,0-4 0</inkml:trace>
  <inkml:trace contextRef="#ctx0" brushRef="#br0" timeOffset="335">17486 16443 8159,'24'0'1222,"-6"-3"153,-5 0 1,-6-4-765,-1 0 1387,-4 3-538,2 0-2722,-4 0 477,0-1 89,-4 0 1,-1 0 695,-4 5 0,-1-4 0,1-1 0</inkml:trace>
  <inkml:trace contextRef="#ctx0" brushRef="#br0" timeOffset="336">17858 16126 8159,'4'-5'326,"-2"-2"187,5 4 0,-5-4-17,1 0 135,2 3-303,-4-8 0,3 6 133,-4-7-87,0-1-192,0 3 0,0-3-43,0 2 225,0 1 60,0-2-372,0 3 0,-4 1 190,3 4-377,-7-3 149,3 7 0,-2-4 171,1 5-543,0 0 289,-3 0 1,-4 2 17,1 1-284,-1 2 210,0 4 1,3 4-144,-3-1 67,3 4 168,0-1 0,5 4-14,2-1 32,2 1-69,1-1 0,3 0-33,0-2 0,8-3 45,-2-4-212,7 1 243,-6-5 0,6-1-56,-3-4-221,3 0 256,-5-4 1,2-2 75,-3-7-89,-1 3-6,0-4 0,0 4 231,1-2-68,-5 1 0,2-2 253,-4 4-200,0-1 1,-2 4 80,3 0-50,-3 0 157,3-4 43,-4 5-232,0 1 760,0 4-458,-4 12 1,1 4-95,-3 12 1,4 4 321,-1 2 1,-1 5 70,1 2-1448,0 3 1239,-1-6-344,3 8 0,-4-11 29,5 2 1,-3-6-155,0 0 1,0-7-1132,3-5 593,0-5 368,-4-8 113,3 2 0,-3-15 0,4 0 0</inkml:trace>
  <inkml:trace contextRef="#ctx0" brushRef="#br0" timeOffset="337">18231 16257 8159,'3'-10'0,"0"1"0,3 0 453,-3 0 1,0 2 1482,-3 1-1081,0 0-641,0 1-168,0 1 143,0 4 0,0 8 66,0 4 88,-4 5-215,3 1 0,-3 5 92,4 2 1,0 2 104,0 1 1,0 0 164,0 0-294,0 0-262,0-5 36,0 0 150,0-4 237,0-1-848,0-3 312,0-6-478,0-5 466,4-16 1,-2 0-88,4-13-179,-4-4 400,3 0 0,-1-4-370,2 2 46,-2 2 288,4-3 1,-2 7-68,3 0 1,0 8-59,0 2 634,1 4-291,-1 5 1,0 2-154,1 4 720,-1 8-474,0 3 0,1 7 94,-1 1 204,0 4-301,-4 1 1,1 1 393,-3 3-259,-2-6-107,3 9 0,-4-8-107,0 2 80,0-7-34,0 0-206,0-8 49,0 0 0,-1-6 261,-2-4-856,2 0 431,-3-4 1,3-6-9,-3-5-390,3-7 340,-3-2 1,5-1-670,2 1 434,-2-1 242,8 1 1,-3 2-321,6 7 367,-1 1-92,6 5 603,-2 4-289,3 1 1,2 6-47,2 4 1,-5 5 184,5 11 1,-9 3-128,3 6 919,-5-2-618,-1 7 1,-2-4 558,-2 2-612,2-2 0,-7-11-709,3-2 242,-3-7 201,-1 2-2356,0-9 829,0-1 762,0-12 692,-5-3 0,0-7 0,-4-1 0</inkml:trace>
  <inkml:trace contextRef="#ctx0" brushRef="#br0" timeOffset="338">18836 16387 8140,'28'0'0,"-2"0"356,-5 0 0,-2 0 566,-7 0 0,-4 0 328,1 0-445,-6 0-246,5 0-168,-7 0-410,4 0 1,-13 0-21,-1 0-31,-2 0 111,1 0 1,0 3 4,-2 0-221,1 5 152,-2-3-298,3 8 214,1-2 1,3 5-118,0-4 308,4 5-84,-3-2 0,7 0-3,1 1 185,2-5-77,4 7 0,1-5 254,3 2-293,-3 3-25,8-8 0,-8 7 55,3-5-27,-3 1-20,-5 0 0,0-2 54,-2 1-13,-2-2-20,4 0-284,-10-1 265,4-4 0,-8 2-250,0-4 1,-2 1-351,-4-4 1,-1 0 126,-2 0-1364,-1-5 816,0 0 970,1-8 0,-1-2 0,1-3 0</inkml:trace>
  <inkml:trace contextRef="#ctx0" brushRef="#br0" timeOffset="339">19050 16285 8140,'9'0'0,"-2"0"329,-1 0 0,-3 0 1108,3 0-927,-4 0 361,2 0 166,-4 0-571,0-4-690,0 3 245,-4-4 0,-4 5 254,-5 0-1154,1 0 695,-1-4 1,-2 3-768,-4-2 734,1 2 0,2 1 217,1 0 0,3 4 0,-1 1 0</inkml:trace>
  <inkml:trace contextRef="#ctx0" brushRef="#br0" timeOffset="340">19190 16126 8140,'14'5'0,"0"-4"430,-5 2 0,0 2 1413,1 1-1172,-1 2 588,0 2-760,0 3 0,-3 2-109,-3 3 0,-2 5-161,-1 2 0,-1 2 132,-2 1-1732,-3 0 1248,-7-1 1,3-3-1,-4-1 1</inkml:trace>
  <inkml:trace contextRef="#ctx0" brushRef="#br0" timeOffset="341">13948 17383 8140,'14'-13'0,"0"-1"184,-5-1 0,0-2 349,1 5 0,-4 0 736,0 2-570,-4 1-259,2 4 299,-4-4-5,4 8-107,-3-3-376,-9 17 0,-1 3 110,-13 15 54,4 7-456,-4 8 1,12-20 0,1 2 396,0 2 1,-1 2-1397,0 4 1,2 2 1169,2 6 1,1 1-1,-1 3 1,0 0-34,2 1 1,2 1 0,0 2 0,0 0 97,0 1 1,1 0-379,2-1 0,1-1 178,-2-6 1,1-1 0,3 0-1,0-2 72,-1-2 0,0-2-1706,1-3 1,0-1 1089,1-5 0,0-2 0,7 13 549,1-12 0,3-6 0,0-13 0,1-1 0</inkml:trace>
  <inkml:trace contextRef="#ctx0" brushRef="#br0" timeOffset="342">14413 17290 8360,'5'0'1738,"0"0"-597,-5 0-841,0-4 162,-5 3-101,4-3 0,-3 4-192,4-4 252,0 3-254,0-3-120,0-1 314,0 4-226,0-7 70,4 3 28,2 0-410,3-3 160,4 7 0,-1-4 114,3 5 0,1 0-6,2 0 1,-2 1 54,-1 3-304,-3 1 221,1 4 0,-4 1 54,1 3 96,-1-3-133,-4 4 0,3-2 271,-5 0-49,0 5-186,-3-3 1,-4 2 51,-3-1 1,-4-3 55,-1 0-34,-5 3-77,7-5 1,-8 2 118,3-5-588,1-3 256,-3-4 1,6 0 155,-1 0-891,1 0 580,2 0 0,4-1-299,2-2 337,2 2 1,6-3 198,4 4-83,5 0 0,4 0-299,1 0 700,4 0-234,-4 0 0,6 0-124,-6 0 619,2 4-355,-11 1 1,3 4 627,-3 0-425,-1 1-162,-4 3 0,-1-1 397,-4 3-332,0-3 75,-4 5-703,3-2 276,-7-1 1,0 2 46,-5-7 1,0 2-188,0-5 1,3-1 185,-2-2-1772,-3-2 1127,5-1 1,-1 0-1229,5 0-124,0 0 875,1 0 1116,1 0 0,8 4 0,1 1 0</inkml:trace>
  <inkml:trace contextRef="#ctx0" brushRef="#br0" timeOffset="343">14841 17542 8140,'23'0'0,"-3"0"1129,-1 0-634,-10 0 703,-1 0-629,-7 0-292,3 0-1323,-4-4 646,0 2 1,-4-3-180,-2 2 579,-2 2 0,-2-7 0,1 3 0</inkml:trace>
  <inkml:trace contextRef="#ctx0" brushRef="#br0" timeOffset="344">15139 17309 8140,'15'-4'1276,"-2"-1"-511,-7-5-397,-2 1 0,-1 3 311,0 0-101,0 3-217,-3-5-282,-4 7 35,3-3 0,-7 4 7,1 0 1,-2 0-238,-3 0 1,1 1-226,-1 2 288,2 2-35,0 5-208,1-1 212,0 0 0,0 4 101,3-1-152,-2 5 16,7-3 1,-3 2 13,4-1 100,0-3-26,0 1 0,4-7-42,2 0-189,2-4 234,2 3 0,2-6-285,0-3 270,5-1 0,-6-5 208,5-2-203,-5 1 1,6-5-38,-5 3 552,1-3-301,-4 5 0,-3 1 164,0 4-23,1 4 0,-1-1-16,0 6 540,-4 2-463,2 8 0,-4 2 656,0 3-434,0 1-258,0 4 1,0 1 117,0 4 1,0-1-101,0 1-318,0 4 9,0-7 0,0 8 310,0-8-1369,0 4 779,0-9 1,0 2-675,0-7 0,-3-1 50,0-5 853,-4-4 0,2-1 0,-5-4 0</inkml:trace>
  <inkml:trace contextRef="#ctx0" brushRef="#br0" timeOffset="345">15558 17840 8140,'23'4'1765,"-7"0"-1357,-1 2 470,1 2-498,-10-7 0,6 7 220,-5-5 650,-3 0-197,0 1-314,-4-3-497,0 3-62,-4-4 1,-5 0 490,-3 0-431,-5 0 1,3 0 428,-9 0-313,-1 0 0,-6 3 142,-4 0-148,-8 0-565,13 0 1,-2-1 0,-4-2 0,0 1 309,-5 0 0,-1 1 0,0-2 1,0 1-66,-2-1 0,-1 0 0,-1 0 0,-1 0 150,-5 0 1,0 0-1820,6 0 1,0 0 1025,-7-2 0,0 0 0,10 1 0,-1 1-1026,-3-2 1,-1 0 1638,4 2 0,2-1 0,1 1 0,2 0 0,0 0 0,0 0 0,3 0 0,0 0 0</inkml:trace>
  <inkml:trace contextRef="#ctx0" brushRef="#br0" timeOffset="346">14683 18184 8140,'8'1'757,"-1"2"1,-2-2-408,-2 2 183,-2-2-290,3-1 0,-1-1 1214,0-2-689,0 2-204,2-7-170,-4 7-137,7-7 1,-6 4 103,4-3-236,0-1-32,4 7 0,-1-3 268,0 4-381,1 0 215,-1 0 1,0 4 66,1 2 0,-1 2-15,0 2 0,-3 0-197,1 3 170,-5-3-75,2 7 0,-5-2 50,-2 4-4,-3-5 7,-7 0-275,3-1 58,-4-3 1,2 1 276,-1-5-759,-3-4 396,6 2 0,-4-4 14,5 0-335,4 0 292,-4 0 1,8-1-531,-2-2 264,2 2 180,5-3 364,1 4-230,9 0 1,1 0-103,7 0 749,-2 4-403,7 1 0,-5 4 17,3 1 580,2-1-482,-11 4 1,1-2 182,-7 1 471,-5 3-542,-1-1 1,-12 5 270,-5-1-193,-3 1-59,-3-4-539,-8 2 174,2-7 1,-4 3 227,5-7-1962,3 2 1198,-6-7 0,7-1-707,-1-6 1,5-7 1203,4-6 0,1 0 0,2-3 0</inkml:trace>
  <inkml:trace contextRef="#ctx0" brushRef="#br0" timeOffset="347">15968 17355 8140,'9'-9'2523,"1"4"-1301,-1 1-490,0 4-246,1 0 409,-1 4-495,0 1 0,2 9 236,1 1 86,3 7-477,7 2 0,-1 8 237,4 2-654,-5 2 402,7 5 1,-17-16-1,-1 1 128,0 3 1,1 1-276,0 1 1,-2 1-1,-3 1 1,0-1 0,0 0-1,-1 0-70,-2-1 1,0 1-18,-1 2 1,-1 0-869,1-3 0,-2 0 858,-2 4 0,-2-1 44,1-3 0,-3-1 1,-4 2-1,-3-2 165,0-2 1,0 0-946,-5 4 1,-1-2 522,4-5 1,-2-1 0,-3 3 0,-1-1 25,3-6 1,1 0-1439,-2-1 1,0-2-492,-9 7 2130,-7-1 0,9-8 0,-2-1 0,2-4 0,2-3 0</inkml:trace>
  <inkml:trace contextRef="#ctx0" brushRef="#br0" timeOffset="348">17151 17812 8140,'12'0'583,"0"0"1,1 0 1210,-4 0-1138,0-4 1,-2 2-51,-1-1 1,-3 1 621,3-1-17,-4 2-526,-2-3-361,-9 4 0,-6 0 363,-3 0-446,-5 4-402,-1-3-181,-4 7 322,0-6 0,-4 2 140,-2-4-1747,-2 0 1228,-5 0 0,3 0 12,1 0-2479,0 0 1799,8-4 0,1-1 1067,6-1 0,3 2 0,0 4 0</inkml:trace>
  <inkml:trace contextRef="#ctx0" brushRef="#br0" timeOffset="349">17095 17998 8140,'27'9'1180,"-7"-4"283,5-2 0,-8-2-572,-5-1 1152,-2 0-555,0 0 737,-5 0-1195,-1 0-394,-8 5 517,-5-4-688,-10 3 1,-6-1 297,-6 0-716,2 4-44,-11-6 0,2 3 358,-9-4-3638,0 5 2774,1-4 1,3 3 316,3-4 17,6 4 0,2 1 1,4 4-1</inkml:trace>
  <inkml:trace contextRef="#ctx0" brushRef="#br0" timeOffset="350">17877 17756 8140,'13'-6'864,"-3"-1"0,-1-2-271,-3-3 0,-2-1 973,-1 4-598,3 0 0,-5-1 351,2 1-1171,-6 4 92,-3 1 61,-3 4-256,0 4 135,-1 1 1,1 5 180,0 3-471,4-3 189,-4 8 1,7-4 193,-4 5-468,4-1 192,-2 1 0,4-3-282,0-1 149,4-4 52,-3 3 1,10-2 111,-1 1 1,4-2 62,-1-5-258,3 3 194,-1-8 0,4 7 20,3-2 284,-2-2-294,7 5 1,-8-4 25,3 4 346,-2 0-220,-2 1 1,-2 2 565,-1 0-401,-7 5 1,4-3 32,-11 5-255,3 0 1,-5-1 269,-2 1-466,-2 0 239,-9-1 0,0-2 193,-5-1-693,1-3 282,-5 1 0,0-5-1329,-2-1 741,-2-3 404,4-4 1,-4-1-2500,2-2 1337,2-3 114,0-7-1585,4 3 2860,0-8 0,0 4 0,5-5 0,1-2 0,-3-4 0,-1-4 0</inkml:trace>
  <inkml:trace contextRef="#ctx0" brushRef="#br0" timeOffset="351">18110 17644 8140,'30'-14'0,"-2"1"2894,-7 7-1903,-7-2 0,-8 7 748,0-2-798,-4-3 1,0 5-80,-8-2-562,-4 2 0,-15 4-506,-6 0 1,-3 5 232,-10-2 1,5 1-2692,-1-1 1735,1 3 1,3-8 329,2 2-2678,6-2 3237,5-1 1,5 4 0,-1 1 0</inkml:trace>
  <inkml:trace contextRef="#ctx0" brushRef="#br0" timeOffset="352">18333 17672 8140,'18'-6'695,"-3"0"1,0 0-375,-3 0 622,-2-2-519,4 3 0,-1-5 603,3 1-495,-3 4-147,5-3 1,-4 7-56,5-2 1,0 2 30,-1 1 100,1 0-170,-5 4 0,3 2 130,-5 6 141,1 3-261,-4 3 0,-3 5 281,0 2-341,-4 2-31,3 1 1,-6 1-15,-3 2 45,-1-2-893,-4 7 613,-4-3 110,-2 4 0,-8-3 290,-2 1-367,3-5 48,-1 2 0,5-9 90,3-1-410,1-2 180,5-6 411,0 0-198,4-5-47,0-4 1,13-2-185,1-6 629,11-2 0,-4-8-1426,9-3 630,0-6 1,3 2-70,0-5-2654,-4 4 2183,-2-6 0,0 8-136,0-3-1265,-1 2 1548,-2 6 1,0 1 675,-1 7 0,-2-1 0,-1 4 0,1 0 0</inkml:trace>
  <inkml:trace contextRef="#ctx0" brushRef="#br0" timeOffset="353">18985 18138 8140,'19'-6'2477,"-3"3"-1169,-9 2-1007,2 1 0,-8-1 8,2-2 1,-3 2-186,-3-2-124,-3 2 0,-3 1 0,0 0 0</inkml:trace>
  <inkml:trace contextRef="#ctx0" brushRef="#br0" timeOffset="354">19171 17709 8140,'5'-4'0,"3"3"-159,-1-2 1,-2-1 82,1 1 919,-4-5-243,6 3 0,-6-3 845,5 2-763,-5-2-16,2 2 74,0 1-272,-3 1-271,3 4 585,-4 0-793,0 4 191,-4 6 1,2 1-66,-4 4-121,4 1 216,-2 7 1,4-4-56,0 3-117,0-2 0,3-3-344,0-1 267,8 1 1,-4-6-24,9 1-182,4 3 165,3-5 1,2 4 36,0-1 0,0-2-105,3 5 0,-4-4 351,-3 4-2,-1-1-186,-6 4 328,4-1-199,-8 1 1,3-1-13,-7-3 1,1 3 93,-4-3 1,0 0-90,-3 0 176,-4-3-213,-5 5 0,-2-6 147,-5 1-684,1-6 314,-4 3 0,-4-8-1275,-2 2 708,-6-2-145,-2-5-1947,0-2 276,-7-7 2505,10-2 0,-11-6 0,9-3 0,2-3 0,3-3 0</inkml:trace>
  <inkml:trace contextRef="#ctx0" brushRef="#br0" timeOffset="355">19599 17700 8140,'36'-5'3276,"-5"2"-2338,-9 2 70,-12 1-167,-6 0 1442,-4 0-1912,-13 0 0,-2 1-304,-13 2-37,-4 2-872,-1 0-1150,-5-1 1407,1-4 0,-4-2 211,-3-4-2903,3-4 2899,-4-9 0,10 0 1,-1 1-1</inkml:trace>
  <inkml:trace contextRef="#ctx0" brushRef="#br0" timeOffset="356">19823 17504 8140,'18'-5'0,"-3"1"841,-2 0-655,-3 3 0,-4-3-24,0 4 2061,-4 0-1423,2 0 0,-4 1 173,0 2-580,-4 2-137,3 4 1,-7 5-34,2 1 17,-3 3 61,0-4-216,4 4 18,1-3 0,4 3 258,0 1 152,4-1-303,1 1 1,5-5 150,3-1 178,1-7-210,5-2 0,3-9 306,-1-4-395,5-5-657,-6-8 444,3-2 46,-5-4 0,0-3 137,-3 0 0,-5 0-153,-7 3 0,-2 1 304,-1 2-1949,-8 6 1106,-3 6 1,-8 5-2796,-3 1 1204,-2 3 448,-8 4 1625,-1 0 0,-4-1 0,-1 4 0,1 5 0</inkml:trace>
  <inkml:trace contextRef="#ctx0" brushRef="#br0" timeOffset="357">20111 18445 8140,'33'0'0,"-7"1"753,-1 2 1,-3-1-212,-10 4 1,-2-4 257,-4 1-439,0-2 0,-1-1 922,4 0-210,-8 0 1029,3 0-1637,-13 0 0,2 4-47,-8-1 0,-2 1 24,-5-1 0,-6 2-119,-6 4 0,-9 4 205,-4-1-1349,19-4 0,-1 1 890,3-2 0,0 0 1,-7 2-1,-1 1 70,1-1 0,-2 0 11,-4 1 0,0-1-114,-1-1 0,-1-1 0,-3-1 0,-1 0 55,2-2 0,-1-2 0,-5 1 1,0-2-247,-4 0 1,0-2 140,17 2 0,0-1 0,1-1 1,-17-2-1,-1-1-12,15 1 0,-1 0 0,1 0-1036,3-2 0,1-1 1,-1 1 994,-2 1 1,0 1-1,1 0 1,-15-4-1,0 1 2,0 3 0,-1 0-437,0-1 1,2 0 318,7 3 1,1 1 0,-4-2 0,-1 0-927,3 2 1,1 0 941,-2 0 0,1 0-93,4-2 0,0 0 0,0 1 0,1 0-12,0-2 0,0-1 79,-1 2 1,0-2-58,2 0 1,1-1 206,0-1 1,1-2-6,5 2 1,0-2-1,-2-3 1,0-1 133,2 0 0,0-1-83,-2 0 1,0-1-28,4 1 0,1-1 1,2 0-1,0 0 470,-17-14-279,4-4-142,5-1 0,7-9-900,5-1 740,2-3 49,2 4 1,3-6-268,3 5 68,5-5 176,3 10-63,4-8 319,4 8 0,3-7-323,5 1 532,3-1-259,7 2 0,3-1-125,6 3 354,-13 21 0,1 0-48,4-1 0,1 1 1,5 0-1,2 0 134,3-1 1,0-1-138,0 0 1,1 0-182,-1-1 0,1 0 1,5-2-1,2 0 54,2 0 1,2 0 0,0 3 0,2 2 86,-1 1 0,2 1-407,-15 7 1,0 1 0,0 0 251,16-5 1,0 2 0,1 1-1,0 1 89,-3 1 0,0 1-178,-13 4 0,1 0 0,0 1 28,16-1 1,0 1 0,-14 2 0,0 0 0,-1 1 88,-1-1 1,0 1 0,1 0-760,3 1 1,0 0 0,1-1 626,-2 0 0,1 0 0,0-1 0,2 2 0,1 0 0,-1-1-222,-1 0 0,-1 0 0,0 0-110,1 0 1,0-1-1,0 0 321,0-2 0,-1-1 0,1 0 0,5 1 0,0-1 0,1 0-184,-2-1 1,1 0-1,-1-1 1,1 1-1,-1 0 1,0 1 98,-1-1 1,-1 1 0,0 0 6,-1 2 0,0-1 0,-2 2 96,-2 0 0,0 0 0,-1 2 0,1 2 1,-1 1-1,0 1-31,-1 0 1,-1 1-1,-1 2 255,14 4 1,0 4-167,1 2 1,-2 3 0,-9-1-1,-3 2-79,-1 1 1,-3 3 662,-1 0 1,-3 2-507,-4 3 0,-3 1 0,-2 3 0,-2 1 604,-4-2 1,-2 2 0,-3 2 0,-4 0-434,-4 2 1,-4 0-1,-5 6 1,-4 2 414,1-12 1,-1 0-1,-2 1-478,-2 0 0,-2 0 0,0 1 11,-5 5 0,-1-1 1,-2 0-213,4-9 0,-1-2 1,-2 1-1,1 0 37,-3 2 0,0 1 0,0 0 1,-2-1-1,-2-1 0,-2-2 0,0 0 1,0 0-101,-1 0 1,0 1 0,-1-2-1,0-1 1,3-2 0,-1-2-1,0 0 1,0-2 9,-4 1 1,0-1-1,0-2 1,0-1 0,-7 2-1,1-3 1,-1-2-193,-3-2 1,-1-3-1,0-2 1,1-3 0,1-2-1,0-3-90,1-2 0,1-2 0,-1-2 0,0-1 0,0-2 0,1-2-784,1-1 1,2-3 0,0-1 1092,1-2 0,0-2 0,0 0 0,-2 0 0,-1 0 0,1-1 0</inkml:trace>
  <inkml:trace contextRef="#ctx0" brushRef="#br0" timeOffset="358">19478 16676 8121,'15'0'0,"1"0"194,-3 0 0,-1 0-194,-3-4 1393,1-2-824,-1 1 1,-1-3 221,-1 2 301,-3-3-647,-4 4 1,-1-2 291,-2 4 353,-7 0-645,-4 3 1,-9 4 543,-2 2-489,-6 7-494,-10 1 1,15-3-1,-1 1 507,-5 0 0,-1 1-1318,-4 0 1,0 1 1006,2-3 1,-1 1-891,-6 4 0,-2-1 882,2-2 0,-1-1 0,-5 3 1,-2-1-118,-1-1 0,0-1 0,14-4 0,0-1 1,0 1-238,-1-1 0,-1 0 1,1 1-1,0-1 1,0 0-1,0-1 254,1-1 0,0-1 1,0 0-511,-3 0 1,-1 0 0,2 0 434,0 1 1,2-1 0,-1 1 0,-1-2 0,0 1 0,1 0-121,0 1 0,1 0 0,0 0 25,0 1 1,0-1-1,-1 0 76,2 0 1,0 0 0,0-1 0,-1 1 0,0 0-1,1-1-178,-14 1 1,1-1 53,-2-1 1,0-1 100,4 1 1,0-2-336,3 0 1,0-2 231,3-2 0,0-2 0,-1 1 0,1-2-225,-3-3 0,1-1 184,3-1-1,1-1 301,2 1 1,1-1 0,3-4 0,1-1-232,-1-2 1,0 0 115,1-1 1,-1-1-72,2-2 0,1-1 0,2 1 0,0 0 113,3 0 0,1-1 266,1-1 0,2 0-324,4-1 1,1 0 0,2-3 0,2-1-65,4 1 1,1-1 33,-1 1 0,2-1 318,3 0 0,1 0-433,0 2 1,0-1 121,1-1 1,2 0 0,1-2 0,1 0-16,1-2 0,2 0-180,-1-1 1,3 1 102,3-1 1,1 1 0,0 1 0,1 1-57,1-1 1,3 1 198,3-5 1,1 0-46,0 4 0,1-1 0,7-4 1,0-1 259,-1 5 0,0 0-141,-1 0 0,0 0 34,2-1 1,1 1 0,2-3 0,1 0 19,-8 11 1,1 0-1,1 1-558,1-2 0,1 1 0,0 1 448,-1 2 1,0 2-1,0-1 21,4-2 1,0-1 0,1 1-20,0 2 0,1 0 0,1 0 0,2-1 0,0 0 0,1 0-126,1 0 0,0 2 0,1 0 0,1 0 0,0 1 0,1 1 101,-1 0 1,1 2 0,-1 0 0,-1 1 0,0 1 0,0 0-186,-1 2 1,0 1 0,1 0 89,1 0 1,0 1 0,-1 1 28,-3 2 0,-1 2 0,1 0 0,4 0 0,0 0 0,1 2-175,-3 1 0,1 1 1,-1 1 201,1 0 0,0 1 1,0 1-38,-2 0 0,-1 2 0,1 2 0,2 1 1,1 2-1,-1 2-133,-2 0 1,1 1 0,-2 2 1,-1-1 1,-2 1 0,1 2 71,2 3 0,-1 2 0,0 1 186,-6 0 0,0 1 0,0 1-80,2 3 0,1 0 1,-1 2-1,-2 2 1,-1 1-1,-1 0-198,-1 0 1,1 1 0,-3 1 455,0 1 0,-1 1 0,-2 1-146,-2-1 1,-2 1 0,0 0 0,-2 0 0,0 0 0,-1 0-26,0 1 1,0 0 0,-1 1 150,-2 0 0,0 0 0,-1 2-149,-1 1 0,0 1 1,-2 1-1,-2 0 1,-2 1-1,-1-1 413,0 1 1,-2-1-1,-2 0-306,-1 0 1,-2-2 0,-1 2-60,-1 2 1,-2 2 0,-2-2 0,-2-2 0,-3-1 0,0-1 223,-2 3 1,-1 0 0,0-1-174,0-3 0,0-1 0,-1 0-122,-1-1 0,-2-1 0,0-2-94,1-3 1,-1-2-1,-1-2 52,-5 2 1,-1-3 0,-1-1 0,-10 6-1,-2-4-88,-2-1 0,-2-4 1,-1-6-1,-1-3-22,-1-3 0,-1-3 0,1-4 0,0-2 95,0-2 0,-1-3-1644,-2-5 1,1-2 1299,16 3 0,0-1 0,1-2 0,0-2 0,0-2 0,0 0-1235,-15-6 1,2 0 1573,1-4 0,2-1 0,0 1 0,2-1 0,0-1 0,0 0 0</inkml:trace>
</inkml:ink>
</file>

<file path=ppt/ink/ink13.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09T05:14:21.117"/>
    </inkml:context>
    <inkml:brush xml:id="br0">
      <inkml:brushProperty name="width" value="0.05292" units="cm"/>
      <inkml:brushProperty name="height" value="0.05292" units="cm"/>
      <inkml:brushProperty name="color" value="#FF0000"/>
    </inkml:brush>
  </inkml:definitions>
  <inkml:trace contextRef="#ctx0" brushRef="#br0">1712 9426,'0'49,"0"-49,24 75,-24-26,0-24,0 25,0-1,0-24,0 50</inkml:trace>
  <inkml:trace contextRef="#ctx0" brushRef="#br0" timeOffset="624.03">1662 9451,'0'0,"0"24,-25-24,0 0,-24 25,-1-25,-24 0,-50 0,24-25,-24 25,-24-24,24-1,0 0</inkml:trace>
  <inkml:trace contextRef="#ctx0" brushRef="#br0" timeOffset="1180.06">1612 9897,'-25'25,"1"-25,-26 0,50 0,-50 25,26-25,-51 0,26 0,-51 0</inkml:trace>
  <inkml:trace contextRef="#ctx0" brushRef="#br0" timeOffset="2041.11">1215 9971,'0'25,"0"-25,0 25,0 0,-24 25,24-1,0 26,0-26,-25 26,25-26,0 75,0-25,0 25,0-49,0 74,0-100,-25 100,50 25,-50-50,25-25,0 50,0-50,0 50,0 173,-25-198,25 0</inkml:trace>
  <inkml:trace contextRef="#ctx0" brushRef="#br0" timeOffset="2463.14">1116 12725,'0'0,"-25"0,25 0,-49 0,24 0,-25 0,26-25,-26 25,-49 0</inkml:trace>
  <inkml:trace contextRef="#ctx0" brushRef="#br0" timeOffset="3492.19">1513 9451,'-74'0,"-1"0,26 0,-100 0,25 0,25 0,-25 0,-25 0,-25-25,75 25,24 0,-49 0,75 0,49 0,-25 0</inkml:trace>
  <inkml:trace contextRef="#ctx0" brushRef="#br0" timeOffset="4081.23">1563 9376,'-25'0,"0"25,-25-25,-24 0,-25 0,49 0,-49 0,74 0,-99 0,0 0,0 25,75-25,-75 0,74 0,-74 0,0 0,74 0,-49 0,0 25,74-25,0 24,0-24,50 25,0-25,49 0</inkml:trace>
  <inkml:trace contextRef="#ctx0" brushRef="#br0" timeOffset="4677.26">1687 9351,'-50'0,"0"0,-24 0,0 0,-1 0,-24 25,74-25,-99 0,25 0,49 0,-49 0,25-25,-25 25,-25 0,24 0,51 0,-51 0,76 0,-51 0,50 0,1 0,48 0,1 0,74 0</inkml:trace>
  <inkml:trace contextRef="#ctx0" brushRef="#br0" timeOffset="5361.3">1587 9351,'-74'0,"24"0,1 0,-26 0,1 0,-25 0,24 0,1 0,0 0,-26 0,1 0,25 0,-1 0,1 0,-1 0,1 0,24 0,-24 0,24 25,26-25,-1 0,0 0,50 0,24-25</inkml:trace>
  <inkml:trace contextRef="#ctx0" brushRef="#br0" timeOffset="8576.49">1637 9054,'0'0,"0"25,0-25,25 24,-25 1,0 0,0 0,0-25,-25 25,25 24,-25-49,25 25,-25-25,1 0,-1 0,25-25,0 25,-25-49,25 24,0 0,0 0,0-24,0 24,0 25,0-25,0-25,25 50,-25 0,25 0,24 25,-24-25,-25 25,25 0,0 0,-25-1,0 1,0 0,0 49,0-49,0 0,-25-25,0 25,25-25,-25 0,25 0,-25-25,1 0,-1 0,25 1,0-26,-25 50,25-25,0 0,25 1,-25 24,25-25,-1 25,1 0,0 0,-25 0,50 25,-50-1,0 1,0 25,0 24,-50-49,25-25,-24-25,-1-49,50 24,0 25,25-24,0 24,24 25,-24 0,0 50,0 24,-50 25,0-74,-25 0,-24-75,49 1,0-1,25-24,0 24,50 0,-25 25,49 50,-24 25,-25 0,-25-1,0 26,-50-26,-24-24,49-50,-25 0,50 1,-49-26,24 0,25 1,0 49,25-50,-25 25,49 0,1 25,-25 0,24 25,-24 0,-25 0,25 49,-25-24,0 0,-25-26,0 26,0-50,-24 0,24-25,-49-49,74 49,-25-25,25 26,0-26,25 0,-1 25,1 25,0 0,-25 0,25 50,0 0,-1-1,-24 1,-24-25,24 0,-25-25,0 0,-25 0,26-25,-1 0,0-25,25 26,25-1,24-25,-24 50,0 25,0 25,0-1,-25 1,0-1,-25-49,0 0,0-24,0-1,1-25,24 25,0-24,24 24,1 0,0 25,0 25,-25 25,0 24,0-49,-25 0,0-50,-24 0,49 0,0-24,0 24,49 0,-24 25,0 0,0 25,-25 24,0 1,0-25,-25 0,0-25,-25-25,26 0</inkml:trace>
  <inkml:trace contextRef="#ctx0" brushRef="#br0" timeOffset="9539.54">1761 9128,'0'0,"25"0,-25 0,0 0,25 0,0 25,-1-25,1 0,0 0,0 0,24 0,26 0,-26 0,1 0,49 0,-49 0,49 0,0 0,125-25,-150 25,25 0,-24 0,24 0,25 0,-50 25,-24-25,24 0,-49 0,25 0,-1 0,-24 0,-25-25</inkml:trace>
  <inkml:trace contextRef="#ctx0" brushRef="#br0" timeOffset="10054.57">3547 9079,'0'0,"-25"0,25 0,-49 0,24-25,-25 25,50-25,-49 25,24-25,-25 25,25-25,1 25,24 0,49 25</inkml:trace>
  <inkml:trace contextRef="#ctx0" brushRef="#br0" timeOffset="10376.59">3597 9178,'-25'0,"0"0,0 25,0-1,-24 1,49 0,-25 0,0-25,25 25,-25-1,1 1,24-25,0-49</inkml:trace>
  <inkml:trace contextRef="#ctx0" brushRef="#br0" timeOffset="10544.6">3349 9153,'0'50,"0"-26,0 1,0 0</inkml:trace>
  <inkml:trace contextRef="#ctx0" brushRef="#br0" timeOffset="10549.6">3349 9277</inkml:trace>
  <inkml:trace contextRef="#ctx0" brushRef="#br0" timeOffset="10553.6">3349 9277</inkml:trace>
  <inkml:trace contextRef="#ctx0" brushRef="#br0" timeOffset="13515.77">1761 9153,'0'0,"0"0,0 0,0 0,0 0,0 0,0 0,0 0,0 0,0 0,0 0,25 0,-25 0,0 0,0 0,25 0,-25 0,0 0,25 0,-25 0,0 0,24 0,-24 0,25 0,-25 0,25 0,0 0,-25 25,25-25,-1 0,1 0,-25 0,25 0,0 25,0-25,-1 0,-24 0,50 0,-25 0,0 24,-1-24,1 0,-25 0,25 0,25 0,-26 0,1 25,0-25,0 0,49 0,-49 0,25 0,-26 0,1 0,0 0,0 25,25-25,-26 0,26 0,-25 0,0 25,24-25,1 0,-25 25,24-25,-24 0,0 24,24-24,26 25,-26-25,26 25,-1 0,1 0,-26-25,26 24,-26-24,26 25,98 50,1-1,-124-74,123 74,-123-74,123 100,1-1,0 0,49 0,124 174,-297-248,471 421,-496-396,74 49,-50-74,-24 25,149 123,24 100,-173-248,49 99,-24-74,-25-26,0 26,-1-25,1 24,50 75,-1-24,-49-51,0 1,-25-25,25 24,-1 1,1 0,0-26,0 26,24 24,-24-24,-25-25,25 24,-25-24,25 0,0 25,-1-1,-24-24,50 49,-50-49,25 0,-25 0,0 0,0-1,0-24,25 0,-25 25,0-25,0 25</inkml:trace>
  <inkml:trace contextRef="#ctx0" brushRef="#br0" timeOffset="14036.8">7516 13320,'-25'-25,"0"1</inkml:trace>
  <inkml:trace contextRef="#ctx0" brushRef="#br0" timeOffset="14159.8">7417 13320,'-50'0,"0"-25</inkml:trace>
  <inkml:trace contextRef="#ctx0" brushRef="#br0" timeOffset="14165.81">7317 13295</inkml:trace>
  <inkml:trace contextRef="#ctx0" brushRef="#br0" timeOffset="14168.81">7317 13295</inkml:trace>
  <inkml:trace contextRef="#ctx0" brushRef="#br0" timeOffset="15726.89">1141 12849,'25'-25</inkml:trace>
  <inkml:trace contextRef="#ctx0" brushRef="#br0" timeOffset="15885.9">1290 12799,'25'0</inkml:trace>
  <inkml:trace contextRef="#ctx0" brushRef="#br0" timeOffset="16040.91">1513 12849,'25'-25</inkml:trace>
  <inkml:trace contextRef="#ctx0" brushRef="#br0" timeOffset="16193.92">1885 12849,'25'0</inkml:trace>
  <inkml:trace contextRef="#ctx0" brushRef="#br0" timeOffset="16338.93">2356 12874,'75'-50</inkml:trace>
  <inkml:trace contextRef="#ctx0" brushRef="#br0" timeOffset="16476.94">2828 12849,'25'-25,"49"0</inkml:trace>
  <inkml:trace contextRef="#ctx0" brushRef="#br0" timeOffset="16587.94">3175 12948,'50'0</inkml:trace>
  <inkml:trace contextRef="#ctx0" brushRef="#br0" timeOffset="16749.95">3646 12998,'100'-50,"-1"-24</inkml:trace>
  <inkml:trace contextRef="#ctx0" brushRef="#br0" timeOffset="16867.96">4093 13022,'99'25,"-99"-25</inkml:trace>
  <inkml:trace contextRef="#ctx0" brushRef="#br0" timeOffset="17023.97">4688 13072,'74'-50,"-49"50</inkml:trace>
  <inkml:trace contextRef="#ctx0" brushRef="#br0" timeOffset="17144.98">5159 13047,'25'0,"74"-25</inkml:trace>
  <inkml:trace contextRef="#ctx0" brushRef="#br0" timeOffset="17282.98">5680 13097,'25'0,"74"-50</inkml:trace>
  <inkml:trace contextRef="#ctx0" brushRef="#br0" timeOffset="17426.99">6176 13097,'50'-25,"0"-49</inkml:trace>
  <inkml:trace contextRef="#ctx0" brushRef="#br0" timeOffset="17558">6623 13047,'25'-25</inkml:trace>
  <inkml:trace contextRef="#ctx0" brushRef="#br0" timeOffset="17697">7069 12923,'75'-25,"-26"-24</inkml:trace>
  <inkml:trace contextRef="#ctx0" brushRef="#br0" timeOffset="17783">7417 12973,'0'49,"99"-49</inkml:trace>
  <inkml:trace contextRef="#ctx0" brushRef="#br0" timeOffset="20036.14">3696 13444,'0'25,"25"-25,0-25,-1 25,1 0,0 0,0 0,24 0,-24 0,0 25,0-25,0 50,-25-26,0 1,0 0,0 25,-25-26,0 1,-25 25,1-1,49-24,-50 99,50-99,0 25,-25 24,25-24</inkml:trace>
  <inkml:trace contextRef="#ctx0" brushRef="#br0" timeOffset="20199.14">3770 14536,'-49'-25,"24"-50</inkml:trace>
  <inkml:trace contextRef="#ctx0" brushRef="#br0" timeOffset="21013.2">1091 13047,'0'0,"0"0,0 75,0-26,0-24,0 74,0-74,0 74,-24-49,24 24,0-49,-25 25,25-1,-25-24,25 25,0-50,0 25,0-25,50 0</inkml:trace>
  <inkml:trace contextRef="#ctx0" brushRef="#br0" timeOffset="21555.23">1091 13568,'25'-25,"-25"25,25 0,-25 0,25 0,0 0,-1 0,26 0,0 0,-1 0,1 0,-1 0,26 0,-26 0,76 0,-76 0,50 0,-24 0,-26 0,75 0,-74 0,74 0,-25 0,0 0,1 0,-1 25,0-25,-74 25,0-25,-50-74</inkml:trace>
  <inkml:trace contextRef="#ctx0" brushRef="#br0" timeOffset="22352.27">4291 13742,'25'0,"0"0,0 25,49-25,0 0,-24 0,49 0,-49 0,49 0,25 0,25-25,-99 25,123 0,-123 0,99-25,-1 0,1 25,-74 0,49-25,-50 25,75 0,-25 0,0 0,25 0,-50 0,-25 0,1 0,24 0,-24 0,-26 0,26 0,-51 0,26 0,-25 0,24 25,-49-25,25 0,-25 0,25 25</inkml:trace>
  <inkml:trace contextRef="#ctx0" brushRef="#br0" timeOffset="22769.3">7417 13022,'0'50,"0"24,0 26,24-1,-24 25,25 0,-25 0,25 0,-25-50,0-24,0 0,-25-26,0-98</inkml:trace>
  <inkml:trace contextRef="#ctx0" brushRef="#br0" timeOffset="29852.7">8310 8434,'0'0,"-25"-25,-25 25,1 0,-1 0,0 0,26 25,-26-1,0 1,50 0,-25 25,25-1,0 1,0 24,0-24,25-25,0 24,-25-49,50 0,-1 0,-24 0,0-25,0 1,24-51,-24 26,-25-1,0 0,0 50,0-49,0 49,-25 0,25 0,-24 49,24-24,0 25,24-1,1 1,0 0,25-1,-50-49,49 0,-24 25,25-50,-26 25,1-49,0 24</inkml:trace>
  <inkml:trace contextRef="#ctx0" brushRef="#br0" timeOffset="30200.72">8483 8310,'50'49,"24"26,-24-1,-1 0,1 26,0-1,-50 0,0-25,-25 1,-25-25,25-1,1-24,-1 0,0-25,25-25</inkml:trace>
  <inkml:trace contextRef="#ctx0" brushRef="#br0" timeOffset="30557.74">9054 8186,'0'74,"0"25,0-49,25 74,-25-50,24 50,-24-25,0-24,0-26,0 1,0-50,0 0,25-124</inkml:trace>
  <inkml:trace contextRef="#ctx0" brushRef="#br0" timeOffset="30860.76">9277 8260,'25'74,"0"26,-25-76,24 76,1-26,-25 50,25-25,-25-24,0-51,25 26,-25-25,-25-25,25-99</inkml:trace>
  <inkml:trace contextRef="#ctx0" brushRef="#br0" timeOffset="31104.77">9426 8657,'-25'0,"-25"0,1 0,-26 0,1 0,24 0,26 0,-1 25,0-25,99 0</inkml:trace>
  <inkml:trace contextRef="#ctx0" brushRef="#br0" timeOffset="31604.8">9575 8731,'-25'50,"25"-1,0 1,0-25,25 49,24-24,-24-25,0-25,0 0,-1 0,26-25,0-25,-26 1,-24-1,0 0,0 26,-24-26,-1 0,0 26,-25-1,1 25,24 0,-25 0,-24 74,74-49,0-25,0 25,50-50</inkml:trace>
  <inkml:trace contextRef="#ctx0" brushRef="#br0" timeOffset="32057.83">9922 8706,'25'75,"-25"-26,24 1,-24 0,0-1,25-24,-25 25,0-25,0-25,0-25,0-25,-25 25,25-24,0-26,25 26,0 24,-25 0,25 0,-25 25,25 0,24 0,-49 25,50 0</inkml:trace>
  <inkml:trace contextRef="#ctx0" brushRef="#br0" timeOffset="32301.84">10294 8806,'0'49,"0"-24,0 25,25-1,-25 1,0-50,0 0,0-75</inkml:trace>
  <inkml:trace contextRef="#ctx0" brushRef="#br0" timeOffset="32445.85">10294 8582,'0'-24</inkml:trace>
  <inkml:trace contextRef="#ctx0" brushRef="#br0" timeOffset="32928.88">10542 8682,'50'0,"-50"0,24 24,26 1,-25 0,0 0,-1 24,-24-24,0 50,0-26,0 26,0-50,-24 24,24-49,-25 50,0-50,25 25,0-25,25-25,0 25,-1 0,51-25,-50 0,-1 0</inkml:trace>
  <inkml:trace contextRef="#ctx0" brushRef="#br0" timeOffset="33147.89">10815 8930,'-50'24,"1"-24,-1 0,-24 0,49 0,0 0,0-24,25 24,25-50</inkml:trace>
  <inkml:trace contextRef="#ctx0" brushRef="#br0" timeOffset="33606.92">11013 8855,'-25'0,"1"25,24 25,0-26,0 51,0-50,24 24,1-24,25 0,-1 0,1-25,-25 0,25-25,-26 0,1-24,-25-1,0 0,0 25,-25-24,1 24,-26-25,0 26,1 24,-26 24,50 1,1-25</inkml:trace>
  <inkml:trace contextRef="#ctx0" brushRef="#br0" timeOffset="34126.95">11385 8781,'0'49,"25"1,-25-25,25 24,-25 1,25 0,-25-25,25-1,-25-48,0-1,0-25,24 0,1-49,0 50,0-1,0 25,24 25,-24 25,0 25,0-1,-25 100,0-74,0-26,24-49,1-149</inkml:trace>
  <inkml:trace contextRef="#ctx0" brushRef="#br0" timeOffset="34415.96">11931 8384,'25'25,"-25"24,25 51,-25-1,0 25,0-25,24-25,-24 1,25-1,-25-49,0 0</inkml:trace>
  <inkml:trace contextRef="#ctx0" brushRef="#br0" timeOffset="34970">12105 8756,'-25'0,"-50"0,26 0,-26 0,26 0,-26 0,75 0,-49 0,49 0,49-25</inkml:trace>
  <inkml:trace contextRef="#ctx0" brushRef="#br0" timeOffset="35512.03">12353 8806,'-25'-25,"0"25,-24 0,24 25,-25 24,25-24,25 49,0-24,25 0,0-25,25-1,-1-24,1-24,-25-1,24-50,-24 26,-25-1,0 0,0 26,0 24,0 49,0-24,0 0,25 24,-25 1,25 0,-25-25</inkml:trace>
  <inkml:trace contextRef="#ctx0" brushRef="#br0" timeOffset="35759.04">12650 8434,'25'99,"-25"-25,25 50,-25-49,25 49,-25-25,0-25,25-49</inkml:trace>
  <inkml:trace contextRef="#ctx0" brushRef="#br0" timeOffset="37172.11">13295 8731,'0'0,"0"25,0 0,0 24,25 1,0 0,-25-26,0 26,25 25,-25-75,0 24,0 1,-25-74,25 49,0-25,0 0,0-25,0 25,25 1,-25-1,25-25,-25 25,24 1,-24 24,25-25,0 25,0 0,0 25,-1-1,-24 1,25 0,-25 0,0 49,0-49,0 0,0 0,0-25,0 0,0 0,0 0,0-50,0 25,0-24,25 24,-25-25,25 25,-25 1,25-1,-25 0,24 25,-24 0,25 25,0 24,-25-24,25 124,-25-124,0 49,-25-49,25-25,25-74</inkml:trace>
  <inkml:trace contextRef="#ctx0" brushRef="#br0" timeOffset="37577.14">13866 8830,'0'0,"25"25,-25 25,0-25,0 49,24-49,1 25,0-1,0-49,-25 0,25 0,-1-25,1 1,0-26,-25-25,0 51,0-26,-25 25,0 0,1-24,-26 24,25 25,-49 25,24 24,50-24</inkml:trace>
  <inkml:trace contextRef="#ctx0" brushRef="#br0" timeOffset="37908.15">14238 8434,'0'74,"25"0,-25 50,49-24,-24 24,-25 0,25-25,-25-49,0-26,0-48</inkml:trace>
  <inkml:trace contextRef="#ctx0" brushRef="#br0" timeOffset="38160.18">14486 8806,'-25'-25,"-24"25,24 0,-50 0,26 0,-1 25,-24-25,49 0,0 0,50 0</inkml:trace>
  <inkml:trace contextRef="#ctx0" brushRef="#br0" timeOffset="38433.18">14585 8830,'0'75,"25"-26,-25 51,0-75,0 49,25-74,-25 25,-25-124</inkml:trace>
  <inkml:trace contextRef="#ctx0" brushRef="#br0" timeOffset="38575.18">14585 8657,'25'-25,"-25"25</inkml:trace>
  <inkml:trace contextRef="#ctx0" brushRef="#br0" timeOffset="39020.21">14784 8806,'-25'49,"25"-24,0 25,0-26,25 51,-1-25,1-26,0 1,25-25,-50 0,49 0,-24-25,0 1,0-1,-1 0,-24 0,0-25,0 26,-24-26,-1 25,0 25,0-25,-24 25,-26 25,50-25,1 25,24 0,0 0</inkml:trace>
  <inkml:trace contextRef="#ctx0" brushRef="#br0" timeOffset="39665.25">15180 8880,'0'50,"0"-1,0-24,0 50,0-51,0 26,25-25,-25-25,0-25,0 0,0 0,0-24,25-1,0 0,-25 26,25-1,-25 0,24 0,1 25,0 0,0 25,0 25,0-26,-1 51,-24-1,25-24,0-25,0 0,-25-1,25-24,-1 0,1-24,0-1,0 0,-25 25,0 0,25-25</inkml:trace>
  <inkml:trace contextRef="#ctx0" brushRef="#br0" timeOffset="48087.75">9401 10071,'25'0,"0"0,24 0,1 0,-1 0,26 0,24 0,-74 0,24 25,-49-25,25 0,0 0</inkml:trace>
  <inkml:trace contextRef="#ctx0" brushRef="#br0" timeOffset="48410.75">9897 10021,'25'0,"49"25,-24-25,0 0,-26 25,1-25,-25 0,0 25,0-1,-25 1,1 0,-26 0,25-25,-49 25,24-1,0 1,50-25,-49-25</inkml:trace>
  <inkml:trace contextRef="#ctx0" brushRef="#br0" timeOffset="48605.78">9897 10046,'0'0,"0"25,25 24,-25-24,0 25,0-1</inkml:trace>
  <inkml:trace contextRef="#ctx0" brushRef="#br0" timeOffset="48619.78">9922 10244</inkml:trace>
  <inkml:trace contextRef="#ctx0" brushRef="#br0" timeOffset="48631.78">9922 10244</inkml:trace>
  <inkml:trace contextRef="#ctx0" brushRef="#br0" timeOffset="49358.82">10418 10046,'-50'0,"50"25,-24 0,-1-1,0 26,25-25,0 24,25-24,0 25,-1-25,26-25,-25 0,24 0,-24 0,0-25,25 0,-1-25,-24 26,-25-26,0 25,-25 0,25 1,-25 24,25 0,0 24,0 1,25 25,0-1,25-24,-26 0,1-25,0 0,25 0,-26-50,-24 1,0-1,0 25,-24 1,-1-1,-25 25,1 0,-1 25,25 24,75 1</inkml:trace>
  <inkml:trace contextRef="#ctx0" brushRef="#br0" timeOffset="49838.85">11013 10071,'25'25,"-25"-1,0 51,25-50,-25 49,0-49,0 0,0-1,0-48,0-1,0-25,25 1,-1-1,-24 25,50 0,-50 1,25 24,25 0,-1 49,-49-24,25 49,0-24,-25 0,0-26,25-24,-25-24</inkml:trace>
  <inkml:trace contextRef="#ctx0" brushRef="#br0" timeOffset="50202.87">11534 10096,'0'0,"-25"0,25 0,-24 0,-1 24,25-24,0 25,25 0,-1 0,1-25,25 25,-25-1,24 1,-24-25,0 25,-25 0,25-25,-25 25,-25-25,0 49,0-49,0 25,1-25,-1 0,0 0,0-50</inkml:trace>
  <inkml:trace contextRef="#ctx0" brushRef="#br0" timeOffset="50490.88">11757 9798,'50'49,"-50"-24,25 25,-25-1,0-24,25 75,-25-51,24 50,-24-49,0 0,0-26,0 1,0-25</inkml:trace>
  <inkml:trace contextRef="#ctx0" brushRef="#br0" timeOffset="50697.89">11981 10145,'-25'0,"-74"25,24-25,26 25,-1-25</inkml:trace>
  <inkml:trace contextRef="#ctx0" brushRef="#br0" timeOffset="51203.92">12229 10195,'-25'0,"0"0,-25 0,1 0,24 74,25-24,0-1,50 1,-26-50,1 0,0-25,0 0,-25 1,25-1,-25-25,0 25,0 1,25 48,-25 1,0 25,24-1,-24-24,0-25</inkml:trace>
  <inkml:trace contextRef="#ctx0" brushRef="#br0" timeOffset="51882.96">12427 10195,'25'0,"0"25,-25 24,25-24,-25 49,24-49,-24 0,0-25,0-25,0 0,0-24,25 24,-25-25,25 26,0 24,-25 0,25 24,-1 1,1 25,0-25,0-1,-25-24,49 0,-24-24,0-1,-25-50,25 1,-25 24,0-49,-25 74,25-74,-25 74,25-24,0 49,25 24,-25 1,25 25,0 49,-1 0,1-24,0-1,0-24,-25-1,25-24,-25-25,24-74</inkml:trace>
  <inkml:trace contextRef="#ctx0" brushRef="#br0" timeOffset="52085.97">13072 10120,'-50'0,"26"0,-51 0,-24 25,49-25,26 0,-26 0,50 25</inkml:trace>
  <inkml:trace contextRef="#ctx0" brushRef="#br0" timeOffset="52445.99">13419 10170,'0'0,"25"50,0-1,0-24,24 25,-49-50,50 49,-25-24,0 0,-1 0,1-25,0-25</inkml:trace>
  <inkml:trace contextRef="#ctx0" brushRef="#br0" timeOffset="52688.01">13791 10145,'0'25,"0"25,-24 49,-26-25,25 1,0-26,1-24</inkml:trace>
  <inkml:trace contextRef="#ctx0" brushRef="#br0" timeOffset="53646.06">13866 10368,'74'-24,"-49"-1,0 0,0-25,-25 26,0-1,0 0,0 25,-25 0,0 0,0 50,0 24,25 0,0-24,50 0,-25-26,0-24,-1 0,26-24,-25-1,24-25,1-99,-50 75,0 24,0-24,0 49,0-25,25 26,-25 24,0 24,0 76,25-51,-25 51,24-1,-24-25,0-49,25 0,-25-25,25 0,0 0,0-50,-25 50,49-124,-49 99,25-24,0 24,-25 0,0 25,0 25,0 0,25 24,-25 26,25-26,-1-24,1 0,-25-25,50 25,-50-25,25-25,-25 25,-25-50,25 26,-25-1,0-25,-49 1,74 49,-25 0</inkml:trace>
  <inkml:trace contextRef="#ctx0" brushRef="#br0" timeOffset="54134.09">14908 10244,'0'0,"0"0,-25 0,-25 25,25 25,25-50,0 49,-24-24,48 25,1-1,25-24,-25-25,24 0,-24-25,25 1,-1-26,-24 0,0 26,0-26,-25 25,0 25,0-25,24 50,-24 25,0 24,0-49,0-50</inkml:trace>
  <inkml:trace contextRef="#ctx0" brushRef="#br0" timeOffset="54286.1">15156 9847</inkml:trace>
  <inkml:trace contextRef="#ctx0" brushRef="#br0" timeOffset="54566.12">15478 9947,'25'74,"-25"25,25 1,-25-1,0-25,0-24,0-50,0 25,0-50,25-74</inkml:trace>
  <inkml:trace contextRef="#ctx0" brushRef="#br0" timeOffset="54733.13">15602 10170,'0'0,"-25"0,1 0,-26 25,-24-25,24 0,25-25</inkml:trace>
  <inkml:trace contextRef="#ctx0" brushRef="#br0" timeOffset="55266.16">15751 10344,'0'0,"0"49,25-49,-25 25,25-25,24 0,-24 0,0-25,-25 0,25-24,-1-26,-24 26,0 24,0 0,0 0,0 50,0 25,0 49,0-25,0 26,0-51,-49 150,24-125,0-24,0-50,-24 0,24 0,-25-25,1 0,-1 0,25 25</inkml:trace>
  <inkml:trace contextRef="#ctx0" brushRef="#br0" timeOffset="95385.45">11336 11584,'0'-50,"0"50,0 0,0-25,-25 1,25 24,0-25,-25 0,0 0,25 25,-24 0,-1-25,0 25,0 0,0 0,0 0,1 0,-1 25,0 0,0-25,25 25,-25 24,25 1,0-50,0 50,25-26,-25 1,50 50,-25-51,-25 1,24-25,-24 25,25-25,0 0,0-25,-25 25,25-25,0 1,-1-26,1 0,0 1,-25-1,0-24,0 49,25-49,-25 24,0-24,0 49,0-50,0 75,0-74,0 24,0 25,0 1,0 48,0 1,0 0,0 25,0-1,0 26,0-26,0 26,0-26,0 26,25-1,-1-49,1 25,25-26,24-24,-24 0,-25 0,24 0,-49 0,0 0,0 0</inkml:trace>
  <inkml:trace contextRef="#ctx0" brushRef="#br0" timeOffset="95872.48">12502 11361,'-25'0,"0"-25,0 25,-24 0,24 0,-25 25,1-25,-1 0,0 0,25 0,1 0,-1 0,50 0,24 24</inkml:trace>
  <inkml:trace contextRef="#ctx0" brushRef="#br0" timeOffset="96194.5">12452 11584,'-50'-25,"1"25,-1 0,1 0,24 0,0 0,0 0,0 0,25 0,0 0,50 25</inkml:trace>
  <inkml:trace contextRef="#ctx0" brushRef="#br0" timeOffset="96864.54">12750 11336,'0'25,"24"24,-24-24,50 25,-50-1,50 1,-26-1,-24-24,25 0,-25 0,25-25,-25 0,0 0,25-25,-25 0,0-24,0 24,0-25,25 1,-25-1,0 25,24-24,-24 49,0 24</inkml:trace>
  <inkml:trace contextRef="#ctx0" brushRef="#br0" timeOffset="97478.57">13395 10939,'0'25,"0"-1,0 1,0 0,-25 0,25 49,0-49,0 0,25 49,-25-49,0 50,0-51,24 51,-24-50,0-1,25 26,-25-25,25 0,-25-1,25-24,-25 0,25 0,-1 0,1 0,0-24,0 24,24-50,-24 50,0-25,25 0,-50 25,49-24,-49 24,25-25,-25 25,0 0</inkml:trace>
  <inkml:trace contextRef="#ctx0" brushRef="#br0" timeOffset="97825.59">13568 11162,'-25'0,"-24"0,-1 0,1 0,-1 0,0 25,26-25,-1 0,25 0,0 25,49-25</inkml:trace>
  <inkml:trace contextRef="#ctx0" brushRef="#br0" timeOffset="106643.09">13022 11881,'0'0,"0"0,-24 0,-26 0,0 25,26-25,-26 0,50 25,0-25,25 0,0-25,24 25,-24 0,25 0,-50 0,24-25,-73 50,-1-25,25 0,-24 25,49-25,-50 0,50 0,25 0,-25 25,50-50,-26 25,51 0,-50 0,-1 0,-24 0,0 0,-24 25,-1-25,-74 0,49 0,50 0,-25 25,50-25,0 0,24 0,26-25,-50 25,24 0,-49 0,0 0,0 0,-25 25,-49-25,24 0,1 0,24 24,0-24,25 0,0 0,50 0,-25 0,24-24,-49 24,50 0,-50 0,0 0,0 0,0 0,0 0,0-25</inkml:trace>
  <inkml:trace contextRef="#ctx0" brushRef="#br0" timeOffset="108176.18">16942 3547,'-25'0,"-25"0,1-25,-26 25,26-25,-26 25,1-24,-25-1,24 0,1 25,-26-25,26 0,-25 25,0-24,24 24,-24 0,0 0,0 0,-1-25,1 25,0 0,0 0,-1-25,-24 25,-74-25,124 0,-100 25,25-24,25 24,99 0,-24 0,24 0,50-25,49 50</inkml:trace>
  <inkml:trace contextRef="#ctx0" brushRef="#br0" timeOffset="108614.21">16520 3746,'-50'0,"26"0,-101 0,76 0,-75-25,-25 25,0-25,50 25,-75 0,100 0,-100-25,-24 25,49-25,75 25,-100 0,50 0,25 25,0 25</inkml:trace>
  <inkml:trace contextRef="#ctx0" brushRef="#br0" timeOffset="110480.31">1587 8210,'0'-24,"25"-1,0 0,0 0,0 25,0 0,24 0,-24 0,0 0,0 25,-25-25,0 50,-50-26,25 1,-24 0,24 0,0-25,0 25,0-25,75 0,-25 0,49 0,-49 0,0 24,0 1,-25 0,0 0,-25 24,0-24,-25 0,1 0,-1 0,25-25,0 0,1 0,-1-50</inkml:trace>
  <inkml:trace contextRef="#ctx0" brushRef="#br0" timeOffset="110662.32">2009 8334,'0'0,"0"25</inkml:trace>
  <inkml:trace contextRef="#ctx0" brushRef="#br0" timeOffset="111137.35">2158 8235,'0'50,"0"-1,25 1,-25 0,25-26,-1 1,1 0,25-50,-1 0,1 1,0-26,-26-24,-24 24,0 0,-24 26,-1-26,-25 25,1 0,-1 25,25 0,-24 50,24 0,25-1,25 1</inkml:trace>
  <inkml:trace contextRef="#ctx0" brushRef="#br0" timeOffset="111896.4">2704 8186,'0'24,"0"1,0 0,0 25,25-26,-25 1,24 0,-24-25,0 0,0-50,0 26,0-26,0 25,25-24,-25 24,25-25,0 50,0-25,-1 25,1 25,0-25,0 50,0-1,-25 1,0 0,0-26,0-24,0 0,0 0,0-49,0-1,0 1,24 24,-24 0,25 0,0 25,0 0,24 25,-49-25,25 50,0-26,-25 26,0 0,25-1,0-49</inkml:trace>
  <inkml:trace contextRef="#ctx0" brushRef="#br0" timeOffset="112256.42">3497 8111,'-24'0,"-26"25,50 0,0 0,0-25,25 24,24 1,1 0,-25 0,0 0,-1-1,1 1,-25 0,-25 0,25-25,-74 25,49-25,-49 24,24-24,1-24</inkml:trace>
  <inkml:trace contextRef="#ctx0" brushRef="#br0" timeOffset="112540.43">3721 7863,'-50'0,"25"0,-49 0,49 25,-25-25,26 25</inkml:trace>
  <inkml:trace contextRef="#ctx0" brushRef="#br0" timeOffset="112755.43">3870 7640,'0'49,"24"51,-24 24,0 74</inkml:trace>
  <inkml:trace contextRef="#ctx0" brushRef="#br0" timeOffset="115518.6">13444 11881,'-25'-24,"25"24,-24 0,48-25,-24 0,25 25,25-25,-25 25,24-25,-24 25,25 0,-26 0,1 0,0 0,-25 0,0 0,-25 0,-24 25,24-25,0 0,-25 25,-49 0,74-25,1 25,24-25,0 0,0 0,49 0,-24 0,25 0,-26-25,26 25,-25 0,0 0,-1 0,-48 0,-26 0,25 0,-49 25,49-25,0 0,0 0,1 0,48 0,1 0,25 0,24 0,1 0,-51 0,26 0,-50 0,0 24,-50-24,1 0,-1 0,1 0,24 0,0 0,0 0,75 0,-1 0,51 0,-76 0,1 0,-25 0,-25 25,1-25,-26 0,25 0,-49 25,49-25,0 25,25-25,25 0,25 0,-1 0,1 0,-1 0,-24 0,-25 0,-25 0,-24 0,24 0,-25 0,1 0,24 0,0 25,50-25,25 0,-26 0,1 0,0 0,0 0,-25 0,25 0,-1-25</inkml:trace>
  <inkml:trace contextRef="#ctx0" brushRef="#br0" timeOffset="121586.95">9996 12402,'-49'-49,"49"49,0 49,24 1,-24 24,0 26,25-1,-25 0,0-25,-25 26,1-26,24-24,-25 24,0-24,25-25,-25-50</inkml:trace>
  <inkml:trace contextRef="#ctx0" brushRef="#br0" timeOffset="122169.98">9971 12526,'50'-74,"0"24,24 26,-49 24,0 0,24 0,1 24,-25 26,-25-25,-25 74,0-74,-24 74,-1 0,0-49,26-25,-1-1,0 1,0-25,25 0,0-25,0 1,50-26,-25 25,24 25,1 25,-25 0,-1 0,1 49,-25-49,0 49,0-49,0 0,25-25,49-50</inkml:trace>
  <inkml:trace contextRef="#ctx0" brushRef="#br0" timeOffset="122626.01">10592 12799,'0'0,"-50"25,50-25,-50 50,1-1,49 1,-25-1,50 26,0-50,-1-1,26-24,-25-24,0-26,-1 0,1-24,-25 24,0 1,0 24,25 50,-25 24,0 1,25 24,-25 1,0-26,25-73</inkml:trace>
  <inkml:trace contextRef="#ctx0" brushRef="#br0" timeOffset="123055.03">10815 12923,'0'0,"0"50,25-1,-25 1,0 0,0-26,0 1,0-74,0-1,24 0,1-24,0 49,0-24,0-1,-1 25,-24 25,25 25,-25-25,25 50,-25 98,0-98,0-25,0 0,0-25</inkml:trace>
  <inkml:trace contextRef="#ctx0" brushRef="#br0" timeOffset="123699.07">11286 12799,'0'0,"-25"0,1 0,-26 0,25 25,0 25,0-26,25 26,0-25,25 49,-25 1,25-26,0-24,-25 0,0 0,25-25,-25-50,0 0,0 26,0-26,25 0,-25 1,0-26,24 26,-24 49,0 0,0 25,25-1,25 26,-25 24,-25-24,24 24,1-24,-25 49,-25 1,1-1,-1-50,-50 26,51-26,-51 1,1-25,24-75</inkml:trace>
  <inkml:trace contextRef="#ctx0" brushRef="#br0" timeOffset="124241.1">11534 13022,'50'0,"-1"-24,-24-1,0 0,0 0,0 0,-1-24,-24 24,0-25,0 50,0-24,-24-1,-1 25,0 0,0 25,0-1,-24 26,49-25,0 24,0-24,25 50,-1-51,1 1,0 25,25-25,-26-1,1 1,0-25,0 0,0 0,-1 0,76-49</inkml:trace>
  <inkml:trace contextRef="#ctx0" brushRef="#br0" timeOffset="124534.12">12278 12824,'25'0,"25"0,-1 0,1 0,-25 0,24 0,-49 0,25 0,-25 25,-25-25</inkml:trace>
  <inkml:trace contextRef="#ctx0" brushRef="#br0" timeOffset="125555.18">12378 13047,'49'0,"1"0,-25 0,-1 0,1 0,-25 0,0 25,-25-25,25 0,0 0,0 0,0 0,0 0,25 0,-25 0,-25 0,1 25</inkml:trace>
  <inkml:trace contextRef="#ctx0" brushRef="#br0" timeOffset="126500.23">12874 12774,'0'0,"0"0,0 0,0-24,0 24,0-25,24 25,1-25,50 0,-51 25,1-25,0 25,49 0,-74 25,25-25,-25 0,0 25,0 0,0 0,-25-1,-49 26,49-25,0 0,1-25,-1 49,25-49,-25 0,25 25,25-25,-25 0,25 25,49 0,-24-25,-26 24,1-24,0 25,-25 0,0 0,0-25,0 25,-25 24,-24-24,24 0,-25-25,-24 25,49 0,0-25,0 0,1 0,98-50</inkml:trace>
  <inkml:trace contextRef="#ctx0" brushRef="#br0" timeOffset="126679.24">13419 12973,'0'0,"-49"49</inkml:trace>
  <inkml:trace contextRef="#ctx0" brushRef="#br0" timeOffset="127189.27">13543 12849,'0'49,"0"-24,25 25,25 24,49-49,-74-25,24-25,-24 0,0-24,0 24,0-25,-1-24,1 49,-50-24,25 24,-49-25,24 25,0 1,-49 24,49 0,-25 0,26 24,-26 26,50-25,-25 0,25 24,0-24,0 0,25 0</inkml:trace>
  <inkml:trace contextRef="#ctx0" brushRef="#br0" timeOffset="128717.36">14461 12229,'-25'0,"1"49,-1 1,0-25,0 74,-25 50,50-25,0 0,25-25,-25-25,25 1,0-26,0-24,0 0,-25-25,0 0</inkml:trace>
  <inkml:trace contextRef="#ctx0" brushRef="#br0" timeOffset="129159.38">14709 12328,'-25'-25,"25"25,-24 75,24-51,0 26,0 49,0-49,24 74,-24-75,25 51,-25-76,0 26,25 24,-25-49,0 0,0 0,0-75</inkml:trace>
  <inkml:trace contextRef="#ctx0" brushRef="#br0" timeOffset="129353.39">14908 12874,'0'24,"0"1</inkml:trace>
  <inkml:trace contextRef="#ctx0" brushRef="#br0" timeOffset="129814.42">15230 12551,'25'-25,"0"25,-1 25,1 0,-25 0,0 49,-49-24,24-1,-25 1,25-25,-24 24,49-24,0 0,0-25,0 0,25 0,24 25,1-25,-1 0,-24 0,-25 0,25 0,-25 0,0-75,-25 1,0-50</inkml:trace>
  <inkml:trace contextRef="#ctx0" brushRef="#br0" timeOffset="131121.49">15478 12303,'99'50,"-49"24,0 1,-26-1,-24 25,0 0,-49 1,24-26,-25 0,26-49,-1 25,0-25,25-25,0 0,0 0,0 0,0 0,0 0,0 0,0 0,0 0,0 0,0 0,0 0,-25 24</inkml:trace>
  <inkml:trace contextRef="#ctx0" brushRef="#br0" timeOffset="131734.53">14660 12427,'0'0,"0"25</inkml:trace>
  <inkml:trace contextRef="#ctx0" brushRef="#br0" timeOffset="132711.59">14734 12402,'0'0,"-25"25,0 0,25 0,0 0,-24 24,24 1,0-25,-25-1,25 51,25-50,-25 24,0-24,24 25,-24-26,25 1,-25 0,25 0,0 0,0-25,-25 0,24 0,1 0,0-25,-25 0,25-25,0 26,-25-1,0 0,0-49,0-26,-25 76,25-1,-25-25,25 25,-25 1,0-1,1 0,-1 25,25-25,-25 25,0 0,0 0,25 0,-24 0,-26 25,50-25,-25 25,25 0,-25 49,1-49,24 0,0 24,-25 1,25-1,0-24,0 0,25 25,-1-1,51 26,-26-51</inkml:trace>
  <inkml:trace contextRef="#ctx0" brushRef="#br0" timeOffset="133287.62">15007 12973,'-25'0,"25"0,0 0,0 25,0-25,0 0,25 0</inkml:trace>
  <inkml:trace contextRef="#ctx0" brushRef="#br0" timeOffset="133879.65">15329 12502,'0'24,"0"1,0 0,0-25,0 25,0 24,0 1,25-25,-25 24,0 1,0 0,0-26,0 1,0 50,-25-26,25-24,0 0,0 24,0-24,0 0,0-25,0 25,0-25,0 0,0-25,0-49,-49-50</inkml:trace>
  <inkml:trace contextRef="#ctx0" brushRef="#br0" timeOffset="134444.68">15354 12551,'-25'25,"25"0,-25-25,25 25,0-1,-24 26,-1 0,0-1,-25 1,26-1,-1-24,25 0,-25 0,50-25,0 0,-1-25,26 25,49-25,-74 0,0 25,0 0,-25 0</inkml:trace>
  <inkml:trace contextRef="#ctx0" brushRef="#br0" timeOffset="134885.71">15379 12551,'0'25,"-25"25,25-1,0-24,0 0,-25 49,25-24,0-1,0-24,0 25,0-1,0-24,0 25,0-25,0-1,0 1,0-25,0 25,0-25,0-74,0 49,-25-149</inkml:trace>
  <inkml:trace contextRef="#ctx0" brushRef="#br0" timeOffset="136118.78">12005 14089,'25'0,"0"0,0 0,24 0,-24 0,25 0,0 0,-26 0,1 0,0 0,0 0,-25 0,25 0,-25 25,-50-25</inkml:trace>
  <inkml:trace contextRef="#ctx0" brushRef="#br0" timeOffset="136385.79">11981 14263,'0'-25,"49"25,26 0,-1-25,-24 50,-1-25,1 25,-25-25,0 24,-1-24</inkml:trace>
  <inkml:trace contextRef="#ctx0" brushRef="#br0" timeOffset="136813.81">12700 13767,'0'0,"0"49,-25 26,25-26,0 50,0-24,0-1,0-24,-25 24,25 1,0-50,0 24,0-49,0 25,25-25,0-74</inkml:trace>
  <inkml:trace contextRef="#ctx0" brushRef="#br0" timeOffset="137031.81">12824 14287,'0'0,"25"50,-25-25,0 25</inkml:trace>
  <inkml:trace contextRef="#ctx0" brushRef="#br0" timeOffset="137772.87">12998 14064,'-25'-25,"25"25,25-24,-1-26,-24 50,50-50,0 26,-1-26,-24 50,0 0,0-25,0 50,-1-25,1 25,-25 0,-25 24,25-24,-49 49,24 1,-25-1,50-24,-49-1,24 1,-25 49,50-74,0-25,25 0,25-25,-26 1,26-1,0-25,-1 25,-24 25,0-25,0 25,-25 0,0 0,0 25,0-25</inkml:trace>
  <inkml:trace contextRef="#ctx0" brushRef="#br0" timeOffset="138819.94">13543 14039,'25'50,"-25"-25,0 24,0 26,0-26,0-24,0 25,0-25,-25 0,25-1,0 1,0-25,0-25,0 1,25-26,-25 0,25 1,-25 24,25-50,-25 51,25-51,24 26,-24 24,0 25,-25 0,0 0,25 25,-1 24,-24-24,0 25,0-1,0 1,0 24,0-24,0-25,-24 0,24-25,0 0,24-25,1-25,0 0,-25 26,74-100,-49 99,0-25,0 25,0-24,-1 49,1-25,-25 25,25 0,0 25,0 0,-1-1,1 1,-25 0,0 25,0 24,0-24,0-26,0 1,0 0,0-25,0 0</inkml:trace>
  <inkml:trace contextRef="#ctx0" brushRef="#br0" timeOffset="142494.15">2877 14957,'0'-49,"0"49,0 24,0 26,0 24,0 26,0-26,0 50,25 0,-25 0,0-25,0 1,0-26,0-24,0-26</inkml:trace>
  <inkml:trace contextRef="#ctx0" brushRef="#br0" timeOffset="142718.16">3101 15677,'24'24,"-48"1</inkml:trace>
  <inkml:trace contextRef="#ctx0" brushRef="#br0" timeOffset="143594.21">3349 15255,'0'49,"0"-24,0 25,0-25,0-25,0-25,24 0,-24 25,25-25,0-24,0 24,-25 0,25 0,-1 0,1 25,0-24,0 24,0-25,-1 25,-24 25,25-1,-25 51,0-1,0-49,-25 50,25-51,-24 51,-26-1,25-24,0-1,-24 1,49-25,-50 24,25 1,1-25,-1 0,25-25,0 0,0 0,49 0,1 0,0 0,-1 0,50 0,-49 24,-25-24,25-24,-26-1</inkml:trace>
  <inkml:trace contextRef="#ctx0" brushRef="#br0" timeOffset="144388.25">3969 15429,'0'99,"-25"-25,25 25,0-24,0-1,0-24,-25-25,50-50,-25-25,25-24,0-1,-25-24,24 50,-24-1,25 25,-25 0,25 25,-25 0,25 25,-25 25,0-1,0 26,0-1,0-49,0 25,0-26,0 1,0-50,25 1,-25-1,24-50,-24 26,25-26,0 26,-25-1,25 25,-25 1,25 24,-1 0,1 24,-25 51,25-1,-25 1,0-26,0 50,0-24,-25-1,25-74,-25 50,50-75</inkml:trace>
  <inkml:trace contextRef="#ctx0" brushRef="#br0" timeOffset="148745.5">16272 7466,'25'-25,"-25"25,24 25,-24 0,0 74,25 0,-25 50,0-74,25 98,-25-49,25 100,0 73,0 51,-25-175,49 224,-49-174,25 224,0 24,24 0,-49-223,25 248,0-198,0 1438,-50-1115,0-26,0-297,-49 247,49-297,0 199,-24-50,-1 49,25-223,25-99,25-74,0-75,124-173</inkml:trace>
  <inkml:trace contextRef="#ctx0" brushRef="#br0" timeOffset="149745.56">16793 7764,'-25'0,"25"25,-25-25,25 24,-25 51,25-26,-24 1,24-25,0 99,0-74,-25-1,25 26,0 24,0-74,0 24,0 1,0 24,0-49,0 0,0 0,0-25,0 0,0-25,25 25,-25-50,0 1,24-1,-24 25,25-49,25-1,-50 51,25 24,24-25,-24 25,0 0,0 0,-1 25,1-1,0 1,-25 0,25 49,-25-49,0 0,-25 25,0-1,0-24,1 0,-1-25,-50 25,51-25,-26 24,-24-24,49 25,0-25</inkml:trace>
  <inkml:trace contextRef="#ctx0" brushRef="#br0" timeOffset="150209.59">16991 7789,'75'49,"-26"26,26 24,-1 50,-24 24,-50-73,0 24,-25 24,-50-24,26-74,24-25,-25 0,50-1,50-73</inkml:trace>
  <inkml:trace contextRef="#ctx0" brushRef="#br0" timeOffset="150978.63">17661 7913,'25'49,"24"1,-24 0,0-1,0 26,24 24,1-50,-25 26,24-26,-24 1,0 0,0-26,-25 1,0-25,0-49,0 24,-25-124</inkml:trace>
  <inkml:trace contextRef="#ctx0" brushRef="#br0" timeOffset="151260.65">18107 7838,'-24'50,"24"-25,-25 24,25 1,-25 24,25 1,0-26,-25 26,25 49,0-99,-25 74,25-50,-24 1,24-50</inkml:trace>
  <inkml:trace contextRef="#ctx0" brushRef="#br0" timeOffset="151666.67">18380 8434,'75'-50,"-51"50,26-50,-25 1,0-1,-25 50,0-25,0 1,0 24,-25 0,-25 0,25 24,-24 26,49-25,-25 74,25-25,0 1,25-26,0 1,-1-25,26 0,0-25,24-124</inkml:trace>
  <inkml:trace contextRef="#ctx0" brushRef="#br0" timeOffset="152023.69">18777 8235,'0'75,"0"24,0-25,0-24,0-1,0-49,0-49,0-26,0 1,25 0,0 24,0 25,24 0,-24 25,25 25,-1-25</inkml:trace>
  <inkml:trace contextRef="#ctx0" brushRef="#br0" timeOffset="152304.71">19149 7937,'25'100,"-25"-51,25 100,-25-74,0-1,25 25,-25-49,0 24,24-74,-24 25,25-99</inkml:trace>
  <inkml:trace contextRef="#ctx0" brushRef="#br0" timeOffset="152529.72">19323 8285,'-50'25,"1"-25,-26 24,26-24,24 0,-50 0,51 0,-1-24,25 24</inkml:trace>
  <inkml:trace contextRef="#ctx0" brushRef="#br0" timeOffset="152787.73">19472 8359,'0'75,"0"-26,0-24,0 49,0-49,0 0,24-124</inkml:trace>
  <inkml:trace contextRef="#ctx0" brushRef="#br0" timeOffset="152932.74">19521 8062,'25'0</inkml:trace>
  <inkml:trace contextRef="#ctx0" brushRef="#br0" timeOffset="153975.79">19819 8210,'-25'50,"-24"0,24 24,25-24,0-1,0-24,0 25,25-26,-1-24,1 0,25 0,-25-24,49-1,0 0,1 0,-50 0,24 1,-24-1,25 0,-50 0,24 0,-24 1,0 24,-24-25,-26 25,0 0,26 49,-1-24,0 25,25-25,0 24,0 1,0-25,25-25,0 0,-25 0,24-25,1-50,-25 1,25 24,-25 26,0 24,25 24,0 26,-1 24,26 1,-25-75,0 0,24 0,1-50,-25 25,-1-24,1-26,0-24,-25-25,0 25,0 0,0 24,-25 26,25 24,-25 50,25 24,0 75,25 0,25 25,24 74,-49-173,0-50,0 0,49-50</inkml:trace>
  <inkml:trace contextRef="#ctx0" brushRef="#br0" timeOffset="154665.84">21158 8186,'25'74,"-25"25,0 0,0-24,25-50,-25-25,0 0,25-50,-25 0,25-24,-25 0,24-1,-24 75,25-25,0 25,0-24,0 48,-1 26,-24-25,25 49,-25-24,0 24,0-49,25-50,-25 0,25-24,-25 24,25-49,-25-1,24 50,1 1,0 24,-25 0,25 0,-25 49,25 26,-25-26,0 50,0-74,0 25,24-75</inkml:trace>
  <inkml:trace contextRef="#ctx0" brushRef="#br0" timeOffset="155056.84">21779 8210,'0'0,"0"50,0 0,24 49,-24-25,25 1,-25-26,25-24,-25-25,25 0,0-25,24-24,-24-1,-25-24,0 49,-25-74,0 24,-24 26,24 24,0 25,0 0,1 25,-26 49,75-49,74-50</inkml:trace>
  <inkml:trace contextRef="#ctx0" brushRef="#br0" timeOffset="155338.87">22200 7838,'25'99,"-25"50,0 25,0-25,25-25,-25-50,0-49,25-124</inkml:trace>
  <inkml:trace contextRef="#ctx0" brushRef="#br0" timeOffset="155555.87">22349 8210,'-25'0,"-49"0,-1 25,-24-25,25 0,24 0,25-25</inkml:trace>
  <inkml:trace contextRef="#ctx0" brushRef="#br0" timeOffset="155856.91">22448 8161,'25'25,"-25"-1,0 76,0-1,0-50,0 51,0-51,-25-24,50-50,0-74,-25 25,49-199</inkml:trace>
  <inkml:trace contextRef="#ctx0" brushRef="#br0" timeOffset="155971.91">22523 7888,'24'25</inkml:trace>
  <inkml:trace contextRef="#ctx0" brushRef="#br0" timeOffset="156678.96">22671 8260,'0'50,"25"24,-25-24,50-1,-25-24,0 0,-25-25,24-25,-24 25,0-50,0-24,-24 0,-1 24,-25 0,25 26,-24 24,24 0,25 0,25 0,24-25,-24 25,50-75,-51 75,26-24,-25 24,0 24,-25 1,24 50,1-1,-25 25,0-49,-25-1,25-24,25-50,0-24,-25-50,25 24,-25-24,25 74,-1 25,1 0,25 50,-25 49,-25 25,0-74,0-1</inkml:trace>
  <inkml:trace contextRef="#ctx0" brushRef="#br0" timeOffset="168278.62">17314 9525,'0'0,"-25"25,25 0,-25 49,0-49,25 0,-49 49,49-49,-50 49,50-24,-25-25,0 24,1 51,24-76,-25 1,25 0,-25 25,25-50,0 24,0-24,0 0,25-99</inkml:trace>
  <inkml:trace contextRef="#ctx0" brushRef="#br0" timeOffset="168643.64">17363 9599,'25'25,"-25"0,25 25,0-26,-25 1,24 0,1 49,-25-49,25 0,-25 0,25 24,0-24,-25 0,0 0,0 25,0-50,0 24,-25 1</inkml:trace>
  <inkml:trace contextRef="#ctx0" brushRef="#br0" timeOffset="168967.66">17562 10145,'-25'0,"0"25,-25-25,1 0,-1 0,-24-25,24 25,1 0,24 0,25 0,-25 0,50 0</inkml:trace>
  <inkml:trace contextRef="#ctx0" brushRef="#br0" timeOffset="169874.71">17735 9748,'0'25,"0"0,0 49,0-49,0 0,25 49,-25-49,25 50,0-75,0 24,-25 1,24-25,1 0,-25 0,25-25,0 1,-25-51,25 50,-25 0,0-49,0 49,24-24,-24 49,0-50,0 50,0-25,0 25,0 0,25 50,-25-50,0 74,0-49,25 0,-25 49,0-24,0 24,0-24,25 24,-25-24,0 49,0-24,0 24,0-25,0 1,0-51,-25 1,-25-25,1-25,-75-24,49-1,26 1,-1-1,25 50,25-25,0 25</inkml:trace>
  <inkml:trace contextRef="#ctx0" brushRef="#br0" timeOffset="170357.74">18777 9872,'-25'25,"1"-25,-1 0,-50 0,26 25,24-25,-25 0,25 0,1 0,-1 0,0 0,25 0,25 25,24-25</inkml:trace>
  <inkml:trace contextRef="#ctx0" brushRef="#br0" timeOffset="170631.75">18752 10071,'0'0,"-49"0,24 0,-49 0,49 0,-25 0,25 0,0 0,25 0,25 25,-25-25</inkml:trace>
  <inkml:trace contextRef="#ctx0" brushRef="#br0" timeOffset="173956.94">18876 9550,'0'0,"0"0,25 0,-25 25,25-25,25 49,-26-24,26 25,-25-26,24 26,-24-25,0 0,0 49,0-74,-1 50,-24-26,25 1,-25-25,0-74</inkml:trace>
  <inkml:trace contextRef="#ctx0" brushRef="#br0" timeOffset="174285.96">19447 9500,'0'0,"0"50,-25-25,0 49,25-24,-25 24,1-24,-1 24,25-49,-25 24,25-49,0 25,0 0</inkml:trace>
  <inkml:trace contextRef="#ctx0" brushRef="#br0" timeOffset="174975">19571 9897,'0'0,"0"25,0 24,0-24,25 25,-25-25,0 24,0-24,0 0,0-25,25 0,-25-74</inkml:trace>
  <inkml:trace contextRef="#ctx0" brushRef="#br0" timeOffset="175137.01">19645 9773,'0'0,"0"0</inkml:trace>
  <inkml:trace contextRef="#ctx0" brushRef="#br0" timeOffset="175609.04">19918 9376,'0'50,"0"-25,0-1,0 26,0-25,0 49,25-24,-25 24,0-24,0-25,25 49,-25-49,0 24,0-24,25 25,-25-25,0-25,24 0,1 0,0 0,0 0,24 0,-24-25,0 25,0-50,0 50</inkml:trace>
  <inkml:trace contextRef="#ctx0" brushRef="#br0" timeOffset="175963.06">20092 9624,'0'0,"-50"0,-24 25,24-25,25 25,1-25,-1 0,25 0,0 0,25 0,-1 0,26-75</inkml:trace>
  <inkml:trace contextRef="#ctx0" brushRef="#br0" timeOffset="176634.1">20712 9599,'25'75,"-25"-50,25 24,-25 1,0 24,24 1,-24-26,0-24,0 0,0-25,0-25</inkml:trace>
  <inkml:trace contextRef="#ctx0" brushRef="#br0" timeOffset="176909.11">20886 9847,'-25'0,"-25"0,25 0,-24 0,-1 25,25-25,0 0,25 0,25-25,0 1,99-76</inkml:trace>
  <inkml:trace contextRef="#ctx0" brushRef="#br0" timeOffset="177217.13">21208 9277,'25'0,"-25"25,0 24,25-24,-25 74,0-74,0 25,24 49,-24-74,0 49,0-49,0 25,0-26,0-24,-24 25,48-25</inkml:trace>
  <inkml:trace contextRef="#ctx0" brushRef="#br0" timeOffset="177509.15">21481 9872,'-25'0,"-25"25,1-25,-1 0,-24 0,24 25,25-25,-24 0,24 25,0-1,25-24,0 25,25-25</inkml:trace>
  <inkml:trace contextRef="#ctx0" brushRef="#br0" timeOffset="178039.18">21208 10145,'25'-25,"-25"1,25-1,-1 0,26 25,0 0,-1 0,-24 25,25 0,-50-1,24 26,-48 0,-1 24,0-24,-25-1,1-24,-26 25,51-26,-1 1,50-25,24 0,26 0,-1 0,25 0,-74 0,0-25,0 25,-25-24,0-51,0 26,24-51</inkml:trace>
  <inkml:trace contextRef="#ctx0" brushRef="#br0" timeOffset="178721.22">22051 9748,'-24'-25,"-26"25,25 0,0 0,1 25,-26 0,25 25,25-1,0-24,0 0,25 0,0-1,49-24,-24-24,-50-1,49 0,-49 25,25-50,-25 1,0 24,0 0,0 0,0 25,0 50,25 24,0-24,-25 24,25 1,-25-1,24 26,-24-26,-24 0,-1-24,0 0,-25-26,1-24,-1-49,1-125</inkml:trace>
  <inkml:trace contextRef="#ctx0" brushRef="#br0" timeOffset="179183.24">22349 9327,'0'0,"0"74,0-49,0 49,0 1,0-26,25 26,-25-51,25 51,-25-1,24-24,-24-50,25 25,-25-25,25 24,25-24,-26-24,1 24,0 0,0 0,-25-25,25 0</inkml:trace>
  <inkml:trace contextRef="#ctx0" brushRef="#br0" timeOffset="179415.26">22523 9624,'0'0,"-75"0,26 25,-26-25,50 25,-49-25,49 0,0 0,1 25</inkml:trace>
  <inkml:trace contextRef="#ctx0" brushRef="#br0" timeOffset="179939.29">22647 9153,'49'-25,"-24"25,0 0,0 0,0 25,-1 0,-24 24,-24 1,-1-25,0 24,0-24,0 0,0 0,75-25,0-25,-1 25,26-25,-1 25,-24-25,-75 50</inkml:trace>
  <inkml:trace contextRef="#ctx0" brushRef="#br0" timeOffset="183848.51">17859 6424,'0'25,"0"-25,25 50,0-25,0 49,0 0,-1 1,1-50,0 49,0-24,0 24,-1-49,1 0,-25 0,0-50,25 0,-25-25,25-24,0-75,-1 99,1-24,-25 49,25-24,0 24,-25 0,0 0,25 75</inkml:trace>
  <inkml:trace contextRef="#ctx0" brushRef="#br0" timeOffset="184316.54">18479 6945,'-24'25,"24"25,0-25,0-1,0 26,0-25,0 0,24-1,-24-24,25 0,-25 0,25 0,0-24,0-1,0 0,-1 0,1-49,0-25</inkml:trace>
  <inkml:trace contextRef="#ctx0" brushRef="#br0" timeOffset="184446.54">18579 6672,'0'0,"0"25,0-25</inkml:trace>
  <inkml:trace contextRef="#ctx0" brushRef="#br0" timeOffset="184776.56">19248 6648,'-24'0,"-1"0,0 0,0 0,-24 24,-1-24,25 0,0 25,1-25,-1 25</inkml:trace>
  <inkml:trace contextRef="#ctx0" brushRef="#br0" timeOffset="185018.58">19224 6821,'-25'0,"-25"25,1-25,-26 0,50 25,1-25</inkml:trace>
  <inkml:trace contextRef="#ctx0" brushRef="#br0" timeOffset="185586.61">19447 6524,'25'0,"-25"49,0-49,0 50,0-25,24 49,-24-24,25-1,0-24,0 0,-25 0,25 0,24-25,-24 0,0 0,25-25,-50 0,24 0,1-25,0 1,-25 24,0-25,-25-49,0 74,1-24,-26 24,25 25,-24 0,24 0,-50 25,50 0,-24-1</inkml:trace>
  <inkml:trace contextRef="#ctx0" brushRef="#br0" timeOffset="186701.67">20737 8905,'-25'0,"25"25,-25-25,25 0,-25 24,0 1,1 0,-1 0,0 0,0-25,-49 74,49-49,-25 0,1 24,-1-24,1 0,-26 25,26-1,-1 1,-74 24,74-24,1-1,-75 51,25-1,-1 0,1 0,-25 1,-25 24,50-50,25-24,24-1,25-24,25 0,75-100</inkml:trace>
  <inkml:trace contextRef="#ctx0" brushRef="#br0" timeOffset="187395.71">20935 8930,'0'0,"0"24,0 1,0 0,0 0,0 0,25-25,0 25,0-25,-1 0,1 0,0-25,-25 25,25-50,-25 25,25-24,-50 24,25 0,0 25,-25-25,0 25,-24 50,24 24,50-49,74-25</inkml:trace>
  <inkml:trace contextRef="#ctx0" brushRef="#br0" timeOffset="190416.89">17611 11336,'0'0,"0"25,-24-1,24 1,-25 50,-25-1,25 0,0-49,1 50,-1-51,0 26,0 0,0-1,25-24,-49 25,49-26,-25 1,25-25,0-25,50-24</inkml:trace>
  <inkml:trace contextRef="#ctx0" brushRef="#br0" timeOffset="190746.91">17636 11410,'25'25,"-25"-25,25 50,24 24,-24-24,0-26,0 26,0-25,-1 24,1 1,-25-25,0 0,0-1,0-24,-49 25</inkml:trace>
  <inkml:trace contextRef="#ctx0" brushRef="#br0" timeOffset="191018.92">17338 12005,'50'-24,"0"24,24 0,-24 0,24 0,-24 0,-1 0,1 24,0-24,-50 0</inkml:trace>
  <inkml:trace contextRef="#ctx0" brushRef="#br0" timeOffset="191757.96">18083 11584,'24'25,"1"-25,0 49,0 1,0 24,-25-74,24 50,1-25,0-1,0-24,0 0,-25-24,24-1,1-25,-25-24,0 24,25-24,-25 24,0-24,0 49,0-25,-25 50,50 50,0 0,0 24,24 0,-24 26,0-1,0 0,-25 25,25-25,-25 1,-25-26,0 0,-25 1,1-50,-1 24,-24-24,24 0,-24-25,24 0,75-25</inkml:trace>
  <inkml:trace contextRef="#ctx0" brushRef="#br0" timeOffset="192133.98">19124 11559,'50'-25,"-25"25,24 0,-24 0,0 0,25 0,-1 0,-24 0,0 0,0 25,-25-25</inkml:trace>
  <inkml:trace contextRef="#ctx0" brushRef="#br0" timeOffset="192428">19149 11757,'50'0,"-25"0,49 25,-49-25,24 0,1 0,0 0,-26 0,1 0,-25 0</inkml:trace>
  <inkml:trace contextRef="#ctx0" brushRef="#br0" timeOffset="192899.03">19943 11609,'50'0,"-1"0,1 0,-1 0,26 0,-50 0,24 0,-49 0,25 0,-25 0</inkml:trace>
  <inkml:trace contextRef="#ctx0" brushRef="#br0" timeOffset="193275.05">20811 11063,'0'0,"0"74,25-49,-25 50,0-1,0 0,0-24,0 24,0-24,0 0,0-1,-25-24,25 0,0 0,0-25</inkml:trace>
  <inkml:trace contextRef="#ctx0" brushRef="#br0" timeOffset="193596.07">20513 11881,'25'-24,"25"24,-1 0,26 0,-1 0,1-25,24 25,-49 0,24 25,-24-25,-26 0</inkml:trace>
  <inkml:trace contextRef="#ctx0" brushRef="#br0" timeOffset="194182.1">20687 12055,'0'0,"25"25,49-25,-24 0,74 0,-50 0,-24 0,-25 0,24 0,-49 0,25 25,-25-1,-25 1,1 0,-51 0,50 0,-49 24,0 1,-1 0,50-26,-49 26,49-25,25 24,0-49,75 25,-51-25,51-25,-26 25,51-24,-26 24,-24 0,-26 0,1-25,0 25,-25-25</inkml:trace>
  <inkml:trace contextRef="#ctx0" brushRef="#br0" timeOffset="194712.13">21704 11063,'-25'49,"-24"1,24 0,-25 24,25 25,1 1,-1 24,50-25,-1 0,1-25,25 1,-1-26,-24-24,0 0,-25-25,0-50</inkml:trace>
  <inkml:trace contextRef="#ctx0" brushRef="#br0" timeOffset="195020.15">21754 11584,'25'0,"24"0,1 0,-25 25,24-25,-24 24,0-24,0 0,-1 0,1-24</inkml:trace>
  <inkml:trace contextRef="#ctx0" brushRef="#br0" timeOffset="195770.19">22547 11237,'-24'0,"24"-25,-50 0,25 25,-24-25,49 25,-50 0,25 25,-24 0,49 0,-25-1,25 1,0 50,0-51,49 1,-24 0,0-25,25 0,-26-25,1 0,25-49,-50 24,0 26,0-1,0 25,-25 25,25 24,0 26,0-26,0 26,25 24,-25-50,0 26,0-26,25-24,-25 0,0 0,0-25,24-50</inkml:trace>
  <inkml:trace contextRef="#ctx0" brushRef="#br0" timeOffset="195957.2">22721 11658,'-25'-49</inkml:trace>
  <inkml:trace contextRef="#ctx0" brushRef="#br0" timeOffset="196699.25">22969 11187,'-25'0,"1"0,-1 0,-25 25,25 0,25-1,-24 26,24-25,0 0,24-1,1 1,25 25,-1-1,26 1,-50-25,24 0,-24-1,0 26,0-25,-25 24,-25-49,0 25,0 0,-99-25,99 0,1-25,-1 25,25-25,0 25,25-49,24-1,1 1,-25 24,24-25,-24 25,25-49,-1 24,-24 1,-25 24,0-25,0 26,-25-26,0 25,-24 0,24 25,-25 0,50 0,-74 25,99 25</inkml:trace>
  <inkml:trace contextRef="#ctx0" brushRef="#br0" timeOffset="197133.27">23391 11112,'0'75,"0"-25,0 49,0-25,25-24,-25 24,0-24,0-25,0-1,0 1,24-99</inkml:trace>
  <inkml:trace contextRef="#ctx0" brushRef="#br0" timeOffset="197983.31">23540 10765,'0'0,"24"25,-24-25,0 25,25 0,0-1,-25-24,25 25,24 25,-49-25,50 49,-25-24,24 49,-24-49,-25 24,25 25,-25-49,0 49,-25-49,0 24,1-24,-1-26,-25 26,25-25,1 0,-1-1,0 26,0-50,25 0,0 0,0 0,0 0,25-50</inkml:trace>
  <inkml:trace contextRef="#ctx0" brushRef="#br0" timeOffset="198589.34">23986 10889,'0'50,"-25"-25,25 24,0 26,0-26,0 26,0-26,0 51,25-51,-25 1,25 49,0-74,0 74,-1-74,1 24,0-24,0-25,0 25,-1-25,1 0,-25 0</inkml:trace>
  <inkml:trace contextRef="#ctx0" brushRef="#br0" timeOffset="199108.37">24309 11088,'0'0,"-25"24,25 1,-25 25,25-25,-25 24,25 1,0 24,25-49,-25 0,25 25,-25-26,25 1,-1-25,1 0,25-25,-1-24,1-1,-25 1,0-26,-25 26,-25-1,-25-49,1 74,-1 25,0-25,26 50,-1 0,0-1,50 26</inkml:trace>
  <inkml:trace contextRef="#ctx0" brushRef="#br0" timeOffset="199341.4">24705 11361,'-24'0,"24"24</inkml:trace>
  <inkml:trace contextRef="#ctx0" brushRef="#br0" timeOffset="199760.42">24755 10964,'25'0,"-25"24,0 26,0-25,0 49,0-24,0-25,25-25,-1 25,-24-25,50 0,-25 0,0-25,0 25,24-25,-24 25,0-25,-25 0,25 0,-25 1,0-51</inkml:trace>
  <inkml:trace contextRef="#ctx0" brushRef="#br0" timeOffset="200037.44">24904 10889,'25'25,"-25"49,0 1,0 24,0-24,0-1,25-24,-25-1,0-49,24-25</inkml:trace>
  <inkml:trace contextRef="#ctx0" brushRef="#br0" timeOffset="200456.46">25053 10592,'25'24,"24"51,-24-26,25 51,-26-1,-24-25,0 25,0 1,0-26,-24 1,-1-1,-25 0,25-49,1 0,24-25,0-74</inkml:trace>
  <inkml:trace contextRef="#ctx0" brushRef="#br0" timeOffset="201096.5">24978 10195,'25'-25,"-25"25,25-25,0 0,0 25,-1 0,-24 0,25 25,-25 0,25 0,-25 24,0-24,0 0,-25 0,25 0,0-1,-25 1,25-25,25-25,25 1,-25-1,-1 0,-24 25,-24 25</inkml:trace>
  <inkml:trace contextRef="#ctx0" brushRef="#br0" timeOffset="-210773.22">19050 14188,'74'0,"-24"25,24-25,1 0,-1 0,1 0,-51 25,1-25,0 25,-25-25,25 0</inkml:trace>
  <inkml:trace contextRef="#ctx0" brushRef="#br0" timeOffset="-210350.2">18951 14387,'0'0,"25"0,24 0,1 0,-1 0,-24 0,25 25,-25-25,24 0,1 24,-1-24,-24 0,0 25,-25-25,0 0,0 0,-25-25</inkml:trace>
  <inkml:trace contextRef="#ctx0" brushRef="#br0" timeOffset="-208413.09">20092 14089,'0'0,"49"0,1 25,-25-25,0 25,24-25,-24 0,25 24,-1-24,1 0,-25 0,24 0,-49 0,25 25,0-25,-25 0,0 0,-25 0</inkml:trace>
  <inkml:trace contextRef="#ctx0" brushRef="#br0" timeOffset="-178812.4">20886 13742,'-25'25,"25"-1,-25 26,25-25,0 49,0-24,0 49,25-49,0 49,-25-50,24-24,1 50,0-50,0 24,-25-49,49 0,-49 0,25 0,25-49,-50 24,49-50,-24-24,0 0,-25 0,25-1,-50-73,0 123,-24 1,-26 24,26 0,-1 25,0 25,1 24,24 1,0 0,0 49</inkml:trace>
  <inkml:trace contextRef="#ctx0" brushRef="#br0" timeOffset="-178350.37">21332 14362,'0'-25</inkml:trace>
  <inkml:trace contextRef="#ctx0" brushRef="#br0" timeOffset="-177132.3">21506 13692,'0'0,"24"0,-24 0,25 0,0 0,0 0,24 25,-24-25,25 0,-25 0,0 0,-1 0,-24 0,25 25,-25-25,25 0,-25 0,0 0,0 0,0 25,0-25,0 24,0 1,-25 0,25 0,-25 0,25-1,0 1,0 0,-24 0,24 24,0 1,0-25,0 74,0-49,0-26,0 26,0-25,0 0,0 0,0 24,0-24,-25 0,25-25,0 25,0-25,0 0,0 0,0-50</inkml:trace>
  <inkml:trace contextRef="#ctx0" brushRef="#br0" timeOffset="-175849.23">21605 14188,'0'0,"25"0,24-25,51 25,-1 0,-50 0,1 0,-25 0,0 0,-25 0,0 0,0 0,0 0,0 0,0 0,0 0,0 25,24-25,-24 25,25-25,-25-25,0 0,-49-123</inkml:trace>
  <inkml:trace contextRef="#ctx0" brushRef="#br0" timeOffset="-170355.91">22349 13767,'0'0,"-25"0,0 0,1 24,-1 1,0 0,25 25,0-26,25 1,24 0,26 25,-26-1,1 1,-50-1,0 1,0 24,-50-24,-49 0,74-25,-24-25,24 24,25-48,25-26,-25 25,25 0,49-49,-49 24,24-24,-24 24,25-49,-25 74,-1-24,-24-1,0 0,0 1,-24 24,-1 0,25 0,-25 25,-49 0,49 0,-50 25,75-25,0 25,0 0,0-25,0 25,0-1,25-24</inkml:trace>
  <inkml:trace contextRef="#ctx0" brushRef="#br0" timeOffset="-168937.83">22845 14015,'25'24,"-25"76,25-76,-25 1,0 50,0-51,0 26,0-25,0 0,-25 0,25-25,0 0,0-25,0-50,25 50,-25-49,25 24,-1 26,1-51,0 50,0 1,0-1,-1 0,-24 50,0-25,25 49,-25-24,25 25,-25-1,0 1,0 0,0-26,0 1,-25 0,25-25,25-25,-25-24,25-1,-25 25,25-24,-25-1,24 0,-24 26,50-26,-50 25,25 25,0-25,-25 1,24 24,-24 24,25 1,0 25,0 24,-25-49,0 25,0-26,0 1,0 25,0-50,0 0</inkml:trace>
  <inkml:trace contextRef="#ctx0" brushRef="#br0" timeOffset="-165873.66">18951 15404,'0'25,"0"74,-25-25,25 50,0-49,0 24,0-25,0-24,0 49,0-25,25 1,-25-50,0-1,0-24,25 0,-25-24,24-26,1-49,0-25,0 25,24-1,-24 26,25 24,-25 50,-1 25,-24 50,0 24,0 25,0-25,0-25,50-24</inkml:trace>
  <inkml:trace contextRef="#ctx0" brushRef="#br0" timeOffset="-165602.65">19645 15999,'75'0,"-1"0,-24 0,-1 0,1 0,-25 0,0 0</inkml:trace>
  <inkml:trace contextRef="#ctx0" brushRef="#br0" timeOffset="-165390.63">19745 16247,'49'-25,"1"25,-1 0,51 0</inkml:trace>
  <inkml:trace contextRef="#ctx0" brushRef="#br0" timeOffset="-164806.6">20265 15875,'0'0,"0"74,0-24,0 0,50-1,-50-24,50 25,-1-26,-24 1,0 0,24-25,-24 0,0-25,25 0,-26-24,-24-1,0-49,0 74,0-99,0 25,-24 0,-1 74,0-49,-49 24,24 50,-24 50,24-1,25 1,-24 49,49-74,-25 49,50 1,-1-26,26 1</inkml:trace>
  <inkml:trace contextRef="#ctx0" brushRef="#br0" timeOffset="-164572.58">20886 15974,'0'25,"0"0</inkml:trace>
  <inkml:trace contextRef="#ctx0" brushRef="#br0" timeOffset="-164056.55">20960 15553,'25'-25,"0"25,24-25,-24 25,25-25,-1 0,1 25,-50 0,25 0,-1 0,-24 25,0 0,0 0,0 0,0 49,-24-49,24 74,-25-25,25 26,0-51,0 50,0-74,0 74,0 1,25-51,-25-49</inkml:trace>
  <inkml:trace contextRef="#ctx0" brushRef="#br0" timeOffset="-163808.54">21134 15999,'74'-25,"0"0,1 25,-26 0,1 25,24-25</inkml:trace>
  <inkml:trace contextRef="#ctx0" brushRef="#br0" timeOffset="-163173.5">21729 15478,'-50'50,"1"-1,24 26,25-26,0 1,25-25,-1-25,26 25,0-25,-1 24,1 1,0 0,-26 25,-24-1,0 1,-24-25,-26 49,0-24,26-26,-1-24,0 0,0 0,0-49,25-26,0 1,25 24,0-74,0 50,24-50,1 25,-25 0,-25 74,25-25,-25 50,-25 0,0 0,0 25,0-25,1 99</inkml:trace>
  <inkml:trace contextRef="#ctx0" brushRef="#br0" timeOffset="-162350.46">22200 15850,'0'75,"0"-1,0 0,0-24,0-25,0 0,0-50,0-50,0 1,25 24,0-49,0 50,-1-1,1 0,0 26,0 24,-25 0,49 99,-49-50,0 26,0-26,-24 1,24-25,0-50,24-25,1-24,0 0,25-1,-26 1,1 49,0-25,25 50,-50 0,24-24,1 48,0 1,25 124,-50-50,0-49,0 49,-25-49,25 49,-25-50,25-24,0-25</inkml:trace>
  <inkml:trace contextRef="#ctx0" brushRef="#br0" timeOffset="-161173.39">23143 15131,'-50'-75,"25"51,-74-1,0 25,-25 0,49 0,-73 0,73 0,-148 0,74-25,-24 25,-26-25,25 0,1 25,-26-49,26-1,-26 25,26-24,-26 24,1 25,-249 50,249-26,-1 51,26-26,-1 26,25 24,1 0,24 25,-1 0,26 25,25 25,24-25,25-1,25 1,25 0,0-25,49-25,1-24,49-1,0 1,174 24,-100-74,0-1,26 1,24 0,0-25,0 0,25 25,0 0,-1-25,1 24,0-24,0 0,25 0,-50 0,0-24,0-26,-25-24,-25-1,100-123,-199 74,-49 0,-25 0,-25-25,-50 25,-24 0,-26 25,1-25,-25 49,-198-148</inkml:trace>
  <inkml:trace contextRef="#ctx0" brushRef="#br0" timeOffset="-160151.33">20017 13866,'0'25,"-24"24,-1 1,25-1,0 1,0-25,25 49,-1-24,1 24,0-74,49 50,-49-25,25-25,24 0,1 0,-26-25,1 0,-1 0,1-24,0-26,-1-24,-49 74,25-173,-50 148,0-24,-24 24,-26 1,26 49,-50-25,49 50,-49 24,0 26,-50 148</inkml:trace>
  <inkml:trace contextRef="#ctx0" brushRef="#br0" timeOffset="-153705.96">1786 9327,'0'0,"0"0,0 0,0 0,0 0,0 0,0 0,-25 0,25 0,0 0,0 0,0 0,0 0,0 0,0 0,25 0,-25 0,0 0,25 0,-25 0,0 0,25 0,-25 0,24 0,1 0,-25 24,25-24,0 0,0 0,-1 0,1 0,99 0,-99 25,25-25,-1 0,-24 0,25 0,-1 0,1 0,-25 0,24 25,1-25,-25 0,-1 0,1 0,0 0,0 25,0-25,0 0,-25 0,24 0,-24 0,0 25,0-25,-24 0,24 0,-25 0</inkml:trace>
  <inkml:trace contextRef="#ctx0" brushRef="#br0" timeOffset="-152571.9">2034 9376,'25'0,"-25"0,0 0,25 25,-25 0,0 0,0-1,24 26,-24 0,25-1,-25 1,0 49,0 0,25 25,-25-49,0 49,25 0,-25-25,0 0,0-49,0 74,0-75,0 1,0 74,0-74,-25 74,25-75,-25 75,25-74,0 0,0 49,0-25,-25 25,25-49,0 74,0-74,0-1,0 150,0-150,0 26,0-26,0 26,0-50,0 24,0 1,0-25,0 24,0-49,25 50,-25-50,0 0,0 0,0 0</inkml:trace>
  <inkml:trace contextRef="#ctx0" brushRef="#br0" timeOffset="-151560.84">1761 12179,'25'25,"0"25,0-26,-1 1,1 0,0 25,-25-26,25 26,24 0,-24-1,0 1,25-1,-26 1,1 0,0-26,0 26,0-50,-1 25,-24-25,25-25,-25 25,0-25,25-24,-25-1,25 0,-25 1,25-1,-25 1,24-1,1 25,-25-24,25 24,-25 0,0 25,0 0,0 25,0 0,0-1,0 1,0-25,0 25,0-25,0 25,0-25,-25 0</inkml:trace>
  <inkml:trace contextRef="#ctx0" brushRef="#br0" timeOffset="-151115.81">2480 12452,'-49'-25,"24"25,0-25,0 25,-49 0,24-24,1 24,-1 0,-24 0,24 0,1 0,-1 0,-24 0,49 0,0 0,0 0,0 0,1 0,24 0,0 24</inkml:trace>
  <inkml:trace contextRef="#ctx0" brushRef="#br0" timeOffset="-140138.18">15701 7441,'-24'25,"-1"-25,-25 25,25-25,-24 25,24 0,-25-25,1 24,-26-24,26 25,-1-25,0 0,-49 25,25 0,24-25,1 25,-75-1,49-24,1 0,24 25,-99-25,75 0,-25 0,24 0,-74 25,75-25,-25 0,24 0,-73 25,48-25,-172 0,197 0,-123 0,123-25,-24 25,0 0,-75 0,75 0,0 0,0 0,-100-25,100 25,0 0,-1 0,-98 0,-100 0,-24-25,99 25,-1 0,-98-24,-25 24,99 0,24 0,-421-50,249 25,148 0,-1 25,-147-24,-1-26,149 25,-25 0,-124-24,0 24,149 25,0-25,-124 25,25 0,173 25,-74 25</inkml:trace>
  <inkml:trace contextRef="#ctx0" brushRef="#br0" timeOffset="-136710.99">7293 12551,'0'0,"0"25,0-25,24 25,-24-25,0 25,0 24,0-24,-24 0,24-25,-25 0,0 0,25 0,-25 0,25-25,-25 0,25 0,0 1,0-1,0 25,0-50,0 50,25-25,-25 25,0 0,25 0,-25 0,25 100,-25-76,0 26,0-25,-25 24,25-49,0 0,-25 0,25 0,-25-24,25-1,-24-25,24 50,0-25,24-24,-24 24,25 0,-25 0,25 25,0 0,0 0,-1 0,-24 25,25 0,-25 0,0 24,0-24,-25 0,1-25,-1 0,0 0,0-25,25 0,-25 1,25-1,0-25,0 25,25 1,-25 24,25-25,-25 25,25 0,0 0,-1 0,1 49,0 26,-50 24,-24-49,24-26,-25-48,1-100,49 99,0-25,49 1,1 24,-1 25,-24 0,0 49,-50 51,0-76,1 26,-26-50,0-25,26-24,-1 24,50-74,24 99,1 0,-1 0,1 24,-50 51,0-26,-50 1,26-25,-26 0,25-25,-24-50,49 25,-25-24,0 24,25-25,25 1,0-1,-1 50,1-25,0 0,49 50,-49 0,-25 25,0-1,0 26,-25-51,1 26,-26-50,25-25,0 25,1-49,24 24,-25-25,25 25,25-24,-1 49,1-50,0 50,25-25,-26 50,1 0,-25 0,0 24,-25 75,-24-74,-1-25,25-25,1-25,-1 0,0-24,25-26,0 26,25 24,24 0,-24 0,25 25,-1 50,-24-1,-25 26,0-1,-25-49,1-25,-26 0,0-74,26 49</inkml:trace>
  <inkml:trace contextRef="#ctx0" brushRef="#br0" timeOffset="-135181.9">7317 12675,'0'0,"0"0,0 0,0 0,0 0,0 0,0 0,25 0,-25 25,0 0,25-25,0 49,0-24,-1 25,26-1,0 1,-1 24,-24-24,49 24,1 1,-50-1,49-24,0 49,-49-24,25-26,24 26,-24-1,-25-49,0 24,-1 1,1-25,0 24,-25-49,25 25,-25 0,0-25,0 0,0 0,0 0,0 0,-25-25</inkml:trace>
  <inkml:trace contextRef="#ctx0" brushRef="#br0" timeOffset="-134713.87">8310 13717,'24'0,"-24"25,0-25,0 25,25-1,-25 1,0 0,25 0,-25 0,25-1,0 1,-25 0,24 0,-24 0,25-25,-25 49,-25-49,1 0,-26-25,0 25,1-24,24 24,0 0,0 0,25-50</inkml:trace>
  <inkml:trace contextRef="#ctx0" brushRef="#br0" timeOffset="-134470.86">8285 13667,'0'25,"0"25,-25 24,-25 1,50-51,-24 1,24-25</inkml:trace>
  <inkml:trace contextRef="#ctx0" brushRef="#br0" timeOffset="-133877.83">8533 13519,'0'0,"25"24,-25 1,0 25,24-1,-24-24,0 50,25-26,-25 26,25-51,-25 51,0-50,0-1,0 1,0 0,0-25,25 0,-25 0,25 0,-25-25,24 0,-24 1,25-26,-25 25,75-74,-75 49,24 26,1-26,-25 25,25 0,-25 1,25-1,-25 25,0 0,-25 0,0 25</inkml:trace>
  <inkml:trace contextRef="#ctx0" brushRef="#br0" timeOffset="-132941.78">7268 12576,'25'0</inkml:trace>
  <inkml:trace contextRef="#ctx0" brushRef="#br0" timeOffset="-132801.76">7392 12601,'0'0</inkml:trace>
  <inkml:trace contextRef="#ctx0" brushRef="#br0" timeOffset="-132784.76">7392 12601</inkml:trace>
  <inkml:trace contextRef="#ctx0" brushRef="#br0" timeOffset="-132769.76">7392 12601</inkml:trace>
  <inkml:trace contextRef="#ctx0" brushRef="#br0" timeOffset="-132644.76">7541 12601,'0'0,"0"0</inkml:trace>
  <inkml:trace contextRef="#ctx0" brushRef="#br0" timeOffset="-132503.75">7689 12626,'0'0,"25"-25</inkml:trace>
  <inkml:trace contextRef="#ctx0" brushRef="#br0" timeOffset="-132486.75">7714 12601</inkml:trace>
  <inkml:trace contextRef="#ctx0" brushRef="#br0" timeOffset="-132472.75">7714 12601</inkml:trace>
  <inkml:trace contextRef="#ctx0" brushRef="#br0" timeOffset="-132362.75">7813 12626,'0'0,"50"-25</inkml:trace>
  <inkml:trace contextRef="#ctx0" brushRef="#br0" timeOffset="-132220.75">7987 12675,'25'0,"25"-49</inkml:trace>
  <inkml:trace contextRef="#ctx0" brushRef="#br0" timeOffset="-132186.75">8062 12626</inkml:trace>
  <inkml:trace contextRef="#ctx0" brushRef="#br0" timeOffset="-132172.75">8062 12626</inkml:trace>
  <inkml:trace contextRef="#ctx0" brushRef="#br0" timeOffset="-132073.72">8186 12650,'24'0</inkml:trace>
  <inkml:trace contextRef="#ctx0" brushRef="#br0" timeOffset="-131928.72">8384 12650,'25'-24</inkml:trace>
  <inkml:trace contextRef="#ctx0" brushRef="#br0" timeOffset="-131787.72">8582 12626,'25'0,"-25"0</inkml:trace>
  <inkml:trace contextRef="#ctx0" brushRef="#br0" timeOffset="-131645.72">8830 12626,'0'0,"25"0</inkml:trace>
  <inkml:trace contextRef="#ctx0" brushRef="#br0" timeOffset="-130880.66">7863 12576,'0'25,"25"-25,-25 0,0 25,0-1,0 26,0-25,0 49,0-49,-25 0,0 49,0-24,1 24,-1-74,0 25,0 0,25-25,-25 25,25-25,-24 24,48-24</inkml:trace>
  <inkml:trace contextRef="#ctx0" brushRef="#br0" timeOffset="-130295.63">8062 12824,'0'0,"0"25,0 0,0-1,-25 26,25 0,-25-1,25-24,0 25,25-50,-25 24,25-24,-1 0,1 0,0 0,0 0,0-24,-1-1,1-25,0 50,0-49,-25 24,0-25,-25 1,-25 24,50 25,-24-25,-1 25,25 0,-25 0,0 0,25 0,-25 25,25-25,0 25</inkml:trace>
  <inkml:trace contextRef="#ctx0" brushRef="#br0" timeOffset="-129926.6">8285 12998,'0'0,"-25"-25,0 25,-24-25,24 25,0-25,-25 25,1-25,-1 25,25 0,0 0,25 0,0 0</inkml:trace>
  <inkml:trace contextRef="#ctx0" brushRef="#br0" timeOffset="-124547.29">7342 12601,'0'-25,"0"25,0 0,0 0,25 0,-25 0,25 0,-25 0,0 0,25 0,-1 0,-24 0,25 0,0 0,0 0,0 0,-1 0,1-25,-25 25,25 0,-25 0,25 0,0 0,-1 0,26 25,-25-25,-25 0,25 0,-1 0,-24 0,50 0,-25 0,0 0,24 25,-49-25,25 0,0 0,0 0,0 0,-1 0,1 0,0 0,0 0,0 25,49-25,-49 0,0 0,-1 0,-24 0,25 0,0 0,25 0,-26 24,-24-24,25 0,0 0,-25 0,25 0,-25 0,25 0,-25 0,24 0,1 0,-25 0,25 0,-25 0,0 0,25-24,-25 24,25 0,-1 0,-24 0,25 0,-25 0,25-25,0 50,-25-25,25 0,-50 0,0-25,0 0,0 0,-49-24,0 24,49 25,0-25,0 25,50 0,-25 0</inkml:trace>
  <inkml:trace contextRef="#ctx0" brushRef="#br0" timeOffset="-124178.27">8731 12601,'25'0,"-25"25,-25-25,25 24,0-24,-25 25,1-25,-1 25,25-25,-25 25,0 0,0-25,25 0,-24 24,24 1,0-25,0 0,-25 25,25-25,0-25,0 0</inkml:trace>
  <inkml:trace contextRef="#ctx0" brushRef="#br0" timeOffset="-123905.26">8483 12378,'0'24,"25"-24,-25 50,0-25,25 49,-25 1,0-26,0-24,25 0,-25 0,0 24,0-49,-25-99</inkml:trace>
  <inkml:trace contextRef="#ctx0" brushRef="#br0" timeOffset="-123250.22">7764 11261,'0'25,"25"25,-1-1,-24-24,25 25,0-1,0 26,0-26,-1 1,-24-25,25 24,-25-24,0-25,25 0,-25 25,0-25,25-25,0 0,0 1,-1-26,1 25,0 0,0-49,0 49,-1-24,1 24,0 0,-25 0,25 0,-25 25,0 0,-25 25</inkml:trace>
  <inkml:trace contextRef="#ctx0" brushRef="#br0" timeOffset="-122850.2">8285 11807,'0'25,"-25"0,25-25,-25 24,0 1,25-25,-24 50,-1-25,25-1,0-24,-25 25,25-25,0 25,-25-25</inkml:trace>
  <inkml:trace contextRef="#ctx0" brushRef="#br0" timeOffset="-122586.18">8086 11857,'0'0,"0"24,25 1,0 25,0-1,-25-24,25 0,-1-25,1 25,0-25,-25 0</inkml:trace>
  <inkml:trace contextRef="#ctx0" brushRef="#br0" timeOffset="-120741.08">7193 12551,'0'0,"0"0,0 25,0 0,25 0,-25-1,0 26,0-50,0 50,-25-1,25 1,0 24,0 1,0-26,0 26,0-26,-24 51,24-51,0 1,0 49,0-49,0 24,0 100,0-125,0-24,0 0,0 24,0-49,0 25,0-25,-25 0,50-25</inkml:trace>
  <inkml:trace contextRef="#ctx0" brushRef="#br0" timeOffset="-119633.01">8508 12626,'0'24,"0"-24,0 0,0 25,0-25,0 0,0 25,0-25,0 25,0-25,0 49,0-24,0-25,0 50,0-25,0-1,0 1,0 0,0 25,0-1,0 1,0-25,0 49,0 1,0-51,-25 26,25-25,0 49,0-24,0-25,0 24,0 26,0-26,0 1,0-25,0 49,0-49,-25 24,25-24,0 25,0-1,0-24,0 25,0-1,0-24,0 0,0 0,0 24,0-24,0-25,0 0,0 25,0-50,0 25,25-49</inkml:trace>
  <inkml:trace contextRef="#ctx0" brushRef="#br0" timeOffset="-119125.98">8533 14337,'0'25,"0"-25,-25 50,25-1,-25 1,25-25,-25 24,25-49,-24 0,-1 0,0 0,0-25,25 1,-25-1,25-25,0 25,0 1,0-1,0 25,50-25,0 25,-26-25,1 25,0 0,0 0,-25 25</inkml:trace>
  <inkml:trace contextRef="#ctx0" brushRef="#br0" timeOffset="-118589.95">8682 14287,'0'0,"0"50,24-25,-24 0,25 24,-25-24,25 0,25 25,-1-26,-24-24,25 25,-26-25,51 0,-25 25,-1-25,-24 25,49-25,-49 25,25-1,-25-24,24 25,-24-25,0 0,-25 0,0-25</inkml:trace>
  <inkml:trace contextRef="#ctx0" brushRef="#br0" timeOffset="-118217.93">9500 14560,'25'25,"-25"-25,25 25,0 0,-1 24,1-24,0-25,-25 25,0-25,25 0,-25 25,-25 0,25-25,-50 24,50-24,-24 25,-26 25,25-25,25-25,-25 24,25-24,-24 25,-1-74</inkml:trace>
  <inkml:trace contextRef="#ctx0" brushRef="#br0" timeOffset="-117975.92">9426 14610,'25'74,"-25"-24,0-25,0 24,0-24,0 25,24-25,-24-25,50-25</inkml:trace>
  <inkml:trace contextRef="#ctx0" brushRef="#br0" timeOffset="-117405.88">9798 14660,'0'49,"0"1,0-1,0 1,25 0,-1-50,-24 0,25 0,0-25,25-25,-26 1,1-1,0 0,-25 1,0 24,0 50,0 49,0 75,-25-75,25 1,-25-1,1 1,-1-26,0-49,25 50,-25-50,0 25,25-25</inkml:trace>
  <inkml:trace contextRef="#ctx0" brushRef="#br0" timeOffset="-117000.86">10071 15255,'25'25,"-1"-25,-24 24,0 1,0 0,-24 25,-1-50,-75 149,100-100,0 1,0-25,25-1,0-24,0 0,-25-24</inkml:trace>
  <inkml:trace contextRef="#ctx0" brushRef="#br0" timeOffset="-112510.6">7317 12700,'-24'0,"24"0,24 25,-24-25,0 25,25-1,0 1,0 0,-25 0,25 24,-1-24,1 0,25 49,-25-49,24 25,-24-1,25 26,-26-50,1 24,25 1,-25 0,74 74,-74-75,24 26,-24-51,-25 1,50 25,-25-25,24 24,-24-24,0 25,-25-50,25 24,-1 1,-24 0,25-25,0 0,-25 25,-25-50,0 0,25 25,-24-49,-1 24,0-25,-25-24,-74-100,124 149,-74-74,49 74,-49-74,24 25,-24-26,24 76,0-51,26 26,-26-1,-24 0,49 1,0 24,0 0,0 0,25 25,0 0,25 0,0 25,0 0,0 0,74 124,-25-75,-24-24,-25-1,49 26,-49-26,24 26,26 24,-1-25,-74-49,50 50,0-26,-1 1,1 24,-25-24,-1-25,1 24,0-49,0 50,-25-25,25-25,-50 0,0-50,0 50,-24-50,24 1,-25-26,25 51,-49-51,49 26,-49-51,-1 26,1-25,49 49,-74-49,74 49,-49-49,-26 25,51-1,24 26,-25-1,26 25,-26-24,25-1,25 50,0 0,25 0,25 25,-1 49,1-24,-1 24,26 1,-1-1,-24 0,24 26,1-26,-1 50,0-49,-24 24,0-25,24-24,-24 24,-25 1,24-26,26 1,-51-25,-24-25,-24 0,-1-25,0 0,-25-25,1 1,24-26,-49 1,-1-25,1 0,-1 24,1-24,-1 0,1-1,24 1,-24 25,24-1,-49-24,74 50,1 24,-1 0,50 25,-1 25,26 24,0 26,-1-26,26 51,-1-1,0-25,1 26,-26-1,26 0,-1-25,-24 1,24-1,50 100,-74-125,0 1,-26 0,1-1,0-24,0-25,-50 0,25-25,-25 0,0-49,-24 24,-1 1,-24-50,24 24,-24-24,49 49,-50-49,1 0,-50-50,74 99,1 1,24-1,-25 1,1-1,24 25,25 25,-25 0,25 0,25 25,25 25,-26 24,1-49,0 24,0 1,49 25,-24-26,-25 26,-1-26,51 1,-50-1,74 125,-49-124,-26-1,1-24,-25-25,0 0</inkml:trace>
  <inkml:trace contextRef="#ctx0" brushRef="#br0" timeOffset="-110847.51">8111 11038,'25'-25,"-25"0,-50 1,26 24,-26-25,25 25,-25-25,-24 25,0 0,74 0,-75 25,50 0,-24 24,-1 1,25-1,25 1,-24 25,-1-51,25 76,0-1,0 25,49 25,1-50,-50-50,74 51,-24-26,0-24,-26-26,76 51,-76-75,51 50,-1-50,1 24,-26-24,51 0,-76-24,51 24,-1-50,-24 0,-25 1,49-26,-49 50,0-74,-1 25,-24-149,0 173,-24-74,-1 74,-50-74,26 25,-26 0,26 49,-26 1,51 24,-51 0,1 25,-1 0,51 0</inkml:trace>
  <inkml:trace contextRef="#ctx0" brushRef="#br0" timeOffset="-98528.8">14511 14560,'-25'25,"-25"-25,26 25,-1 0,-50-25,26 25,-26-1,1 1,-25 0,-1 25,1-26,-25 26,0 0,0-26,0 26,0-25,-25 24,25-24,-124 25,124-25,0-1,25-24,0 0,-1 0,26-24,0 24,24-25,0 0,1-25,-1 1,25-26,1-24,-1-25,0-25,25-24,-25-1,-24 0,-1-123,50 173,-25 49,25 26,0 24,25 25,0 0,24 0,1 0,0 0,24 0,25 25,-24-25,24 0,0 0,25 0,-25 0,25 25,25-25,99 0,-99 0,0 0,-25-25,0 25,25 0,-25 0,0 0,0 25,-50-1,50 1,-74 0,49 0,-49 0,-25-1,24 26,-24 0,0 24,-25 50,0 0,25 223,-25-198,0 0,-25-25,0-25,-74-24</inkml:trace>
  <inkml:trace contextRef="#ctx0" brushRef="#br0" timeOffset="-92368.45">7689 10418,'0'25,"0"0,0-1,-24 1,24 0,0 0,-25 0,25-1,0-24,25 0,-1 0,1 0,0-24,25-1,-26 0,26-25,24 1,1-50,-1 49,-24-24,0 24,-1 0,1 1,-1-1,-24 25,0 0,25 25,-26-24,-24 24,0-25</inkml:trace>
  <inkml:trace contextRef="#ctx0" brushRef="#br0" timeOffset="-83030.92">9947 14536,'24'0,"1"0,-25 24,25-24,-25 50,0 49,0 0,0 1,0 24,0-25,0 25,-25-25,25-24,0-26,0 1,0-25,0-50,0-25,0 1,25-100,-25 49,0-98,0 124,-25-50,25 99,0 0,-25 50,25 0,0 148,0-98,0 98,25-49,-25-99,-25-75,25 1,0-100,0 50,0-100,0 125,-24 24,-1-24,25 74,-25 25,25 24,-25 100,0-25,25-49,-24 98,24-123,0-25,0-25,0-50,0 25,0-24,0-100,0 74,0-49,-25 75,25 24,-25 75,25 24,0 124,0-74,0 25,0-99,0-25,0-25,50-100,-26-48,1-1,-25 74,0 51,25 73,25 75,-26 25,26 0,-25-99,-25-50,25-50,49-198,-74 124,25 49,-25 75,0 25,0 99,-25 25,0 0,1-99,24-50,0-25,0-75,0 1,0 0,0 99,-25 50,25 74,-25 0,25-25,-25-149,50-49</inkml:trace>
  <inkml:trace contextRef="#ctx0" brushRef="#br0" timeOffset="-82368.88">10269 14486,'25'25,"-25"-25,25 25,-25-1,25 1,-25 25,0-1,0-49,24 50,-24-25,0 0,25 24,-25 1,0-50,0 25,25-25,-25 24,0-24,25 0,-25 0,25 0,-25-24,24-1,26-99,-25 99,-25-49,25-1,-25 26,24 24,-24 0,0 50</inkml:trace>
  <inkml:trace contextRef="#ctx0" brushRef="#br0" timeOffset="-81566.83">10616 14908,'0'0,"0"24,0 1,0 0,0-25,0 25,0-25,25 0,-25 0,25 0,-25-25,25 0,0 25,-25-25,0 1,24-1,-24 0,0 25,0 0,0 25,0 0,-24 24,24-49,0 50,0-50,0 49,0-24,-25 25,25-50,0 49,0-49,0 50,-25-25,25 24,0-49,-25 25,25-25,-25 25,25-25,-24 0,-1-25,-25-24,75-1</inkml:trace>
  <inkml:trace contextRef="#ctx0" brushRef="#br0" timeOffset="-70869.22">7169 12725,'0'0,"0"0,0-25,0 25,0-25,0 0,0 25,0 0,24 0,-24 0,0 0,25 25,-25-25,0 25,0-25,0 50,0-50,0 49,0-49,0 50,0-1,0-24,0 25,0-1,0 1,0 0,0-26,0 76,0-51,0 26,0-26,0 75,0-99,0 50,0 24,0-74,0 74,0-50,0 1,0 0,0-26,0 26,0-50,0-74,0 24,0 0,0 1,0-1,0-49,0 49,0-74,0 75,0-75,0 25,0-26,0 76,0-50,0 49,0-49,0 24,0 26,0 49,0-25,0 50,0 24,0 150,0-75,0-75,0 76,0-51,-25 75,25 0,-24-50,24-50,0 51,-25-51,25 26,0-26,0-24,0-25</inkml:trace>
  <inkml:trace contextRef="#ctx0" brushRef="#br0" timeOffset="-70226.19">7342 13990,'-25'49,"25"-24,-49 50,24-26,0 50,25-74,0 25,-25-25,25 0,-24-25,24 0,-25-25,25 0,-25 25,25-50,-50-24,26-1,24 26,-25-26,25 26,-25-1,25-49,0 49,25 50,-25 0,25-24,-1 24,26 0,0 24,-26-24,1 0,0 25,0 0,0-25,-25 25,0-25,-25 0,0 0,25 0</inkml:trace>
  <inkml:trace contextRef="#ctx0" brushRef="#br0" timeOffset="-69690.16">7020 13295,'0'25,"0"-25,0 25,0-25,0 0,0 0</inkml:trace>
  <inkml:trace contextRef="#ctx0" brushRef="#br0" timeOffset="-67978.06">8558 12700,'0'25,"0"0,0-1,0 26,0-25,0 0,-25-1,25 76,0-51,0-24,0 25,0 74,0-75,0 1,0 24,0 50,0-74,0 24,0-24,0 99,0-100,0 1,0 0,0 24,0-24,0-26,0 26,0-25,0 0,-25-50,25 0,0-49,0 49,0-99,0 25,0-50,0 74,0-49,0 50,0-75,25 25,-25 0,0 50,0-26,0 51,0-50,0 24,0 50,0 50,0 25,0-1,0 125,0-50,0 25,0-75,0 50,0-49,0 24,0 25,0-50,0-24,0 0,0-26,0 1,0 0,0-25,-25 0,25-74</inkml:trace>
  <inkml:trace contextRef="#ctx0" brushRef="#br0" timeOffset="-67292.02">8533 12650,'-25'0,"0"0,0 0,1 0,-1 0,-25 0,25-24,-24 24,24 0,-49 0,49 0,-25-25,-24 25,-1 0,50 0,-49 0,0 0,-26 0,26 0,0-25,-26 25,-24 0,50 0,49 0,0 0,1 25</inkml:trace>
  <inkml:trace contextRef="#ctx0" brushRef="#br0" timeOffset="-65859.94">8508 12799,'0'25,"0"25,0 24,0 75,0-25,-25-25,25 0,-25 1,25-1,0 0,0 0,0 0,0-24,0-1,0 1,0-26,0-24,0 0,0-25,-24-25,24 0,-25 0,0-24,25 24,-25 0,0-24,-24-1,24 0,-25-24,1 0,24-1,-49 1,24-1,0 1,1 0,-26-26,26 26,-1-1,-74-73,99 73,0 50,1-24,-1 24,-25 0,50 25,-25-25,25 25</inkml:trace>
  <inkml:trace contextRef="#ctx0" brushRef="#br0" timeOffset="-33642.09">10542 10641,'0'0,"0"0,25 50,-25-25,0 24,0 26,25-1,-25-49,0 49,0-24,0 49,0 0,0 1,0-51,0 75,0-49,0-1,24 25,-24-24,0-26,25 26,-25-51,25 51,0-50,0-1,-1 1,26-25,-50 25,25-25,24 25,1-25,0 0,-26 0,1 0,50 0,-1 0,-24 0,-1-25,51 25,-76 0,51 0,-1 0,1 0,-26 0,50 0,50 25,-74-25,24 0,-25 0,1 25,24-25,-74 0,99 0,-25 25,0-25,-49 0,74 0,-99 24,74-24,0 0,0 0,-49 0,24 0,1 0,-1 0,1 0,24 0,-74 0,99 0,-75 0,1 0,-1 0,1 0,-25-24,0-1,-1 0,1 0,-25-25,50 1,-25-26,-25 26,24-50,1 24,-25-24,25 25,-25-26,0-24,0 25,0-99,-25 98,25 51,-25-26,1 26,-1-1,0 25,0 1,0-1,1 25,-26 0,25 0,-49 0,49 0,-49 0,-1 0,26 0,-51 0,26 0,-124 25,123-25,-24 0,-25 0,25 24,-25-24,0 25,0-25,0 0,24 0,-49 0,25 0,0 0,0 0,-24 0,24 0,0 0,0 0,-1 0,1 0,-74 25,99-25,24 0,1 25,0-25,24 0</inkml:trace>
  <inkml:trace contextRef="#ctx0" brushRef="#br0" timeOffset="-14742.01">5606 15131,'0'0,"0"0,0 25,0-25,0 24,0-24,25 25,-25-25,0 25,24-25,-24 50,25-26,-25 1,25 0,0 25,0-25,-25-1,24 26,26 24,-50-49,25 25,0-25,0 49,-25-49,24 0,-24-1,25 26,-25-50,0 0,25 25,-25-100</inkml:trace>
  <inkml:trace contextRef="#ctx0" brushRef="#br0" timeOffset="-14225.98">6201 15106,'0'25,"0"0,0 24,-25 26,-24-26,24 26,0-26,0 26,1-26,-1 26,-25-1,25-24,25-1,-24 1,24 0,0-26,-25 1,25-25,0 0,99-74</inkml:trace>
  <inkml:trace contextRef="#ctx0" brushRef="#br0" timeOffset="-12427.88">6846 15553,'0'0,"0"-25,0 25,0 0,-25 0,25 0,-25 0,1 0,24 0,-25 0,-25 0,1 0,49 0,-50 0,50 0,-25 0,0 25,1-25,24 24,-25 1,25-25,0 0,74 0</inkml:trace>
  <inkml:trace contextRef="#ctx0" brushRef="#br0" timeOffset="-11518.83">7119 15304,'0'25,"0"0,0 25,0-1,0-24,0 50,0-1,0-24,0-26,0 26,25-25,-25 0,25-1,-25 1,24-25,-24 0,25 0,-25-25,25-24,0-1,0 1,-1-26,-24 26,50-75,-25 74,-25 0,0 25,0 1,25 24,-25-25,0 50,0-1,0 1,0 25,0-25,0 49,0 1,0-1,0-49,0 49,0-49,0 25,0-1,24-24,26 0,0 0,-50-25,49 0,-24-25,0 25,0-25,-1 25,1 0,0-25,-50 0</inkml:trace>
  <inkml:trace contextRef="#ctx0" brushRef="#br0" timeOffset="-10711.78">7615 16470,'0'0,"-25"0,0 0,1 0,-51-24,26 24,-1 0,25 0,-49 0,49 0,-49 0,-1 0,1 0,49 0,-74 24,74-24,-74 0,-1 0,26 0,49 0,-124 0,100 0,-26 25,1-25,0 25,24 0,0 0,26-1,-1 1,-25 0,50-25,0 0,0 25,0-25,25 25,49 24</inkml:trace>
  <inkml:trace contextRef="#ctx0" brushRef="#br0" timeOffset="-10127.75">6648 17016,'-25'50,"0"24,25 25,0-24,-25-1,25 0,0-24,25 25,-25-26,0-24,25 25,0-26,-1-24,26 25,0-25,-1-25,-24 25,25-24,24-1,1-25,-51 25,1 1,25-76</inkml:trace>
  <inkml:trace contextRef="#ctx0" brushRef="#br0" timeOffset="-9792.75">6995 17314,'-74'0,"-1"24,1-24,-1 0,26 0,-26 0,1 0,24 0,1 0,-1 0,0 0,26 0,-1-24,0-1</inkml:trace>
  <inkml:trace contextRef="#ctx0" brushRef="#br0" timeOffset="-9176.69">5383 16123,'24'0,"1"0,-25 25,25-25,-25 25,0-25,-25 0,25 0,-49 0,24 0,25 0,-25 0,0 0,-24 0,24 0,-25 0,25 0,25 0,-24 24,24-24,0 0,0 25</inkml:trace>
  <inkml:trace contextRef="#ctx0" brushRef="#br0" timeOffset="-8887.68">5358 16446,'-25'0,"0"24,-24-24,24 25,-25-25,1 0,24 0</inkml:trace>
  <inkml:trace contextRef="#ctx0" brushRef="#br0" timeOffset="-7799.63">4738 15825,'-25'0,"0"25,-25 25,26-1,-1 1,0 0,25-26,0 51,0-50,0-1,0 1,0-25,25 0,0 0,-25 0,24-25,1 1,0-51,0 26,0-26,-1 50,-24-24,0-26,25 75,-25 0,0 25,-25 0,25 49,0-24,0 24,-24 26,-1-1,25-25,-25 26,0-26,0 50,1 0,-1 25,0-100,-25 75,26-74,-26 49,-24 25,49-99,0-25,0-25,0 0,1 1,24-1,0-50,0-24,0 25,49-1,-24-24,25 50,-1-1,26 25,-26 0,26 25,-1 0,-24 25,-1 0,1 0,49 24,-49-24</inkml:trace>
  <inkml:trace contextRef="#ctx0" brushRef="#br0" timeOffset="-5714.5">4614 14337,'24'-25,"-24"25,0 25,25 0,-25 25,0-1,0 1,-25-25,1-1,24 1,-25 25,0 24,0 1,25 24,-25 0,25 25,-24-25,-1-24,0-26,-49 100,49-74,-25 24,25 50,-24 24,49-123,-25 49,0-49,0 24,1 0,-26 1,25-25,-24 24,24-24,-25 49,1 25,-1-25,50-25,-50 26,26-51,-26 26,0 24,-99 74,125-148,-26 99,25-74,-49 24,24 50,1-24,-1-26,0 50,26-74,-26 74,0-25,1 0,24-74,0 49,25-49,-25 0,1-25</inkml:trace>
  <inkml:trace contextRef="#ctx0" brushRef="#br0" timeOffset="12344.54">8384 16421,'74'0,"-49"25,25-25,-1 0,1 24,-25 1,24 25</inkml:trace>
  <inkml:trace contextRef="#ctx0" brushRef="#br0" timeOffset="13342.59">9079 16222,'0'0,"-25"0,0 0,-25 0,25 0,1 50,-1-1,0 1,0 0,25 24,0 1,25-26,-25-24,25 0,0-25,-1 0,1-25,0-25,0 1,-25-26,25-24,-25 74,25 0,-25 25,-25 25,25 0,0 0,0 0,0 24,0 1,0-25,0 24,0 26,0-26,0 1,0 24,0-24,0 74,0-74,0-26,0 26,0-25,0 0</inkml:trace>
  <inkml:trace contextRef="#ctx0" brushRef="#br0" timeOffset="13536.61">9277 16743,'-25'50,"25"-25</inkml:trace>
  <inkml:trace contextRef="#ctx0" brushRef="#br0" timeOffset="14264.65">9475 16272,'-24'25,"-1"24,25-24,-25 0,25 0,0 0,25-1,24 26,-24-50,50 50,-51-26,1 26,25 24,-50 1,0-50,0 74,0-50,-25 1,0 0,-24-1,49-49,-25 25,0-25,-25-74,50-1,0 26,25-1,0-49,0 74,0-74,24 0,-24 49,-25 0,25 1,-25 24,0 0,0 25,-25-25,0 25,-24 0,24 25,-25-25,25 25,25 0,0-25,50 25</inkml:trace>
  <inkml:trace contextRef="#ctx0" brushRef="#br0" timeOffset="14656.67">10021 16545,'25'0,"25"0,-1 0,1 0,-25 0,24 0,1 0,-25 0,-25 25,24-25,-24 0,-24 24</inkml:trace>
  <inkml:trace contextRef="#ctx0" brushRef="#br0" timeOffset="14956.69">10096 16768,'24'0,"1"0,25 0,-1-25,1 25,-25-25,24 25,-24 0,0 0,0 0,-25 25,0-25</inkml:trace>
  <inkml:trace contextRef="#ctx0" brushRef="#br0" timeOffset="31856.65">10815 16197,'0'25,"0"-25,25 25,-1 0,-24 24,25-24,-25 0,25 25,0-25,-25-1,25 26,-25-25,24 24,-24-24,25 0,0 0,-25 0,25 24,-25-24,0 0,25-25,-25 0,0-25,24 0,-24-49,0 24,25 25,0-148,-25 123,25-24,-25 24,25-24,0 49,-25 0,0 0,0 0,0 50,0 0</inkml:trace>
  <inkml:trace contextRef="#ctx0" brushRef="#br0" timeOffset="33052.71">10666 16966,'0'0,"25"25,24-25,1 0,49 25,-24-25,24 0,0-25,-24 25,24 0,0-25,-25 25,26 0,-26 0,0 0,1 25,-50-25,24 25,-49-25,0 0,0 0,-25-25</inkml:trace>
  <inkml:trace contextRef="#ctx0" brushRef="#br0" timeOffset="33844.75">11212 17338,'0'25,"0"-25,0 25,-25 25,0-26,25 1,0 0,-25 50,25-51,-25 1,25 25,-24 24,24-24,0-25,0-1,0 26,0 0,0-26,0 1,49-25,-24-25,50 1,-26-1,26 0,49 0,-75 0,-24 25,0 0,0 0,-1 0,-98-49</inkml:trace>
  <inkml:trace contextRef="#ctx0" brushRef="#br0" timeOffset="34234.78">10939 17636,'25'0,"-1"0,26 0,0 0,-1-25,1 25,-25 0,24 0,-24 0,0-24,25 24,-50 0,24 0,-24 0,-49-25</inkml:trace>
  <inkml:trace contextRef="#ctx0" brushRef="#br0" timeOffset="37100.95">11013 17562,'25'-50,"25"25,24-24,-49 24,25 25,-26 0,-24 0,-24 49,-26 1,0-25,1 49,24-24,-25-25,25 0,25-25,0-25,75-25,-50 25,49-24,1 24,-26 25,-24 50,-25-1,-25 26,0 49,-24-50,-1-24,50-26,25-48,25-26,24-24,0-1,-24 50,-25 25,0 25,-50 25,0 24,-49 1,24-51,50-24,25-49,49-1,1 25,-51 50,1 0</inkml:trace>
  <inkml:trace contextRef="#ctx0" brushRef="#br0" timeOffset="37832.99">10492 17611,'-49'50,"49"0,-25-26,25 26,0-25,-25 24,50 1,-25-25,25-25,0 25,-1-1,1-24,0 0,25-24,-50 24,24-25,1 0,0-25,-25 26,0-26,0 25,-25-24,0 24,-49-74,49 99,0 0,25 0,-24 24,24 1,0 0</inkml:trace>
  <inkml:trace contextRef="#ctx0" brushRef="#br0" timeOffset="38110.01">10790 17909,'-25'0,"0"25</inkml:trace>
  <inkml:trace contextRef="#ctx0" brushRef="#br0" timeOffset="38804.05">10840 17438,'-25'0,"25"24,0 1,0 0,-25 25,25-1,0-24,25 25,-25-50,0 25,25-25,-1 0,-24 0,25 24,-25-24,25 0,-25-24,25 24,-25 0,25-25,-25-25</inkml:trace>
  <inkml:trace contextRef="#ctx0" brushRef="#br0" timeOffset="39130.07">10889 17388,'25'0,"-25"25,0 24,0 1,0 25,25-26,-25 26,25-1,-25 0,0-24,0 0,0-26,0 1,0-25</inkml:trace>
  <inkml:trace contextRef="#ctx0" brushRef="#br0" timeOffset="45465.43">12526 16520,'0'50,"25"-1,0 1,0 24,0 1,-1-1,1 0,0 1,0-1,0-24,-1-1,-24-24,0-50,0-99,0 50,25-50,-25 74,50-148,-25 148,-1-24,1 0,0 49,-25 25,25 0</inkml:trace>
  <inkml:trace contextRef="#ctx0" brushRef="#br0" timeOffset="45816.45">12998 16743,'49'-25,"-24"25,25 0,-26-24,51 24,-25-25,-1 25,-24 0,-50 0</inkml:trace>
  <inkml:trace contextRef="#ctx0" brushRef="#br0" timeOffset="46022.46">13047 16818,'25'0,"0"0,24 0,-24 0,25 0,-25-25,24 25,1 0</inkml:trace>
  <inkml:trace contextRef="#ctx0" brushRef="#br0" timeOffset="46319.48">13568 16768,'75'-25,"-51"25,26 0,24 0,-24 0,0 25,-26-25</inkml:trace>
  <inkml:trace contextRef="#ctx0" brushRef="#br0" timeOffset="48905.63">14015 16470,'0'-24,"24"24,1 0,0 0,0-25,0 25,-1-25,1 25,0-25,0 25,0 0,-25 0,24 0,-24 0,0 25,0-25,0 25,-24 0,24-1,-25 1,0 25,0-25,25 24,-25-24,25 0,-24 0,24-25,0 24,0-24,0 0,24 0,-24 0,25 0,0 0,0 0,49 0,-49 0,0 0,-25 0,25 25,-25-25,0 25,0 0,0-25,0 49,-25-24,25 0,-25 0,0 24,-24-24,24 0,0 0,0 0,0-1,1-24,24 0,-25 25,25-25,0 0,0 0,0 0,0 0,25 0,-25 0,0-49</inkml:trace>
  <inkml:trace contextRef="#ctx0" brushRef="#br0" timeOffset="53112.87">14511 16917,'0'25,"0"-1</inkml:trace>
  <inkml:trace contextRef="#ctx0" brushRef="#br0" timeOffset="54844.97">14486 16917,'25'0,"-25"0,0 0,0 0,25 0,-25 0,0 0,24 25,-24-25,0 0,0 24,0-24,0 25,-24-25,24 25,0-25,-25 0,25 0,0 0,0 0,-25 0,25 0,0 0,0-25,0 25,0 0,0 0,25-25,-25 25,0 0,25 0,-25 0,0 0,24 0,-24 25,0 0,0-25,0 0,-24 0,24 0,0 0,-25 0,25 0,0 0,0-25,0 25,0 0,0 0,0 0,0 0,25 0,-25 0,0 0,0 0,0 25,0-25,0 0,0 0,0 0,0 0,0 0,0 0,0 0,0 0</inkml:trace>
  <inkml:trace contextRef="#ctx0" brushRef="#br0" timeOffset="56694.07">15007 16520,'0'0,"0"0,0-25,0 25,0-25,0 25,0-24,0 24,0-25,0 25,0-25,0 0,0 25,0-25,0 25,-25-25,25 25,0 0,-25-24,25 24,0 0,-25 0,25 0,-24 0,24 0,-25 0,25 0,-25 24,25 1,-25-25,25 25,0-25,-25 25,25 0,-24 0,24-1,0 1,0 0,0 0,24-25,-24 25,0-25,25 24,-25-24,25 25,-25-25,25 0,-25 0,25 0,-25 25,24-25,-24 0,0-25,25 25,-25 0,25-25,-25 25,25-24,-25-1,0 25,25-25,-25 0,0 0,0 25,0-24,0 24,0-25,0 25,0 0,0-25,0 50,-25 24,25 26,0-1,0 50,0 0,0-49,0-1,0 0,0-24,0-50,-25-99</inkml:trace>
  <inkml:trace contextRef="#ctx0" brushRef="#br0" timeOffset="74704.1">15255 16718,'0'25,"0"25,0 24,-25-24,25-1,0-24,0 0,0 0,0 0,0-25,0 0,25 0,-25-25,0 0,0-25,25-24,-25 24,0 26,24-26,-24 0,25 1,-25 24,0 25,25-50,0 50,-25-24,0 24,0 24,25-24,-25 25,0-25,0 50,0-25,0-25,0 24,0 26,25-25,-25 0,0-1,0 1,0-25,0 25,0-25,0 0,0 0,0-25,0 0,24-24,-24 49,0-25,0 0,50-49,-50 49,0 25,25-25,-25 25,25 0,-1 0,-24 0,25 0,-25 25,0 0,25 0,-25 24,0 1,0-25,0-1,0 26,0-50,0 50,0-26,0 1,0-25</inkml:trace>
  <inkml:trace contextRef="#ctx0" brushRef="#br0" timeOffset="75280.14">15925 16718,'-25'-24,"0"24,0 24,0 1,1 25,24-25,0-1,0 1,0 0,24 0,26 0,0 24,-26-24,1 25,0-26,-25 1,-25 0,0 0,1-25,-76 0,76-25,-1 25,0-25,25 25,0-25</inkml:trace>
  <inkml:trace contextRef="#ctx0" brushRef="#br0" timeOffset="75672.16">15825 16495,'0'0,"50"0,-25 0,0 0,-1 0,1 0,0 0</inkml:trace>
  <inkml:trace contextRef="#ctx0" brushRef="#br0" timeOffset="75959.18">16098 16346,'25'25,"-25"25,0-25,25-1,-25 26,0-50,0 25,0-25</inkml:trace>
  <inkml:trace contextRef="#ctx0" brushRef="#br0" timeOffset="142110.96">12229 16073,'0'100,"0"-51,25 75,-25-49,0 74,0-50,0-25,24 125,-24-100,25 99,-25-99,25 100,0-100,-25-24,25 98,-25-98,24 24,-24-50,0-24,0-25,0-25</inkml:trace>
  <inkml:trace contextRef="#ctx0" brushRef="#br0" timeOffset="142995.01">12055 16197,'25'-24,"24"-1,51 25,-26-25,25 0,1 0,48 1,1-26,25 25,-1-24,1-1,25 0,-1 26,0-26,26 0,-1 1,0-1,0 1,-24 49,223-50,-249 50,-49-25,25 25,-75 0,1 0,-26 25,-24-25,-25 25,25 0,-25-1,25 1,0 25,-25 24,0 1,0 24,24 25,-24 25,0 24,0 249,0-224,0 1,0-1,0-49,0-25,0-49,0-26,-99-74</inkml:trace>
  <inkml:trace contextRef="#ctx0" brushRef="#br0" timeOffset="143672.04">12229 18182,'25'-25,"24"0,26-24,24 24,25 0,-50 0,75 0,-75 25,100-24,25 24,-1 0,-99 24,124-24,-99 0,75 25,49-25,-25 25,-124-25,149 0,-148 0,123 25,0-25,-24 0,49 25,-149-25,-50 0,-24 0,-99-25</inkml:trace>
  <inkml:trace contextRef="#ctx0" brushRef="#br0" timeOffset="145371.15">12898 17090,'0'25,"0"0,-24 0,24 0,0-1,0 1,0 0,24 0,-24-25,25 0,0 25,-25-25,0-25,25 0,-25 25,0-50,25 26,-25-26,0 25,0 0,0 25,0-24,49 48,-49 26,25 0,-25-1,0-24,25 49,-50 1,0-1,25-49,-49 50,49-51,-50 1,0 0,26-25,-1 0,25 0,-25 0</inkml:trace>
  <inkml:trace contextRef="#ctx0" brushRef="#br0" timeOffset="-211937.46">7913 12650,'0'0,"-25"0,25 25,0-25,0 0,0 25,0 0,0-25,0 25,0-1,0 1,0 0,0 0,-25-25,25 25,-25-1,25-24,-25 25,1 0,24-25,-25 25,25-25,-25 0,25 25,0-25,0 0,-25 0,25 0,0 0,0 0,25-25,-25 25,0-25,25 25,-25-25,25 0,-25 25,24-24,1-1,-25 0,25 0,-25 0,0 1,25-1,-25 25,0-25,0 0,25 0,-25 1,0 24,0-25,24 25,-48 0,24 25,0-1,0-24,-25 25,25 25,-25-1,25-24,0 0,-25 0,25 24,-25-24,1 25,24-25,-25-1,25-24,-25 25,25-25,0 0,0-25,0 1,25 24,0-50,-25 0,0 26,0 24,24-50,-24 50,0-25,0 0,0 1,0-1,0 0,25 25,-25 0,0 0,0 0,0 25,0 0,0-25,0 49,-25 26,25-51,-24 1,24 25,-25-25,25-1,-25 1,25 0,0-25,0 0,0 0,0-25,25 0,-25 1,25-1,-1 0,-24 0,25 0,0-24,-25 24,25 0,-25 0,0 1,0-26,0 25,0 25,0 0,0 25,0 0,0 0,-25-25,25 24,0 26,-25-50,25 25,0 0,-25-1,25-24,0 25,-24-25,24 25,0-25,-25 25,25-25,0 0,0 0,0-25,25 25,-25-25,24 0,-24 1,25-1,-25 25,25-25,-25 0,0-24,0 49,25-25,-25 0,0 25,0-25,0 0,0 25,0 0,0 0,0 25,-25-25,25 50,0-25,-25 24,25-49,0 50,-25-50,25 25,-24-1,24-24,0 25,-25-25,25 0,25 0,-1-25</inkml:trace>
  <inkml:trace contextRef="#ctx0" brushRef="#br0" timeOffset="-210299.36">8508 12725,'0'0,"0"-25,0 50,0-25,0 25,0-1,0 1,0-25,0 25,0 0,0 24,0-24,0 50,0-51,0 51,0-26,0 125,-25-50,25-25,0-49,0 74,-25-74,25 49,-24 0,24 25,0-74,-25 24,25-24,0-1,0 1,0-25,0-50,0 0,0 0,25-49,-25 24,0 1,24-51,-24-24,25 0,-25 75,25-75,-25 49,0 26,0-50,0 24,25-24,-25 24,25-24,-25 50,0-1,24-49,-24 74,0-49,0 24,0 25,0 0,0 1,0-1,0 25,0 25,0-25,0 99,0-50,0-24,-24 50,24-26,0 50,0-49,0 49,0-49,0 0,0 49,0-25,0 25,0-49,0 49,0-49,0-1,0 100,0-74,0-1,0 0,0 1,0-50,24 24,-24-24,0 0,0-25,0-25,0 0</inkml:trace>
  <inkml:trace contextRef="#ctx0" brushRef="#br0" timeOffset="-208269.25">7392 12477,'-25'0,"0"0,25 25,25-25,-25 0,25 0,24 0,-24 0,25 0,24 0,1 24,-51-24,51 0,-26 0,26 25,-1-25,1 0,-26 25,26-25,-50 25,49-25,25 25,-74-25,0 0,-25 0,0 0,-50-25,1 25,-26 0,50 0,-74 0,74 0,-74 0,0 0,0 0,49 0,-49 0,74 0,-49 0,-1 0,26 0,24-25,0 25,25 0,25 0,24-25,26 25,-50 0,49-25,-24 25,49 0,-25 0,25 0,-49 0,49 0,-74 0,50 0,-1 25,-24-25,-26 0,26 0,-25 0,0 0,-50 0,-25-25,25 25,-49-24,49 24,-74 0,25 0,-26 0,51 0,-51 0,51 0,-26 0,-24 0,25 24,49-24,0 0,0 0,1 0,-1-24,99 24,-49 0,0 0,24 0,1 0,24 0,1 0,-50 0,49 0,-24 0,-1 0,26 0,-26 0,1 0,0 0,-26 0,26 24,-25-24,0 0,-25 25,0-25,0 0,24 25,-24-25,0 25,25-25,-25 0,0 0,25 0,0 0,-25 0,0 0,25 25,-25-25,0 0,0 0,24 24,-48-24</inkml:trace>
  <inkml:trace contextRef="#ctx0" brushRef="#br0" timeOffset="-203996">8657 12700,'-25'0,"25"25,0 0,0-1,0 26,0 0,-25-1,25 1,0 24,0 25,-25 1,25-51,0 51,0-26,-24 25,-1 25,25 0,0-49,-25 24,25-25,-25 50,0 50,25-75,0-74,0 25,0-50,0 0,0-25,25-25,-25 25,0-74,0 74,0-74,0-25,0 25,0 49,0-49,0 25,25-50,-25 0,0 24,0 26,0-25,25-50,-25 50,0 24,0 1,0 49,0-49,0 49,0 0,0 25,25 0,-25 0,0 50,0-26,0 26,0 24,0 26,0-51,0 26,0-1,0 25,0 25,0 0,0-74,-25 148,25-148,0 49,0 0,0-24,0-26,0 1,0-25,0 24,0-73,0-51,0 1,0-1,0-24,0 0,0-25,0 25,0-50,0 50,0-125,0 125,0 0,0 25,0-1,0 1,0 24,0 1,0 49,-25 24,25 26,0 24,0 1,0-1,0 50,0 0,-25 0,25 100,0-76,0-24,0 0,0 0,0-24,0-51,0 50,0-49,0 0,0-50,0 0,0 0,0-50,0 0,25-49,-25 50,0-51,0 26,0-25,0-50,0 25,0-25,0 0,0 100,0-75,0 0,0 24,0 51,0-26,0 26,0-1,0 1,0 24,0 25,0 0,0 25,0 24,0 26,0-1,0-24,0 49,-25-25,25 25,0 125,0-150,0 50,0 0,0 25,0-50,0 25,-25-25,25-24,0-1,0-24,0-25,0-25,0-25,0-50,0 1,25-25,-25 0,0-25,25-100,-25 100,0 0,25-24,-25-1,0 49,0-24,0 25,0 0,0 25,0 24,0 0,0 26,0 24,25 49,-25 1,0 49,-25 0,25 25,0 0,-25-74,25 74,-25 0,25 25,0-100,-25 100,25-99,0 74,0-25,0 0,0-49,0 49,0-49,0-1,0 1,0-25,25-25,-25 0,0 0,0-25,0-50,0 51,0-1,25 0,-25 0,0-24,0 24,0 0,0 25,0-25,0 25,0-25,0 25,0 0,0 0,0-24,0-1,0 0,0 25,0-25,0 0,0 1,0-26,0 0,0 1,0-1,0 25,0-49,0 24,0-24,0 49,0-74,0 74,0-24,0-26,0 50,0-124,0 125,0-51,0 26,0 24,-25-25,25 25,0-24,0 24,0-25,0 50,0-24,0 24,0-25,0 25,0 25,0-1,25 1,-25 0,0 0,0 24,0 1,0-25,0 49,0 75,0-75,0-24,0 49,0-74,0 74,0 1,-25-26,25-24,0 24,0-24,0 49,0-25,0 1,0-51,0 51,0-26,0 26,0-1,0-24,0-50,0 50,0-26,0 1,0 0,0-25,0-50</inkml:trace>
  <inkml:trace contextRef="#ctx0" brushRef="#br0" timeOffset="-202527.92">8582 12526,'0'0,"-24"0,24 0,0 25,0 0,0 0,0 0,0-1,0 26,0 49,0-49,0-1,0 51,0-26,0 0,0 26,0-26,0 1,0 24,0-25,-25 100,25-100,0 1,0-1,0-24,0 24,0-24,-25-1,25 26,0-51,0 26,0-50,0 0,0-25,0-24,0-26,0 26,25-26,-25-98,25 73,-25 1,0-25,24 25,-24 0,0 49,0-49,0 49,0-49,25 49,-25-49,0 25,0 24,0 1,0-1,0 25,0 0,0 1,0 24,0 0,0 74,0-49,-25 49,25 1,0-1,0-24,0 49,0-50,0 76,0-26,0 50,0-100,0 100,0-99,0 148</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3T23:56:29.136"/>
    </inkml:context>
    <inkml:brush xml:id="br0">
      <inkml:brushProperty name="width" value="0.09071" units="cm"/>
      <inkml:brushProperty name="height" value="0.09071" units="cm"/>
      <inkml:brushProperty name="color" value="#3165BB"/>
    </inkml:brush>
    <inkml:brush xml:id="br1">
      <inkml:brushProperty name="width" value="0.12095" units="cm"/>
      <inkml:brushProperty name="height" value="0.12095" units="cm"/>
      <inkml:brushProperty name="color" value="#3165BB"/>
    </inkml:brush>
  </inkml:definitions>
  <inkml:trace contextRef="#ctx0" brushRef="#br0">19599 12737 8122,'15'5'432,"-3"-1"1,-5 0-61,0-1 1,-4 0 942,3-3-359,-4 0-625,2 4 1,-5 1-94,-2 4 1,-2 1 91,-4-1 1,-2 0-202,-1 1 0,-3 2 109,-3 1 1,2 3-181,1 0 1,-1-2 109,-2 2 1,-1-2-338,0 2 1,1-4 127,-1-6 0,-4 1-378,-2-3 0,-1-3 257,-2-8 0,0-3-140,0-9 1,1-3-156,2-3 1,2-3 21,5-3 1,3-2 137,3-4 0,6-1 100,2 1 0,12-3 452,4-1 0,7-2-422,6 3 0,4 0 1000,8 6 0,4 3-418,3 6 1,-5 6 428,1 3 0,-4 6-154,5 0 0,-4 5-251,-3 5 1,-2 2-41,-4 5 0,-1 3-160,-2 8 0,-6 4-217,-7 0 1,-3 4 92,-3-1 0,-1 6-618,-5 3 0,-8-2 323,-1-1 0,-10-2-1309,1-1 1,-7-4-151,0-3 1,-2-1 137,-1-1 0,1-5 1501,3-1 0,-2-1 0,2-1 0,-3 1 0,-3 0 0</inkml:trace>
  <inkml:trace contextRef="#ctx0" brushRef="#br0" timeOffset="1">19292 13026 8134,'7'-15'405,"3"3"-405,1 2 1239,-2 4-747,-3-2 0,2 3 243,-2-4 186,-2 4-173,4-4-353,-7 8 0,7-1 199,-5 8-294,0 1-89,-3 10-31,0-2 0,0 8-79,0 5 0,0 0 169,0 3 0,0 2-356,0 2 0,0 1 131,0 1 0,-3 0-790,0 1 0,-4-4 375,4 0 1,-4-5-986,1-1 0,-2-5 431,-2-4 1,1-4-598,0-3 7,-1-2 1514,1-4 0,0 2 0,-1-3 0</inkml:trace>
  <inkml:trace contextRef="#ctx0" brushRef="#br0" timeOffset="2">19283 13519 8134,'9'-4'0,"3"0"0,1-2 783,-1-2-385,-2 7 1,-1-4 20,0 5 1,-3 0 62,1 0 1,-5 5 329,1 1-469,-6 6 0,-3 7-93,-7 6 0,-4 8-90,-5 7 0,9-17 0,-1 1-287,0 3 0,0 2 1,1-1-1,0 0 219,-2 2 0,-1-1 0,3 2 0,-1-1-349,-1 3 1,-1 0-1,3-1 0,0 0 127,1-1 1,-1 0 0,3-3 0,0 0-295,-1-3 1,0-1-1,-9 17-376,2-4 0,-1-7 431,1-2 1,2-7-1590,0-6 1958,5-8 0,2 10 0,5-7 0</inkml:trace>
  <inkml:trace contextRef="#ctx0" brushRef="#br0" timeOffset="3">19162 13696 8129,'18'-28'0,"0"5"107,-3 1 0,2 3 274,-5 4 1,4-2 144,-4 5 1,4 2-109,-4 4 0,5 4 150,-2-1 1,3 3-118,1 3 1,-1 7-11,1 9 0,3 4-140,-1 5 1,5 5-58,-1 4 0,-1 3 71,1 4 0,-1 0-653,4-3 0,0-1-387,0-3 0,-5-3 520,-4 1 0,-3-6-1198,-7-1 0,0-5-115,-6-4 1518,-2-5 0,3 2 0,-4-7 0,0-2 0</inkml:trace>
  <inkml:trace contextRef="#ctx0" brushRef="#br0" timeOffset="4">19813 13436 8129,'24'-10'483,"-2"2"60,-6 2 0,-4-3 664,-6 3 1,-2-2-547,-4-1 1,-1-2 281,-2-1 1,-4 2-346,-9-3 0,-11 0-267,-16 0 1,15 8 0,-3 2-155,-5 1 1,-2 1-1,-2-1 1,1 0-688,-1 0 1,-1 1 0,-3-1-1,-1 0 481,-4 0 0,-1 0 1,3 2-1,0-1-791,0 0 1,1-1 0,2 2 0,1-1 819,-1 1 0,1 0 0,1 0 0,0 0 0,2 0 0,-1 0 0,2 0 0</inkml:trace>
  <inkml:trace contextRef="#ctx0" brushRef="#br0" timeOffset="5">20354 12616 8084,'14'-9'0,"-2"0"646,-5-1 0,1 1 10,-2 0-205,-2-1 1,3 4 926,-3 0-522,3 4-223,-6-2-340,7 8-58,-7 5-257,3 6 69,-8-1 0,2 4-47,-4-3 73,4 3 1,-5 4-49,3-1 0,1 5 88,3-1 1,0 1-168,0-1 0,6 3-16,3 0 1,4-2 126,6 2 1,1-2 5,1-7 1,0-4 75,4-8 1,0-5-128,3-9 0,-5-5-140,-1-13 1,-2-1 72,-2-8 1,-3 3 63,-3-3 1,-1 0-99,-2-3 0,-4-1 43,-2 1 0,-2 3-167,-1 0 0,-4 5 98,-2 1 0,-6 5-611,-4 8 1,-2 2-38,0 7 0,-9 2-300,-4 4 1,-5 7-712,-5 2 1424,3 11 0,-8 0 0,4 8 1</inkml:trace>
  <inkml:trace contextRef="#ctx0" brushRef="#br0" timeOffset="6">20316 12942 8096,'28'0'0,"0"0"282,0 0 0,-4 3-113,-2 0 0,-3 1 1063,0 0 0,-5-2-285,-1 4 0,-1 0-80,-3 3 0,2 5-360,-8 1 0,0 4-189,-3 3 0,-1 2-289,-2 8 0,1 2 74,-4 6 0,0-1-268,0 5 0,-1-2 247,4 2 0,-4-1-944,0-6 0,-1 5 145,-1-8 1,0 4-113,-1-4 0,1-3-699,0-3 1,0-4 719,3-5 0,-2-6 808,2-4 0,-1 3 0,-2-6 0,-2 0 0</inkml:trace>
  <inkml:trace contextRef="#ctx0" brushRef="#br0" timeOffset="7">20428 13585 8096,'14'-10'0,"1"4"0,-3 0 0,-1 4 768,1-1 1,-2 2-238,0 1 1,-4 2 300,0 4 0,-4 4-292,1 9 0,-10 6-52,-5 6 1,-5 3-178,-1 9 1,-5 2-427,11-21 1,-1 1-1,0 1 1,-1 0 23,0 2 1,0 0 0,0 0 0,0-1 118,0-1 1,0 1 0,2-2 0,0-1-469,-9 20 1,1-4 387,1-6 0,-2-4-1438,-1-8 1,1-4 70,6-9 1419,-3-4 0,7 2 0,-5-4 0,1 0 0</inkml:trace>
  <inkml:trace contextRef="#ctx0" brushRef="#br0" timeOffset="8">20372 13557 8110,'33'1'758,"-2"2"0,-5 2-156,-1 4 0,-3 4-180,3-1 0,-5 5 297,2-2 1,-1 7-275,0 3 1,0 6 179,4 3 0,0-1-242,3 1 0,1-3-75,2 3 1,1-1-639,2 2 0,1-3 314,-4-4 0,-4-1-836,-5 1 1,-4-3 522,-2 0 0,-6-7-2546,-4 0 1410,-4-5 1465,3-4 0,-10-5 0</inkml:trace>
  <inkml:trace contextRef="#ctx0" brushRef="#br0" timeOffset="9">20847 13445 8123,'14'-9'1056,"-1"-1"-793,-7 1 1,-2 3 1141,-4 0 0,-8 0-624,-4 0 1,-9 1 117,-4 2 0,-10 2-367,-5-2 0,-10 6-701,22 0 1,0 0 0,-5 1 0,-1-1-499,-3 0 0,-1 0 0,0 1 0,1 0 437,1-3 0,0 1 1,1 1-1,1 0 230,1-1 0,1-1 0,-1 3 0,1-1 0,-1 0 0,1 0 0</inkml:trace>
  <inkml:trace contextRef="#ctx0" brushRef="#br0" timeOffset="10">21862 12756 8058,'0'-9'-198,"0"-1"1,0 4 131,0 0 1,0 0 865,0-4 143,0 1-335,0 0 1,-1 2 49,-2 1-306,-2 4 0,-5-1 115,1 6-235,-5 2-129,0 9 100,-9 0 1,4 6-51,-3 2 1,-1 3-119,1 6 1,2 3-350,4 6 122,7-6 69,1 7 1,7-9-67,-3 2 0,9-2-194,4-4 321,4-4 86,10-2 0,4-4-8,4-3-37,0-5 48,-7-6 0,3-6-15,-2-4 0,0-3 2,0-9 0,1 0-122,-4-7 48,-5 5 0,0-10-1,-5 2 1,-3-2-148,-6 2 1,-2 1-379,-1 2 1,-5 2 235,-5 5 0,-3 3-373,-6 3 1,-3 4 722,-3 2 0,-3 1 0,-1 1 0,1 7 0,2 6 0</inkml:trace>
  <inkml:trace contextRef="#ctx0" brushRef="#br0" timeOffset="11">21685 13212 8093,'24'-4'0,"-3"-1"484,-5-5 0,-3 1-242,-3 0 0,-2 0 1022,-2-1 0,-1 1 312,-1 0-1090,-3 3 1,2 2-233,-6 4 0,-6 10 11,-3 5 1,-2 7-288,2 6 1,2 5 102,-3 4 1,1 0-25,3 4 1,-3-4 53,6-3 1,-1 1-563,0-4 1,0 0-220,4-3 1,-3-1-449,3-2 0,0-2 221,3-5 0,0-2 897,0-1 0,0 1 0,0 3 0</inkml:trace>
  <inkml:trace contextRef="#ctx0" brushRef="#br0" timeOffset="12">21620 13706 8030,'9'0'0,"0"0"1638,1 0 0,-5 1-743,-2 2 1,-2 2-384,-1 4 0,-1 2-113,-2 1 0,-6 2-54,-7 5 0,-5 4-382,0 2 0,-2-2 112,1 2 0,-1-1-785,-1 1 1,0-1 505,2-3 1,2-1-1046,-1 2 0,-2-4 480,1-2 0,2 2-279,4-3 1,3-2 488,3 0 1,5-3-82,2 0 640,2-1 0,5-4 0,5-1 0,6-4 0</inkml:trace>
  <inkml:trace contextRef="#ctx0" brushRef="#br0" timeOffset="13">21378 14115 8030,'14'-9'0,"1"0"324,-3-1 1,-1 2 210,5 2 0,0 2 289,2 4 0,1 0-71,-1 0 1,2 4-310,2 2 0,3 2 383,6 2 1,-1-1-292,4 0 0,-3-3 13,3 1 0,-3-2-161,3 1 0,-4-2-325,1-4 1,-5 1-71,-1 2 1,-5-2-63,-2 2 0,0 2-313,-6-2 1,-3 3 161,-2-3-647,-5 0 538,2-3 1,-5 0-443,-2 0 0,-2 0 275,-5 0 0,-2-7 8,-1-2 0,0-7 225,1 1 0,0-3 60,-3-1 1,2 1-105,-2-1 1,-1-1 76,-2-1 1,-1-3-122,0-4 0,-2 0 52,-1 0 0,-3 0-49,3 0 0,2 9 64,4 3 1,0 6-714,3 4 997,1-3 0,2 8 0,1-3 0</inkml:trace>
  <inkml:trace contextRef="#ctx0" brushRef="#br0" timeOffset="14">21536 14190 8027,'9'4'0,"-2"0"376,-1 2-307,-4 2 1,2-2 383,-4 3 0,0 0 815,0 1 0,0-1-694,0 0 1,-1 2-202,-2 1 0,2 2-281,-2 5 0,2 0 106,1-1 0,0 2-476,0 2 0,0-4 82,0 1 0,0-1-365,0-6-2247,0 0 2808,0-2 0,4-5 0,1-1 0</inkml:trace>
  <inkml:trace contextRef="#ctx0" brushRef="#br0" timeOffset="15">21676 14208 8027,'23'10'0,"-2"2"487,-8 0 1,-2 1 172,-8-4 0,3 4 747,-3-1 1,0 2-1154,-3-2 0,-1-1-25,-2 5 0,1 0-296,-4 6 0,1-2 76,-1 1 1,0 2-887,3-1 0,2-3 488,-2-4 1,2-2 388,1 2 0,8-4 0,3 3 0</inkml:trace>
  <inkml:trace contextRef="#ctx0" brushRef="#br0" timeOffset="16">21880 13436 8112,'29'0'675,"0"0"84,-10 0 1,1 3 2070,-8 0-1287,5 4-590,-7-6 1,-2 6-395,-8-4 1,-9 0-410,-10-3 0,-8 4 47,-7-1 0,-8 0-327,-8-3 0,21 1 0,-3 1-490,-5-1 1,0 1-1,1 0 1,1-1-983,0-1 1,-1 0 1276,-2 0 0,0 0 0,-1 2 1,-1 0-1,-5 1 0,1-1 1</inkml:trace>
  <inkml:trace contextRef="#ctx0" brushRef="#br0" timeOffset="17">21694 14879 8112,'28'9'0,"-3"-3"-8,0 0 1,-5-3 44,-2 0 0,0-2 320,-6-1-237,5 0 87,-7 0 0,3 0-60,-3 0-117,-5 0 175,3-4 32,-3-2-60,1-3 1,-1 3 126,-2 0-40,-2-1-111,3-6 0,-4 3 205,0-3 17,-4 3-132,-1 1 1,-9-4 228,-1 1-222,-3-1 33,-5 4-228,0 0-69,-14-1 1,-2 1 377,-11 0-2138,-1-1 1811,-1 5 1,1-2 175,5 4-505,-5-4 247,-1 2 0,24 1 1,-2 1 101,2 0 1,1 0-612,-1 2 1,2 0 525,-21-3 0,5 5-684,1 2 774,3 2 23,5 5 0,-3 0-34,2 2-10,2-1 1,-6 6 18,1-1 1,4-2 54,-1 2-48,8-5 752,-1 3-769,3-5 1,0 0-68,-1 0 54,0-3 0,0-2 572,0-4 1,-3-1-527,-3-2 0,-6 1-154,3-5 1,0 4 139,6-3 436,0 4 1,1-2-511,2 4 1,-2 0 53,2 0-407,3 0 329,-5 0 1,2 1-134,-6 2 321,2-2-100,-7 7 1,5-4-34,0 3 216,0-3 0,8-4-56,-2 0 0,-2 0-115,2 0 1,2 0 21,2 0 0,0 0-61,-1 0 0,2 0-14,-5 0 38,0 0 1,-2-3-19,2 0-149,-2-5 143,4 7 1,-5-4-143,0 2 134,0 2 1,1-6-208,2 4 1,-2-5 54,2 2 0,-2-3-120,0-4 0,-2 2 57,-2-4 1,0 0 148,-3 0 0,4 1-71,-1 5 0,0 1-49,3 1 1,-1 0 111,8 4 0,-3 3 120,5 3 1,-1 6 229,4-2 0,2 6-120,-2-4 0,5 0 36,-2-3 1,3-1-20,1 1 0,3-1 565,3-1-189,2-3 471,1 3-716,4-4-805,-3 0 1,4-1 288,-5-2 0,0 0-1315,0-3 0,-1 0 136,-3-3 1367,-5-1 0,3-3 0,-2-1 0</inkml:trace>
  <inkml:trace contextRef="#ctx0" brushRef="#br0" timeOffset="18">17970 14748 8112,'6'0'-704,"0"0"663,-4 0 96,7 0 1,-7-3 364,4 0-52,-4 0-936,6-1 287,-3 3 830,5-3-264,-1 4 1,0 0 11,1 0 0,2-3 75,1 0 1,0-2 409,-1 2 1,-1 2-278,1-2 1,2 2 238,-2 1 1,0 0-264,-2 0 0,-2 1 463,-2 2-238,3-2-233,-8 8-64,3-4-116,-13 4 1,-2-3 66,-11 0-182,-6-3 1,-9 4-22,-6-4-119,1 0 0,-5-8 319,3-4-626,17 2 1,-2 0 0,3-2-1,0-1 304,-6 1 0,-2 0 0,1 1 0,0 0-157,2 1 1,0-1 0,-2 1 0,1-1 65,4 1 0,0-1 0,-1-1 0,-1 1-341,1 2 1,-1 0 0,-22-3-393,3 2 1,6 5 483,9-1 1,4-1 129,9 1 1,3 0-3,9 3 0,3 4 371,3 2 0,9 2-243,6 2 0,7-1 275,9 0 0,12 4-148,6-1 1,-20-4 0,0 0 113,0-2 1,1 0 0,0 1 0,1-1-129,-2-2 1,1 1 0,1 0-1,1-1-147,1 1 0,-1-1 0,4 1 0,0 0 80,-2-1 0,0 1 0,-2 0 0,0-1 27,20 6 0,-4-1-34,-2 0 1,-4-4 76,2-1 1,-6-3 55,-1-1 1,-4 0-28,1 0 1,-6 0 790,-3 0-468,-7 0 853,-1 0-824,-9 0-217,-1 0-233,-16 0 0,-5 1-87,-14 2 1,-3-1 103,-6 4 1,-4-3-385,-6 3 1,3-4 340,-3 2 1,23-2 0,-2 0-7,0-1 0,-1 1 0,-1 0 0,-1-1-12,-1-1 0,1 0 0,3 0 0,0-1-53,1-1 0,0 1 1,-21-1-82,-1-5 0,3 5 19,4-1 0,6-1 141,6 1 1,9 0-124,3 3 286,11 0 1,2 0-123,12 0 0,10 3-103,11 0 1,10 0-156,6-3 0,5 0 60,4 0 1,-23-1-1,0-2 31,5 0 1,1 0 0,-1-1 0,1 1 34,1 0 0,-1-1 0,-1 0 0,-1 0 120,-2 1 1,0 0 0,-3 0-1,1 1-107,-1-1 0,-1 0 0,25 1 288,-5-2 1,-5 3 96,-1 1 0,-11 0 36,-6 0 1,-7 0 324,-5 0-384,-1 0 0,-7 0-373,-4 0 0,-11 0 602,-10 0 0,-8 0-606,-12 0 0,-2 0 123,-7 0 0,-1 0-215,23 0 0,0 0 0,-3 0 1,1 0 117,-3 0 0,0 0 1,-2 0-1,-1 0-41,-1 0 1,0 0 0,1 0 0,0-1-31,5 0 1,0-1 0,-1 1 0,0 0 71,1-2 0,0 0 1,1 2-1,1 0 9,1-1 1,0 1-1,-18 0-4,8 1 1,7 0 119,10 0 1,3 0-257,9 0 674,3 0 1,13 3-209,11 0 0,10 3-113,13-3 0,-15-1 1,1-1-165,4 0 1,0-2-1,2 0 1,1-2-122,-2 0 0,1 0 1,5-1-1,1 0-7,3-1 0,0 0 0,0 1 1,0-1 62,-1 0 0,-1 1 0,-6 0 0,-1 0 205,-5 0 1,0 1-1,24-1 55,-3 4-334,-3 0 466,-17 0-52,2 0 0,-16 1 339,1 2-275,-5-2-131,-6 8 0,-6-7-197,-8 4 7,-9-4 0,-11 6 47,-8-2-80,-4 3-423,-10 0 590,-1 0-1156,23-6 1,-2 0 989,-3 1 1,-1 0 0,1-3 0,0-1 23,-3 1 1,-1 1-210,2-1 1,0-1 125,1 0 1,0 0 0,0 0 0,1-1-710,3 0 0,0-1 698,-1 0 1,0-1-1,-20-6-90,3 3 0,10-1-88,11 4 1522,5 0-1269,12 3 0,12 0 1065,15 0 0,13 3-928,14 0 1,6 3-220,-19-4 1,2-1 0,-1 2 0,0 0 300,1-1 0,1 0 1,1-1-1,-1 1-267,3-2 0,0 0 0,0 0 0,1 0 56,2 0 1,0 0 0,-4 0 0,-1 0-33,-4 0 1,-1 0 0,21-3 266,-4-1 1,-9 1 2,-3 3 0,-9 0 846,-7 0-721,-3 0 0,-12 1 68,-6 3-307,-15 1 118,-11 4 1,-10 0 87,-5 1 0,-2-1-500,17-4 0,-1-1 0,-3 0 0,0-2 307,-6 2 1,0-1-1,2-2 1,0 0-149,1 0 0,0 1 0,2-2 0,-1 0 21,-3-1 0,1-1 0,5 0 0,-1-1-125,-1-2 1,0 0 0,6 1 0,0 0 211,1 1 1,1 0 0,-14-4-368,6 3 1,12 1-62,7 3 314,7 0 1,13 0-50,11 0 1,15 0 46,12 0 0,-15-1 1,1-1-78,7 1 1,0-1 0,-2 0 0,1 1-6,5 1 1,1 0 0,-1 0 0,2 0-16,1 0 1,0 0-1,-1 0 1,-1-1 66,-2-1 0,0 1 0,-5 0 1,-1 1 120,-1-2 1,-2 1-1,23 0 86,-7 1 1,-4 1 186,-8 2 0,-4-2 479,-8 2-537,-1 2 1,-11-3-387,-1 4 1,-10-4 181,-11 2 1,-8-3-53,-11-1 0,-6 3 101,-7 0 0,0 0 283,0-3 1,-2-1-458,-1-2 1,-3-5-85,24 2 1,0-1 0,-1 0 0,0 1 58,-23-7 0,9 3 55,7-3 0,8 6-266,4 1 0,10 4-90,2-1-751,7 2 760,16 1 1,0 1-1455,15 2 1842,-6-2 0,5 3 0,-3-4 0</inkml:trace>
  <inkml:trace contextRef="#ctx0" brushRef="#br0" timeOffset="19">17048 15661 8193,'4'-15'529,"-2"2"-253,5 4 1,-4-1 251,3 1-1,-4 0 86,2 4 0,-3 0-141,2 5 1,-2 1-142,2 3 0,-2 2-70,-1 6 0,-3 7 139,0 6 0,0 6-95,3 3 1,-1 2-31,-2 1 1,2 0-94,-2 1 1,2-1 62,1 0 1,0-1-420,0-1 0,0 1 154,0-2 1,0-2-1135,0-1 0,-1-7 550,-2-6 1,2-3-2133,-2-6 2736,-3-4 0,5 0 0,-3-5 0</inkml:trace>
  <inkml:trace contextRef="#ctx0" brushRef="#br0" timeOffset="20">17011 15633 8180,'9'0'275,"1"0"-235,-1-4 0,-3 2 195,0-4 1,-4 2 101,1-2 311,-2 4 1,1-6-349,1 2 1,-2 0-368,2 0 0,2 4 1,1-1 0,6 2 111,0 1 0,6 1 247,0 2 1,2 3-127,5 7 1,-1 4 175,4 5 1,-3 4-159,0-1 1,-7-1 83,0 0 0,-5 0-114,-1 1 0,-6 1 90,-3-4 1,-2 0-223,-1 0 0,-8-1-33,-4 4 1,-6-5-262,-4 2 0,-1 1 155,-5-1 1,0-1-535,0-2 1,1-5 302,2-1 0,-1-7-560,5-3 1,-4-2 204,3-1 0,0 0-325,4 0 1028,3 0 0,2 4 0,3 1 0</inkml:trace>
  <inkml:trace contextRef="#ctx0" brushRef="#br0" timeOffset="21">17327 15977 8206,'24'-3'0,"-2"0"341,-6 0 1057,-3 3-432,-8 0-969,-1 0 58,-4 4 1,-4 1-38,-2 5 0,-1-1 90,0 0 1,-1 5-153,2 1 1,2 3 114,1 1 0,-1-1 110,1 1 0,-2 0-116,2 3 1,2-5-20,-2 1 1,2-5-102,1-1 0,0-1 163,0-2-634,0-4 366,0-1 1,5-5-5,5-2 0,0-5 34,5-5 1,1-3 16,3 0 1,-2-4 224,-1-2 0,1 0-117,-1 3 0,1 1 158,2-1 0,-1 1-49,-3-1 1,3 4 100,-3 3 0,2 0-86,-2 2 0,-1 0-6,-5 7 0,0-1 55,1 1-89,-1 2 0,-1-2-29,-2 6 1,-1 2-27,-5 4 1,0 1-79,0 3 1,-1-2 105,-3 5 1,3-1 130,-2 4 1,-1-2-137,1-1 0,-3 2-2,3-3 0,0 0-19,3 0 0,0-4-4,0 2 1,0-3 12,0 0 0,4-5-6,2-2 0,2-2-117,2-1 0,-1 0 75,0 0 0,4-5-248,-1-5 0,0 0 63,-2-5 1,-1-1-83,0-3 1,-2 1 115,-1-1 0,-4 2-24,1 1 0,-2-1 59,-1 5 0,0 0 2,0 2 0,-1 1 129,-2 0 0,-3 0-122,-7 3 0,3-1 166,-2 4 1,1-3-96,2 3-59,0-1 213,-1 4 98,5 0 0,2 0 96,6 0 0,2 2 273,5 1 0,2 1-239,0 2 0,4 1-111,-4-4 1,4 5-7,-4-2 0,4-1-22,-4 1 1,1 0-186,-4 4 0,0-1 67,1 0 1,-2 4-105,-2-1 0,2 5 113,-2-2 1,0 6-14,0 1 0,-4 0 35,1 0 1,1-1-18,-1 4 1,0-5-40,-3 2 0,0 1 46,0-1 1,-1 2-155,-2-2 0,1 0 136,-4-4 1,4-2-201,-1-1 1,-1-3-319,1 0 0,-2-2-37,2-4-33,2-2 0,-6-8 182,4-2 1,-1-7-147,1-2 0,2-3 76,-2-1 0,-2-2 38,2-1 1,0 0 81,3 4 0,0-4-7,0 0 1,0 0 214,0 4 1,0-1-120,0 1 1,1-1 236,2 0 1,-2 4-49,2-1 1,3 2 232,0-2 0,1 2-135,-1 1 1,4 3 310,-1-2 0,0 4-197,4 2 1,0 1 122,0-1 1,2 2-2,-3 4 0,4 0 155,-4 0 1,1 1-69,-4 2 0,0 2-188,1 4 0,-5 5-228,-2 1 1,-2 0 162,-1 0 0,-2 1-359,-4 2 1,-1 0-179,-9-3 0,4 2-368,-4-5 0,1 0-46,-4-6 1,1-2 36,3-4 745,-3 0 0,4 4 0,-5 2 0</inkml:trace>
  <inkml:trace contextRef="#ctx0" brushRef="#br0" timeOffset="22">18240 15996 8192,'5'-4'318,"0"3"618,-2-2-585,-2 2 0,5 1 555,-3 0-721,-2-4 1,6 2 60,-4-5 0,4 5-180,0-1 0,1-1 130,1 1 0,4 0-22,-1 3 1,3 0 29,-2 0 1,0 4-140,0 2 0,-3 2-66,3 2 1,-7 3 155,-3 3 0,1 1-202,-1 2 1,-1 1 56,-5 1 1,-2 2-103,-4 2 1,-1 1 54,1-5 1,-3 1-132,-1-3 0,1-1 10,2 1 1,1-3 80,0-1 1,3-5-20,-1 0 27,5-1 246,-2-4 0,5 0-120,2-1 1,2-3 20,5-1 0,2-1-51,1-3 0,3 2-165,0-4 1,-2 1 3,2-1 1,-4-3-148,4 3 0,-2 1 135,2-1 1,-3 3-342,-4-3-901,1 4 897,-5-3 0,-2 5 491,-6 0 0,-2-4 0,-5-1 0</inkml:trace>
  <inkml:trace contextRef="#ctx0" brushRef="#br0" timeOffset="23">18435 16182 8192,'5'-5'397,"1"2"-331,2 2 0,1 1 2035,1 0-1430,-5 0 1,-2 0-378,-6 0 1,-3-1-480,-7-2 0,-1 1 241,-5-4 1,1 3-517,-1 0 0,-1 2 309,-1 1 1,1-3-1087,-2 0 1,7 0 1236,2 3 0,3 0 0,1 0 0</inkml:trace>
  <inkml:trace contextRef="#ctx0" brushRef="#br0" timeOffset="24">18491 16154 8192,'29'-4'0,"4"2"-41,-8-4 0,0 3 780,-6-3 1,-4 4 315,1-2-435,-5 3-97,3-3-507,-9 3 0,-1-2 79,-4 6 1,-1-1-75,-2 4 0,-2 4 27,-5 2 1,1 2-131,0-2 0,2 2 30,1 1 0,4 2 88,-1-5 0,-1 0 347,1-2-223,0-1-116,7 0 0,1-3 60,4-3 0,-2-2-298,-1-1 0,0-5 25,3-5 1,1 0-8,-1-6 1,0 1-63,1-4 0,-2 2 21,-2 1 0,2-2 59,-2 3 0,0-2 24,0 2 0,-3 0 142,3 3-115,-4 2 1,3-4 176,-1 5-38,-3 4 1,7-3 60,-2 5 0,-1 0-23,1 3 1,1 1-82,2 2 0,3 2 226,1 1 1,2 2-116,-2-2 0,0 6 133,0 0 0,-4 5-37,0-2 0,-1 6 21,-4 1 0,-1-1-88,-3-2 0,0-2-49,0-1 1,-1 1-135,-2-5 0,1 0 95,-1-2 0,2-4-78,1 0 130,0-4-308,0 2 222,4-12 0,2 1-322,3-9 1,3 4-15,1-4 0,0 1-49,0-4 0,-2 1 29,5-1 1,-5 3 142,1 1 0,-1 5 11,-2 0-236,0 1 479,1 8 1,-4 4-67,0 6 0,-4 7 435,1-1 0,-2 1 20,-1 2 0,3-2 201,0 3 1,1-1-74,-4-2 0,1-2-146,2 2 1,-1-4-317,4 4 1,-3-6 181,3-1 0,0 0-337,4-6 0,3 0 84,3-3 1,1-2 13,2-4-122,4-1 61,1-6 0,0 1-62,1-1 0,-4 1 54,1 2 0,-3 2 70,0 2 1,-5-1-186,-1 4 195,-3-1-7,-1 4 1,1 0-159,-1 0-24,-4 0 175,4 0-2018,-8 0 367,7 0 1608,-7 0 0,7-8 0,-3-2 0</inkml:trace>
  <inkml:trace contextRef="#ctx0" brushRef="#br0" timeOffset="25">773 7020 8429,'14'0'224,"-1"0"0,-2 0 454,1 0 0,0 0-468,3 0 1,1 0 58,3 0 1,1 0-254,5 0 1,1 0-25,8 0 0,3 0-170,4 0 1,9-3-111,-22 2 0,0-1 0,7 0 0,3 1 289,4 1 1,3 0 0,3 1 0,1 0-331,-15 1 0,2 0 0,-1 0 0,4 1 0,0 1 0,1 0 287,2 1 0,0 2 0,1-1 0,3 1 0,1-1 0,-1 1 26,2 0 1,0 0 0,-1 1-1,-3-2 1,-1 1 0,0 0 32,3 2 1,-1-1-1,1 0 1,-3-1-1,-1 0 1,0 0-6,-1 0 1,-1 1 0,0-1 0,-2-2 0,-1 1 0,0-1-2,12 3 0,-2 0 0,-2-1 0,0 0-243,2 1 1,-1 0-1,-3 0 1,-2 1 226,-5-1 1,-1 0 0,-1-1 0,0 0-119,-2 1 1,1 0 0,-5-1-1,1 0 91,-1 1 1,-1 0 0,16 5 395,-15-3 0,-5-4-670,-8 0 1162,-1-4 0,-11-2-996,-6-6 0,-8-7 129,-11-2 0,-3-2 2,-10 2 1,-3 1 513,-8 5 0,-4 4-364,0 2 1,23 2-1,0 1-157,-1-1 0,0 2 0,-6 2 0,-1 1 116,-3 0 1,-1 1-1,0 3 1,0 0-100,1-1 1,-1 1 0,-4 2 0,0 1 9,-4 0 1,1 0-1,1 0 1,0 1-424,-3-1 0,-1-1 0,0 0 0,-1-1 391,14-3 1,0 1 0,-1-1 0,0-1 0,0-1 0,-1 0-350,-3-1 1,-1-1 0,1-1 0,-2 0 0,0 0 0,0-1 317,1-1 1,-1-1-1,1-1 1,1 0 0,0 0-1,0-1-23,0-2 1,1 0-1,0-1 1,3 1-1,1 0 1,0 0-112,0 1 0,-1 0 1,2 0-1,-14-2 0,2 2 140,8 1 0,1 1 0,1 0 1,-1-1-17,1 2 1,0 1-1,6-1 1,1 1-73,-20 1 1,11 3 576,8 0 0,8 4-533,8 0 1,5 4 943,10 1 1,11 5-1012,7-2 0,12 3-31,17 1 1,-21-10 0,2-1 238,5 0 1,2 0-1,-2 1 1,1-1-124,2 0 0,-1 0 0,3 0 1,0 1-124,2 1 1,1-1 0,-1-1 0,0-1 140,-1-1 1,0 0-1,-2-2 1,-2-2 142,-3 0 1,-2-1 0,4 0 0,-1-1-126,-2 0 1,0 0 0,1 0 0,0-1 266,-4 0 1,0-1-1,17-3 5,-11-4 1,-4-1 172,-2 1 0,-8 0 418,-4-1 1,-10 0-434,-6-2 0,-5-3 326,-8-3 0,-7-1-612,-7 0 0,-15-3-128,17 9 0,-3 1 0,-2-1 1,-2 0 9,-2 0 1,0 1 0,0 1 0,0 0 11,1 3 1,1 1-1,-5 0 1,-1 1-11,1 3 1,0 0 0,-2 1 0,0 0-119,4 2 0,2 0 1,0 0-1,2 1-151,1 0 0,1 1 1,2 0-1,0 1-10,0 2 0,1 0 0,-20 4-97,2 0 0,8-4 61,11-1 1,6-2 91,7 1 0,8-2 70,7 2 0,16 1-19,15-1 0,9 3 97,7-3 0,-23-1 0,0 1 231,-1-2 0,0 1 0,3-1 1,0 0 39,1 2 1,-1 0 0,2 0 0,0-1-105,-1 1 1,-1 0 0,-2 0 0,-1-2 344,18-1 1,-8 0-335,-11 0 1,-1 0-280,-5 0 1,-2 0 89,-8 0 0,-1-4 94,-7-10 0</inkml:trace>
  <inkml:trace contextRef="#ctx0" brushRef="#br0" timeOffset="26">1667 7560 8145,'22'-9'0,"-3"0"0,-4 1 2010,-6 1-1368,-4 3 0,-2 4-370,-6 0 0,-3 4 11,-7 3 1,-2 6 29,-7 6 1,-2 1-25,-4 8 0,-5 0-22,-4 9 0,16-19 0,-1-1-509,-4 1 1,-1 1-1,-1-2 1,-1-2 285,-3-2 0,-1-1 0,1 1 0,0 1-121,1-2 1,0 0 0,-2 2 0,1-1 49,1 1 1,0 0-1,-1-1 1,-1-2-218,-1 0 1,0 0-1,1-1 1,1 0 65,-1 1 1,1 0-1,4-1 1,2 0-296,-21 12 0,7-1-46,-1-2 0,8 1 78,5-8 1,3 3 471,6-2 1,2-2-90,8-5 168,4 3-38,1-8 0,9 3 646,4-4 1,2 0-573,4 0 1,2-5 126,4-5 0,2-3-168,2-6 1,1-2 118,-4-1 0,2-5-199,-2-1 1,4-4-288,-1-5 0,6-2 247,-14 20 1,0-2 0,3-2 0,-1 0 19,1-4 1,1 1 0,0 1 0,0 0-3,-2 2 0,-1 0 1,1 0-1,0 1-52,9-15 0,0 6-164,-6 9 1,-1 4-195,-6 2 33,3 7 1,-8 5-625,3 4 0,-7 5 48,-3 4 950,-2 0 0,-1 9 0,0-4 0</inkml:trace>
  <inkml:trace contextRef="#ctx0" brushRef="#br0" timeOffset="27">1797 7076 8200,'12'0'0,"1"0"0,-4-1 160,-3-2 1,-3 2 507,4-2-252,-5-2 1,1 0-41,-6-5 0,-3 0-99,-7-2 1,-6-7-62,-5-6 1,-4-6 29,-3-3 1,-2-2-342,-5-2 0,20 19 0,-1 0 154,0-1 1,1 0 0,-15-17-91,2-1 0,-1 2-17,1 5 1,-1 4-223,0 5 1,8 7 32,-1 3 0,4 2-150,3 4 0,4 8 132,5 11 1,4 4 55,5 14 1,8 0 390,4 10 0,8 1-66,2 1 0,-10-19 1,0 1 28,0 0 1,-2 0 0,1-1 0,-1 0-62,5 20 0,-1-4 155,-5-6 0,-4-3-294,-2-6 0,-3-2-975,-3-5 1020,-6-3 0,-1-2 0,-4-3 0</inkml:trace>
  <inkml:trace contextRef="#ctx0" brushRef="#br0" timeOffset="28">16741 14739 7336,'0'-4'960,"0"4"1,-4 1-1168,-2 5 326,-3 0 0,-3 4-721,-1-1 602,-3-4 0,6 3 0,-4-2 0</inkml:trace>
  <inkml:trace contextRef="#ctx0" brushRef="#br0" timeOffset="29">16313 14748 8509,'-6'10'705,"-3"-1"0,-1 0-891,-6 1 0,1-5 262,-4-2-930,-4-2 619,0-5 0,-10-4-871,-1-5 763,-6 1 1,6-2 0,-2 0 0</inkml:trace>
  <inkml:trace contextRef="#ctx0" brushRef="#br0" timeOffset="30">15568 14693 8285,'-4'5'128,"-2"0"-45,-3-2 1,-1 5-141,-3 5 1,-1-2 162,-5-5 0,0 1-60,-3-3 1,-3-1-84,-6-3 1,-5-4-89,-5-3-212,-7-5 0,9 2 1,-7-4-1</inkml:trace>
  <inkml:trace contextRef="#ctx0" brushRef="#br0" timeOffset="31">14571 14711 8290,'-11'0'-37,"-4"0"0,-5 0-192,-8 0 0,-3 1 1,0 2 1,0-2 86,3 2 1,0-6-274,0-3 1,-4-3 413,-2-4 0,-6-1 0,-3-5 0</inkml:trace>
  <inkml:trace contextRef="#ctx0" brushRef="#br0" timeOffset="32">13482 14683 8183,'-5'6'0,"-4"1"0,-2-1 260,-4 3 0,-2 0 431,-5 1 1,-1-5-385,-5-2 0,-5-2-364,-5-1 1,1-5-675,-3-4 1,-2-5-780,2-4 1510,-4-5 0,1-1 0,20 10 0,0 0 0</inkml:trace>
  <inkml:trace contextRef="#ctx0" brushRef="#br0" timeOffset="33">12439 14711 8292,'-15'12'120,"-1"-3"0,1-2 190,-4 2 0,-3 0 32,1-3 1,-2-2-165,1-4 1,-7 0-1,-8 0 1,-4-7-980,-6-3 0,-3-2 801,1 0 0,-1-3 0,4-3 0</inkml:trace>
  <inkml:trace contextRef="#ctx0" brushRef="#br0" timeOffset="34">11238 14720 8227,'-9'6'-14,"-5"2"620,-1-2 0,-4 5-292,-2 2 0,1-1-345,-2-2 1,-1-2-40,2-2 0,-10-3-299,-3-6 1,-7-2-257,-5-4 0,-1-2 276,1-1 0,3 2 1,2-4-1</inkml:trace>
  <inkml:trace contextRef="#ctx0" brushRef="#br0" timeOffset="35">10214 14720 8213,'-28'0'0,"-1"4"739,-2-1 1,1 1-273,-4-1 0,3-2-231,-3 2 1,0-3-133,-4-3 1,-3-2-562,-2-5 0,16 3 0,0-2 276,-3 0 1,1-1 0,0 0 0,0 0-668,1 0 1,0 1 847,2 0 0,0-1 0,-16-12 0,0-2 0</inkml:trace>
  <inkml:trace contextRef="#ctx0" brushRef="#br0" timeOffset="36">8883 14618 8229,'-5'9'-11,"-1"1"0,-6 2 845,-4 0 1,-2 1-419,-4-4 1,-1-1-366,-2-1 1,-5-4-221,2-6 0,-12-4-318,-6-5 0,20 5 0,1-1 242,-4-3 0,-1 0 0,1 1 0,1 0 0,0-1 0,0-1 0</inkml:trace>
  <inkml:trace contextRef="#ctx0" brushRef="#br0" timeOffset="37">7542 14571 8149,'-11'10'0,"-1"-1"0,1 4 812,-5-1 1,0 2-482,-6-4 1,-6 0-518,-6-7 0,-3 0-134,-4-3 0,-1-4-811,-5-2 1,5-2 1130,1-2 0,3-3 0,1-2 0</inkml:trace>
  <inkml:trace contextRef="#ctx0" brushRef="#br0" timeOffset="38">6490 14674 8152,'-10'5'0,"-3"3"365,-3-1 0,-1 0-96,-2-1 0,0-2 7,-3-4 1,-2 0-323,-4 0 1,-5-5-396,-4-4 0,-8-5 194,21 5 0,-1 0 0,-2-1 1,0 1-1,1 0 0,0-1 0</inkml:trace>
  <inkml:trace contextRef="#ctx0" brushRef="#br0" timeOffset="39">5326 14609 8190,'-4'9'-9,"-5"1"448,-3 3 0,-6 0-262,0 3 1,-2-3-493,-5-3 0,0-5-43,-2-2 0,-3-7-890,-5-6 1087,-3-3 0,13 4 0,-1-1 0,1 1 0,-1 0 0</inkml:trace>
  <inkml:trace contextRef="#ctx0" brushRef="#br0" timeOffset="40">4060 14488 8155,'-28'0'0,"0"0"269,0 0 0,0 1 423,0 2 1,-5-2-671,-4 2 0,-6-2-262,-7-1 1,-1-1-257,23 0 1,0-1 290,0 0 1,0-1 0,2-3-1,0-2 1,-24-6 0</inkml:trace>
  <inkml:trace contextRef="#ctx0" brushRef="#br0" timeOffset="41">2654 14441 8325,'-14'0'506,"0"7"-356,-5 3 1,-4 5 135,-2 1 0,-6-4-810,-3-3 0,-2-3-53,-1-6 251,0 0 0,-1-9 0,1-1 0</inkml:trace>
  <inkml:trace contextRef="#ctx0" brushRef="#br0" timeOffset="42">1425 14497 8195,'-10'0'-14,"-3"1"-175,-3 2 1,-5-1-356,-4 4 0,-3-4-125,-3 2 669,2-8 0,-3-9 0,4-7 0</inkml:trace>
  <inkml:trace contextRef="#ctx0" brushRef="#br0" timeOffset="43">745 14478 8011,'-1'7'-112,"-2"-1"1,-3 0-253,-7 3 0,-7-4 23,-7-1 341,-6-8 0,-12-9 0,-3-7 0</inkml:trace>
  <inkml:trace contextRef="#ctx0" brushRef="#br0" timeOffset="44">1294 8100 8011,'0'-6'-536,"0"0"1,1 3 436,2-3 303,-2 4-290,4-7 165,-5 8-253,0-3 273,0 0 0,0 3 158,0-3-244,4 4 69,-3 0-217,3 0 189,-4 4 1,-3 6 96,0 9 0,0 9 95,3 9 0,0 13-154,-1-21 0,2 1 0,-1 2 0,1 2-267,0 3 0,1 0 0,0 3 0,1 0 212,1 5 1,1 0 0,0 3 0,-1-1-397,1 0 0,0-1 0,-2 3 0,0 1 283,0-2 1,0 0 0,-2-5 0,0-2 75,1-4 0,-1 0 0,0-1 0,-1-1 0,0-3 0,0 1 0,0-2 0,0 1 0</inkml:trace>
  <inkml:trace contextRef="#ctx0" brushRef="#br0" timeOffset="45">298 10177 8011,'6'-1'225,"0"-2"0,-4 1 787,2-5-559,-3 1-420,3-3 36,-3 0 0,3-2 51,-4-1 0,3 1-138,0-1 0,3 5-86,-3 1 52,5 3 224,-3-5 0,4 7 119,0-2 1,0 6 56,-3 3 0,2 4-81,-2 2 0,-1-1 42,-2 5 0,1 4-43,-1 4 0,0 3-212,-3 1 1,-3 0 76,0 0 1,-4 2-115,0-2 0,-1 0-24,-1-9 1,3 0-274,-1-6 1,2-1 21,-1-3-146,-2 1 498,7-5 1,-2-1-116,6-4 1,2 0 25,4 0 0,0-4-25,1-2 1,3-3 5,3 0 1,1 0 74,2 0 1,-1-2-3,-3-1 1,3 1-14,-3-1 1,-1-1-4,-2 0 0,1-2-162,0 2 0,-1-4 69,-2-2 1,-4 0-200,0-2 1,-3 1 5,3 1 0,-1 4 116,2-1 0,-2 5 78,-2-1 1,-1 2-11,4 4 1,-4 1 542,1 2-358,3 2 0,-2 1 85,2 6 0,-2 3-29,-4 4 1,3-2 50,0 5 0,0-1-50,-3 4 0,3 1-74,1-1 1,-1 2-38,-3-6 0,0 2-34,0-2 0,0 0-107,0-3 1,3-1 11,0 1 1,0-5-92,-3-1 108,4 1-142,-3-2 0,6-2-39,-3-6 1,-1-7-54,-3-5 0,0-3 74,0 0 1,0-2-113,0-2 0,0 3-17,0-3 1,0 2 90,0 2 1,0-1 143,0 0 1,0 5-85,0 2 1,0 1 52,0 2 156,0 0 315,0-1-193,4 5 1,-2 1 487,4 4-434,-4 0 1,3 1 58,-2 2 0,-1-2-188,5 2 26,-1-2 0,3-1-71,0 0 22,1 0 1,-1 0 28,0 0 15,1 4 1,-1 1-7,0 1 0,-2 2-31,-1-2 1,-3 4 8,3 2 1,-3-1-83,3 5 0,-3-4 81,4 4 0,-2-1-102,1 4 0,1 0 56,-4-1 1,5 1-6,-2-1 0,1 0-1,-1-2 1,3 0-10,-3-4 0,2 4 43,1-4 0,-2-2 9,-1-4-133,0-4 0,-1-2-11,-2-6 0,-2-7-169,-1-2 0,-4-3 27,-2 0 0,-2-4-177,-2 0 0,1-3 113,0 4 1,0-1 1,3 3 0,-1 4-4,4-1 1,-1 5-232,1-2 699,2 7-260,-3 2 748,8 4-160,1 0 65,4 0-238,0 0-209,1 0 0,-1-3-18,0 0 1,-2 0-33,-1 3 1,0-3-75,3 0 1,4 0 46,-1 3 1,1 0-35,-4 0 1,3 0 92,1 0 0,-1 0 17,-3 0 0,1 0-23,-1 0 1,-3 7 105,0 2 0,-2 2-177,2-1 0,-3 3-11,3 3 1,-4 1 2,1 2 1,2 0 68,2-1 0,-2 1-40,1-1 0,-3-3 197,3-3 248,1 3-370,2-5 0,0-1 133,0-5 1,-2-4-95,-1-4 0,-3-5 12,3-6 0,-4-4-247,1-3 1,-2-2 146,-1-3 0,-4-1-182,-2 0 1,-3-2-313,-4 2 1,2 3-407,-5 9 0,4 3 353,-3 4 472,-1 3 0,2-2 0,0 3 0</inkml:trace>
  <inkml:trace contextRef="#ctx0" brushRef="#br1" timeOffset="46">1462 11201 10138,'5'-10'963,"0"-3"-360,-2 7-326,-2-2 1,3-2 324,-4 1 221,0-4 0,-4 0-463,-2 1 0,1-1-108,-1 7 1,1 1-48,-2-1-298,-1 4 0,6-2-30,-4 4 0,4 1 34,-1 2 1,2 5 305,1 4 0,1 8-95,2-1 1,-1 7 15,4 2 1,0 8 227,3 7 1,-2 3-413,-1 0 1,-3 4 270,3 0 1,-5-24 0,0 1-35,1 0 0,-1-1 0,0 3 1,0 1-83,1 1 1,0 0-1,-2 3 1,1-1-122,0 1 0,1 1 0,-2-1 0,1 1-230,-1-1 1,0 0-1,0 1 1,1 1 205,0 1 1,1 0-1,-2 0 1,1 0-274,0-2 1,1 1 0,-1 1-1,-1-1 239,0 0 1,0 0 0,0 0-1,1 0 5,1 0 1,-1 0 0,0 0 0,-1 0 4,2-2 0,-1 0 0,0 1 0,-1 0-17,0-1 0,0 0 1,0-1-1,0 0 5,0 1 0,0 0 1,0 0-1,0-1 7,1-1 1,-2 1 0,0-2-1,-1 0-179,1 0 0,-1 0 1,0 1-1,1 0 153,1 1 1,0-1-1,0 0 1,0-1-158,0-2 0,0-2 0,0 25 37,0-2 0,3-3 72,0 0 0,3-1-8,-2 1 1,2-5 103,-3-1 0,3-3-137,-3-1 0,3-3-32,-3 0 1,1-3 422,-4 4 0,0-2-401,0 1 1,0 1 32,0-4 0,0-3 491,0-3 0,-4-4-472,1 4 1,0-4 323,3 1 1,-1-3-257,-2 0 1,2 0 192,-2-1 0,1 1-88,-1 0 1,2-2 62,-2-1 1,2 0-68,1-3-8,-4-1 0,1-7-518,-3-2 0,3-11 53,-3-8 442,4-9 0,-6-13 0,2-4 0</inkml:trace>
  <inkml:trace contextRef="#ctx0" brushRef="#br0" timeOffset="47">1210 8119 8527,'11'-10'0,"1"-3"0,-1 6 65,1-2 0,-2 2 122,0-3 1,-1 4 450,0 0 44,-4 4-340,4-2-276,-8-1 168,3 4-294,-4-3 1,0 5 208,0 2 1,-1 3-22,-2 3 0,2 1-111,-2 3 1,2 1 70,1 5 0,0 2 9,0 1 1,0 4-2,0-1 1,0 1 13,0-1 0,0 0-39,0-3 0,1 3-5,2-3 1,-2-1-22,2-2 1,-2 1-18,-1 1 1,0 3 11,0 4 1,0 4 22,0 2 1,0 7 99,0 2 0,1 3-201,2 0 0,-1-1 201,4 1 0,-3 3-337,0-21 0,1 0 0,-2-2 0,1 1 355,0-1 0,0 0 0,5 21-108,-2 3 1,0-9-143,0 2 1,-4-3 22,1-3 1,-2-4 91,-1-2 1,0-6-92,0-3 1,0-7 156,0-2 0,-4-7-439,-2-3 1,-3-2 440,0-1 0,-3-9-886,-1-7 1,-3-3-1642,0-5 2413,-1-5 0,1-1 0,1-4 0,-1-1 0</inkml:trace>
  <inkml:trace contextRef="#ctx0" brushRef="#br0" timeOffset="48">4395 6760 8502,'18'0'-148,"1"0"94,0 0 0,-4 0 202,1 0 0,-5-3 11,1-1 1,-1 1 681,-2 3-284,0 0-13,1 0-24,-5 0-13,-1 0-167,-4 0-167,-8 0 1,-3 0-11,-7 0 1,-5 0-168,-2 0 1,-3 0 44,-3 0 1,0 0 61,-6 0 0,-5 0-304,14 0 0,0 0 0,-1 0 1,-1 0 224,-6 0 1,0 0-1,2 2 1,0-1-374,-2 1 1,1 0-1,-1 0 1,-1 0 278,-1-1 0,-1 1 0,-1-2 1,1 1-140,-1 0 1,-1 1-1,1 0 1,1 0 17,0 0 0,0-1 0,1 1 0,1-1-90,-2-1 0,0 0 1,3 0-1,2 0 103,0 0 1,2 0 0,5 0 0,1 0-114,-21 0 0,8 0-102,2 0 0,8 0-90,7 0 0,6 0 483,4 0 0,2 0 0,0 0 0</inkml:trace>
  <inkml:trace contextRef="#ctx0" brushRef="#br0" timeOffset="49">4413 6536 8296,'7'0'-425,"-1"0"1,-3 0 552,3 0 1147,-4 0-393,6-4-187,-7 3-187,8-3-252,-4 4 1,4 0 36,1 0 0,0 4-110,2 2 0,2-1-1,1 2 1,3-1 29,-3 3 0,6 0-206,1 1 1,-2-2 129,-4-2 1,1 3-194,-5-3 1,3 2 54,-2 1 0,-1 1 86,-2-1 1,-4 1-167,0 3 0,-3-6 110,3 2 0,-4-1-96,1 1 0,-1 0 45,-2 0 0,0 1-142,0-1 0,-5-3 100,-1 0 1,-2 1-149,-1 2 1,-4 0-23,1 1 1,-5-1 94,2 0 1,-6 1-257,-1-1 0,-4 0-120,2 0 1,-2-2-107,1-1 0,-1 0 105,4 3 1,4 0 516,2-3 0,5 6 0,-3-1 0</inkml:trace>
  <inkml:trace contextRef="#ctx0" brushRef="#br0" timeOffset="50">4348 6620 8296,'4'-9'0,"-2"0"933,5 3 0,-1 2-291,3 4 1,0 5 146,1 5 1,-1 3-446,0 6 0,1 0-295,-1 3 1,-3-1-261,0 4 1,-4-5-559,2 2 0,-3-2 769,-1-2 0,-5 1 0,0-1 0</inkml:trace>
  <inkml:trace contextRef="#ctx0" brushRef="#br0" timeOffset="51">5279 6601 8277,'4'-9'1,"-2"0"44,5-1 244,-5 1 0,3 0 236,-2 0 1,-2 2-162,2 1 0,-2 3 231,-1-3-360,0 4 1,0-1 34,0 6 1,0 6-134,0 7 0,1 4 63,2 2 1,-2 7-7,2-1 1,2 5-26,-2-2 1,0 3-148,-3-3 0,3 3 26,0-3 1,0 4-230,-3-4 1,0-1-388,0-6 0,0-1 147,0-4 0,-1-5-110,-2-1 0,1-6-846,-4-1 1377,-1-4 0,-2-6 0,0-6 0</inkml:trace>
  <inkml:trace contextRef="#ctx0" brushRef="#br0" timeOffset="52">5410 6732 8236,'15'-1'0,"1"-2"0,-5 1 429,1-5 0,-4 5 477,-2-1-630,0-2 1,0 3 85,1-4 63,-5 4-306,2-2-91,-4 4 0,-3 4-244,0 2 1,-1 2 93,4 1 0,-1 5 44,-2 1 1,2 0 117,-2 0 0,2 0 45,1 0 0,0 3-3,0-2 0,0 0 20,0 0 1,0 0 36,0-3 1,1 2-17,2-3 0,-1 0-146,5-6 0,-1 1-51,3-4-80,0 1 1,1-9 42,-1-1 0,-1-6-163,-2-4 0,2-1 126,-5-2 1,3 0-99,-3 1 1,0-4 14,-3 0 1,0 2 53,0 4 0,-3 0-114,0 3 0,-3-2-32,3 2 64,-5 1 8,3 3 616,-4 3-171,4 2 60,-3 4 78,6 0 1,-2 4 135,4 3 1,1-2-166,2 1 1,0-1 35,3 1 1,0 3-202,3-3 0,1-1 19,-1 1 1,3-3-39,1 3 0,0-3-177,0 0 0,-3-1 146,2 1 0,2-2-141,-2 2 1,1 1 134,-4-1 0,0 3-6,1-2 1,-1 3-196,0-1 172,0 2-35,-3 2 1,1 2 24,-4 0 1,3-1-57,-3-2 1,0-2-35,-3 6 29,5 1 0,-3-1-68,4-1 262,-4 0-169,6-6 1,-3 2 167,5-2 1,-2-3-14,-2-6 56,2 2-80,-2-7 0,3 2-54,0-7 1,-1 2 12,-1-5 1,0 1-44,-4-4 1,0-1-27,-3-1 1,0 1-174,0-2 0,-1 5 70,-2-2 1,0 7-544,-6-4 1,1 5 21,-4 2 1,-3 3-201,0 3 0,-3 2 157,0 1 0,-1 1-790,0 2 1429,1 3 0,-5 7 0,-1 1 0</inkml:trace>
  <inkml:trace contextRef="#ctx0" brushRef="#br0" timeOffset="53">6071 6760 8295,'10'0'-173,"2"0"399,-1 0 0,2 0 395,-3 0 0,-4-3 34,0-1-284,0 1-271,-1 3 1,1 1 118,-3 3 1,-2 1-135,2 4 0,-2 1 86,-1 3 0,0-2-5,0 5 1,0-4-37,0 4 1,0-4-120,0 4 0,0-5 55,0 1 1,0-4-281,0-2 55,0 0 1,0 0-38,0 0-124,0-4 183,0 3-35,0-5 119,0-9 0,1 3 11,2-6 0,1-2 34,2 2 0,3-4 23,-3 4 1,-1-4-92,1 4 0,0-1 62,4 0 1,-1 3-138,0-3 1,1 3 82,-1 1 1,0 2 38,1 1 1,-1 4 1,0-1 0,-3 2-8,1 1 0,-2 4 55,1 2 1,1 7 190,-4 2 1,0 3 5,-3 1 1,3-1-103,1 1 0,-1-1 9,-3 1 0,0-1-91,0-3 0,0-1-9,0-5-32,0 0-155,-4-4 0,3-2 117,-3-6 0,3-6-21,1-6 0,0-3-214,0-1 0,1 1 47,3-1 0,1-1-21,4-1 1,1 4 199,3-1 1,-3 5 134,3 1 1,0 6-8,-1 2 1,5 3 251,-2 1 0,0 1-95,0 3 159,-3 5-203,-3 1 0,-1 11 46,-1-3 0,-3 4-77,-1 0 1,-2-2-170,-1 1 1,0-1 117,0-1-1107,-4-5 696,-1 0 1,-2-6-289,1-2 1,3-1-1069,-3-2 1663,4-2 0,-2 3 0,4-4 0</inkml:trace>
  <inkml:trace contextRef="#ctx0" brushRef="#br0" timeOffset="54">6778 6732 8341,'10'-5'0,"-1"0"0,0 5 564,-4-4-249,4 3 0,-7-3 132,4 4 33,-4 4-516,2 1 1,-8 5-14,-2-1 1,-1 0-17,0 1 1,-1-1 174,2 0 1,1 1-26,-1-1 1,3 0 40,0 1 1,2-1-60,1 0 0,0-3 51,0 1 1,4-4 52,3 3 1,-2-3-138,1 3 0,3-3 83,4 4 1,-1-4-182,-3 3-30,1 0 107,-1 3 0,-1 1-103,-1-1 1,0 0 124,-4 1 1,0-1-14,-3 0 1,0 1 2,0-1 1,0-3 4,0 0 0,-4-1-39,-2 2 0,-3-2 37,0-2 0,-1-2-474,-3 2 1,3 1 60,-2-1-1068,1 0 667,2-3 786,0 0 0,-1 5 0,1 0 0</inkml:trace>
  <inkml:trace contextRef="#ctx0" brushRef="#br0" timeOffset="55">7020 6629 8352,'10'-4'-101,"-2"-1"-51,-2-4 0,1 2 152,-3 1 1401,-1 4-296,-3-2-693,0 0 0,-1 3-301,-3-2 0,-1 2-217,-4 1 1,-1 0 100,-3 0 1,2 3-70,-5 0 1,4 4-251,-4-1 0,5 2-295,-1-2 1,1 2 199,2-2 419,4 3 0,-3 0 0,2 0 0</inkml:trace>
  <inkml:trace contextRef="#ctx0" brushRef="#br0" timeOffset="56">7113 6546 8429,'24'-5'83,"-5"1"292,-7-2 0,-1 2 603,-2 4 0,-3 0-382,0 0 1,-4 7-249,2 2 1,-3 11-213,-1 2 1,0 4-226,0 2 1,-1 1 88,-3 2 0,-1 2 0,-4 4 0</inkml:trace>
  <inkml:trace contextRef="#ctx0" brushRef="#br0" timeOffset="57">2160 7765 8221,'5'0'-1923,"-1"0"1827,1 0 144,-4 0-59,3 0 22,0 0 0,-2 0 5,4 0 296,-4 0-258,6 0 185,-2 0-182,-1 0-83,-1 0 1012,-4 0-964,-4 4 1,2-2 25,-4 5 1,3-1-21,0 3 0,-1 0 111,1 1 0,-4-1-98,1 0 0,1 1 69,-2-1 0,2 0-105,-1 1 1,-2-2-3,1-2 1,-1-2 8,-1-4-217,0 0 194,-1 0 1,2-4-116,2-2 1,2-2 53,4-2 0,0-2 36,0 0 0,1-4-18,2 4 0,3-4 60,6 4 1,-1-1 9,1 4 1,2 1 15,-2 1 1,1 0 128,0 4 0,-3 0 11,3 3 1,-3 3-87,-1 0 1,1 4 114,-1 0 0,-4 1-86,-2 1 1,-2 4-32,-1-1 1,0 0 63,0-2 0,-1-1-3,-2 0 0,-3 1-98,-7-1 0,2 0 8,-4 1 0,-2-4-166,-5 0 0,3-4 114,-3 1 1,2-3-173,2-3 1,3 1 57,3-4 0,6 0-59,2-4 1,4-2 67,4 0 0,5-2-91,6 2 1,3 1 126,1-1 1,-1 2 6,1 0 0,-1 2 73,1 2 0,-3 2 188,-1 4 0,-4 0 237,2 0 0,-6 4-118,-1 2 0,-4-1 67,2 1 0,-3 1-115,-1 2 0,-5-3-41,-1 0 0,-3-1-68,-4 2 0,-1-3-153,-5-4 0,1 0-10,-1 0 0,0 0-310,1 0 1,0 0-279,3 0 1,1-3 160,5 0 1,3-4-460,0 4 608,4-4 1,-2 2 226,8-4 1,1 3-113,4 3 0,0-1 129,1 1 1,-1 0 210,0 3 1,1 0-70,-1 0 0,0 0 124,0 0 1,-2 0-24,-1 0 1,-3 0 248,3 0-262,-4 0-66,2 0-93,-4 4-248,0-3 107,0 3 1,-1-1 144,-2 0-355,2 1 121,-7-4 54,7 0 114,-3 0 23,4 4-24,0-3 25,0 3-216,0 0 175,0-3-62,4 7 0,-3-6 38,2 5-347,-2-5 38,-1 2-219,0-4 436,0 4 157,-4-3 0,3 3 0,-3-4 0</inkml:trace>
  <inkml:trace contextRef="#ctx0" brushRef="#br0" timeOffset="58">2020 7821 7861,'-4'-5'-1333,"3"-3"1058,-3 7 94,4-4 70,0 5 1,0 0 0</inkml:trace>
  <inkml:trace contextRef="#ctx0" brushRef="#br0" timeOffset="59">2011 7728 7908,'19'-4'0,"-5"2"682,-1-4 1044,-3 4-1922,-5-3 1,-1 10 95,-4 1 1,0-1-1533,0 1 1632,-4 0 0,-1-1 0,-4 0 0</inkml:trace>
  <inkml:trace contextRef="#ctx0" brushRef="#br0" timeOffset="60">2290 7784 7968,'25'-4'188,"0"-2"0,-7 1 235,0 2 1,-2 3-506,-1 3 1,2-1 27,-5 5 1,1-5 53,-4 1 0,0 2 0,1 0 0</inkml:trace>
  <inkml:trace contextRef="#ctx0" brushRef="#br0" timeOffset="61">2905 7830 7846,'28'-2'260,"0"-1"0,22 0 1,-11 2 693,-8 1 1,-6 1-870,-4 2 0,-4 2-605,-2 5 1,0-2-1411,0-2 1930,-1 2 0,4-2 0,1 3 0</inkml:trace>
  <inkml:trace contextRef="#ctx0" brushRef="#br0" timeOffset="62">3855 7924 7847,'47'0'0,"-3"0"0,-9 0 204,-4 0 0,0 3 215,-3 0 0,1 3-228,-7-3-191,-1 4 0,2-6 0,1 3 0</inkml:trace>
  <inkml:trace contextRef="#ctx0" brushRef="#br0" timeOffset="63">4907 8073 7836,'28'0'396,"1"0"1,23 1 587,-11 2 1,-9-1-985,-10 4 1,-4 0-853,-2 3 1,-1-2 851,-5-1 0,5-4 0,-5 2 0</inkml:trace>
  <inkml:trace contextRef="#ctx0" brushRef="#br0" timeOffset="64">5633 8203 7811,'51'1'604,"-5"2"1,-5-1-111,-10 4 1,-2-3 164,-11 4 0,2-1-845,-8 3 1,0-3-1965,-6 1 2150,2-1 0,-3-1 0,5-1 0</inkml:trace>
  <inkml:trace contextRef="#ctx0" brushRef="#br0" timeOffset="65">6359 8361 7842,'28'0'0,"0"0"0,-1 1 0,0 1 1160,23 1 0,-6 5-559,-10-2 0,-3 5-412,-6 2 1,-3-1-530,-7-3 0,2 1 340,-5-1 0,5 4 0,-3 2 0</inkml:trace>
  <inkml:trace contextRef="#ctx0" brushRef="#br0" timeOffset="66">7430 8696 7832,'48'6'0,"-4"-2"595,-10-4 1,-2 3-589,-4 0 0,-4 4-409,-2-1 1,-4 3 401,-2 0 0,6 0 0,-3 1 0</inkml:trace>
  <inkml:trace contextRef="#ctx0" brushRef="#br0" timeOffset="67">8268 8966 7913,'42'10'352,"-1"-1"1,-7 1 440,-3 3 0,-5-2-1220,-1 5 1,-6-2-236,0 2 662,0 1 0,-1-6 0,6 2 0</inkml:trace>
  <inkml:trace contextRef="#ctx0" brushRef="#br0" timeOffset="68">10195 9748 7844,'52'10'0,"-9"2"341,-9 1 0,-5 0 447,-5-1 0,-1 0-1502,-4 3 0,-2-3 714,-1 0 0,6-1 0,-3-2 0</inkml:trace>
  <inkml:trace contextRef="#ctx0" brushRef="#br0" timeOffset="69">11173 10093 7815,'30'5'184,"-1"-1"1,-2 1 0,-1 0-1,19 7 646,-11 0 1,-6 5-1526,-6-2 1,-6 2 694,-4-1 0,7-3 0,0-4 0</inkml:trace>
  <inkml:trace contextRef="#ctx0" brushRef="#br0" timeOffset="70">11992 10437 7818,'36'7'348,"-1"0"0,-3 0 1,-1 1 374,-4 3 0,-1 0 0,19 12-931,-11 2 1,-3 2 179,-6-3 1,0-1-994,-6-1 1,1 1 1020,-4-2 0,6 5 0,1-2 0</inkml:trace>
  <inkml:trace contextRef="#ctx0" brushRef="#br0" timeOffset="71">13203 11136 7759,'33'9'0,"0"0"0,-3 1 0,-1 0 380,18 12 0,-10 2 471,-9 4 1,-6-1-1628,-6 1 1,-3-1 775,-3-2 0,3-6 0,2-6 0</inkml:trace>
  <inkml:trace contextRef="#ctx0" brushRef="#br0" timeOffset="72">13976 11713 7789,'32'12'0,"1"0"0,-6-1 0,0 1 290,-2-3 0,-1 0 0,12 10 599,-5-1 0,-6 5-792,-6 2 0,-5-2-135,-1-1 0,-3-1-1787,-1-2 1825,-3 2 0,6-3 0,-2 6 0</inkml:trace>
  <inkml:trace contextRef="#ctx0" brushRef="#br0" timeOffset="73">14786 12300 7752,'31'12'173,"1"0"1,-2 1-1,-1-1 1,-2 1 0,0 0 531,-5 2 1,-1 1 0,16 18-988,-6 7 0,-6 0 358,-3 3 0,-3-3-586,0-4 0,-4-4 510,-3-2 0,2 2 0,1 0 0</inkml:trace>
  <inkml:trace contextRef="#ctx0" brushRef="#br0" timeOffset="74">15847 13277 7806,'21'16'0,"0"0"0,17 10 205,-7 2 0,-3-2 166,-3 2 0,-3-1-588,-3-2 1,-5-7 216,-1-5 0,-3 1 0,-1 1 0</inkml:trace>
  <inkml:trace contextRef="#ctx0" brushRef="#br0" timeOffset="75">16406 13743 7767,'28'16'0,"1"1"0,-3-1 0,-2 0 1590,17 12 1,-10 3-1238,-3 0 0,-11 0-687,-1-3 0,-5-1-42,-2-2 1,-3-6 375,-3-3 0,2-1 0,0 4 0</inkml:trace>
  <inkml:trace contextRef="#ctx0" brushRef="#br0" timeOffset="76">16946 14301 7793,'40'22'0,"-6"0"0,-7 1 1622,-11-2 0,-4 0-769,-6 4 1,-2-5-3187,-4-2 2333,0-3 0,-4-6 0,-1 0 0</inkml:trace>
  <inkml:trace contextRef="#ctx0" brushRef="#br0" timeOffset="77">17234 14227 7765,'9'-19'0,"-7"1"314,4-1 1,-1 5 433,-2 1 0,-1 3-430,-5 1 1,-3-1 22,-6 1 1,0 4-324,-3 2-38,-1 2 0,1 2-68,-1 2 1,2 7-196,-2 9 1,3 5 104,3 7 1,4 6-77,0 6 1,4 1-212,-1 2 1,6 1 389,0-19 0,0 0 0,6 20 161,4 2 1,2-3 17,7-7 0,0-4 162,6-5 0,2-7-194,7-5 0,3-3-168,1-7 0,-1 2 80,-3-8 1,0 0 116,1-3 1,-2-5 33,-2-5 0,-2-4-82,-4-8 1,-4-3-6,-2-6 0,-7-3-35,-2-6 1,-7-8-47,-4 21 1,-1-2 0,-1 3 0,-1-1-172,-2-3 0,0 1 1,-2 0-1,-1 1 211,-2-5 1,-2 1 0,-1 0 0,-1 0 24,0-2 1,-1 0 0,0 1 0,-1 1-25,0 1 0,0 0 0,2 3 1,-1 0 110,1 3 1,0 0 0,-10-14-156,-3 5 0,1 5 264,-1 4 0,-6 8-27,0 7 1,-4 5 44,-2 5 1,-3 12-128,-1 3 0,-1 13-51,5 3 0,17-12 0,0 1-35,3 1 1,0 2-1,1 1 1,0 1-71,0 1 1,1 1 0,1 2 0,0 1-192,1 1 1,1 0-1,2 0 1,2-1 114,0 1 1,3 0 0,2 0 0,2 0-244,2 2 1,1 0-1,2 0 1,2 1 240,4-1 0,2-1 0,0 0 0,0-2 58,1-3 1,2-1-1,0-1 1,2-2 117,0-2 1,0-1 0,20 16-150,4-8 0,4-8 10,5-5 1,0-9 110,-4-6 0,-5-12 70,-3-10 0,-2-10-89,-5-8 1,-14 13-1,0-2-189,-1-6 1,-1-1 0,2-3 0,-2 0 170,-2-3 0,-1 0 0,0-1 0,-1-1-173,-5 1 0,-3-1 1,1 1-1,-3 0 284,-3 3 1,-2 0 0,0 2 0,-2 2 175,-3 3 0,-1 1 1,-2-2-1,-2 1 72,1 2 1,-2 0-1,0 0 1,0 1-87,2 3 0,-2 1 1,-14-15-51,-2 10 0,-7 11-5,-8 11 1,-4 14-185,23 3 1,1 2 0,-1 5 0,0 4-37,2 4 0,1 3 1,0 2-1,1 1-79,1 4 0,1 2 1,1 2-1,1 1-33,0 2 0,1 1 0,2 1 0,1 1-160,3 1 1,2-1 0,3 2 0,2 0 122,3-1 1,4-1 0,3 2 0,3-1 65,4-2 1,1 0 0,1 0-1,0-1 324,3-5 1,0-1 0,0 1 0,2-3-149,0-3 1,2-4 0,3-1 0,3-3 24,1-5 1,3-3 0,1-2 0,1-2-95,-1-5 0,1-4 0,0-4 0,0-5-101,-3-2 1,-1-4 0,-1-7-1,-2-3-101,-1-5 1,-4-4 0,-1-7-1,-3-4-1455,-3-3 1,-4-2 1638,-3 14 0,-2-1 0,-2 1 0,-2-1 0,-1 0 0,-1 0 0,-1-1 0,0-1 0</inkml:trace>
  <inkml:trace contextRef="#ctx0" brushRef="#br1" timeOffset="78">1499 14534 9317,'0'-9'3276,"3"0"-2730,0-1 0,1 1-346,-1 0 1,-1-1 231,1 1 0,-2 0 151,-1-1 0,0 4 558,0 0-761,4 0 0,-3-3 1418,2-1-1139,-2 5-232,-1 1 0,0 6 35,0 4 0,-3 10-215,0 12-1,0 6-22,3 9 0,0 8-387,0-22 0,0 1 0,0 2 0,0 0 243,0 0 0,0 1 0,0 3 0,0 1-48,0 1 0,0 1 0,0 0 0,1 0 91,0-2 1,1 0 0,-1 0-1,0 0-131,2-1 0,0-1 0,-2 1 0,0-2 20,1-2 0,-1-1 1,1-1-1,0 0-181,1 16 1,1-4 102,-4-10 0,3-7-484,0-9 252,0-3 0,-4-10-615,-2-6 1,-1-10 317,-3-12 0,0-10-13,4-5 0,-3-12 425,4 24 0,1 0 1,-1-2-1,0-1-50,0 1 0,1 1 0,0-2 1,0 0 202,0 1 0,-1 1 0,0-1 0,0 0-31,1 0 1,-1 1-1,0-1 1,1-1 7,1-2 1,0 1 0,0-1 0,0 1 192,0-1 0,0 0 0,0 2 1,0 0-64,0 0 1,0 0 0,0 3 0,0-1 168,0 1 1,0 0-1,0-22-96,0 6 1,0 10 548,0 6 0,3 8-331,0 1 0,0 8 863,-3 4-198,0 5-529,0 15 0,0 8-145,0 20 1,1 9-184,1-21 1,-1 1 0,0 4 0,0 0-210,0 1 0,1 1 0,-2 3 1,1 1 82,-1 1 0,0 1 0,0 0 0,0 0-5,0 2 1,0-1 0,0-2 0,1-1-3,0-1 0,1-1 0,-2 0 1,1 0-81,0 0 0,1-2 1,-1-2-1,0-2 38,1-2 1,-1-1-1,0 18-111,2-10 0,1-9-3,-1-9 56,1-5 0,-4-15-135,0-8 1,0-15-169,0-16 0,0 12 0,0-2-124,0-5 1,0-1 0,0-1-1,0-1 161,0 0 0,0-1 1,-2-2-1,-1 0 15,1-5 0,-2-1 0,0 0 1,0 1 100,-1-1 0,1 1 0,-1 4 0,0 2 98,1 0 0,-1 2 0,1 8 0,0 1 485,-2-20 159,1 13 1,5 30 432,0 19 1,6 18-743,-2-6 0,1 2 0,-1 5 0,1 1 117,1 2 1,1 1 0,0 2-1,0 1-402,1 4 1,0 0-1,-1-2 1,0-1 452,1 2 1,0 0-1,-3-2 1,1-1-170,0-5 1,0 0-1,-1-1 1,0-1 85,-2-4 1,0 0 0,1 19-1428,-4-16-321,0-8 1,-4-14-203,-2-9 1,-3-14-1639,0-11 3277,4-10 0,1-3 0,4-4 0</inkml:trace>
  <inkml:trace contextRef="#ctx0" brushRef="#br0" timeOffset="79">17048 14860 8447,'4'-14'473,"3"1"-1,-3 7-31,4 2 139,-7 0-308,3-1-1,-4-1 515,4 2 41,-3 4 46,3 0-518,-8 9 1,2 10 380,-4 15 1,1 11-481,2-19 0,0 1 0,-2 5 1,1 3-348,1 2 0,0 0 0,1 4 0,-1 1 372,0 3 0,0 0-1086,2-2 1,0 0 905,-2 1 1,2 0 0,0-4 0,2-2 4,-2 0 0,2-1 1,-1-2-1,1-2-113,0-1 1,1-2 0,-1 22 214,2-12 1,1-8-18,-1-7 0,0-6-547,-3-10 1319,0-4-1034,0-13 0,-1-10-1173,-2-20 674,2-13 474,-3 16 0,0-1-654,-1-1 0,0-1 490,1-8 0,-2 1 0,-1 3 0,0 1-26,0-6 1,1 1 0,1 4 0,0 1-197,-2 0 1,1 1 0,2 5-1,1 1 123,0 1 1,0 1 488,2 4 1,0 1-135,-3-24 0,4 18 271,0 8 1,1 14-287,2 8 1,6 19 1977,7 15-842,1 13-1494,-7-15 0,-1 2 1543,0 3 0,1 2-734,-1 8 0,0 0 0,1 1 0,-1-1-30,0 3 0,0-1 0,-1 0 0,-1 0-10,-1-2 1,0-1-1,-1-1 1,0-1-118,-2-2 1,0 0-1,-1-6 1,-1 0-414,-2-3 1,-1-1 0,-7 16-1249,-7-7 0,-4-13 176,-4-3 1,-8-3-259,-11-7 0,-6 1 1468,20-8 0,-1-1 0,2 0 0,0 0 0,-2 0 0,1-2 0,0 0 0,1 1 0</inkml:trace>
  <inkml:trace contextRef="#ctx0" brushRef="#br0" timeOffset="80">4767 15503 8115,'47'-10'0,"-3"4"455,-3 0 1,-6 4 672,-10-1 1,-7 2-298,-5 1-643,-7 0 0,-7-1-2,-9-3-78,-7 3 0,-15-7 128,-9 2 0,-4 1-93,-5-1 0,22 4 1,-2 0-280,-3-1 1,-2 0 0,-3 2 0,-2-1 265,-2-1 1,-2 0 0,-4 2 0,0 0-459,1-1 1,-2 1 0,14 0 0,-1 1 0,1 0 356,-1 0 1,-1 0-1,1 0 1,-1 0-1,0 0 1,0 0-47,1 0 0,0 0 0,0 0 0,-3-1 0,1 0 1,-1 0 30,0 0 0,0 0 0,-1 0 1,-4-2-1,0 0 0,0 0-31,4 0 0,0 0 1,-1 0-1,1 0 0,0 0 1,-1-1 53,2-1 1,0 0 0,-1-1 0,-1 0 0,0 0 0,-1-2 1,1 1 0,-1-2 0,1 1 0,2-1 0,-1 0 1,1 0 16,1-1 1,-1 1-1,1 0 1,2 1-1,0 0 1,0 0 54,-1 1 0,-1-1 0,1 1 0,1 1 0,1-1 1,1 1-149,-12-4 0,2 1 1,-1 0-1,1 0-151,1 2 0,2-1 1,4 0-1,1-1 85,8 3 0,0 0 0,-22-6-293,6 2 1,7 1-343,6 0 0,10 0 475,6 3 1,9 2-842,6 4 0,13 0 1104,12 0 0,6 8 0,6 3 0</inkml:trace>
  <inkml:trace contextRef="#ctx0" brushRef="#br0" timeOffset="81">7989 15577 8131,'9'-9'0,"0"0"856,1 3-461,3 2 0,-3 4-402,3 0 0,-6 0 67,-1 0 1,1 0 56,2 0 0,0 0 68,0 0 0,1 0-106,-1 0 0,5-4 218,1-2 0,6-6 111,0 0 1,4-5-118,-3 2 0,4-2-74,-1 2 0,5 1-57,1 5 1,7 0-92,-1-1 1,6 4-22,-3 0 0,7 3 43,-4-3 1,-3 1-155,-5-2 1,-2 2 101,1 2 0,1-1-1,-4-2 1,3-2-137,-3 5 0,-4 3 91,-5 3 0,-3 8 64,0-2 0,-6 3-23,-3-3 1,-5 4-18,-5 3 0,-5 2-35,-5 4 1,-7-1-4,-8 4 1,-6-3 67,-3 6 0,-6 3-224,18-11 1,0 1 0,1 0-1,0 1 217,-1 3 0,0 0 0,0 1 1,-1 0-26,-3 1 1,-1 1 0,1 0-1,0 0 26,-2 0 0,0 0 0,2 0 1,2 1 9,1 0 0,2 1 0,2-1 0,1 0 54,2 2 0,1 0 0,1-2 0,0 1-38,1 1 1,1 0 0,1-2 0,0-1-94,3 0 0,1 0 1,0-1-1,0 1 317,-2 21 0,4 0-102,2-6 0,3-3-163,3-9 1,2-1 127,4-9 0,5 0-515,1-5 1,0-4-267,0-6 0,4-2-587,3-4 1,1 0 772,-2 0 1,-2 0-942,0 0 1,-5-3 1381,-5 0 0,-4 0 0</inkml:trace>
  <inkml:trace contextRef="#ctx0" brushRef="#br0" timeOffset="82">8352 17197 8107,'18'9'0,"-6"5"1264,-3 1 1,-6 3-546,0 1 0,-2-1-443,-1 1 0,-4 3-63,-2-1 0,-2-2-78,-2-4 1,1 0 118,0 0 1,-2-2 13,-1-7 1,2-2-146,-3-4 0,0-1 64,0-2 1,2-6-129,5-7 1,-1-2-104,4-4 1,-1-2-312,4-4 0,1 1 115,3 2-503,1-1 503,8 6 0,-1-2 20,3 7 0,1 2 63,2 7 0,-2 2 560,-1 4 0,-3 1-101,0 2 510,-2 6-542,-4 6 1,-2 7 40,-4-1 0,0 4 62,0-3 0,-4 0 135,-3-4 0,-1-3 129,-1-3 0,-5-3-544,-1-2 1,0-4 96,0-6 0,-1-4-1563,-2-5 0,-1-3 249,0-3 1124,5-5 0,5-5 0,4-5 0</inkml:trace>
  <inkml:trace contextRef="#ctx0" brushRef="#br0" timeOffset="83">10046 15987 8107,'14'0'357,"1"0"0,0 4-256,0 2 763,1 2 0,6 2-269,-1-1 0,0-3-15,-5 0 0,0-4-200,-3 2 0,0-3-141,-1-1 1,-1 0-188,1 0 0,3-4 118,0 1 1,7-4-223,3 1 1,2-2 121,1-2 1,8 1-57,4 0-1106,5-1 1180,-3 1 1,2 0 149,-3-1-204,3 1 1,4-3-1,-21 5 1,2 1-1,1 0 0,1 1 0,2 0 0,0 0 77,-1 0 0,1 0-186,3 0 0,0 1 53,-4 1 1,2 1-1,5-2 1,1 1-29,2 1 1,0 0 0,-3 0-1,0 0-15,1 1 0,1-1 58,2 2 1,0-1-1,5-3 1,0 0-1,2 1 1,0 1 20,-2-1 1,-1 1 0,2-2 0,-1-1 77,3 2 1,1 0-1,-2-1 1,1 1-455,0 0 0,1 0 1,-15 1-1,1 0 0,-1 2 381,1-1 0,-1 1 1,0 1-1,0-1 0,-1 0 1,1 0-3,15-1 0,1 2 0,-16 0 0,0 0 0,1 1-8,1-1 0,1 2 0,-1-1 0,-1 0 0,0 1 0,0 0-2,-1 0 1,0 0-1,0 0 1,-1 1 0,-1 1-1,1-1 15,2 0 0,1 0 1,-1 0-1,-1 1 1,0-1-1,1 0-50,-1-1 0,0 0 0,0 0 1,-1 0-1,0 0 0,0 0 44,1 0 0,0 1 1,1-1-1,0 0 1,0-1-1,-1 1 0,1-1 0,-1 0 0,0 0 0,16 1 1,-1-1 4,-16 0 0,0-1 0,0-1 0,1 1 0,-1-1 1,1 0 58,0 1 0,1 1 1,-1-1-1,15-2 1,-1-1-12,-1 1 1,-1-1-1,0-1 1,1-1-198,-15 2 0,0 0 0,0 0 0,12-2 0,-1 0 282,1-1 1,-1 0 0,-2 2 0,-1 0-280,4 0 0,-1 0 0,-2 0 0,-2 0 205,2-2 0,-1 0 0,0 1 0,-1 0 60,-2 1 0,1 0 20,0-1 0,1 0-323,-2 1 0,-1 0 260,1-1 0,-1-1-12,-4 2 1,0 1 121,2 0 1,0 0-69,-4 0 0,0 0 0,3 1 0,-1 1 0,-2-2 1,-1 1-154,0 0 1,0 1 433,19 0 1,-1 0-520,-7 0 1,-2 0-6,-7 0-2,-2 0 0,-12 0 0,-5 0-106,-4 0 1,-6 0-2841,-18-9 3052,-6 3 0,-9-7 0</inkml:trace>
</inkml:ink>
</file>

<file path=ppt/ink/ink15.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09T05:27:55.056"/>
    </inkml:context>
    <inkml:brush xml:id="br0">
      <inkml:brushProperty name="width" value="0.05292" units="cm"/>
      <inkml:brushProperty name="height" value="0.05292" units="cm"/>
      <inkml:brushProperty name="color" value="#FF0000"/>
    </inkml:brush>
  </inkml:definitions>
  <inkml:trace contextRef="#ctx0" brushRef="#br0">2753 7813,'0'0,"0"0,-24 0,-26-24,25 24,-74-50,-25 0,0-24,49 49,-73 0,73-24,-74-1,25 25,25-24,49 49,-24 0,74-25,-25 25,25 0,25 25,-25-25,50 49,-26-24,51 25,-25 24,-26 1,26-51,-25 76,0-76,-25 51,24-26,-24 1,0-50,0 25,0-50</inkml:trace>
  <inkml:trace contextRef="#ctx0" brushRef="#br0" timeOffset="677.03">2629 7838,'0'0,"25"-25,-25 25,25 0,0 0,-25 0,49 25,-49-25,50 0,-25 0,24 0,-24 0,25 0,-1 0,-24 0,50 0,-26 25,1-25,24 0,1 25,-51-25,26 0,-25 0,0 0,-25-25,-50 0</inkml:trace>
  <inkml:trace contextRef="#ctx0" brushRef="#br0" timeOffset="1285.07">3522 7888,'0'-25,"0"25,0-25,0 25,0-25,25 25,-25-24,25 24,0-25,-1 25,1-25,0 0,25 0,-1 1,26 24,-50 0,49-25,-49 25,24-25,26 25,24 25,-74-25,49 25,-49-1,0 1,24 0,-24 25,0-50,0 49,0-24,-25 25,0-26,0 26,0-50,0 25,0-25</inkml:trace>
  <inkml:trace contextRef="#ctx0" brushRef="#br0" timeOffset="1882.1">4514 7962,'25'0,"-25"0,50 25,-25-25,-1 0,1 0,50 0,-51 25,26-25,0 0,24 25,-24-25,-1 25,26-1,24 1,-49 0,-1 0,-24-25,74 49,-49-49,-25 0,-1 25,1 0,0-25,-25 25,0-25,0 25</inkml:trace>
  <inkml:trace contextRef="#ctx0" brushRef="#br0" timeOffset="2244.12">5581 8384,'-25'0,"25"0,-25 0,1 0,-1 0,-25 0,1 0,-1 0,-24 0,24 0,-49 0,24 0,-49 0,75 0,-51 0,76 0,-51 0,1 25,24-25,25 0</inkml:trace>
  <inkml:trace contextRef="#ctx0" brushRef="#br0" timeOffset="3346.19">4217 8359,'0'0,"0"25,-25-25,0 0,0 25,1-25,-51 25,1-25,-25 49,49-24,-74 0,74 0,-99 24,1-24,-1 0,50 0,-75 24,100-24,-100 25,25-26,0 26,0 0,75-26,24-24,1 50,-1-25,50-25,-25 0,50-25,-25 25,25-25,0 0,0 25,-1-24,26-1,0 0,-1 0,26 0,24 1,25-51,-25 26,-49 24,49 0,-25-25,1 1,-26 49,-24-25,0 0,0 0,0 25</inkml:trace>
  <inkml:trace contextRef="#ctx0" brushRef="#br0" timeOffset="4306.24">3671 7689,'0'0,"-25"0,0-24,-24-1,-1 0,1 0,-1 25,25-25,-24 25,49-24,-25 24,0 0,0-25,25 25,0 0,25 0,-25 0,0 25,25-1,-25 1,49 25,-49-25,0-1,0 1,0 0</inkml:trace>
  <inkml:trace contextRef="#ctx0" brushRef="#br0" timeOffset="5201.29">3026 8359,'-25'0,"1"0,-1 0,-25 0,25 0,-49 0,0 0,-26 0,51 0,-75 0,74 0,-74 0,25 25,0-25,49 0,-49 0,74 25,-49-25,49 0,-25 0</inkml:trace>
  <inkml:trace contextRef="#ctx0" brushRef="#br0" timeOffset="5626.32">1786 8012,'-25'0,"0"25,1 24,24-24,-25 25,25-25,0 24,0 26,0-26,0-24,25-25,-25 0,24 0</inkml:trace>
  <inkml:trace contextRef="#ctx0" brushRef="#br0" timeOffset="5935.33">1637 7962,'-25'25,"0"0,1 49,24-49,0 50,0-26,24 26,-24-51,25 26,-25-25,25-25,-25 25</inkml:trace>
  <inkml:trace contextRef="#ctx0" brushRef="#br0" timeOffset="6394.36">1538 7962,'0'0,"-50"-25,1 25,-26-24,-24 24,-25 0,0 24,-25 1,25 0,25 0,25 0,24 24,0-24,25 25,1-25,-1-1,25-24,25 0,-1 0</inkml:trace>
  <inkml:trace contextRef="#ctx0" brushRef="#br0" timeOffset="7581.42">1488 8483,'0'50,"-25"-1,1-24,-1 0,-25-25,1 25,-26-25,-24 25,49-25,-49 0,50 0,-51-25,-24 25,50-25,0 25,-1-50,50 26,-49-1,24 0,25 0,25 25,-24-25,24 25,24 0,1 0,25 0,-25 0,49-24,-24 24,24 0,25 0,-49-25,0 25,-26 0,-48 0,-26 0,-49 0,0 0,74-25,-50 25,50 0,-24 0,74-25,99-24,74-26,-74 50,-25 25,-49-24,-25 24,-50 0,-74 0,0 0,-25 0,24 0,1 0,49 0,75-25,25 25,49-25,0 0,25 25,-24-25,-26 25,-99 0,-49 0,-25 0,-25 0,49 0,26 0,49-24,74 24,25 0,25 0,50 24</inkml:trace>
  <inkml:trace contextRef="#ctx0" brushRef="#br0" timeOffset="10944.62">3051 8830,'0'0</inkml:trace>
  <inkml:trace contextRef="#ctx0" brushRef="#br0" timeOffset="11099.63">3026 9054,'0'0,"-25"25</inkml:trace>
  <inkml:trace contextRef="#ctx0" brushRef="#br0" timeOffset="11216.64">3051 9252,'0'25,"0"0</inkml:trace>
  <inkml:trace contextRef="#ctx0" brushRef="#br0" timeOffset="11352.64">3026 9475,'0'75,"0"-50</inkml:trace>
  <inkml:trace contextRef="#ctx0" brushRef="#br0" timeOffset="11501.65">2977 9897,'0'74,"-50"-49</inkml:trace>
  <inkml:trace contextRef="#ctx0" brushRef="#br0" timeOffset="11648.66">2952 10244,'-25'50,"25"-50,-25 25</inkml:trace>
  <inkml:trace contextRef="#ctx0" brushRef="#br0" timeOffset="11791.67">2902 10567,'0'25,"-49"-25</inkml:trace>
  <inkml:trace contextRef="#ctx0" brushRef="#br0" timeOffset="11911.68">2927 10716,'-25'-25</inkml:trace>
  <inkml:trace contextRef="#ctx0" brushRef="#br0" timeOffset="11917.68">2902 10691</inkml:trace>
  <inkml:trace contextRef="#ctx0" brushRef="#br0" timeOffset="11921.68">2902 10691</inkml:trace>
  <inkml:trace contextRef="#ctx0" brushRef="#br0" timeOffset="14214.81">1687 11162,'-25'-25,"75"0,-1 25,75-24,-25 24,-24 24,-50 1,-50 50,-74 24,-1-25,26-24,-25 49,49-49,75-50,25 0,74 0,0 0,-100 25,1-25,-25 0</inkml:trace>
  <inkml:trace contextRef="#ctx0" brushRef="#br0" timeOffset="14621.83">2158 11410,'0'25,"0"0,25 0,0-1,-1 1,1-25,25 25,-25-25,24-25,1 0,-25-24,-25 24,24 0,-24 0,0-24,-24 24,-26 0,25 25,0-25,1 25,-26 25,0-25,26 25,24 0</inkml:trace>
  <inkml:trace contextRef="#ctx0" brushRef="#br0" timeOffset="15021.84">2530 11361,'50'74,"-50"-49,24 24,1-24,25-25,0 0,-1-25,-24 1,0-26,0 0,-25 1,0 24,-25-25,0 50,-25 0,-24 25,24 0,1 0,49 24</inkml:trace>
  <inkml:trace contextRef="#ctx0" brushRef="#br0" timeOffset="15467.88">2927 11286,'0'75,"0"-51,0 26,0-50,0 50,0-50,25 24,24 1,-24-25,0 0,25-25,-26 1,26-1,0-25,-26 1,-24 49,0-50,0 50,-24-50,-1 26,-25-1,25 25,-49 0,0 0,24 25</inkml:trace>
  <inkml:trace contextRef="#ctx0" brushRef="#br0" timeOffset="15678.89">3274 11361,'0'49,"-25"-49,25 0</inkml:trace>
  <inkml:trace contextRef="#ctx0" brushRef="#br0" timeOffset="16110.92">3473 11261,'0'-24,"-25"48,25 1,0 0,0 0,0 24,49 1,-24-25,0 0,25-1,-26-24,26 0,0-24,-1-26,-49 25,25 0,-25 1,0-26,-25-24,-24 49,24 0,-50 25,51 0,-125 50,99 24</inkml:trace>
  <inkml:trace contextRef="#ctx0" brushRef="#br0" timeOffset="16758.95">3944 11212,'0'25,"0"-1,25 51,-25-26,0 1,0-25,0 24,25-49,-25-24,0-26,24 0,-24 26,25-51,0 50,0-24,24 24,-24 25,0 0,0 50,0-50,-1 74,-24 0,-24-24,24-50,-25 25,25-50,-25 0,25-24,0 24,25 0,0 0,-1 25,51 25,-26 25,26 49,-50 0,-25-49,-25-26</inkml:trace>
  <inkml:trace contextRef="#ctx0" brushRef="#br0" timeOffset="17133.98">3299 11485,'-25'0</inkml:trace>
  <inkml:trace contextRef="#ctx0" brushRef="#br0" timeOffset="17457.99">3249 11460,'0'0,"25"0,0 0,0 25,-25-25,0 0,0 24,0-24,0 0,0 0,-25-24,25 24,0-25,0 25,0-25,25 25,-25 25,0 0,0-25</inkml:trace>
  <inkml:trace contextRef="#ctx0" brushRef="#br0" timeOffset="18375.05">3001 11807,'25'25</inkml:trace>
  <inkml:trace contextRef="#ctx0" brushRef="#br0" timeOffset="18524.05">3001 11981,'0'74,"-49"-49</inkml:trace>
  <inkml:trace contextRef="#ctx0" brushRef="#br0" timeOffset="18653.06">2977 12303,'0'25</inkml:trace>
  <inkml:trace contextRef="#ctx0" brushRef="#br0" timeOffset="18786.07">2952 12626,'0'49,"-25"1</inkml:trace>
  <inkml:trace contextRef="#ctx0" brushRef="#br0" timeOffset="18923.08">2927 12998,'0'74,"0"-49,0 0</inkml:trace>
  <inkml:trace contextRef="#ctx0" brushRef="#br0" timeOffset="19061.09">2927 13370,'0'25,"-50"-1</inkml:trace>
  <inkml:trace contextRef="#ctx0" brushRef="#br0" timeOffset="19211.09">2877 13643,'0'49,"0"-49</inkml:trace>
  <inkml:trace contextRef="#ctx0" brushRef="#br0" timeOffset="19347.09">2902 13866,'0'0,"-49"25</inkml:trace>
  <inkml:trace contextRef="#ctx0" brushRef="#br0" timeOffset="19355.09">2853 13891</inkml:trace>
  <inkml:trace contextRef="#ctx0" brushRef="#br0" timeOffset="19363.09">2853 13891</inkml:trace>
  <inkml:trace contextRef="#ctx0" brushRef="#br0" timeOffset="19465.09">2877 13965,'25'0</inkml:trace>
  <inkml:trace contextRef="#ctx0" brushRef="#br0" timeOffset="20144.14">2803 14089,'0'0,"0"25,-25 0</inkml:trace>
  <inkml:trace contextRef="#ctx0" brushRef="#br0" timeOffset="20281.16">2828 14287,'0'0,"0"25</inkml:trace>
  <inkml:trace contextRef="#ctx0" brushRef="#br0" timeOffset="20427.16">2853 14560,'0'25,"-50"25</inkml:trace>
  <inkml:trace contextRef="#ctx0" brushRef="#br0" timeOffset="20555.16">2853 14759,'0'0,"0"0</inkml:trace>
  <inkml:trace contextRef="#ctx0" brushRef="#br0" timeOffset="20565.16">2853 14759</inkml:trace>
  <inkml:trace contextRef="#ctx0" brushRef="#br0" timeOffset="20573.16">2853 14759</inkml:trace>
  <inkml:trace contextRef="#ctx0" brushRef="#br0" timeOffset="21565.23">3324 11485,'25'0,"-25"0,0 24,24 1,-24 0,0-25,0 0,-24 25,24-25,0 0,0 0,-25-25,25 25,0-25,0 25,0 0,0 25,25 0</inkml:trace>
  <inkml:trace contextRef="#ctx0" brushRef="#br0" timeOffset="23946.36">2853 14784,'0'0,"-25"24,25-24,0 0,25 0,-25 0,0 0,24-24,-24 24,0 0,25 0,-25 0,25 0,-25 0,25 0,-25 0,25-25,-25 25,24 0,1 0,0 0,0 0,0 0,-25 0,24 0,1 0,-25 0,25 0,25 0,-50 0,24 0,1 0,0 0,0 0,0 0,-25 0,24 0,26 0,-25 0,0 0,-1 0,1 0,0 0,0 0,0 0,-1 25,51-25,-50 0,0 0,-1 0,1 0,0 0,25 0,-26 0,26 24,0-24,49 0,-74 0,24 25,-24-25,25 0,-1 0,-24 0,25 0,24 25,75-25,0 0,-50-25,0 25,75 0,-1 0,-49 0,0-25,75 25,-1 0,-49 0,0-24,198 24,-99 0,-74 0,0 0,98 0,51 0,-125 0,1 0,148 0,25 0,-149 0,50 0,99-25,25 25,-124 0,297 0,-173 0,-149 0,25 0,-149 0,149 0,-149 0,124 0,0-25,0 25,-124 0,124-25,-124 25,100 0,24 0,-25-25,-99 25,99 0,-99-24,99-1,25 25,-24-25,-100 25,794-25,-819 50,174-25,-1 25,26 0,-149-25,173 24,-173 1,198 0,26 0,-1 24,-174-24,224 50,-224-51,224 51,0 49,-26-25,-222-25,198 26,-198-51,322 75</inkml:trace>
  <inkml:trace contextRef="#ctx0" brushRef="#br0" timeOffset="31930.82">18901 11336,'-25'0,"25"0,-24 25,24-25,0 24,-25 1,25 0,25 25,-25-1,24 1,-24-25,25-1,0 1,-25-25,50 0,-26 0,26 0,-25 0,24-25,-24 1,0 24,25-50,-26 25,1-49,0 49,0-49,-25 49,0-50,0 26,-25 24,0 0,0 25,-24 0,24-25,0 25,-49 25,49 0,-25 25,26-26</inkml:trace>
  <inkml:trace contextRef="#ctx0" brushRef="#br0" timeOffset="33110.89">19100 11658,'-25'0,"25"25,0 0,0 0,0 24,0-24,0 0,0 24,25-24,-25 25,0-25,0-1,0 26,0-25,0-25,0 49,0-24,0 25,0-25,0 24,0-24,0 0,0 25,0-26,0 1,0 0,0 0,0-25,0 0,-25 25,25-25,0 24,0-24,0 0,0 25,0-25,0 25,0-25,0 25,0 0,0-1,0 1,-25 0,25 25,0-1,-25 26,25-51,-49 150,49-149,0 24,-25 76,25-76,-25 50,0-49,25 49,0-49,-25-1,25 51,0-51,0 50,-24-24,24-26,0 1,-25 0,50-50</inkml:trace>
  <inkml:trace contextRef="#ctx0" brushRef="#br0" timeOffset="33805.93">19124 12650,'0'50,"25"0,-25-1,25 1,0 49,-25-25,25 1,-1-26,-24 26,0-25,25 24,-25 0,25 1,-25-26,25 26,-25-50,0 49,25-24,-25 24,0-49,0 24,0-24,0 25,0-25,0-1,0-24</inkml:trace>
  <inkml:trace contextRef="#ctx0" brushRef="#br0" timeOffset="34971">19670 12005,'-25'0,"-24"25,-1-25,25 0,-24 0,-1 0,-24 0,24 0,-49 0,74 0,-49 25,24-25,-24 0,24 0,0 0,26 0,-26 0,25 0,0 0,25 0,-24 0,48 0,-24 25</inkml:trace>
  <inkml:trace contextRef="#ctx0" brushRef="#br0" timeOffset="37602.15">18107 11311,'0'0,"0"0,0 0,0 0,0 0</inkml:trace>
  <inkml:trace contextRef="#ctx0" brushRef="#br0" timeOffset="38438.18">18083 11361,'-25'0,"25"0,-25 0,25 0,-25 0,0 24,25-24,-24 25,24-25,-25 25,25-25,-25 25,25 0,-25-1,25 1,0 0,0 0,0-25,0 25,0-1,0 1,0-25,25 25,-25 0,25 0,-25-25,0 24,25-24,-1 25,-24-25,25 0,-25 0,25 0,0 0,0 0,-1 0,-24 0,50-25,-50 25,25-24,-25-1,25 0,-25 25,24-25,-24 0,25 1,-25-1,0 0,0 0,0-24,0 24,0 0,0 0,-25 0,25 25,0-24,-24 24,24 0,-25 0,0 0,0-25,0 25,25 25,-49-25,49 0,-25 24,0-24,0 75</inkml:trace>
  <inkml:trace contextRef="#ctx0" brushRef="#br0" timeOffset="39457.25">18083 11782,'-25'0,"50"50,-25-1,0 1,0 24,0 1,0-1,0 1,0-26,0 1,0-25,0 0,0-1,24 1,-24-25,0 25,0-25,0 0,0 0,0 25,0-25,0 25,0-25,0 24,-24 1,24 0,0 25,-25-26,25 51,-25-50,25 24,-25 26,25-26,-25 50,1-49,24 49,-50 25,50-74,-25 49,0-49,1 49,-1-49,0 24,25-24,-25-26,0 51,25-26,-24 1,24-50,-25 25,25 0,0-25,25-25,-1-74</inkml:trace>
  <inkml:trace contextRef="#ctx0" brushRef="#br0" timeOffset="40121.28">18083 12725,'0'49,"0"1,24 0,-24-26,0 51,25-26,0 1,-25 49,25-24,0-26,-1 26,-24-26,25 51,0-26,-25 0,0-24,25 0,-25 24,0-24,0-26,0 1,0 0,25 0,-25-100</inkml:trace>
  <inkml:trace contextRef="#ctx0" brushRef="#br0" timeOffset="40914.34">18504 12154,'0'0,"-25"0,25 0,-24 0,-1 0,0 25,0-25,-24 0,24 0,-50 0,1 0,0 0,24 0,-24 25,24-25,-24 0,24 0,0 25,26-25,-1 0,25 0,-25 25,50-25,0 0</inkml:trace>
  <inkml:trace contextRef="#ctx0" brushRef="#br0" timeOffset="44079.52">20265 11361,'0'0,"-24"0,-1 0,0 24,0 1,25 0,-25-25,25 50,0-26,0 26,0-25,0 0,25-1,-25 1,25 0,0 0,-25 24,25-49,-1 25,1-25,0 0,0 0,24 0,1 0,-25 0,0-25,-1 1,1-26,0 25,0-24,-25 49,0-50,0 25,0-24,0 24,0-25,0 25,-25 1,0 24,0-25,1 0,-1 0,25 25,-50 0,50-25,-49 25,24 25,-25 25,25-25,25-1,0 1</inkml:trace>
  <inkml:trace contextRef="#ctx0" brushRef="#br0" timeOffset="45766.61">20414 11832,'0'-25,"0"50,0 0,0-25,0 24,-25 26,25-25,0 0,0-1,0 26,-24-25,24 24,0-24,0 0,0 0,-25 25,25-26,0 1,0-25,0 25,0 0,0 0,0-25,0 24,0 1,0-25,0 0,-25 25,25-25,0 0,0 0,0 0,0 25,-25-25,25 25,0-1,-25 1,25 0,0 0,-24 0,-1-1,25 1,0 0,-25 25,0-26,0 26,1-25,-1 24,0-24,25 0,-25 0,0 49,1-49,-1 0,0 0,0 24,25 1,-25-25,1 0,24-1,-25 26,25-50,0 25,0-25,25 0,-25 0,24 0,1 0,-25-25,50 25,-25 0,24-25,-24 25,0-25,49 25,-49 0,49-24,-49 24,50-25,-26 25,-24 0,49-25,-49 25,74-25,-99 25,25 0,-25 0,0-25</inkml:trace>
  <inkml:trace contextRef="#ctx0" brushRef="#br0" timeOffset="46295.64">20365 12427,'0'25,"24"0,-24 24,0-24,25 25,0 24,0-24,0-1,-1 26,-24-50,50 24,-25 26,-25-26,25-24,-25 25,24-26,-24 26,0-25,0 0,0-25,-24 0,24-25,-25-99</inkml:trace>
  <inkml:trace contextRef="#ctx0" brushRef="#br0" timeOffset="46897.68">20786 12129,'-24'25,"24"-25,-50 0,50 0,-25 0,0 0,-24 0,-1 0,0 0,26 25,-51-25,50 0,-49 0,0 0,-1-25,50 25,-24 0,49 0,-25 0,0 0,0 0,25 0,25-25</inkml:trace>
  <inkml:trace contextRef="#ctx0" brushRef="#br0" timeOffset="48279.75">20414 11286,'0'-25,"0"25,0 0,0-24,25 24,-25-25,25 25,0-25,-1 25,26-25,-25 25,0 0,-1 0,1-25,0 25,0 0,0 25,-25-25,25 0,-25 25,24-25,-24 25,0 0,25-1,-25 1,0 25,0-25,0-1,0 1,0 0,-25 25,25-26,0 1,0 0,0 0,0 0,0-1,-24 1,24 0,0 0,24 0,-24-1,0-24,25 25,-25-25,25 0,-25 25,25-25,-25 25,0-25,0 0,-25 0,25-25,-25 25,0 0,25-25,-24 25,-1 0,0-25,25 25,-25 0,25-24,0 24,0-25,0 25</inkml:trace>
  <inkml:trace contextRef="#ctx0" brushRef="#br0" timeOffset="49434.82">20513 11112,'0'-24,"-24"24,-1 0,25-25,-25 25,0 0,0-25,1 25,-1 0,0 0,0 0,-24 0,24 25,0-25,0 25,0-25,1 24,-1-24,0 25,0 0,25 0,-25 0,25 0,-24-1,24 1,0 0,24 25,-24-26,25 1,-25-25,0 25,25 0,-25 0,25-1,-25 26,0-50,25 25,-25 0,0-1,-25 1,25 25,-25-25,25-1,-25-24,0 50,1-50,24 25,-25 0,0-25,25 0,25 24,0-24,-1-24,1 24,0-25,0 25,24-25,-24 0,-25 25,25 0,0 0</inkml:trace>
  <inkml:trace contextRef="#ctx0" brushRef="#br0" timeOffset="50415.88">20141 13295,'0'25,"0"0,0 25,0 24,0-49,0 24,0 1,0 24,0 1,0-26,0 1,0 0,0-26,0 1,-24 25,24-50,0 25,0-25,0 24,0-48,0 24</inkml:trace>
  <inkml:trace contextRef="#ctx0" brushRef="#br0" timeOffset="51048.91">20439 13295,'-25'25,"25"0,0 0,0 0,0 24,0 1,0-25,0 49,25-49,-50 49,25-49,0 0,0 24,0 1,0 0,0-26,0 1,0 0,0 0,0-75,-25-49</inkml:trace>
  <inkml:trace contextRef="#ctx0" brushRef="#br0" timeOffset="52219.98">21654 10889,'0'0,"0"0</inkml:trace>
  <inkml:trace contextRef="#ctx0" brushRef="#br0" timeOffset="53162.04">21729 11013,'0'0,"0"0,-25 0,25 0,-25 0,25 25,-25-25,25 0,0 25,-24 0,24-25,0 24,0 1,-25 0,25 0,0 0,0 0,25-25,-25 24,0 1,0-25,24 25,-24 0,25 0,0-25,-25 0,25 24,0-24,-25 0,25 0,-1 0,1-24,25-1,-1 0,-24-25,0 26,-25-1,25-25,-25 50,0-50,0 26,0-26,-25 25,0 0,25 1,-49-1,-1 0,0 25,26 0,-26 25,50-25,-50 25,25-1,1 26,24 24</inkml:trace>
  <inkml:trace contextRef="#ctx0" brushRef="#br0" timeOffset="54481.11">21803 11410,'0'25,"0"0,0 24,0 1,0-25,0 24,0 1,0 0,0-1,0-24,0 0,0 24,0-24,0 0,0 0,0-25,0 25,0-25,0 24,-24-24,24 0,0 25,-25 0,0 0,25-25,0 49,-25-24,25 0,-25 25,0-25,25 24,-24-24,-1 49,25-49,0 0,-25 49,0-49,0 50,25-51,-24 51,-1-26,0-24,-25 99,50-99,-24 49,-1-49,0 25,25-50,-25 25,25-1,0-24,25 0,-25-24,50-1,-26 25,1-25,0 0,25 25,-1-25,-24 25,49-24,-49 24,0-25,50 25,-51 0,51-25,-50 25,-1 0,1 0,-25 0,25 0,-25 0,0-25</inkml:trace>
  <inkml:trace contextRef="#ctx0" brushRef="#br0" timeOffset="55022.14">21828 11981,'0'24,"0"1,0 25,25 24,-25 1,25 24,0-25,-25 1,24-1,1 25,-25-49,25 24,-25-24,0 0,0-1,0-24,0-25,0 25,0-25,0 0,-25-50</inkml:trace>
  <inkml:trace contextRef="#ctx0" brushRef="#br0" timeOffset="55599.18">22275 11782,'0'-25,"-25"25,0 0,25 0,-25 0,0-24,1 24,-26 0,-24-25,49 25,-50-25,26 25,-50 0,24-25,-24 25,74 0,-25 0,26 0,-1 25,0-25,25 25,0-25,50 25</inkml:trace>
  <inkml:trace contextRef="#ctx0" brushRef="#br0" timeOffset="56556.23">21530 13047,'0'25,"0"-25,0 25,0-25,0 49,0-24,0 25,0-25,0 24,0-24,0 0,0 25,0-1,0-24,0 0,0 0,0 24,0 1,0-1,0-24,-24 25,24-50,0 49,0 51,0-76,0 1,0 25,0-50,0 25,-25-1,25 1,0-25,0 25,25-99</inkml:trace>
  <inkml:trace contextRef="#ctx0" brushRef="#br0" timeOffset="57186.27">21803 13022,'0'25,"0"-25,0 50,0-25,0 24,0 1,0 0,0-26,25 26,-25 0,0-26,0 26,0-25,0 49,0-49,0 49,0-49,0 0,0 25,-25-26,25 26,0-25,0 0,0-1,0-24,0 25,-24-25,24-25,-25-74</inkml:trace>
  <inkml:trace contextRef="#ctx0" brushRef="#br0" timeOffset="60344.45">21828 10864,'0'-24,"0"-1,-25 0,25 25,-24-25,24 25,-25-25,25 25,-25 0,0 0,0-24,0 24,1 0,-1 0,25 0,-25 0,0 24,0-24,-24 25,49-25,-25 25,0 0,25 0,0-1,-25 1,25 25,0-1,0-24,0 0,0-25,0 50,0-26,25 1,-25 0,0 25,0-50,25 25,-25 24,0-24,0 25,0-50,0 49,0-49,0 25,0 25,0-26,0 1,0 0,-25 0,25-25,0 25,0-25,0 24,-25-24,50 25,0-25,0-25,0 1,24-1,1-25,-25 1,-1 24,-24 0</inkml:trace>
  <inkml:trace contextRef="#ctx0" brushRef="#br0" timeOffset="61261.5">21803 10716,'0'0,"25"-25,-25 25,25-25,-25 0,25 25,0 0,-1 0,26 0,-50 0,25 0,0 0,-25 25,0-25,24 25,-24 0,0-1,25 1,-25 0,0 0,0 0,0-1,0 51,0-50,0 24,-25-24,25 99,25-99,-25 0,25 24,-25 1,0 0,25-26,-25 1,0 0,0 0,25 0,-25-25,0 24,0 1,0-25,24 25,-48-25,24-25,-25 0,-25 1,1-26,24 25,-25 0,50 1</inkml:trace>
  <inkml:trace contextRef="#ctx0" brushRef="#br0" timeOffset="63205.61">22820 9872,'0'0,"0"25,-24 0,24 24,0-24,0 25,24-25,-24 24,25-24,25 0,-50 0,25-25,-1 0,1 0,25 0,-1-25,-24 0,25 0,-50 1,49-26,-49 0,25 1,-25 24,-25-74,1 74,-1 0,-25 0,1 25,24 0,-25 0,25 25,-24-25,-1 50,1-1,49 1</inkml:trace>
  <inkml:trace contextRef="#ctx0" brushRef="#br0" timeOffset="64323.67">23019 10170,'0'25,"-25"0,25-1,0 26,0-25,0 0,25 24,-25-24,0 25,0-1,0-24,0 25,0-1,0 1,0-1,-25 1,25 0,0-1,0 50,0-49,-25 0,25-1,0 1,0-25,0 24,0-24,0 25,-25-25,25-1,0 1,0 0,0 0,0 0,0-1,0-24,0 25,0 0,0-25,0 0,0 25,0-25,0 0,0 0</inkml:trace>
  <inkml:trace contextRef="#ctx0" brushRef="#br0" timeOffset="65364.73">22944 11584,'-24'0,"24"0,0 25,0-25,0 24,-25-24,25 25,0 0,0 0,0 0,-25-1,25 1,0 25,-25-25,25-1,0 26,-25 0,25-1,-24-24,24 25,0 24,-25-24,25-1,0-24,-25 74,25-49,0 0,-25-1,25 50,-25 50,25-99,-25-1,25 75,-24-74,24 24,-25-24,25 74,-25-49,25-26,0 26,-25 24,25-50,0 1,0 0,-25 49,25-74,0 24,-24-24,24 25,0-26,-25 1,25 0,-25 0,25-25,-25 25,0-25,1 24,-1 1,0 0,0-25,-24 25,-26 24,50-49,1 25,-26 0,50-25,-25 25,25-25,0 0,0 0,99-99</inkml:trace>
  <inkml:trace contextRef="#ctx0" brushRef="#br0" timeOffset="66484.8">22994 11485,'0'24,"0"26,0-25,25 74,-25-49,0 24,0-49,0 49,0-24,25 24,-25 1,0 24,0-74,0 74,0-49,24 24,-24 25,0 0,0-49,0 49,0 25,0-25,0 1,0-1,0-49,0 49,25-50,-25 51,0-1,0 0,0-49,0 24,0-24,0-1,0 1,0-1,0-24,0 0,0-25,0 25,-49-25,24 0,0 0,-25 0,26 0,-26 0,-24 25,24-1,25-24,25 0,-25 25,50-25,-25 0</inkml:trace>
  <inkml:trace contextRef="#ctx0" brushRef="#br0" timeOffset="67345.85">22597 10914,'0'0,"25"0,24 0,1 25,25-25,-26 25,26-25,-1 0,25 24,0-24,-24 25,24-25,-25 25,-24-25,0 0,-50 0,0 0,0 0,-25 0,0 0</inkml:trace>
  <inkml:trace contextRef="#ctx0" brushRef="#br0" timeOffset="88227.04">19199 10641,'0'-25,"0"25,0 0,-25 0,25-24,-25 24,0 0,1 24,-1-24,0 0,0 25,0-25,25 25,-24 0,-1-25,0 49,0-24,25 0,0 0,0 0,-25-1,25 26,25 0,-25-26,25 1,0 25,-25-50,25 25,-1-25,1 0,25 0,-25 24,-1-24,1-24,25 24,-50-25,74 25,-74-25,50 0,-25 0,-1-24,-24 24,0-25,0 26,0-51,0 26,-24-1,-1 25,0 0,0 1,-74-26,49 50,1 0,-1 25,25 0,1-25,-1 49,-25-24,1 49,24 1</inkml:trace>
  <inkml:trace contextRef="#ctx0" brushRef="#br0" timeOffset="89678.12">19124 10964,'0'0,"0"49,0 1,0 74,0-25,0 25,0 25,0-25,-24 25,24 0,0-50,0 0,0-24,0-26,0-24,0-50,24-24,-24-51,25-98,-25 74,0-25,0 25,0-25,0 25,0 0,-25 25,25 49,0 1,-24 24,24 50,0 49,-25 100,25-125,0 100,0-74,0 98,0-24,-25 124,25-174,0 50,0-75,0 50,-25 0,25-49,0-26,0 26,0-75,0 25,0-25,0-25,0 0,0-25,0 1,0-26,0-24,0 0,0 49,25-74,-25 75,25-150,-25 75,0 25,0 74,0-74,0 74,0 0,25 25,-25 25,0-25,0 75,0-26,0 50,0-49,0 74,0 0,0 0,0 0,0 0,0 25,0-25,-25 50,25-75,0-25,-25 26,25-76,0 1,0-25,25-149</inkml:trace>
  <inkml:trace contextRef="#ctx0" brushRef="#br0" timeOffset="90108.15">19124 12650,'0'75,"-24"-1,-26 25,0 1,26 24,-1 74,-25-49,25-25,1-50,-1 50,0-49,0 24,25-25,-25-24,25-25,0-25,25-25</inkml:trace>
  <inkml:trace contextRef="#ctx0" brushRef="#br0" timeOffset="90540.17">19100 12626,'24'24,"-24"26,0 0,25 74,-25-25,0-25,25 50,-25-24,25 48,-25 1,25 0,-25-99,24 74,1-25,-25-25,0-49,0 0,0-50</inkml:trace>
  <inkml:trace contextRef="#ctx0" brushRef="#br0" timeOffset="93179.32">18256 10765,'0'0,"0"0,0-25,-25 25,25 0,0 0,-24-24,-1 24,0 24,25-24,-25 0,-24 25,24 0,0-25,25 25,-50 0,50-1,-24 1,24 0,-25 49,25-49,-25 0,25 0,0 49,0-49,25 25,-25-25,25 24,-25-49,24 25,1 0,25 0,-25-25,-1-25,1 25,25-25,-25 0,-1 0,-24 1,50-26,-25 25,0 0,-1 0,1-49,-25 49,0 0,0 1,0-51,0 50,0 1,-25-1,1 0,-1 0,0 25,0-25,-24 25,49 0,-25 0,0 0,-25 0,26 25,-51 50,26-1,49 0,0-24,0 49,49-24,-24-26,25-24,24 0,0-50,-24 0,0-24,-1-26,1-24,-50 25,0-26,-25-48,-25 73,1 50,-1 1,-24 24,-1 49,26 26,24-26,0 26,25 49,0-75,25 1,25-1,-1-24,1-25,-25 0,99-49,-100 49,1-50,0 25,0-24,0 24,-25-50,0 26,-25-1,25 1,-25-26,25 50,-50 1,50 24,-49 0,-1 0,25 24,1-24,-26 50,50-25,-50 24,1 1,24 0,25-26,-25 100,50-99,-25 25,50-25,-1-1,-49 1,50-25,-25 0,24 0,1-25,-1 1,-24-1,0 0,0 0,0-24,-25-26,24 26,-24-1,0 0,-24-24,-1 49,0-24,-49 24,-1 25,26 25,-1 24,25 1,0-1,-24 26,49-26,-25 75</inkml:trace>
  <inkml:trace contextRef="#ctx0" brushRef="#br0" timeOffset="94351.39">18132 11237,'25'0,"-25"0,0 24,0 1,0 74,0-24,0 74,0-100,-25 75,25-49,0 49,-25 0,25 0,0-75,-24 51,24-51,0 26,0-26,0 1,24-50,-24-50,0-49,25 0,-25-25,0-25,0 99,0-99,0 100,0-75,0 25,0-1,-25 51,25-1,0 25,-24 25,24 0,0 75,-25-26,25 75,0-74,0 74,0-50,0 50,0 125,-25-101,25-24,0 25,0-50,0 25,0-49,0 24,0-49,-25 24,0 1,1-1,-26 25,0 0,1-24,-1 49,25-25,-24 25,24-50,0 1,25-1,25-148,25-50</inkml:trace>
  <inkml:trace contextRef="#ctx0" brushRef="#br0" timeOffset="94701.4">18083 12700,'49'99,"-49"-49,0 49,0-49,25 98,0 26,-25 0,25-100,-25 100,0-125,0 75,24-49,-24-26,0-49,0-24,0-1</inkml:trace>
  <inkml:trace contextRef="#ctx0" brushRef="#br0" timeOffset="95226.43">18604 12179,'0'0,"-25"25,0-25,-25 25,25-25,-49 0,0 25,-26-25,76 24,-76-24,51 0,-50 25,-1 0,26 0,24 0,-24-1,49-24,0 25,-24-25,24 25,0-25,0-50,75 50,99-99</inkml:trace>
  <inkml:trace contextRef="#ctx0" brushRef="#br0" timeOffset="99323.68">3448 6796,'0'0,"0"0,-25 0,0 0,-24 0,24 0,-50 0,51 0,-76 0,1 0,25 0,-1 0,-24 0,25 0,-50 0,0 0,-25-24,74 24,-73 0,98 0,-173-25,148 0,1 25,49 0,0 0,25 0</inkml:trace>
  <inkml:trace contextRef="#ctx0" brushRef="#br0" timeOffset="99857.71">3398 6772,'-25'-25,"-24"25,-26-25,51-25,-26 26,0-1,1 25,24-25,25 0,-25 25</inkml:trace>
  <inkml:trace contextRef="#ctx0" brushRef="#br0" timeOffset="100208.73">3398 6796,'25'0,"-50"25,25 0,-25-25,1 50,24-25,-50-1,25 1,0 0,25 0,-24-25,-1 25,25-25,-25 0,25 0,0 0,0 0,0-25,0-25</inkml:trace>
  <inkml:trace contextRef="#ctx0" brushRef="#br0" timeOffset="100567.75">3125 6672,'0'25,"25"0,-25 0,0 24,0-24,0 25,0 0,0-26,0 1,0-25,0 0,0 0,0 0</inkml:trace>
  <inkml:trace contextRef="#ctx0" brushRef="#br0" timeOffset="102590.86">3870 6474,'24'-25,"-24"25,0 50,0 24,0 1,0-26,0 26,0-26,0 1,-24-25,24 24,24-49,-24 25,0-25</inkml:trace>
  <inkml:trace contextRef="#ctx0" brushRef="#br0" timeOffset="103494.9">4118 6573,'24'25,"-48"0,-1 0,25 49,0-49,-25 24,50 1,0-25,-25 0,49-25,-49 25,50-50,-1 0,-24-50,-25 51,0-1,0 0,-25-25,1 1,-1 49,0 0,0-25,25 25,25 0,25 25,-1-25,-24 0,0 0,0 0,-1 0,26-25,-25 25,-25 0,0 25,0-25,-25 49,25 26,0-50,0-1,25 26,0-25,-1 25,1-50,50 0,-51 0,26-50,-25 50,0-50,-25 1,0 24,0 0,-25-25,0 26,-25-1,1-25,-1 25,50 25,-49 0,49 0,-25 25</inkml:trace>
  <inkml:trace contextRef="#ctx0" brushRef="#br0" timeOffset="103690.93">4887 6921,'0'0,"-25"0,25 0</inkml:trace>
  <inkml:trace contextRef="#ctx0" brushRef="#br0" timeOffset="104781.99">5209 6648,'0'74,"0"-49,0 24,0-24,0 25,0 24,0-49,0 0,0 0,0-25,25-50,-25 1,25-26,-25 50,24-24,-24 24,25-25,-25 25,25 25,-25 0,25 0,-25 0,25 75,-1-26,-24 1,0 0,0-25,0-25,0 24,0-48,0 24,0-25,0 0,0 25,0-50,25 25,0-24,-25 24,25-49,0 74,-25 0,24-25,1 50,-25-25,25 49,-25-24,0 25,0 24,0 1,0-51,0-24,0 0,-25 0</inkml:trace>
  <inkml:trace contextRef="#ctx0" brushRef="#br0" timeOffset="105854.05">5978 6672,'0'-24,"-25"24,0 0,1 0,-1 0,0 24,25 1,-25 0,25 0,0-25,0 25,25-1,0 1,-25 0,49 25,-49-25,25-1,0 1,0 0,-25 0,0-25,-25 25,25-1,-25-24,0 0,1 0,-51-24,75-1</inkml:trace>
  <inkml:trace contextRef="#ctx0" brushRef="#br0" timeOffset="106192.07">6201 6449,'0'0,"0"0,-25 25,1-25,-26 0,25-25,-24 25,49 0,-25 0</inkml:trace>
  <inkml:trace contextRef="#ctx0" brushRef="#br0" timeOffset="106457.08">6325 6400,'0'124,"0"-75,0-24,0 0,0 0</inkml:trace>
  <inkml:trace contextRef="#ctx0" brushRef="#br0" timeOffset="112813.45">3795 8508,'25'-25,"-25"25,0 0,25 0,0 0,-25 0,24 0,-24 0,25 0,0 0,0 0,0 0,-1 0,1 0,25 0,-25-25,-1 25,1 0,25 0,-25 0,-1 0,26 0,-25 0,0 0,-1 25,26-25,-25 0,49 0,-49 0,0 0,24 0,1 0,-25 0,0 0,24 0,75 0,-49 0,-26 0,-24 25,25-25,-25 0,24 0,1 0,-1 0,-24 0,74 25,-74-25,25 0,-25 0,24 0,1 25,-1-25,-24 0,25 24,24-24,-24 0,-25 25,24-25,1 0,24 0,1 25,24-25,273 25</inkml:trace>
  <inkml:trace contextRef="#ctx0" brushRef="#br0" timeOffset="114412.54">15304 13692,'-49'-74,"24"24,0 1,0 24,-49-149</inkml:trace>
  <inkml:trace contextRef="#ctx0" brushRef="#br0" timeOffset="115379.59">14858 12948,'-50'-50,"1"-49,-1 50,25-1,-24 0,-1-24,1 24,24 1,-50-1,26-24,-1-1,-24 51,49-26,-74-49,49 49,0 0,1 1,-50-50,49 49,0 25,1-24,-75-51,74 51,-24 24,24-49,-74-26,-74-48,74 23,-50-23,-1190-720,347 322,99 149,-397 0,819 298,347 74,1 0,24 25,-25-49,0 24,25 0,-75 25,125-25,24 25,-24 0,0 0,24-25,-24 25,24 0,-24 0,-1 0,26 0,-26 0,1 0,-75 0</inkml:trace>
  <inkml:trace contextRef="#ctx0" brushRef="#br0" timeOffset="115688.61">4415 8533,'0'0,"25"0,0 0</inkml:trace>
  <inkml:trace contextRef="#ctx0" brushRef="#br0" timeOffset="117137.69">4713 8533,'49'0,"26"0,-1 0,1 0,-1 0,1 0,24 0,-25 0,1 0,24 0,-25 0,25 0,-24 0,49 0,-50 0,26 0,-1 25,25-25,-25 0,124 49,-124-49,25 25,1-25,-26 25,25 0,0-1,0 1,0 0,-25 0,50 24,-25-24,0 0,347 124,-49-50,-50 50,447 149,-720-274,670 348,-720-347,472 273,-50 0,-173-100,-223-148,247 173,-272-149,98 26,-24 24,0-25,-49-25,24 25,0-49,1 74,24-25,0 25,-75-74,75 74,-74-50,-1-24,1 24,24-24,-24 0,-25-1,49 26,-24-26,24 75,1-74,-26-1,-24 1,124 124,-99-125,-26 26,1-26,50 1,-1 74,-49-99,24 24,1 26,-25-26,0 1,-1 0,26-1,0 1,-1 49,-24-74,0 49,0-49,0 25,-1-1,1 1,0-1,0-24,0 75,-25-51,24-24,-24 25,25-26,0 1,-25 0,25 0,-25 0,0-25,0-25</inkml:trace>
  <inkml:trace contextRef="#ctx0" brushRef="#br0" timeOffset="117294.7">15652 14039,'0'25</inkml:trace>
  <inkml:trace contextRef="#ctx0" brushRef="#br0" timeOffset="-176628.27">16024 14808,'-25'50,"0"24,-24-24,-1 49,-24 0,24-24,0 24,1 0,-26 1,51-51,24 1,-25-1,50-24,-25-50</inkml:trace>
  <inkml:trace contextRef="#ctx0" brushRef="#br0" timeOffset="-176096.25">16073 15553,'0'-25,"-24"0,-1 0,0-24,0 49,-24-50,24 0,-25 1,1 24,-1-25,25 25,-49-49,-1 0,26 24,49 25,-50-24,25 24,1-25,-26 1,50 24,-25 50</inkml:trace>
  <inkml:trace contextRef="#ctx0" brushRef="#br0" timeOffset="-170808.94">1091 15156,'0'49,"0"-24,-24 49,24 26,0 24,-25 0,25 49,0-49,0 0,-25 0,25-49,0-26,0-49</inkml:trace>
  <inkml:trace contextRef="#ctx0" brushRef="#br0" timeOffset="-169941.89">992 15280,'50'-50,"-25"25,24 25,1 0,-25 0,-1 0,26 25,0 25,-26-1,1 1,-25 24,0 1,0-1,-25-24,1-1,-1 1,-25-25,1 0,24-25,-50 24,51-24,-1 0,50 0,-1 0,26 0,0 25,-26-25,1 0,25 25,-25 0,-1 24,1-24,-25 25,0-50,25 74,-25 1,0-26,25-24,-25 49,0-24,49 25,-24-51,0 1,-25-25,25 0,49-49</inkml:trace>
  <inkml:trace contextRef="#ctx0" brushRef="#br0" timeOffset="-169518.87">2282 15974,'0'0,"-25"0,-24 0,24 0,-25 0,25-25,-24 25,-1 0,1 0,24 0,0 0,25 0,0 0,0 0</inkml:trace>
  <inkml:trace contextRef="#ctx0" brushRef="#br0" timeOffset="-169160.84">2282 16222,'-25'0,"0"25,1-25,-26 0,0 0,1 0,-1 0,1 0,24 0,0 0,0 0,25 0</inkml:trace>
  <inkml:trace contextRef="#ctx0" brushRef="#br0" timeOffset="-150255.76">2679 15850,'0'75,"0"-26,0 26,0 49,0-25,0-50,0 26,-25-25,25 24,0 0,0 1,0-50,0 24,0-49</inkml:trace>
  <inkml:trace contextRef="#ctx0" brushRef="#br0" timeOffset="-149054.69">2902 16148,'0'0,"-25"49,25 1,-24 24,24 1,-25-25,25 24,0-24,0 24,25-49,-1 0,-24-25,25 0,0 0,0-50,24 0,-24 1,-25-26,0-98,0 98,-25 1,1 24,-26 1,25 24,25 25,-25 0,25 0,0 0,0 25,25-25,-25 24,25-24,25 25,-26 0,1-25,25 0,-25 0,-1 0,26 0,-50 0,74-25,-74 25,25 25,-25-25,0 25,0-25,-25 49,25-24,0 25,-24-1,24 26,0-50,0 24,0 26,0-26,0-24,24 0,-24 0,25 0,-25-25,25 0,0 0,24-25,1 0,-25-25,0 1,-1-1,1 1,0-26,-25 50,0-49,0 24,-50-24,26 49,-1 0,0 0,-25 50,-24 0</inkml:trace>
  <inkml:trace contextRef="#ctx0" brushRef="#br0" timeOffset="-139895.18">3870 15503,'-25'0,"25"0,0 0,0 0,0 0,-25 0,25-25,0 25,0 0,0 0,0 0,0 0,0 0,0-25,0 25,0 0,-25 0,25 0,0 0,0 0,0 0,0 0,0 0,-25 0,25 0,0-24,0 24,0 0,0 0,0 0,0 0,-24 0,24-25,0 25,0 0,0 0,0 0,0 0,0 0,0 0,0 0,0 0,0 0,-25 0,25 0,0 0,0 0,0 0,0 0,-25 0,25 0,0 0,0 0,0 0,0 0,0 0,0 0,0 25,0-25,-25 0,25 24,0-24,0 25,0-25,0 25,0-25,0 25,0-25,0 25,0-25,0 0,0 24,0 1,0-25,0 25,0 0,-25 24,25-24,0 0,0 0,0-25,0 25,0-1,0 1,0-25,0 25,0 0,0 0,-25-1,25 1,25 0,-25 0,-25 0,25-1,0 1,0 0,0 0,0 0,0-1,0 1,0 0,0 0,0 0,0-1,0 1,0 0,0 0,0 0,0-25,25 25,-25-1,0 1,0-25,0 25,0 0,25 0,-25-1,0-24,0 25,25-25,-25 25,0-25,25 0,-25 25,25-25,-25 0,0 0,24 0,-24 0,0 0,25 0,0 0,-25 0,0 0,25-25,49 0,-49-24,25 24,-26-25,1 25,0-49</inkml:trace>
  <inkml:trace contextRef="#ctx0" brushRef="#br0" timeOffset="-139320.15">3919 15900,'0'25,"-25"-25,1 0,-26-25,50 25,-25-25,0 25,1 0,-1 0,0 0,-25 0,50 0,-25-25,-24 25,24 0,0 0,0 0,1 0,-1 0,25 0,-25 0,25 0,-25 0,0 0,50 0</inkml:trace>
  <inkml:trace contextRef="#ctx0" brushRef="#br0" timeOffset="-136016.95">1191 17289,'0'0,"0"-25,0 25,-25-25,25 25,0 0,-25 0,25 0,-25 25,0-25,1 25,-1 0,25-1,-25 26,25-25,-25 49,25-49,0 74,0-74,0 25,0-1,0 1,25 0,-25-50,25 24,-25-24,0 0,99-49,-74 24,0-49,-1 49,1-50,0 26,0-1,24-24,-49 24,25-49,0 0,-25-1,0 26,0 0,0 24,-25 0,25 50,-49 0,49 25,-50 0,25 49,25 26,-25 123,25-124,0 25,25-25,0 1,25-51,-26 26,1-51,0 1,0-25,24 0,1-25</inkml:trace>
  <inkml:trace contextRef="#ctx0" brushRef="#br0" timeOffset="-135743.93">2059 17611,'-25'0</inkml:trace>
  <inkml:trace contextRef="#ctx0" brushRef="#br0" timeOffset="-135627.93">1885 17611,'-25'0,"1"0,-1 25</inkml:trace>
  <inkml:trace contextRef="#ctx0" brushRef="#br0" timeOffset="-135619.93">1811 17636</inkml:trace>
  <inkml:trace contextRef="#ctx0" brushRef="#br0" timeOffset="-135612.93">1811 17636</inkml:trace>
  <inkml:trace contextRef="#ctx0" brushRef="#br0" timeOffset="-135292.91">2133 17909,'0'25,"-25"-50,1 25,-1 0,-25 0,25-25,25 25,-24 0,24 0,-25 0,0 0</inkml:trace>
  <inkml:trace contextRef="#ctx0" brushRef="#br0" timeOffset="-134547.86">2530 17462,'0'-24,"-25"24,0 24,1-24,-1 50,0-50,0 25,25 0,0 24,-25-24,25 0,0 0,25 0,-25-25,50 24,-25 26,-1-50,1 25,0 0,-25-25,25 24,0 26,-25-25,0 24,0-24,-25 0,25 0,-25-25,25 25,-25-25,0 0,1 24,-1-24,0-24,0 24,0-25</inkml:trace>
  <inkml:trace contextRef="#ctx0" brushRef="#br0" timeOffset="-133972.83">2853 17140,'-25'25,"25"24,-25 26,0-1,0 1,25-1,-24 1,24-1,0 0,0 1,0-1,0-24,0-25,0 24,24-24,-24 0,25-25,0 0,0 0,24-25,-49-25,50-49</inkml:trace>
  <inkml:trace contextRef="#ctx0" brushRef="#br0" timeOffset="-133632.81">3001 17562,'-49'-25,"24"0,0 25,0-25,-24 25,-1-25,1 1,24 24,0-25,0 25,-25 0,1 0,24-25,25 25,-25 0,0 0</inkml:trace>
  <inkml:trace contextRef="#ctx0" brushRef="#br0" timeOffset="-108397.38">14015 7119,'0'-25,"24"0,-24 1,25 24,0-25,0 0,24 25,1 0,-25 0,49 0,-49 25,0 0,0 24,0 1,-25-25,-25 24,0-24,0 0,0 24,-49-24,49 0,0-25,0 25,-24 0,24-25,0 24,0-24,50 0,25 25,-25-25,-1 0,51 0,-50 0,-1 0,1 0,25 0,-25 0,-25 0,25 0</inkml:trace>
  <inkml:trace contextRef="#ctx0" brushRef="#br0" timeOffset="-107197.3">14684 7119,'0'0,"-24"25,24 0,-25-1,25 1,0 25,-25-1,25-24,0 0,25 0,0 0,-25-1,49-24,-24 0,25 0,-26-24,-24-1,0 0,0-49,-24 24,-1 0,25 26,0 24,49-25,1 0,0 25,-26 25,26-25,-50 0,25 25,-25-1,0 1,0 25,-25-1,25 1,0 0,25-26,0 1,24-25,1 0,-25 0,-1-25,-24-24,-24-75,-1 74,0 25,25 1,0-1,25 0,0 25,-1 0,1 0,25 0,-25 25,-1-25,1 25,0 24,-25 1,25-1,0-24,0 0,-1 0,51 0,-26-50,1 0,-25 0,0-24,-25-1,0 25,-25-24,-25 24,1 0,-1 25,0-25,26 25,-1 25,25-25</inkml:trace>
  <inkml:trace contextRef="#ctx0" brushRef="#br0" timeOffset="-106621.27">16545 7094,'0'0,"-50"25,50-25,-49 0,-26 0,25 0,26 0,-1 0,0 0,-25 0,26 0,-1 0,25 0,0 25</inkml:trace>
  <inkml:trace contextRef="#ctx0" brushRef="#br0" timeOffset="-106372.25">16520 7317,'-25'0,"-24"0,-26 0,1-24,24 24,0 0,26 0,-1 0,74 0</inkml:trace>
  <inkml:trace contextRef="#ctx0" brushRef="#br0" timeOffset="-96436.68">17388 7094,'-25'0,"-49"0,-25 25,24-25,50 0,-24 0</inkml:trace>
  <inkml:trace contextRef="#ctx0" brushRef="#br0" timeOffset="-95568.64">17785 6648,'0'-25,"0"25,0 25,0 24,25-24,-25 0,0 49,25-24,-25 24,0-24,0 0,0-26,0 1,-25 25,25-50</inkml:trace>
  <inkml:trace contextRef="#ctx0" brushRef="#br0" timeOffset="-95294.63">18058 7169,'0'0,"-25"0,-49 0,24 0,-24 24,24-24,25 0,-49 25,49-25,0 0,25 25,-25-25,25 25</inkml:trace>
  <inkml:trace contextRef="#ctx0" brushRef="#br0" timeOffset="-94753.59">17711 7392,'24'-25,"1"25,0-25,0 25,24 0,-24 0,25 0,-1 25,-24 0,-25-25,0 49,0-24,0 25,-49-1,24 1,-25-50,1 50,24-50,-25 49,25-24,1-25,24 0,49 0,-24 0,49 0,26-25,-26 25,-49 0,49 25,-49-25,-25 0,25-50</inkml:trace>
  <inkml:trace contextRef="#ctx0" brushRef="#br0" timeOffset="-94238.56">18504 6697,'-25'25,"-24"0,24 0,0 24,0-24,1 50,-1-1,25 25,0-49,0 24,0-49,25 25,-1-1,26 1,-50-25,50-1,-26-24,1 0,0 0</inkml:trace>
  <inkml:trace contextRef="#ctx0" brushRef="#br0" timeOffset="-93566.52">18876 6846,'-24'-50,"-1"26,-25 24,1 0,24 0,-25 24,25 1,25 25,0 0,50-26,-25 1,24 0,-24-25,25-25,-25 0,-25 1,24-1,-24-25,0 25,0 75,0 0,25-26,-25 76,0-26,25 0,-25-49,0 25,0-25,0-1,25-24,0-49</inkml:trace>
  <inkml:trace contextRef="#ctx0" brushRef="#br0" timeOffset="-93390.51">19124 7119,'0'0</inkml:trace>
  <inkml:trace contextRef="#ctx0" brushRef="#br0" timeOffset="-92693.47">19372 6722,'0'0,"-24"25,24-25,0 49,0-24,0 25,24-25,1 0,0-1,25 1,-1 25,-24-25,0-1,0 26,0-25,-25 0,0-1,0 1,-25 0,0-25,0 0,-25 0,-74-50,124 26,0 24,0-50,0 50,25-50,25 1,-1-26,-24 75,25-49,-25 24,24-25,-49 25,0-24,0 49,-24-25,-1 25,-25-25,0 25,1 0,24 0,0 25</inkml:trace>
  <inkml:trace contextRef="#ctx0" brushRef="#br0" timeOffset="-92338.45">19819 6722,'25'0,"-25"50,25-1,-25 26,24-1,-24 1,25-26,-25-24,-25 0,25-25</inkml:trace>
  <inkml:trace contextRef="#ctx0" brushRef="#br0" timeOffset="-91914.43">20141 6573,'50'50,"0"-1,-26-24,26 50,-50-26,25 26,-25-1,0 1,0-51,-25 51,25-50,-25 24,-24 1,24-1,0-24,0-25,25 0,0-49</inkml:trace>
  <inkml:trace contextRef="#ctx0" brushRef="#br0" timeOffset="-91444.4">20613 6524,'0'0,"0"24,0 26,0 24,0 1,0-1,0 26,0-51,0 26,0-26,24 1,1-25,0-1,0 1,0-25,24 0,1 0,-25 0,24-25,-49-24</inkml:trace>
  <inkml:trace contextRef="#ctx0" brushRef="#br0" timeOffset="-91234.39">20811 6846,'-49'0,"-26"0,25 25,-24-25,24 25,50-50</inkml:trace>
  <inkml:trace contextRef="#ctx0" brushRef="#br0" timeOffset="-90719.36">20836 6400,'50'-75,"-26"50,1 1,0 24,0 0,0-25,-1 50,1-1,-25 1,0 25,0-25,0 24,-25 1,1-25,24-25,0 24,0-24,49-24,-24 24,25-50,-1 50,26-50,-51 50,-24 0,0 0</inkml:trace>
  <inkml:trace contextRef="#ctx0" brushRef="#br0" timeOffset="-89740.3">13618 7317,'-25'0,"-25"0,1 25,-1-25,1 0,24 0,25 25,-25-25,25 0,-25 0,25 0,25 0,25-25</inkml:trace>
  <inkml:trace contextRef="#ctx0" brushRef="#br0" timeOffset="-78849.69">14213 8632,'-25'0,"0"25,25-25,-49 49,-1-24,25 0,1 0,-1 0,25-1,0-24,0 25,0-25,25 25,-25-25,24 0,26 25,0-25,-26 25,1-25,25 0,-1 0,-24 0,-25 0,50 24,-25-24,-25 0,25 0,-25 0,0-49</inkml:trace>
  <inkml:trace contextRef="#ctx0" brushRef="#br0" timeOffset="-78564.66">14312 8632,'25'25,"-25"24,0-24,0 74,0-49,0 0,0-1,0 51,0-51,0 1,0-1,0-49,0 0</inkml:trace>
  <inkml:trace contextRef="#ctx0" brushRef="#br0" timeOffset="-77506.61">14560 8756,'0'0,"0"0,-24 50,24-1,0 1,-25-1,50 1,-25-25,24 0,1-25,0 0,0-25,0 0,-1 0,-24-24,0 24,0-25,0 1,0 24,0 0,25 0,-25 25,25-25,49 25,-24 0,-50 25,25-25,-25 25,0 0,0 24,0 1,0 0,0-26,0 1,25 25,-1-25,1-25,0 0,0 0,-25-25,49-25,-49 1,0-1,0 50,0-50,-24 26,48-51,-24 50,25 25,0 0,0 0,-25 0,25 0,-1 25,-24 0,0 0,0 24,0-49,25 50,-25 0,25-26,0-24,0 25,-1 0,1-25,0 25,25-50,24 25,-49-50,25-24,-50 24,-50-24,0 24,-24 26,24 24,25 0</inkml:trace>
  <inkml:trace contextRef="#ctx0" brushRef="#br0" timeOffset="-76806.56">15801 9426,'-75'-25,"50"25,-49 0,24 0,-24 0,-25 0,-25 0,74 0,-49 25,49-25,-74 0,0 0,0 25,75-25,-75 0,74 0,-49 0,-1 24,26-24,49 0,-24 0,49 0,-25 25,25-25,49 25</inkml:trace>
  <inkml:trace contextRef="#ctx0" brushRef="#br0" timeOffset="-76034.52">14585 9798,'-25'-25,"1"25,-26 0,0 0,26 0,-1 25,0 0,0-1,25 1,25 0,0-25,0 25,24-25,1 0,-25-25,24 0,-49 25,25-49,0 24,-25 0,0 25,0 0,0 25,0 24,0 1,0 24,0-49,0 50,0-26,0 1,0-25,0 24,0-49</inkml:trace>
  <inkml:trace contextRef="#ctx0" brushRef="#br0" timeOffset="-75851.51">14883 10046,'25'25</inkml:trace>
  <inkml:trace contextRef="#ctx0" brushRef="#br0" timeOffset="-75240.47">15180 9773,'0'0,"-49"0,24 0,0 25,25 0,0-25,0 24,25 1,25 25,-26-50,51 49,-50-24,-1 0,26 25,-50-25,25 24,-25-24,-25 0,25 0,-25-1,-49-24,49 25,-49-25,49 0,0-25,25 25,0-24,50-26,-26 25,26-24,0 24,-1-50,-24 50,0 1,0-51,-25 50,25 1,-25-1,-25 0,0 25,25-25,-50 25,25 0,-24 25</inkml:trace>
  <inkml:trace contextRef="#ctx0" brushRef="#br0" timeOffset="-74867.45">15677 9872,'0'50,"0"49,0-24,24 24,-24-50,-24 1,24-25,0-25,24-75</inkml:trace>
  <inkml:trace contextRef="#ctx0" brushRef="#br0" timeOffset="-74343.42">16594 9227,'-24'-24,"-1"24,-25-25,1 25,-1 0,0 0,1 0,49 0,-25 0,25 0,49 25</inkml:trace>
  <inkml:trace contextRef="#ctx0" brushRef="#br0" timeOffset="-74142.41">16669 9376,'0'0,"-25"0,-49 0,24 0,0 25,26-25</inkml:trace>
  <inkml:trace contextRef="#ctx0" brushRef="#br0" timeOffset="-72838.34">13543 9823,'0'49,"0"1,25-25,0 74,0-49,-25-26,25 26,-1 49,1-74,-25 25,25-1,-25 1,25-1,-25-24,0 0,25 0,-25-25,0-25,0 25,24-74,-24 24,25 0,-25 1,0-50,0 24,0 26,25-1,-25-198,0 173,0 26,0-26,0-73,0 73,0 1,-25 24,0-99,25 100,0-26,-24 26,24-51,0 26,0 24,0 1,-25-1,25 1,0 24,0 0,0-25,0 50,0 0,0-24,25 24,-25 0,24 0,-24 0,50 0,99 24,-50-24,0 0,25 0,0-24,25 24,-25-25,25 0,0-25,24 26,1-1,0 0,-50 0,0 25,-25 0,-25 0,-24 0,-50 0,0 0</inkml:trace>
  <inkml:trace contextRef="#ctx0" brushRef="#br0" timeOffset="-72104.29">17487 8434,'0'0,"0"49,0-24,25 74,-25-49,0-1,25 75,-25-74,0 74,25-74,-25 74,0-75,0 1,0 49,0-49,0 24,0-49,0 0,0-25,25 0,-25 25,0-25,24 0,1-25,25-25,74 1,-99 24,49-25,-49 50,49-49,-49 49,0-25,-25 0,0 25,0-124</inkml:trace>
  <inkml:trace contextRef="#ctx0" brushRef="#br0" timeOffset="-71716.27">17934 8830,'-50'0,"-24"0,-50 0,25 25,-1-25,26 0,24 0,25 0,50 0,-25 25,75-25</inkml:trace>
  <inkml:trace contextRef="#ctx0" brushRef="#br0" timeOffset="-65379.91">19124 8979,'-74'0,"-75"0,75 25,24-25,-49 25,49-25,1 25,49-25,-25 25,25-25,0 0,50 49,-1-49</inkml:trace>
  <inkml:trace contextRef="#ctx0" brushRef="#br0" timeOffset="-65040.89">19199 9302,'-149'0,"25"25,0-25,74 24,50-24,25 25</inkml:trace>
  <inkml:trace contextRef="#ctx0" brushRef="#br0" timeOffset="-41276.53">19596 8657,'0'-50,"49"1,-24-1,25 25,24 0,25 25,-49 25,-50 25,25 74,-75 25,25-50,-24 0,-26 25,26 0,49-99,0 0,74-50,50-74,-49 24,-1 1,-49 49,24-74,26 24,-50 51,-1-1,1-25,-25 50,0-25,0 50,0 50,0-51,0 51,0-50,25 49,49 50,-24-99,-25-25,24 0,-24-25,25 0,-1-49,1-1,-50 26,0-26,0 26,0-26,-25 1,0 24,1 26,-26-1,25 25,-24 0,-1 0,0 49,26-24,-26 25,25-25,50 49,0-49</inkml:trace>
  <inkml:trace contextRef="#ctx0" brushRef="#br0" timeOffset="-41095.52">21010 8905,'0'25,"-25"-1,25 1,-50-25</inkml:trace>
  <inkml:trace contextRef="#ctx0" brushRef="#br0" timeOffset="-40603.49">21233 8508,'25'-25,"24"0,-24 25,25 0,-26 25,1-25,-25 25,25 25,-25-1,-25 1,0-25,1 49,-1 0,0 1,0-50,25 24,0-24,0-25,25 25,25-25,-1 0,50 0,-49 0,-25 0,24-25</inkml:trace>
  <inkml:trace contextRef="#ctx0" brushRef="#br0" timeOffset="-40208.47">22225 8508,'0'0,"-50"0,1 25,-26 0,75 24,0-24,25 25,25-1,-1 26,1-26,-25 1,0-1,-50 1,0-25,-49 0,49 0,-25-25,-24 24,24-24,-24 25</inkml:trace>
  <inkml:trace contextRef="#ctx0" brushRef="#br0" timeOffset="-39847.46">22250 9451,'-99'24,"49"-24,-74 0,-25 0,-25 0,75 0,-99 25,74-25,-99 0,-25 0,24 25,125-25,-99 25,123-25,-49 25,50-1,74-24,49 0,224 0</inkml:trace>
  <inkml:trace contextRef="#ctx0" brushRef="#br0" timeOffset="-39529.43">21853 9748,'-50'0,"-99"0,-49 0,0 0,-26-25,1 50,49-25,1 25,49-25,74 25,25 0,50-1</inkml:trace>
  <inkml:trace contextRef="#ctx0" brushRef="#br0" timeOffset="-36516.26">21903 9674,'24'0,"51"25,-26-25,26 0,-1-25,1 0,24-49,-25 24,25-24,1-1,-1 1,-25 24,-24-49,24 25,-49-26,0 26,-25-1,0-24,-25 0,-99-75,50 100,-26 0,26 24,-50-24,25 24,-25 0,-25 1,75 49,-50-25,-25 0,0 0,74 25,-73 0,73 0,-98 0,24 0,-25 0,75 0,-75 0,100 0,-100 25,-198 0,199 0,98-25,-99 25,75-25,-74 24,24 1,-25-25,100 0,-75 0,75 0,-75 0,0-25,0 25,75 0,-50-24,49 24,-49 0,0 0,0 0,74 24,-74 1,75 0,-174 74,148-24,1-1,24-24,1 24,24-24,0-1,-25 50,26 1,-1-1,25 0,25 0,-1-24,1 24,50-25,-26 1,1-1,49 1,-25-26,26 1,-26-1,174 26,-124-50,0-1,-25 1,50-25,-25 25,0-25,0 0,25 0,-25-25,0 0,25 1,0-1,-25 0,25 0,24 0,-24 1,25 24,-25 0,-1 0,150 0,-224 0,-24 0,-25 24,0-24</inkml:trace>
  <inkml:trace contextRef="#ctx0" brushRef="#br0" timeOffset="-16118.09">5060 16321,'-25'25,"1"0,-26-25,25 0,-24 0,-26 0,25 25,1-25,-1 0,1 0,24 0,25 25</inkml:trace>
  <inkml:trace contextRef="#ctx0" brushRef="#br0" timeOffset="-15820.07">4911 16793,'-49'0,"24"0,0 25,-25-1,50-24,-24 0,-1 0,25 0,0 0</inkml:trace>
  <inkml:trace contextRef="#ctx0" brushRef="#br0" timeOffset="-15452.05">5283 16148,'0'49,"0"51,-24 24,24-75,0 75,-25-74,25 74,-25-25,0-24,25-26,0 1,-25-1,50-73</inkml:trace>
  <inkml:trace contextRef="#ctx0" brushRef="#br0" timeOffset="-14413.99">5531 16321,'0'25,"0"50,-24-26,24 26,0-1,-25 1,25-1,25 0,-25-49,24 25,1-25,0-1,25-24,-26-24,1-1,-25-25,25-24,-25-1,-25-98,25 123,0-24,-25 49,25-25,0 50,0-25,25 1,0 24,0-25,0 25,-25 0,49 0,-24 0,0 0,-25 0,25 0,-25 0,0 49,0 1,0 25,-25-51,25 51,0 49,0-50,0-24,25-1,0-24,-25 0,24 0,1-25,25 0,-1 0,-24-25,0 0,-25 0,25-24,0-1,-1-24,-24 49,0-25,0 26,-24-51,-1 50,0-24,25 49,-50 0,26 0,-1 0,0 0,0 0</inkml:trace>
  <inkml:trace contextRef="#ctx0" brushRef="#br0" timeOffset="-13925.97">6548 15900,'-24'25,"-1"24,0 26,0 24,0-25,1 25,24 1,0-26,0 25,24-24,1-1,-25-24,25-1,0 1,-25-25,25-25,-1 49,1-49,-25 25,25-25,0-74</inkml:trace>
  <inkml:trace contextRef="#ctx0" brushRef="#br0" timeOffset="-12798.9">6697 16446,'25'0,"-25"0,25 0,-25 0,25 0,24-25,-24 25,0 0,0 0,0 0,-1 0,1 25,0-25,-25 0,0 24,0 1,0 25,0-1,-25 1,25-25,-25 24,1 1,-1 0,-25 98,50-98,0 0,0-26,25 1,0-25,0 0,24 0,1-49,-25-1,24-24,1-1,-1 1,-24-1,0 26,-25-1,25 1,-25 49,0 24,-25 26,25 0,-25 24,25 0,0 1,0-1,0-24,0-25,25-1,-25 1,25 0,24-25,-24-25,25 0,-25-24,-1-26,1 1,0 0,0-75,-50 99,25 1,-25-1,0 0,1 50,-1 0,0 25,-25 25,26 24,-1-24,0 74</inkml:trace>
  <inkml:trace contextRef="#ctx0" brushRef="#br0" timeOffset="-12540.89">7541 16991,'0'-25</inkml:trace>
  <inkml:trace contextRef="#ctx0" brushRef="#br0" timeOffset="-11927.85">7888 16545,'25'0,"-25"0,24 25,1-25,-25 24,0 1,0 0,0 0,0 24,0-24,-49 25,49-25,-25 24,-25 1,25-1,1-24,24 25,-25-25,25 24,-25-24,25 0,0-25,50 25,-26-25,1-25,25 0,24-25,-74 50,50-24,-25-1,24 25,-24-25,0 25,-25-99</inkml:trace>
  <inkml:trace contextRef="#ctx0" brushRef="#br0" timeOffset="-11459.82">8186 16222,'24'-25,"26"25,-25 0,0 50,-1 0,1 24,0 1,0-26,24 50,-49 1,0-1,0 0,0 0,-24-24,24-1,-25-24,0-1,0-24,25 0,0 0,50-125</inkml:trace>
  <inkml:trace contextRef="#ctx0" brushRef="#br0" timeOffset="-11143.81">9079 16570,'-50'0,"0"24,1 26,49-50,-50 50,25-50,-24 24,24 1,25-25</inkml:trace>
  <inkml:trace contextRef="#ctx0" brushRef="#br0" timeOffset="-10925.79">9079 16842,'-25'0,"-25"25,-49 0</inkml:trace>
  <inkml:trace contextRef="#ctx0" brushRef="#br0" timeOffset="-8023.63">9674 16421,'0'25,"0"-25,0 0,25 0,-1 0,1 0,25-25,-25 25,-1-25,1 0,0 25,0 0,0 0,-1 0,-24 25,0 0,0 0,-24-1,24-24,-75 100,75-76,-25 26,1-25,-1 0,0 24,0-24,0 25,1-26,24 26,0-25,-25 24,25-24,0 0,25-25,-25 25,0-25,24 0,1 0,0 0,-25-25,50 0,-26 0,1-49,0 49,25-24,-26 24,26-74,0 49,-50 25,25 0,-1 1,1 24,-25 0,0 0,0 0,0 0,0 49,0-24,0 25,0-26,0 1,0 50,0-51,0 51,25-26,0 1,0-25,-25 0,24-25,51-50,-50 0,24 1,-24-26,-25 1,0-25,0 24,0 26,0-26,-25 26,0 24,1 25,-1 0,0 50,0-26,0 26,25 0,0-1,0-24</inkml:trace>
  <inkml:trace contextRef="#ctx0" brushRef="#br0" timeOffset="-7387.59">10716 16371,'49'0,"-24"0,-25 0,25 0,0 25,-25 0,0 0,0-1,-25 26,25 0,-25-1,0 1,-24-1,24 1,-25 0,25-1,1 1,24-1,0-24,0 25,0-50,24 25,1-25,50 0,-26-25,-24 0,25 25,24 0,-49-25</inkml:trace>
  <inkml:trace contextRef="#ctx0" brushRef="#br0" timeOffset="-5471.48">11261 16644,'0'25,"0"49,0-24,-24 24,24-24,0 49,24-25,-24-24,0-25,25 0,-25-25,0 24,0-48,25-26,0 25,0-49,-25 24,0-49,24 25,-24 24,25 25,0 0,-25 50,25 0,-25 0,0 49,0-49,0 49,0-24,0 0,0-1,0 1,0-25,25-25,-25 24,0-24,24-24,1-26,-25 0,0 1,25-1,-25 1,25-26,-25 26,0 49,25 24,-25-24,24 50,-24 0,25 24,-25-49,0 24,25-24,-25 50,25-51,0-24,-25 0,0 0,24 0,-24-24</inkml:trace>
  <inkml:trace contextRef="#ctx0" brushRef="#br0" timeOffset="-3868.4">12204 15974,'0'50,"0"49,0 0,0 25,0 0,0 25,0 0,-25 0,0 0,25-1,-25-24,25 25,-24-25,24-49,-25-1,25 1,-25-26,0-24,25 0,-74 0,49-1,-25-24,26 0,-51 0,26 0,-26 0,1 0,24 0,-24-24,-25-1,-1 25,1 0,0 0,0-25,-1 25,1 0,-25 0,25 0,-99 0,98 0,1 25,0-25,24 0,-24 0,50 0,-26 0,1-25,49 25,-49-25,24 0,25 1,-24-1,24-25,0-24,0 24,0-49,1 0,24-25,0-174,-25 149,25-49,0 24,0-24,0 24,0 0,0 1,0 24,0 25,0 25,0 24,0 50,0 1,25 24,24 0,26 0,-26 0,26 24,73 26,-48-25,-26 0,25 0,1-25,24 24,0 1,-25 0,50 0,-25 0,0-1,24-24,-24 25,1 0,23-25,1 25,-25 24,0 1,25-25,-50 24,75 51,-25-26</inkml:trace>
  <inkml:trace contextRef="#ctx0" brushRef="#br0" timeOffset="12976.57">11088 16594,'0'50,"0"0,-50 24,50-49,-25 49,25-49,0 74,0-49,0-1,0-49,25 25,-25 0,25-25,0 0,-25-25,24 0,1-24,0 24,-25-49,25-1,-25 1,0 24,-25-49,25 74,-50 0,1 1,-1 24,1 0,-75 24</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3T23:56:29.687"/>
    </inkml:context>
    <inkml:brush xml:id="br0">
      <inkml:brushProperty name="width" value="0.09071" units="cm"/>
      <inkml:brushProperty name="height" value="0.09071" units="cm"/>
      <inkml:brushProperty name="color" value="#3165BB"/>
    </inkml:brush>
    <inkml:brush xml:id="br1">
      <inkml:brushProperty name="width" value="0.09071" units="cm"/>
      <inkml:brushProperty name="height" value="0.09071" units="cm"/>
      <inkml:brushProperty name="color" value="#57D200"/>
    </inkml:brush>
    <inkml:brush xml:id="br2">
      <inkml:brushProperty name="width" value="0.12095" units="cm"/>
      <inkml:brushProperty name="height" value="0.12095" units="cm"/>
      <inkml:brushProperty name="color" value="#57D200"/>
    </inkml:brush>
    <inkml:brush xml:id="br3">
      <inkml:brushProperty name="width" value="0.09071" units="cm"/>
      <inkml:brushProperty name="height" value="0.09071" units="cm"/>
      <inkml:brushProperty name="color" value="#FF8000"/>
    </inkml:brush>
  </inkml:definitions>
  <inkml:trace contextRef="#ctx0" brushRef="#br0">8082 10856 8072,'9'-9'0,"0"0"378,-3 0 0,1 2 1,-4 1 229,-1-1 0,2-1 0,-1-2 213,-1 1-646,-1 4 1,-2-3-112,-2 1 1,1 3 127,-4 1 0,0 1-162,-4-1 0,1 2-34,0-2 0,-2 7-52,-1 5 1,2 2 109,-3 4 0,2 5-78,-1 5 1,1 6 14,-1 3 1,5 5 85,0 1 0,2 4-270,-1-4 0,2 4 269,4-4 1,5 3 84,4-2 1,5-2-93,4-5 1,5-7 2,2-8 0,3-6-12,3-7 1,4-11-19,2-10 1,2-11-177,-8-8 0,-4-7 212,-6-2 1,-11 17 0,-1-1-131,-1 0 1,-1-2 0,-1-1 0,-2-2 293,-2 1 1,-1 0-1,-1 0 1,0 0-306,-1 1 0,-1 1 0,-2 2 1,-2 0-41,-9-16 1,-7 8-861,-3 10 0,-7 7 963,-5 12 0,-3 5 0,-6 6 0,0 3 0,-3 4 0</inkml:trace>
  <inkml:trace contextRef="#ctx0" brushRef="#br1" timeOffset="1">6732 14348 8099,'9'0'581,"0"0"0,-2 0 43,-1 0 26,-4 0 47,2 0-199,-4 0 1,-3 4-264,0 2 1,-4 0-1035,0 0 1,-1-1 94,-1 1 467,-1 2 0,1-7-199,0 3 4,0-3 287,-1-1 0,2-1 91,2-3 1,2-1-137,4-4 1,0 3 103,0 0 1,4-1 46,2-2 1,2 3-68,2 0 1,-4 4 222,0-2 0,0 3 293,3 1-102,1 0 1,-2 5-37,-2 1 1,-2 3 495,-4 3-468,0-1 1,0 2 141,0-3-46,0-1-176,-4-4 1,-1-1-281,-4-4 0,3 0-10,-1 0 0,2-4-371,-1-2 0,-1-2-71,4-2 1,-2 2-395,2 2 1,2-2 905,-2 1 0,6-1 0,3-1 0</inkml:trace>
  <inkml:trace contextRef="#ctx0" brushRef="#br1" timeOffset="2">6704 14376 7817,'5'5'263,"-1"-1"3,-4-4 0,0 0-127,4 0-170,-3 0 1,3 1-22,-4 2 211,0-2-419,0 4 81,0-1 58,0-3 0,0 4 20,0-2-16,0-2 929,0 3-636,0-12 0,0 1-74,0-9 1,0 4 59,0-4 1,0-3-118,0-6 1,0-7-9,0-6 1,1-11-248,1 20 0,0-1 0,-2-4 0,1 0 182,0-3 0,1-1 1,-1-4-1,0-1-417,0-4 1,1-2-1,-2-1 1,1 0 462,0 13 0,0-1 1,0 1-1,0 0 1,1 0-1,-1-1-215,0 0 1,0 0 0,0-1-1,1-1 1,1 0 0,-2-1 26,1 3 1,-1 0 0,0-1 0,0 1 0,0 0 0,1 0-149,-1-16 1,1 2-1,-2 2 1,1 2 51,0 5 1,1 2 265,1 0 0,-1 0 0,-1 5 0,-1 1 0,2-1 0,-1 1 0,0 1 0,-1 0 0</inkml:trace>
  <inkml:trace contextRef="#ctx0" brushRef="#br1" timeOffset="3">6648 12039 7360,'5'-5'362,"-1"1"-247,-4 8 0,0 5-65,0 7 1,0 2-22,0 4 0,0 4 109,0 8 0,0 0-57,0 6 1,0 8-288,0 5 1,0-23 0,0 1 273,0 4 1,0 1 0,2 2 0,-1 0 46,1 3 1,-1 2 0,3 3 0,0 3-69,-2-15 1,0 2-1,0-1 1,0 2-1,1 0 1,-1 1-302,0 3 1,0 0 0,0 1-1,1 0 1,0-1 0,0 0 264,-1 0 1,0-1 0,0 0-1,0 2 1,1 0 0,0-1-79,0-1 1,0 0-1,0-2 1,0-1 0,0 0-1,0-1-154,0 15 1,0-3 0,-1-6 0,0-1-59,-2-3 0,0-1 0,0-4 0,0 0 153,0-3 0,0-1 0,0 0 0,0-1-146,0 18 1,-3-1-89,0-8 0,-3-1 44,3-2 0,-1-5 77,4-4 0,-1-1 614,-2 1 1,2-2-376,-2-5 1772,2-3-1772,1-2 474,0-8 0,0-5-474,0-6 0,0-2 160,0-2-160,0 1 0,4-4 0,1-2 0</inkml:trace>
  <inkml:trace contextRef="#ctx0" brushRef="#br1" timeOffset="4">6722 14292 8015,'0'-14'0,"0"-3"-6,0 5 0,0-5 73,0 2 0,0-3 156,0-1 0,0-3 5,0-3 0,0-3-47,0-3 1,0-3 46,0-7 0,0-1-596,0-5 0,0-4 413,0 23 1,0 0 0,0-4 0,0 0-80,1-4 0,-2 0 0,0-2 0,-1-1-397,1-1 0,-1-1 1,0-5-1,1-2 396,1-1 0,0-1 0,0 14 1,0 0-1,0 0-1,0-2 1,0 0 0,0-1-1,0 0 1,0-1 0,0 0-390,0-4 1,0-1 0,0 1 0,0 0 0,0-1 0,0 1 287,0 0 0,0-1 0,0 1 0,0 4 0,0 0 0,0 1 40,0 0 0,0 1 0,0 0 0,0-13 0,0 2-217,0 3 0,0 2 0,0 4 0,0 1 240,0 6 0,0 1 0,0 1 0,0 2 59,0-24 0,0 8-213,0 7 228,0 1 0,3 7 0,0-2 0,-1 3 0,-1 3 0</inkml:trace>
  <inkml:trace contextRef="#ctx0" brushRef="#br1" timeOffset="5">6713 12830 8060,'6'10'0,"1"-1"0,-4-4 140,3-2 67,-4-2 1,2-2-60,-4-2 1,0-2 41,0-4 1,0-5-118,0-1 0,-1-3 36,-2-1 0,1-4 92,-4-5 1,0-5-129,0-8 1,-2-6-263,5 19 1,0 0-1,0-2 1,1-1 207,-1-3 1,-1 0 0,1 0-1,0 0 7,-1-1 0,-1-1 0,2-3 1,0 0 8,-1-1 1,1 0 0,2-3 0,0 1-59,0 1 1,-1 1 0,2 0 0,-1-1-126,1-1 0,0 1 0,0 4 0,0 1-188,0 0 1,0 1-1,0 4 1,0 1 3,0-20 1,0 6-177,0 9 0,3 4 1,0 7 507,1 1 0,-4 4 0,0 1 0,0-1 0</inkml:trace>
  <inkml:trace contextRef="#ctx0" brushRef="#br1" timeOffset="6">6648 12039 8060,'0'-14'-194,"0"-1"-48,0-7 1,0-7 357,0-8 1,0-5 188,0-8 1,0 22 0,0 0-428,0-3 0,0 0 0,0-1 1,-1 1 205,-1 0 0,1 0 0,0 1 0,1 0-144,-2 2 0,1 0 1,-1-1-1,0-1 45,0 0 1,0 1-1,1 1 1,-1 1-658,2-22 1,4 4 114,3 2 557,1 7 0,2-5 0,1 8 0,-2 1 0,-2 0 0</inkml:trace>
  <inkml:trace contextRef="#ctx0" brushRef="#br1" timeOffset="7">6695 10838 8060,'6'-4'-115,"0"-3"1,-3 2 75,3-1 1,-4 3 1075,1-3 0,-2 3 220,-1-4-77,0 5-734,0-2 0,-4 6-190,-2 5 1,-2 4-137,-1 11 0,-2 2-155,-1 8 0,0 0-342,-3 2 1,2 1 315,-2-4 0,0-1-457,0-5 0,-2-4 210,5-5 0,0 1-876,2-5 0,1-3 20,0-2 1164,3-5 0,2 6 0,4-3 0</inkml:trace>
  <inkml:trace contextRef="#ctx0" brushRef="#br1" timeOffset="8">6639 10903 8060,'8'-12'0,"-2"-1"0,1 4 2257,-4 3-933,5 4-845,-7-3 1,2 14-191,-6 3 0,-3 9-260,-7 4 1,2 5 26,-5 1 1,3 0-34,-6-3 1,6-1-171,-6-3 1,4-1-405,-1-4 0,-1-5-671,5-1 0,1-3-191,4-1-44,3-3 1457,4-2 0,4-4 0,2 0 0</inkml:trace>
  <inkml:trace contextRef="#ctx0" brushRef="#br1" timeOffset="9">6639 10847 8060,'9'-9'0,"0"1"374,1 1 0,-4 3 599,0 4 0,-1 1-295,1 2 0,3 4-248,-3 5 1,1 2-280,-1 5 0,3 3 82,-3 0 0,1 3-250,-1 0 0,3 2-195,-3 1 1,1-3-275,-1 0 1,1-5 29,-3 2 1,2-5-382,-3-2 0,3 0 3,-3 0 0,0-1 834,-3-5 0,4 4 0,2 2 0</inkml:trace>
  <inkml:trace contextRef="#ctx0" brushRef="#br1" timeOffset="10">6778 11182 8060,'10'0'3062,"-1"-4"-2051,0 3 1456,-4-3-1043,0 4-961,-18 0 0,1 1-334,-13 2 1,0 1-251,-3 3 0,-5 0-1420,-4-4 0,-2 0 957,-4-3 1,5 0-1244,1 0 1623,-1 0 1,9-4-1,-3-1 1</inkml:trace>
  <inkml:trace contextRef="#ctx0" brushRef="#br1" timeOffset="11">6676 10996 7683,'9'-14'-631,"-4"-3"901,-2 5 1,2-4-59,-2 4 0,1-1 408,-1 4 1,-2 0 295,2-1 373,-2 5-829,-1 1 0,0 6 2,0 4 0,-3 5-245,0 7 0,-4 5-139,0 2 1,-1 2-165,-1 1 0,0-4 107,-1-3 0,1 1-119,0-3 0,-3 0 107,3-6 0,-2-1-1631,4-3 257,3 1 573,0-5 1,4-5 312,0-6 0,4-7 33,2-2 0,0-4 211,0-3 0,0 3 142,3-3 0,-2 0 22,-1 4 1,-3-3-112,3 5 1,-4 6 683,1 1 146,2 6-57,-4-1 1,5 9-236,-3 4 1,-2 4 145,2 6 1,-3 0-121,-3-1 1,1 1 1,-5 0 1,4-4-278,-3 1 0,1-5 84,-1 1 0,-3-2-151,3-4 0,-2 1 35,-1-4 1,-1 0-574,1-3 0,1-4-73,2-2 1,-2-3-323,5-4 0,0 0-53,3-3 0,0-1 583,0 1 1,3 0 362,0 0 0,5 3 0,-2 3 0,2 1 0,1 0 0,-2 4 0,-1 2 0,0 1 0,3 2 0,-2 2 112,-1 1 0,-4 2 157,1 4 0,1 0 436,-1 1 1,1-1 148,-1 0-477,-2 5 0,4-4-97,-5 3 0,1-7-550,2-3 332,-2 2-953,3-4 596,-4-5 1,0-2-4,0-7 0,0 0-186,0 0 1,1 1 129,2 3 1,-1-1 262,4 1 0,-3 3-15,4 0 1,-4 4 498,3-1 1,-3 1-246,3 2 0,-4 2 428,1 1 0,3 2-123,0 4 0,-1 0 62,1 1 0,-3-1-157,3 0 0,-2 1 327,2-1-565,-4 0 105,2 1-1021,-4-1 482,0-4-263,0-1 0,-3-8 131,0-2 0,-4-7-73,0-2 1,2 0 191,-1 0 0,1 4 62,-1-2 0,-2 3 59,5 0-122,0 1 988,-1 4-486,3 1 684,1 12 1,4 1-171,2 7 0,3 2 124,-3-3 0,1 3-318,-1 0 0,3 1-159,-3 0 1,1-1-277,-1 1 1,1-5 48,-3-1 0,2-3 26,-3-1 227,0-3-1563,-3-2 666,-4-13 0,0-1-151,-3-9 1,-1 1 191,2-1 1,-2-1-211,-2-1 0,1 2 199,0 1 0,0 0-175,3 6 690,-2-1-101,7 8 0,-3 2 198,4 6 1,1 3 261,2 7 1,2 2 435,4 7 0,1-2-201,-1 5 0,1-4 416,3 1 0,-3-1-305,3-2 0,-6 2 91,-1-6-709,-4-1 6,2-1 1,-4-9-249,0-4 1,-3-5-90,0-7 0,-4-3-383,1-3 0,-3-2-388,0-2 0,0 3 406,-1-3 0,1 6-784,0 4 514,4 2 620,0 4 305,5 2 180,5 13 1,0-3-163,4 6 0,0 2 129,1-2 1,-1 0 512,0-2 1,0-4-285,-3 0 1,1-3 670,-4 4-216,0-5-438,1 2-279,-3-4 0,3 0 169,-8 0-161,-1-4 1,-5 3-140,-3-3 1,2 3 18,-4 1 1,-1 0 49,-3 0 0,-3 5-229,-3 1 0,-2-1 73,-1 1 0,-3-4-404,0 1 1,1-1 216,5 1 1,2-1-851,5 1 726,3 2 1,6-3 150,6 4 1,3-4 252,3 1 0,7-2-152,9-1 0,2 0 121,7 0 1,-2-4-54,9-2 0,-9-2 358,2-2 0,-8 1-60,2 0 1,-9-1 317,3 1-132,-5 0 55,-2-1-507,-3 5 0,-3 1 93,-6 4 0,1 0-142,-5 0 0,0 3 80,-5 0 1,-3 4-67,-3-4 0,-1 3 74,0-3 0,-2 1-339,-1-1 0,0-2-46,4 2 0,-1-1-25,0 2 1,2-2-119,1 4 210,-1 0 451,6 3-178,2 1 1,6-2 316,6-2 0,3-2-118,7-4 1,-2-1-4,4-2 1,-2 1 21,2-4 1,-3-3-33,0-4 0,0-3-240,0 0 1,-2-2 115,3 0 1,-3-4-225,-1 0 0,1-5 52,-1 0 1,1-2-80,3-6 1,-3 5 114,3-1 0,-3 7 154,-1 2 1,-4 6 74,-2 4 0,0 3 15,0 2 170,-2 3 1,3 13-108,-4 3 0,0 6 174,0 3 1,-4 7-100,-3 6 0,-1 3 1,-1 0 0,0-3-174,-1 0 1,-2-4-155,-1 1 1,-2-6-26,2-3 0,0-4 63,1-2 0,2-6-658,1-4 470,0-4 0,8-3-227,-2-8 1,2-8 136,1-8 0,1-2-341,2-1 1,2-4 113,4-2 1,4-2-43,-1 2 1,0 3 291,-2 6 1,-1 5 264,0 7 0,-2 2-24,-1 8 0,-3 1-97,3 5 0,-4 7 759,1 9 0,1 6-331,-1 9 0,1-2 720,-4 8 0,-1-4-403,-3 5 1,-1-4 65,-4-3 0,-1-3-502,-3-6 0,3-6-366,-3-7 0,0-6-747,1-3 0,-1-4 556,4-5 1,3-6-1306,-1-13 1659,5 0 0,-2-11 0,4 3 0</inkml:trace>
  <inkml:trace contextRef="#ctx0" brushRef="#br1" timeOffset="12">6592 11080 7963,'4'28'278,"2"0"0,0-4 180,0-3 1,-4-2 1107,1-4-1400,2-1-722,-4-9 0,-1-2 556,-6-6 0,2-6 0,0-6 0</inkml:trace>
  <inkml:trace contextRef="#ctx0" brushRef="#br1" timeOffset="13">6555 11005 7963,'9'-5'0,"-3"1"1890,1 4-1310,-1 0 1,2 4 29,-2 2 0,1 4-633,-3 2 1,2 0-1251,-3 3 1273,0-4 0,1 7 0,1-3 0</inkml:trace>
  <inkml:trace contextRef="#ctx0" brushRef="#br1" timeOffset="14">5838 10037 7963,'0'-5'-286,"0"0"-357,0 2 428,0 2 1301,0-8-213,0 8-101,0-7-134,0 7-317,0-7 0,0 6 468,0-5-197,0 5-146,0-2 772,0 4-999,0 9 0,0-2 28,0 8 0,3-3-157,0 0 1,4 3 56,0 0 1,-2 0 90,1 0 0,0 2-50,3 4 0,0-1 72,-3 2 0,3-3-76,1 0 1,-4 0-103,3-1 0,-2 0 81,3-3 0,-2 2 204,-2-5-388,2 1 1,-6-5 94,5-2-69,-5 2 84,2-6-198,-4 2 0,0-5 48,0-2 1,0 0 52,0-3 0,0 0 91,0-3 1,0 1 123,0-1 1,0 0-28,0-10 0,1 1-68,2-10 0,1-5 99,2-8 1,3-3-326,-3 0 1,3 0-722,4 0 1,0 1 463,3 6 0,1-1-2906,-1 10 3277,1 3 0,-1 8 0,-1 3 0,2 1 0,0 1 0</inkml:trace>
  <inkml:trace contextRef="#ctx0" brushRef="#br1" timeOffset="15">6182 10298 7199,'6'0'1257,"-1"0"-619,-2 0-158,-2 0 300,3 0-892,-4 4 1,0-2 103,0 4 1,0 0-152,0 4 0,0-1 88,0 0 1,0 1 19,0-1 3,0 0 0,0 1 3,0-1 1,1 0 38,2 1 0,-1-4-54,4 0 52,-3-4 0,5 2-6,-2-4 1,-1 0 21,1 0 1,-3-1-5,4-2 0,-2-2-2,1-4 0,1-2 10,-4-1 1,4 1 4,-4-1 0,0 2 113,-3 0 1,3 1-118,0 0 0,0 3 418,-3-1-321,0 1 1,1-2 125,2 2 0,-2 0 267,2 3 24,-2 2 1183,-1-3-1597,0 12 1,0-4-295,0 5 161,0-6 0,0 5-60,0-2 1,0 3 65,0 0 0,0 0 46,0 1 1,1 2 26,3 0 1,-3 5-43,2-1 1,1-2 123,-1 2 0,0-1-15,-3 4 1,0-1-16,0 1 1,0-4-85,0 1 0,0-5-5,0 2 0,-1-3-521,-2-1 346,-2 1 1,-5-5-577,1-2 1,0-2 320,0-1 1,-4-2-913,1-4 1320,-5 0 0,7-16 0,-4 2 0</inkml:trace>
  <inkml:trace contextRef="#ctx0" brushRef="#br1" timeOffset="16">6424 10344 7624,'6'-4'82,"2"3"206,-7-3 1,6 3 72,-4-2-250,0 2 175,-3-3 64,0 4 92,5 0 316,-4 0-588,3 0 13,-4 4 1,1-3-89,2 2 1,-2 2 57,2 1 1,-2 0-177,-1 0 52,0 0 1,0 3-78,0 1 1,0-4-13,0 0 1,0-3-25,0 3 0,0-3 132,0 4 0,0-4 8,0 3 1,0-3 25,0 3 1,1-3 13,2 4-44,2-5 0,5 2 2,-1-4 0,0-1-95,1-2 0,-1 1-36,0-5 0,-3 2-206,1-1 0,-1-2-17,3 1 1,-3-1-300,1-1 0,-5 0-1125,1-1 1724,2 1 0,-4-4 0,3-2 0</inkml:trace>
  <inkml:trace contextRef="#ctx0" brushRef="#br1" timeOffset="17">6480 10093 8005,'0'-9'1192,"0"-1"0,1 4 197,2 0 278,-1 4-968,6-6-744,-3 7 0,0-3 45,-2 8 0,-2 1 0,-1 4 0</inkml:trace>
  <inkml:trace contextRef="#ctx0" brushRef="#br0" timeOffset="18">6732 15046 10683,'4'6'1386,"1"-1"-904,4-2 0,3-1 389,3 4 0,6-3-350,10 3 0,8 0 154,11 0 0,1 2-890,-21-5 1,2 0 0,-1 0 0,2-2 537,6 1 0,3-1 0,4 0 1,3 0-500,-14-1 0,1 0 0,1 0 1,5-1-1,0-1 0,1 0 100,-1 1 0,0-1 1,1-1-1,1 0 1,1 0-1,0-1-471,6-1 1,2 0 0,-2-1 0,-1 1 0,-2-2 0,1 1 419,2-2 0,0 0 0,-1-1 0,0-1 0,-1 0 0,-1 0-387,-3 1 1,-2-1 0,0 1 0,-5 0 0,0 0 0,-1 1-126,14-3 1,0 0-1,-6 3 1,-2 2 94,-2 1 0,-1 1 1,-5 0-1,-1 2 219,-6 1 0,0 2 0,19 10-281,-6 7 0,-11 5 606,-6 8 0,-6 0 0,-2-3 0,-1-2 0</inkml:trace>
  <inkml:trace contextRef="#ctx0" brushRef="#br0" timeOffset="19">7365 15046 8173,'6'0'340,"0"0"91,-4 0 245,7 0-102,-4 0 0,4 1-392,0 2 0,1-1 77,-1 1 0,0-1-74,1 1 1,3-2 58,3 2 0,2-2 136,4-1 1,10 0-148,8 0 1,-13 0 0,1 1 1,4 1 1,1-1 0,2 0 0,0-1-420,6 2 0,2-1 1,2 0-1,2-2 270,-12 0 0,1 0 1,1 0-1,3 0 1,0 0-1,0 0-486,2-2 1,0 0-1,1 0 1,4 0-1,-1 1 1,1-1 423,0 0 0,-1-2 0,1 1 0,-2 0 0,1 1 0,-2 0-142,-3 0 1,-2 0-1,-1-1 1,13 0-1,-1-1-228,-2 0 1,0 1 0,-6 1-1,-1 1 153,-5 0 0,-1 1 0,-2 0 0,-1 0-193,-2 1 1,-1 0-1,19 5-301,-8 1 0,-7 2 175,-8 1 0,-7 1-70,-9-1 1,-4 0 1118,-5 1-537,-4-5 0,-1-1 0,-5-4 0</inkml:trace>
  <inkml:trace contextRef="#ctx0" brushRef="#br0" timeOffset="20">7989 15139 8018,'22'0'141,"3"0"1,6-1-95,3-2 1,7 2 1041,2-2 0,4-1-1161,2 1 1,-21 1 0,1 0 391,4 0 0,0 1 1,2 0-1,1 1-162,1-2 0,0 1 1,1-2-1,0 1-44,-4 1 0,0-1 1,3 1-1,0 0 1,0 3 0,0-1 1,-2 0-1,-1 0 6,1 2 1,-1 1-1,-5-2 1,-1 2 72,18 5 1,-5 0-68,-10 1 0,-2-4-634,-11 0 1,-1-4-100,-8 1 606,0-6 0</inkml:trace>
  <inkml:trace contextRef="#ctx0" brushRef="#br0" timeOffset="21">9059 15149 8156,'7'0'-81,"-1"0"1,-3 0 112,3 0 1,-3-3 739,3 0 0,-2-4-177,2 4 1,-1-1 502,1 1 25,2 2 485,-7-3-742,4 4 1,-7 5-328,-5 4 0,0 5 43,-8 4 0,-6 5-179,-7 2 1,-4 2-521,-5 1 0,-5-1 47,-1-2 0,1 0-260,2-3 0,3-4 196,3-6 1,1-3-247,2-2 1,3-3-1146,0-4 0,8 0 617,8 0 1,2-4 276,4-3 1,8-1 197,11-1 0,2-4 111,10 1 0,4-5 174,5 2 1,6-3 143,4 0 0,-20 8 1,2 1-81,0 0 0,0-1 0,1 3 1,-1-1 7,24-8 0,-7 6 619,-12 1 0,-1 1-260,-8 4 1,-5 1 781,-4 3 1,-7 1-455,-3 2 0,-3 4 322,-3 5 0,-3 3-371,-7 3 0,-2 1 46,-7-1 1,-3 1-145,-6 0 1,-3-5-212,-6-1 0,5-3-229,-3-1 1,4-4 175,0-2 0,3-1-694,6-2 1,4 0-544,5 0 1,3-2-603,3-1 1,5 1 62,2-4 1576,6 4 0,6-10 0,6 1 0</inkml:trace>
  <inkml:trace contextRef="#ctx0" brushRef="#br0" timeOffset="22">9190 15130 8156,'21'0'0,"-3"0"0,-1 0 917,-8 0 1,-3 0 333,0 0 558,-4 0-545,3 0-647,-14 0 0,2-4-82,-8-2 1,-2 0 61,-5-4 1,-2 2-107,-3-8 1,2 1-170,0-4 1,-4-4-283,-5-5 0,-7-4-234,20 13 1,-1 0 0,-2 1 0,0 0 52,1 1 0,0 0 0,1 1 0,0 0-83,-12-12 1,3 7-304,6 3 0,4 5-1112,5 1 1,3 6-575,3 2 1427,1 3 0,4 2 310,2 3 1,3-1-32,3 6 1,1-2 346,2 6 1,3 1-366,-3 2 1,2 0 289,1 0 0,-2 1 235,-1-1 0,0 1 0,3 2 0</inkml:trace>
  <inkml:trace contextRef="#ctx0" brushRef="#br0" timeOffset="23">8734 14907 8156,'0'-10'126,"0"1"1,3 0 311,0-1 1,1 2 194,-1 2 0,-1-1 519,4 4 1,-3-4 1582,4 4-2031,-5 0 1,2 5-113,-4 4 0,0 6-189,0 10 0,-3 5 60,0 8 1,-5 5-118,2 3 1,2 0-213,1 0 1,-1 1 3,1 2 0,-1 0-127,0-3 0,3-7-137,-2-8 1,-1-5-909,1-7 407,0-3 1,3-10 283,0-6 1,3-13-1003,0-12 0,3-11 505,-3-1 0,1-1-268,-4-3 0,3 2 484,0-2 1,0 4-24,-3 6 1,1 2 687,2 4 0,-1 5 11,4 4 1,-3 9 679,4 7 0,-1 4-549,3 5 0,0 9 463,1 10 1,-1 5-231,0 1 1,-2 4 1119,-1-1 1,-3 2-417,3 1 1,-4 1-345,1-1 1,-2-4-565,-1-2 1,0-7 301,0-6-1856,0-3 1166,-4-10 1,0-10-1464,-2-11 1,-1-6 628,3-9 0,1 1-320,3-5 0,0 6 203,0 2 1,1 3-171,3 5 1,5 3 1422,6 3 0,3 2-126,1 8 0,0 0-231,3 3 1,1 1 125,2 2 1,-2 2 1160,-1 4 1,-5 1-686,1-1 0,-5 3 1248,-1 1 0,-2-4 604,0-3-776,-5 0-755,3 4 0,-7-1-236,2 0 1,-5-2-346,-1-1 1,-7 0 68,0 3 1,-5 1-351,-1-1 0,-4-3 214,-2 0 0,-4-3-778,1 4 1,-2-5-23,-1 1 1,2-3-319,1-3 1,3-4 308,7-5 0,1-1 252,5-3 0,4-2 273,1 3 0,6-3-3,4 0 1,1 0 388,8 3 1,1-2-203,3 5 1,0 0 692,3 6 1,-2 2-36,1 4 0,-2 0 264,-3 0 0,-2 4-68,-2 2 1,-2 3-215,-1 0 1,-1 4-160,-5 3 1,1-2-184,-4 2 0,0-5-97,0 2 0,-2-3 55,-1-1 0,-2-4-374,-4-1 1,-1-3-91,-3-1 0,2-1-408,-5-3 0,4-4-354,-4-4 0,4-5 468,-4 2 1,6-3-159,1 0 1,4-1 239,5 0 0,0 5 216,0 1 0,5 0 18,4 1 0,1 3 351,6 6 1,-1 2 138,4 1 0,0 2 257,-1 4 0,-2 1 459,-1 5 1,-3-2-458,0 0 0,-3-1 195,-2 0 0,0 1-230,-4-1 1,0-3-378,-3 0 1,-1-4-6,-2 1 1,-2 2-45,-5-2 1,-2 0-63,0-3 0,-6 0-357,-1 0 0,1-1-324,-4-2 1,3 1 341,4-5 0,-2 5-120,5-1 1,0-1-326,2 1 775,5-4 0,1 5-245,4-5 321,0 5 0,5-2 41,4 4 0,1 0 205,2 0 1,2 1-185,-2 2 0,0 2 29,-2 1 0,-1 2 981,0-2-326,-3-2-884,-2 1 76,-4-5 1,-1-5-161,-2-1 1,-3-5-3,-3-2 1,3-2 22,0 2 0,0 0-247,0 1 121,-2 1 377,3-2 0,-1 8-123,-1 2 0,5 3 391,-1 3 0,2 5-150,1 4 1,0 5 282,0-2 1,0 3-121,0 1 0,0-1 20,0 1 1,0-4-166,0 1 1,0-8 277,0 1-905,0-5 386,0 0 0,-3-9-475,0-5 0,-3-4 94,3-8 1,-5-1-106,2-2 1,1-1 118,-1 1 0,0 1 12,-4-1 1,4 4 355,0 0 0,3 5-240,-3 4 332,4 5-153,-3 3 0,6 10 586,3 3 0,-2 4-247,4 6 0,-3-4 242,3 1 1,-4-1-159,1 4 0,1-3 18,0-1 1,-1-7-571,-3 2 181,0-7 0,-1 1-347,-3-4 1,2-7 177,-4-3 0,1-5-106,-1-1 0,-2-4-86,1-2 1,-1 0-134,-1 4 0,3-1-254,-1 0 216,1 5 656,1 5 1,1 5-95,4 8 1,1 2 619,2 6 0,1 7-359,2 6 1,6-2 508,-3 2 1,2 0-327,-1 3 0,-1-4 45,0-2 0,1-4-133,-1-2 0,-1-3-287,-2-4-83,-1-3-396,-5-2 0,-1-5-852,-3-2 0,-1-6 562,-4-3 1,-3-2-958,-1 2 1,-2 2 696,2-3 1,-2 3 941,2 1 0,-3-1 0,1 1 0</inkml:trace>
  <inkml:trace contextRef="#ctx0" brushRef="#br0" timeOffset="24">8622 15065 8156,'17'0'533,"-1"0"-259,2 0 1,-8 0 227,2 0 1,-1 0-127,-2 0 0,0 0 642,1 0 0,-1-3-418,0 0 0,1 0 694,-1 3 1,-3 0-314,0 0 0,-4 1-8,1 2 1,-2-1-334,-1 4 1,-4-3-193,-2 3 1,-6-3-391,-4 4 0,-6-4 118,-2 3 0,-13-1-127,-6 1 0,16-2 0,-1 0-248,-4-3 1,-1 1-1,-3 1 1,-2 1 154,-1-1 1,-2 0-1,-3 0 1,0-1-486,-2 2 1,-1-1 0,0-2 0,0 0 36,0 0 0,1 1 0,-6-2 1,0 1-286,2-1 0,1 0 1,1-1-1,0 1 525,-1-2 1,1 1 0,2 0 0,0 0-15,0-3 1,-1 1-1,3 2 1,0 0-122,2 0 0,0-1 0,4 1 1,1 1 121,2 0 1,2 0 0,2 2 0,1 0 143,1 1 0,2 0 0,-24 5-190,8-2 0,7 1 603,12-4 0,5 3-329,10-2 1,4-1 662,5-3 1,10-1-829,8-2 1,7 0-445,9-3 0,2 0 201,7-3 1,-1-1-558,2 1 1,-6 0 414,-4 0 1,4 0 586,2 3 0,0-1 0,-3 4 0,1 0 0</inkml:trace>
  <inkml:trace contextRef="#ctx0" brushRef="#br0" timeOffset="25">8547 15139 8156,'48'6'0,"-8"1"1165,-12-4 1,-4 3-482,-5-3 1,-2 3 289,-1-2 1,-3-1 162,-3-3 1048,-5 0-1451,-1-4 0,-12 1-123,-5-3 0,-4 1-307,-5-1 1,-8-2-33,-11 1 1,-6 0-395,18 4 0,-1 0 0,-2-1 0,0 1 250,-2 1 1,-1 1 0,-3-1 0,-2 1 62,-1 0 0,-2 2 0,-5-1 0,-1 0-483,-3 0 1,-2 0-1,16 0 1,-1 0 0,0 0 34,2 0 0,0 0 0,0 0 0,1-1 1,0 0-1,0-1 49,-15 1 1,0-1 0,13 0 0,1 0 0,-1 0-22,1 1 1,1 0 0,0 0-1,-15-1 1,1 0-312,4 0 0,2 1 0,3 0 1,0 1 332,3-2 1,2 1 0,3 0 0,1 1-15,1-1 0,3 2 1,-19 2-419,13 0 1433,6 0-825,13-3 0,14 0 698,11 0 1,10-4-1245,8-2 0,5-6-551,8 0 1,-3-4 1127,2 4 0,-4-2 0,-2 2 0,0-3 0</inkml:trace>
  <inkml:trace contextRef="#ctx0" brushRef="#br0" timeOffset="26">6741 10512 7955,'5'-5'-1093,"-1"1"2062,-4 0-582,0-2 0,0 0 72,0 0 1077,0 4-524,0-2 34,0 0-277,0 3 115,0-4-532,-4 10 1,3 0 81,-2 4 1,-2 0-208,-1 1 0,1 0-1,-2 2 1,4-1-150,-3 1 1,0-1 87,-3-2 0,-1 0-78,1 0 0,3 1 163,-1-1 0,1 0-231,-3 1 1,-1-2-43,-3-2 0,3 2 102,-3-1 1,3-2-11,1 1 0,-1-3-1,1 3 0,-1-3 5,-3 4 1,3-4 32,-2 3 1,-2-1-125,2 1 0,-1 2 81,4-5 1,-3 3-89,-1-3 0,1 3 54,2-3 1,1 1 0,0 0 0,0 0 23,-1 2 0,1 2 5,0-2 0,2 0-84,1 0 0,0-3 73,-3 3 0,-1-3-172,1 3 0,1-3 110,2 4 1,-3-5-96,3 1 1,-2-1 109,-1 1 0,-1-2-169,1 2 0,-1-2 98,-3-1 1,3 1 36,-3 2 0,0-2 136,1 2 0,-1-1-85,4-2 0,-4 0 67,1 0 1,-1 0-73,0 0 1,2 0-22,-5 0 1,5 0 8,-2 0 0,0-4-77,1 1 0,-1-3 34,4 3 1,-1-4-7,1 1 0,-3-2-106,-1 2 0,1-2 69,3 2 0,-4-3-73,1 0 0,-1 3 101,4 0 0,0 0 68,-1 0 0,1-2-5,0 2 1,0-1 12,-1 0 0,-2-1 1,-1 2 1,1-2 13,3-2 1,-4 1 0,1 0 1,-1-1-31,4 1 1,-1 0 44,-3-1 1,3 1-33,-2 0 1,1-1 0,2 1 1,-1-1-9,-3-3 0,5 3-33,-5-2 1,5 1 14,-4 2 0,1-3 1,2-1 1,0 1 2,0 2 1,2 1 5,1 0 1,1-4 127,-1 1 1,-3 0-77,3 2 0,2 0 35,1-3 0,-1 2-90,1-4 0,-3 0-3,2 0 1,-2-3-11,3 2 0,0 0-109,3 0 0,0-1 99,0 1 0,-1-1 16,-2-2 0,2 4 11,-2-1 0,2 2-34,1-2 1,0-2 124,0 3 0,0 1-6,0 2 1,0-1 72,0 0 0,-3 0-126,0 0 1,-1 3 14,4-2 1,0 1-84,0 2 1,0-1 74,0-3 0,0 3-47,0-3 1,0 3 33,0 1 0,0-4 0,0 1 1,0-2-60,0 2 0,4 1-11,-1-5 1,3 4-16,-3-4 0,1 4-7,-1-4 0,-1 5 23,4-2 0,-2 0 25,2 1 0,-4-1-109,1 4 1,2-4 91,1 1 1,-1 0-83,2 2 0,-1 1 64,3 0 1,1 0 2,-1 3 0,0-2-39,0 2 0,4-3-19,-1 0 0,1 0 7,-4 0 1,0 0 28,1 3 1,-1-2 0,0 2 0,1 0 0,-1 0 1,0 1 92,0-1 1,1-1-95,-1 3 0,0-2 118,1 3 0,2-3-15,1 3 0,-1-1-23,-3 1 0,4 2 47,-1-3 1,2 3-62,-2 1 0,-1-3 30,5 0 0,-4 0-25,4 3 1,-4 0 24,4 0 1,-2-1-21,2-2 1,0 2-12,-3-2 0,3 2 3,0 1 1,-2 0-2,2 0 1,-4 0 0,4 0 1,-5-3-1,2 0 1,-3 0-5,-1 3 1,4 0 4,-1 0 1,1 0-22,0 0 1,-3 0 16,3 0 1,-2 3-88,1 0 1,-1 0 83,1-3 1,2 0-1,-2 0 1,0 0 106,-2 0 0,0 0-70,3 0 0,-3 0 47,2 0 1,2 3-73,-2 0 1,1 0 69,-4-3 0,0 0-36,0 0 1,2 3-61,1 0 1,-1 0 21,1-3 1,-2 4-11,0-1 0,0 3 33,2-3 1,-1 1-15,1-1 0,0 1 43,0 3 1,-2 1-29,3-2 0,0 2 144,0 2 1,-1-1-114,-3 0 1,4-3 32,-1 1 1,1-1-46,-4 3 1,0 0-10,1 1 1,-1-1 49,0 0 1,0-1-34,1 1 1,-1-2 90,0 6 1,1-3-93,-1-1 0,0 4-3,1-1 1,-4 4 6,0-4 0,0 1 3,4 0 0,-1-3 68,0 3 1,0 0 1,1 0 1,-4 0-65,0-1 0,0-1 20,4 1 0,-1 2-88,0-2 0,-2 0 73,-1-2 1,-1 2 37,1 1 1,1-1-37,-4-3 0,2 1 21,-2-1 0,-2-3-14,2 0 0,-2 1 7,-1 2 1,3 0 57,0 0 0,1 1-40,-1-1 1,-2 0 45,2 1 1,2 3-48,-2 3 1,0-2-80,-3 2 0,0-1 65,0 4 1,0-4-82,0 1 0,0-1 76,0 4 1,-4 0-16,-3-1 1,-1 2 78,-1 2 1,-1-3-70,-3 3 1,2-2 13,-5-2 1,1-2-15,-4-1 1,2 0 12,1 0 0,3-1-1,3-5 1,1 0 9,0 1 1,-1-4-39,1 0 0,3-4-140,0 1-702,4-2 1,-3-2 377,5-2 1,0 1-1238,0-4 1,0 3-663,0-3 2301,5-1 0,4-2 0,5 0 0</inkml:trace>
  <inkml:trace contextRef="#ctx0" brushRef="#br0" timeOffset="27">8715 15084 7923,'9'0'-507,"-4"0"1184,4 0-128,-8 0 527,7 0-280,-7 0 593,3 0 1,-11 0-1115,-2 0 1,-3 0 13,3 0 0,0 0-17,-1 0 0,-3 3-53,-3 0 0,-2 0-152,-4-3 1,0 0 43,-6 0 1,2-3-182,-5 0 0,2-1 98,2 0 1,-1 2-47,0-4 1,3 4 83,0-1 0,3 1 18,-3-1 1,1 2-294,-4-2 1,0 2 80,0 1 1,-1 0 374,-2 0 0,4 0-111,-4 0 1,4 0-224,-4 0 1,5 0 158,1 0 1,2 0 36,-2 0 0,-2-3-80,2-1 0,-3-3 3,-3 1 0,1 1-260,-4-1 1,3 4 97,-3-2 1,5 3 58,1 1 0,1 0 72,5 0 0,0 0 100,4 0 1,2 1-72,1 3 1,2-3 93,-2 2 1,3-2-79,0-1 1,-1 0 21,0 0 0,1 0-49,2 0 1,1 0 29,0 0 0,3-1-153,-1-2 1,4 2 79,-3-3 0,3 0-94,-3 1 0,3-1 95,-4 1 6,1 2 0,0-3 22,0 4 0,3 0 7,-3 0-35,3 0 14,-1 0-68,4 0 0,8 0 73,1 0 0,6 0-5,1 0 1,2 0 33,0 0 0,1 1 4,-1 2 0,1-1-7,0 4 0,3 0-23,3 4 1,-1-4-36,1 0 1,4-4 39,5 1 1,1 1 1,-1 0 0,2 0 36,-1-1 0,-1-2 72,-3 2 1,0 1-51,-6-1 0,2 0 108,0-3 0,1 3-122,0 0 1,1 1 5,2-4 1,-1 0-97,4 0 0,1 0 37,2 0 1,-5 3-106,-4 0 1,2 4 104,-5-1 0,4-1-12,-5 2 1,3-1 143,1 3 1,-1-1-139,-2-1 1,2 1 123,-2-2 1,1 1-57,-2 0 1,-1-2 99,-4-2 1,-2-2-99,-1 2 0,1-2 148,-5-1 1,-3 0-9,-3 0 0,-2 0 332,2 0-405,-4-4 0,2 2 116,-4-4-238,0 4 1,-1-6 90,-2 5 1,-2-1-169,-5 1 1,0 1 113,-2-4 1,-1 4-135,-5-2 0,0 0-1,-7 1 1,1-1 48,-1 1 0,-1 2 18,1-2 1,-2 1 21,-1-1 1,-3 2 11,0-2 0,2 0-12,1 0 1,4 2 0,-7-2 0,-3 2 5,-6 1 1,-4-3-173,4 0 1,-2 0 192,2 3 1,2 0 0,-2 0 1,0-3 60,0 0 1,1 0-78,-5 3 0,3 0 37,-6 0 1,7-4-25,-4 1 1,5 0 107,2 3 0,0 0-69,-1 0 1,-2 0-237,0 0 0,-1 0 19,4 0 1,0 0 106,0 0 1,3 0 11,3 0 1,2 0-4,1 0 0,1 0-106,-1 0 0,0-1 125,0-2 0,3 2-151,0-2 0,1 2 124,-1 1 1,3 0 73,3 0 1,0 0 77,1 0 0,2 3-28,1 0 1,3 1 136,0-1 0,2-2 79,0 3-43,1 1-136,0-4-264,4 3 180,0-4-186,14 0 1,-2 0 15,8 0 1,1 0-132,3 0 0,0-1 324,3-2 1,-1 2-82,4-2 1,-1 2 165,4 1 0,1 0-59,2 0 1,-2 0 30,2 0 0,2-1-71,2-3 0,1 3-100,1-2 0,4-1-187,3 1 0,1-3 121,2 3 1,-2-3-65,-1 2 1,3-2 17,-3 3 1,3 0 101,-3 3 0,0 0-13,0 0 1,-3 0 250,-4 0 1,-4 0-90,-6 0 0,3 0 136,-5 0 0,5 0-41,-2 0 0,2 0-89,8 0 0,-3 0 53,5 0 0,0-1-82,-2-2 0,1 1 152,-5-4 1,1 3 49,-1-4 1,2 4-18,-5-3 1,2 4-243,-5-1 1,2 3-393,-6 3 1,0-1 450,1 4 0,-4-1-41,1 2 0,-6-2 5,0-2 1,-2-2-82,2 2 1,0 1 82,-3-1 1,3 0-53,0-3 0,-3 0-102,-1 0 1,-1 0 47,-2 0 0,0 0 27,1 0 1,-4 0 66,0 0 244,-4 0-337,2 0-103,-4 0 204,-8 0 1,1 0-220,-9 0 0,5-1 36,-1-2 0,1 1-30,2-4 0,-4 4 95,1-1 0,0 2 20,2 1 0,-2 0 134,0 0 1,-4 0-79,4 0 0,-4 0 63,4 0 0,-5 1-76,2 2 1,0-2-31,0 2 0,3 1 53,0-1 0,5 0-394,0-3 179,5 0 65,-2 0 227,12 0 1,3 0-135,7 0 0,1-4 69,0-2 0,2 2-42,1 1 1,-3-1 9,-4 1 0,-3-1 14,0 4 0,-5 1 94,-1 3 0,-2-2-59,2 4 1,-4-3 11,1 3 29,-2-4-70,-1 6 18,0-2 7,0 3 1,-4-4-346,-2-2 0,0-2 137,0-1 1,3 0-2683,-3 0 2879,0 0 0,-4 0 0,1 0 0</inkml:trace>
  <inkml:trace contextRef="#ctx0" brushRef="#br0" timeOffset="28">8659 14022 6691,'0'-5'663,"0"-3"-258,0 7 31,0-8-221,0 8 298,0-7-140,0 7 426,0-7 13,0 7 64,0-3-201,0-1-240,0 4 1463,0-3-1787,0 0-262,0 3 170,0-3-189,0 0 155,0 3-291,0-3 286,0 0 134,0 2-53,0-2-61,0 0 102,0 3 90,0-3-157,0 0 59,0 3 763,0-3-736,0 0-72,0 3-476,0-4 412,0 1-11,0 3-16,0-3 38,0 0-113,0 3 254,0-3 128,0 0-149,0 3 930,0-4-947,0 1-14,0 3-225,0-3 45,0 0 58,0 3 1225,0-3-1079,4 12 1,-3-2-2,2 7 0,2-2 136,-2 2 0,3-2-98,-3 4 0,3 1 122,-3 3 0,4-1-48,0 1 1,-2-1 34,1 1 1,0 0-89,4-1 1,-4 4 17,0 0 0,-1-2-65,1-4 0,2 1-193,-5-5-30,4 0 1,-5-3 55,4-3-211,-4-2 98,2-4-817,-4 0 803,0-4 95,0 3 52,0-7 0,0 5 161,0-3-163,0 4 274,0-2 153,0 4-286,5 0 1,-3-3-90,4 0 0,-3-1 19,3 1 0,-3-7-7,3-5 0,1-4 54,2-3 0,3-1-64,1-5 0,0-3-1,0 0 1,-2-4 41,5 4 0,-5-3-7,1 3 0,-2 1 238,-4 5 0,1 0-80,-4 3 0,3 3 8,-2 4 0,-1 6-25,-3 0 1,0 5-234,0-2 17,0 4-136,0-2-70,0 12 1,-1-2-985,-2 6 409,1-1 1,-3-2 324,2 0 1,2 2-1168,-2 1 1,2-1 1482,1 1 1,0 2 0,0 1-1</inkml:trace>
  <inkml:trace contextRef="#ctx0" brushRef="#br0" timeOffset="29">9013 14190 7903,'0'-5'-111,"0"-4"735,0 4-293,0-4-156,0-1 1,0 4 3,0 0 171,0 4-26,0-2 1212,0 4-1666,4 0 36,-3 4 30,3-3 18,-4 3-271,0-4 374,0 4 25,0-3 139,0 3-200,4-4-102,-3 0-29,4 0 104,-5 5 0,0-3 64,0 4-65,0-4 139,0 2-17,0-4-106,0 4 6,0-3 65,0 3 114,0 1-175,0-4 1,0 4 11,0-2 16,0-2 8,0 3-47,0 0 21,0-3 1313,0 3-1396,0-12 171,0 6-279,0-6 49,0 8-310,0 0 422,0 4-9,0-3-118,0 3 132,0 0 117,0-3 217,0 3-371,0 0 66,0-2 882,0 2-1024,0-13 157,0 7 1,0-7-190,0 6 118,0 2-19,0-3 47,0 0-6,4 3 53,-3-4-41,3 5 40,-4-4-28,0 3-242,0-3 244,4 4-24,-3 0 32,3 0-29,0 0 112,-3 0-107,3 0-6,-4 4 13,0-3 477,0 3-428,5-4-129,-4 0-198,3 0 285,-4-4 6,0 3-16,0-3 15,0 0-5,4 3 0,-2-4-12,4 2 1,-3 2 81,3-2 0,-2 1 46,2 2-64,0 0 0,3 2-5,1 1 1,-4-1-29,0 4 0,-4-3-24,1 3 39,2 0 1,0 4-91,1-1 0,-1 0 81,-2 1 0,-2-1-5,2 0 0,-1-3 7,1 1 1,-2-1-2,2 3 0,2 1 28,-2-1 0,0 0-35,-3 0 1,3 2 48,0 1 1,3-1-30,-3 1 1,4 1-4,-4 0 0,3-1-38,-3-2 0,4-1-73,-1 0 1,0 1-8,0-1 1,0-3-169,3 0 1,4-3-980,-1 4 896,1-5 1,-4 2-2291,0-4 1851,-4 0 1,3-1 748,-5-2 0,0-7 0,-3-4 0</inkml:trace>
  <inkml:trace contextRef="#ctx0" brushRef="#br0" timeOffset="30">9292 14264 7903,'0'-6'400,"0"0"0,3 3-57,0-4 1,1 4 555,-4-3-131,0 4-445,0-6 1,-1 7 110,-3-2-302,3 2 0,-7 1 14,2 0 0,1 3 38,-1 0 0,2 7-45,-2 0 0,0 5 78,-3 1 0,-1-1-178,1 4 1,-3-3 45,-1 6 0,-2-2-234,2-2 1,0 1-116,0 0 0,4-1-104,0 1 1,1-5 19,4-1 1,-2-3-155,3-1 1,0-2-979,3-1 1480,0-4 0,0 2 0,0-4 0</inkml:trace>
  <inkml:trace contextRef="#ctx0" brushRef="#br0" timeOffset="31">9506 14208 7841,'6'-1'1347,"-3"-2"-416,-2 2-244,-1-3 1,0 11-470,0 3 1,0 1 146,0-2 0,0 1-107,0-1 1,0 3-145,0 1 0,0 3 132,0 0 0,0-3-80,0 0 1,0 0 36,0 0 1,0 2 13,0-3 1,4 1-233,2-4 0,-1 1 59,1-1 1,0-3-283,0 0 1,2-4 131,-2 1 0,3-2-467,0-1 0,0 0 159,0 0 1,1-4-389,-1-2 0,0-3 15,1-4 1,-1 2-982,0-5 1768,-3-3 0,2-1 0,-3-3 0</inkml:trace>
  <inkml:trace contextRef="#ctx0" brushRef="#br0" timeOffset="32">9497 13817 7919,'4'-5'3276,"2"2"-1811,-1 2 0,0 1-859,-2 0 0,-1 4-219,4 2 0,-4 3-1965,1 0 1578,-2 0 0,-1 1 0,0-1 0</inkml:trace>
  <inkml:trace contextRef="#ctx0" brushRef="#br0" timeOffset="33">10065 14134 7919,'10'0'1574,"3"0"-678,-7 0-186,6 0 1,-6 0 0,3 0 2529,0 0-2364,-4 0-604,0-4 0,-7 3-15,-1-2 1,-2 2-120,-4 1 1,-5 0 93,-1 0 1,-3 0-379,0 0 0,-1 0 175,0 0 1,-2-4-886,-1 1 1,1 0-142,6 3 1,-3 0-456,3 0 1,0-3-167,0 0 0,3 0 1618,0 3 0,2 4 0,0 1 0</inkml:trace>
  <inkml:trace contextRef="#ctx0" brushRef="#br0" timeOffset="34">10056 14236 7879,'14'4'0,"4"-3"0,-8 4 2767,3-5-884,-7 0 1129,-2 0-1374,-4 0 0,-8 0-963,-5 0 1,-4 0-614,-5 0 1,1 3 57,-4 0 0,1 0-1484,-4-3 0,3 0 423,0 0 941,4 0 0,-1 0 0,3 0 0</inkml:trace>
  <inkml:trace contextRef="#ctx0" brushRef="#br0" timeOffset="35">7970 10726 7842,'0'-9'927,"0"-1"0,-3 1 392,0 0-420,0 0 110,-1-1-567,-2 1 1,-3 4 441,0 2-535,4 2 1,-4 1-119,3 0 1,1 4-177,-1 2 0,0 3 106,-4 4 0,2 1-127,2 5 0,-2-1 16,1 1 0,-1 4 115,-1 2 0,3 3-103,-1 3 0,1-1-94,-3 4 0,4-3-361,2 3 0,-2-5 327,2-1 1,0 2 161,3-5 0,4 4-17,3-5 1,1 2-58,1-1 0,5 1 152,1-4 0,2-1-80,-2-2 0,3 0-62,-3-1 0,7-2 41,3-1 0,2-3-131,1 0 1,0-5 15,0 0 1,3-2 56,0 1 1,3-2 58,-3-4 1,-3 0-13,-3 0 1,-1-1 89,4-2 0,-1-2-117,-2-5 1,2-3-2,-2-2 0,2-7 26,1-3 1,-2 0-108,-1-3 1,-2 2 14,-4-5 0,-5-1-97,-1 1 1,-7-5-35,-3-1 1,-2-3 144,-1-6 1,-5 0-202,0 20 1,0 0-1,-5-20 189,-5 0 1,-1 6 74,-3 3 1,-3 4-382,-3 5 1,-2 4-198,-1 2 1,3 4-174,0 2 0,2 6-520,-2 4 1,-1 4 1225,4-1 0,-2 2 0,2 1 0,-3 2 0,2 4 0,2 4 0</inkml:trace>
  <inkml:trace contextRef="#ctx0" brushRef="#br0" timeOffset="36">7737 9953 7794,'4'-5'2644,"-3"0"-1559,3 2 252,1 2-471,-4-3 1,6 5-323,-4 2 0,0 2-187,-3 4 1,0 2-316,0 1 1,3-1 117,0 5 0,5-1-188,-2 4 0,1 3 106,-1 0 1,6 2-63,-3-2 1,2 3-59,-1-3 1,-1-1-55,0-2 0,0-1 6,-3-3 1,1 2 78,-4-5 0,4-1-110,0-4 184,-3 1-39,4-7 1,-6 3 4,4-4 1,-4-6-81,1-7 0,2-2 61,-2-10 1,1-4 1,-1-5 0,-2-2-17,2-1 1,-2-1 13,-1 1 1,0 2-193,0 4 1,1 2 110,2 10 0,1 0-709,3 6 1,1 2 330,-2 5 0,-1 2-959,2 4 1,-1 0 147,3 0 1261,-4 4 0,8 5 0,-3 5 0</inkml:trace>
  <inkml:trace contextRef="#ctx0" brushRef="#br0" timeOffset="37">8156 10112 7822,'3'-7'-84,"1"1"0,2 3 84,-3-3 1355,0 4-326,-3-6 616,0 6-741,0-2 0,-1 12-628,-2 1 0,1 3 36,-4 1 0,3 1-132,0 5 0,2-4-84,1 1 0,0-1 62,0 4 0,1-1 64,2-3 0,3 2-185,3-5 0,3 4 26,1-4 0,2-3-483,-2-2 1,0-5 215,0 1 0,-3-2-438,2-1 1,-1-5 63,-2-5 578,0-3 0,5-10 0,0-1 0</inkml:trace>
  <inkml:trace contextRef="#ctx0" brushRef="#br0" timeOffset="38">8240 9888 7854,'0'-5'3276,"1"1"-2002,2 4 1,-2 4-698,2 2-577,-2 2 0,4 6 0,0 0 0</inkml:trace>
  <inkml:trace contextRef="#ctx0" brushRef="#br0" timeOffset="39">10521 13957 7867,'0'-9'0,"0"2"165,0 1 1,0 0 328,0-3 0,0 3-62,0-1 548,0 1-597,0 1 0,0 0 317,0 2-161,0 2 1959,0-4-2195,0 14 1,0-3-97,0 6 0,0 0 6,0 0 1,4 3-141,3 3 1,0 1 46,-1 0 1,2 3-20,-1 3 1,1-1 73,1 1 1,0-4-173,1 4 1,-2-3-112,-2 3 0,3-4 75,-3 0 1,-1-2-102,1-4 0,-3 2 55,3-5 1,0 1-31,0-4 0,-1-3 146,-2 1 0,-1-5 26,4 1-24,-4-2 0,4-1 15,-3 0 0,-1-5-45,4-5 1,-4-3 26,1-6 0,1-5-49,-1-4 0,4-2 46,-4-7 0,3 2-89,-3-5 0,3 1 7,-3 2 0,4 4-146,-4 2 0,1 5 84,-1 1 1,-2 6-158,2 0 0,1 4-426,-1 2 0,1 6 303,-1-2 0,0 5-873,3 1 797,0 2 1,2 2-1592,-2 2 2058,3 7 0,-4 4 0,4 5 0</inkml:trace>
  <inkml:trace contextRef="#ctx0" brushRef="#br0" timeOffset="40">10912 14301 7812,'7'2'294,"-1"1"18,-4-2 127,2 3 131,-4-4 806,0 0-1200,0 4 0,0 1 32,0 4 0,0-2-86,0-1 0,-1 0 70,-2 3 0,2 1-91,-2-1 1,2 0 74,1 1 1,0-4-64,0 0 1,3 0 11,0 4 0,1-2-71,-1-2 0,2 2-83,5-2 0,-4 0 105,0 0 1,0-4-36,3 1 1,1-2 44,-1-1 0,0 0-148,1 0 1,-1-4-163,0-2 0,1-3-307,-1 0 0,-3-3-171,0-1 1,-4 0 701,2 0 0,1-1 0,0-5 0</inkml:trace>
  <inkml:trace contextRef="#ctx0" brushRef="#br0" timeOffset="41">11015 14050 7893,'4'-5'1638,"1"-3"0,1 7 655,0-3-1933,-3 3-97,1 1-263,-4 5 0,0 0 0,0 4 0</inkml:trace>
  <inkml:trace contextRef="#ctx0" brushRef="#br0" timeOffset="42">11443 14162 7906,'5'-5'803,"-1"-1"-192,-4 3-339,4 2 304,-2-7-279,2 7 1,-4-7 37,0 2 1,0 0-92,0 0 1,0 3-106,0-3 1,0 4-134,-4-7 0,1 8 186,-3-2-418,4-2 174,-6 4-64,3 1 0,-5 5 7,1 5 0,3-1 113,0 0 1,-1 1 4,-2-1 0,1 3 0,2 1 0,-2 0 53,5 0 1,-3-2-36,3 4 1,-3-2-58,3 2 1,0-2 61,3 2 0,0-2 11,0 2 1,0-3-49,0 0 1,4-2 1,2 0 1,-1-1-36,1 0 0,1 0 52,2-3 0,0 1-125,0-4 0,1 0 106,-1-3 1,0 0-89,1 0 0,-2-4 71,-2-2 1,2-2 22,-1-2 0,1-2 27,1 0 1,-3-1 13,1 4 0,-2-2 49,1-1 0,1 2-90,-4-3 0,4 2 93,-4-2 0,3 3-64,-3-2 1,3 1 133,-3 2 0,4-3-65,-4-1 1,1 4 246,-1 3-268,-2-1 0,3 1 32,-4 0-35,0 4-12,4-2-114,-3 4 0,3 1 98,-4 2 1,0 2-27,0 4 1,0 1 8,0-1 0,0 0 37,0 1 1,0 2-39,0 1 1,1 2 10,3-3 0,-3 4-37,2-4 1,-2 2-4,-1-2 0,3-1-347,0 1 127,0-2 72,1 0 0,1-5 66,5-2 0,-4-2 49,0-1 0,0 0 19,4 0 0,0-1 92,2-2 1,-1-2 1,1-5 0,-2 1 193,0 0 1,-1-2-5,0-1 0,0 1-80,-3-5 0,2 2-47,-2-2 1,-2 0-8,0 3 0,0-2-219,-1 2 0,0-2 57,-3 2 1,0 1-67,0 3 0,-3-1-420,0 1 1,-5 3 215,2 0 1,0 3-349,-3 0 0,1 2 215,-4 1 1,1 3-449,-2 1 0,3 3 44,-2-1 834,-3 2 0,5 2 0,-4-1 0</inkml:trace>
  <inkml:trace contextRef="#ctx0" brushRef="#br0" timeOffset="43">11890 14115 7957,'11'-9'0,"-1"0"0,-6 2 0,2 1 0,-4 0 0,2 1 0,-4-3 0,-1 5 0,-2-3 0,-2 4 0,-4-1 0,-1 3 0,1 3 0,0 2 0,-1 5 1799,5-1-1181,-3 0 0,4 2-290,-2 1 1,0-2-263,3 3 0,2 0 151,-2 0-158,2-1 1,4-2-25,0 3 0,5-3 37,-2 3 1,2-3-45,1-1 0,-2 1 63,-1-1 0,0 0 38,3 1 0,1-1-58,-1 0 0,-1 0 242,-2 1 1,-1 2 75,-5 1 1,3-1 57,0-3 1,-1 1-154,-5-1 0,-2 0-44,-5 1 1,1-5-716,0-2 1,-4-2 298,1-1 1,-4-4-316,4-2 0,-4-4 261,4-2 0,-1 3 220,4-1 0,4-3 0,1 2 0</inkml:trace>
  <inkml:trace contextRef="#ctx0" brushRef="#br0" timeOffset="44">12188 14069 7999,'5'-4'-315,"0"3"236,-2-3 1,-2 2 1943,2-1-710,-1 2-726,-2-3 1,-4 11-220,1 3 1,-1 4-73,1-1 0,1 3 92,-4 0 0,4-2-199,-1 2 0,-2-1 72,2 4 1,0-1-124,3 1 1,0-4 31,0 1 0,0-2-98,0 2 1,0 1 3,0-5 1,1 4 80,2-4 0,2 1-105,1 0 1,2-6 135,-2 2 0,3-1 97,0 1 0,0-4-118,0-2 1,1-2 223,-1-1 1,0 0-21,1 0 1,-1 0-17,0 0 0,1-4 22,-1-2 0,0-3-97,1-4 1,-1 2 37,0-5 0,-3 4-8,1-4 0,-4 0-226,3-6 1,-4 1 111,1-4 0,-2 4-122,-1-4 1,0 4-39,0 0 0,-3 1-156,0 1 0,-4 2-373,0 1 0,-1 3 253,-1 3 1,-4 5-472,1 2 1,-1 2 278,0 1 1,-1 1-1080,-5 2 1669,5 7 0,-4 0 0,4 3 0</inkml:trace>
  <inkml:trace contextRef="#ctx0" brushRef="#br0" timeOffset="45">12365 14236 7992,'14'-3'1113,"-1"0"-667,-3-4-224,-5 2 1848,-1-5-1325,-4 5 1,0-3 19,0 2 0,-5 1 91,-4-2 0,-1 5 14,-6-1-540,-4 2 1,0 2-240,-5 2 1,-4-1 15,-5 5 1,-2-1-1223,-2 3 1,-2-3 397,0 0 480,3-3 0,1 1 0,3-4 0</inkml:trace>
  <inkml:trace contextRef="#ctx0" brushRef="#br0" timeOffset="46">12532 14488 7992,'0'-7'-1246,"0"1"958,0 4 1129,5-6-156,-4 7-48,3-3-120,-4 4-570,0 0 27,4 0-101,-3 0 366,3 0-320,-4 4 0,-1-2 112,-2 4 1,2-3 126,-2 3 1,1 1-95,-1 2 1,1 0 120,-5 1 0,5-1 70,-1 0 0,1 1 192,-1-1-302,2 0 0,-3 0 5,4 1 0,1-4-148,2 0 1,2-3 161,4 4 0,1-5-16,-1 1 1,3-2-91,1-1 0,0 0-132,0 0 1,-3 0-81,2 0 1,-1-4 76,-2-3 1,-3 2-864,1-1 1,-4 0 939,3-4 0,0-3 0,3-1 0</inkml:trace>
  <inkml:trace contextRef="#ctx0" brushRef="#br0" timeOffset="47">12616 14255 7936,'5'1'1536,"-2"2"0,2 2-1536,-2 5 0,0 3 0,-3 1 0</inkml:trace>
  <inkml:trace contextRef="#ctx0" brushRef="#br1" timeOffset="48">5503 10140 8509,'5'-5'1529,"-1"3"1747,-4-4-2477,4 4 1,-3-3 0,1 3 694,-4-1-1290,-3 0 0,-4 3 38,-1 0 1,-2 0 34,0 0 0,-5-4-144,2 1 0,-4 0-210,-3 3 1,1 0-533,-3 0 1,-1 3 357,-3 0 0,3 2-1248,0-2 1,3-2 104,-2 2 1,4-2-1361,1-1 2754,1 4 0,7-3 0,-2 3 0</inkml:trace>
  <inkml:trace contextRef="#ctx0" brushRef="#br1" timeOffset="49">5326 10335 8203,'33'0'703,"-2"0"0,-10-1 935,-6-2 0,-4-2 505,-5-5 449,2 5-2047,-7-3 0,-2 7-83,-8-2 0,-5-1-284,-4 1 0,-5-1 69,-2 4 0,-5 0-500,-1 0 1,-2 0-350,5 0 0,-2 0-733,5 0 0,1 2 1335,-1 1 0,5 2 0,-3 4 0</inkml:trace>
  <inkml:trace contextRef="#ctx0" brushRef="#br1" timeOffset="50">1834 10000 8076,'0'-6'0,"0"-1"0,0 4 845,0-3-68,0 0 363,0-3-675,0-1 0,0 4 63,0 0-43,0 4-228,0-2 0,0 3 399,0-2 209,0 2-32,0-4 1,0 13-607,0 1 0,1 3 22,2 1 0,2 2-1,1 7 1,2 2-68,-2 4 1,2 0 14,2 0 1,-2 0-31,-2-1 0,3 1-179,-3 0 0,2-3-128,1 0 0,1-4 104,-1 0 1,0-1-79,1-1 1,-4-1-20,0 1 0,-1-5-73,1-1 144,3 1 10,-4-3 29,0 2 16,3-8 1,-7-6 2,2-8 0,-1-1 4,2-6 0,-3-4 134,2-4 1,-2-4-159,-1-3 0,3 0-2,0-7 1,3 2-56,-3-7 0,5 6-162,-2 0 1,-1 7 21,1 2 0,0 4-183,4 6 0,-5 3-1999,-2 3 1007,2 6 1397,-4 2 0,7 8 0,-2 1 0</inkml:trace>
  <inkml:trace contextRef="#ctx0" brushRef="#br1" timeOffset="51">2253 10335 8239,'5'-1'1470,"-1"-2"-489,1 2-294,-4-3 0,4 1 364,-2 0-274,-2-1-179,3 4-348,-4 0 1,0 5 36,0 1 1,0 2-27,0 1 0,0 1-16,0-1 1,0 3-18,0 1 0,0 2 0,0-2 0,1 0-52,2 0 0,-1-3-157,5 2 0,-4-1-158,3-2 1,0-1 86,3-1-412,1 1 1,-1-7-73,0 2 0,1-2-330,-1-1 0,-3-4 258,0-2 0,-3-3-884,4 0 1492,-5 0 0,2-5 0,-4 0 0</inkml:trace>
  <inkml:trace contextRef="#ctx0" brushRef="#br1" timeOffset="52">2337 10018 8122,'12'2'0,"1"1"1380,-5 2-714,-4 0-1862,-4 3 1196,-4-3 0,-1 1 0,-4-2 0</inkml:trace>
  <inkml:trace contextRef="#ctx0" brushRef="#br1" timeOffset="53">2728 10074 8178,'9'3'305,"1"1"1,-4 2-31,0-3 0,-3 3 198,3-3 1,-4 4-154,2 0 1,0 1-147,-1 1 1,0 1 30,-3-1 1,1 0 205,2 0-91,-2 1 1,4-2 259,-2-2 234,-2 3-256,4-8-500,-1 3-49,-3-4 0,3-4-171,-4-3 0,0-1 40,0-1 1,-1-4-136,-2 1 0,1-2 114,-5 2 1,4 2-130,-3-3-101,4 3 254,-6 1 1,3 3 189,-5 3 0,4 2-45,0 1 0,0 1 153,-4 2 0,1 6-74,0 3 0,0 4-34,3-4 1,-2 2-13,2-2 1,2-1-4,1 5 0,2-5 49,1 2 0,0-2-7,0 1 1,4-1 116,2 1 1,3-1-88,4-2 1,-3-1 103,2-2 1,2 3-180,-2-3 1,4 2 25,-4 1 0,1 1-19,-4-1 0,0 0-141,0 1 1,-3-1 137,-3 0 0,-1-3 52,1 1-181,-2-1 0,0 3 66,-4 1 0,-4-4-98,0 0 0,-1-1-22,-1 1 0,-4 2-224,1-5 1,-3 1-80,2-1 1,1-2-410,2 2 1,1-2-603,0-1 0,3 0 1440,-1 0 0,5 4 0,-2 1 0</inkml:trace>
  <inkml:trace contextRef="#ctx0" brushRef="#br1" timeOffset="54">3026 10195 8391,'9'0'105,"-3"1"853,-3 3 1,-2-2-259,-1 4 1,0 1-191,0 5 1,0 0-187,0 3 0,0 1-15,0 2 0,1 1-10,2 0 0,-2-1 0,2 1 0,1-4-138,-1 1 1,3-4 57,-3 4 1,2-5-444,-2 2 0,-2-3-635,2-1-992,-2-3 1034,-1 2 0,0-8-617,0 0 1,0-8 1433,0-8 0,-4-6 0,-1-1 0</inkml:trace>
  <inkml:trace contextRef="#ctx0" brushRef="#br1" timeOffset="55">3073 10037 8391,'1'-27'681,"2"2"1,-1 3-162,4 3 0,-4 5 428,1 1 0,-2 6-546,-1 1-189,0 4 1,0-2-1280,0 8 0,0 1 148,0 4 918,0 0 0,4 5 0,2 0 0</inkml:trace>
  <inkml:trace contextRef="#ctx0" brushRef="#br1" timeOffset="56">3231 10251 8186,'9'-5'701,"-1"0"-99,-1 2 182,1-2 161,-3-5 299,4 1-782,-3 4 0,-1 1-35,-2 4 0,-2 1-188,2 2 0,-1 2 31,1 4 0,-2 5-70,2 1 0,1 0-89,0 0 0,-1 1-103,-3 2 1,3 0-43,0-2 1,0 0-2,-3-4 1,1 4-8,2-4 1,-2 1-127,2-4 1,-2 0-62,-1 1-86,0-1 68,0 0 0,0-4-86,0-5 127,0-9 1,0-2 79,0-5 1,0 1-187,0-4 1,3-3-11,0 1 1,5-2 30,-2 1 1,2 3 145,2-3 1,2 2 64,0 2 0,2 3 179,-2 3 0,-1 2-87,1 4 1,-2 2 291,0 4 0,-1 1 11,0 2 1,0 3 133,-3 7 0,1 1-186,-4 5 0,3 0 69,-3-1 1,2 1-28,-2-1 1,-2 1-43,2 0 0,1-1-322,-1 1 1,0-4 174,-3 1 0,0-8-1311,0 2 694,0-3-1525,0-2 1264,0-1 1,0-5-79,0-2 840,0-2 0,0-9 0,0 0 0</inkml:trace>
  <inkml:trace contextRef="#ctx0" brushRef="#br1" timeOffset="57">3799 10102 8441,'4'-9'0,"0"0"431,2-1 885,3 1-785,-8 0 0,6 3 774,-4-1-835,0 5 1,-3-1-17,0 6 0,0 3-58,0 7 0,-3 1-108,0 5 0,-1 1-49,1 1 1,2 0-35,-3 4 0,0-3-115,1 2 1,0-3 91,3 1 0,0-3-214,0 0 0,0 0-120,0-1 0,3 0 120,0-3 0,5 2-178,-2-5 1,-1 4 58,1-4 0,0 0-38,4-6 1,-1 1 11,0-4 1,4 0 107,-1-3 0,1-5 23,-4-4 1,1-1 15,3-6 1,-3 4 202,2-4 0,0-3-128,0-2 1,-5-4-63,3 3 1,-7 0 23,0 4 0,-2-1 82,-1 1 0,0-1-36,0 0-578,-4 1 323,-1-1 1,-5 2-17,1 1 0,0-1-171,-1 5 1,1 3-136,0 3 0,-4 3-386,1 0 1,-4 2-156,4 1 1,-5 4 10,2 3 1054,2 1 0,-5 10 0,3 1 0</inkml:trace>
  <inkml:trace contextRef="#ctx0" brushRef="#br1" timeOffset="58">3985 10261 8348,'12'0'227,"1"0"0,-2-1 46,-5-3 1670,3 3-841,-8-3 68,3 4 196,-4 0-811,-8 0-344,1 0 1,-10 0 0,5 3-93,-3 0 0,-1 1-255,-2-4 0,-1 1-80,1 2 0,-1-2 309,0 2-735,1 2 1,3-3-1,2 4-1770,-1 2 2412,8-4 0,-6 8 0,7-2 0</inkml:trace>
  <inkml:trace contextRef="#ctx0" brushRef="#br1" timeOffset="59">4134 10391 8516,'6'0'-55,"0"0"259,-3 0 338,1 0 1035,-4 0-1310,0 4 0,0 1-2,0 5 0,0-1 277,0 0 0,0 0-187,0 1 0,0 2-120,0 1 1,0 0-52,0-1 1,0-1-240,0 1 0,0-1 176,0-2 0,0 0-112,0 1 1,0-4-172,0 0 1,4-4 92,2 1 1,2-2-42,2-1 1,0 0 93,2 0 0,-1 0 59,1 0 1,-1-1-258,2-2-101,-3-2 1,4-6-85,-5-1 0,0 1-435,1-5 0,-4 1 834,0-4 0,0 0 0,4 1 0</inkml:trace>
  <inkml:trace contextRef="#ctx0" brushRef="#br2" timeOffset="60">4246 9944 9067,'9'-14'1638,"0"4"0,-4 7-965,-5 6 1,-5 2-560,-4 5 0,0-1 0,-1 0 1</inkml:trace>
  <inkml:trace contextRef="#ctx0" brushRef="#br3" timeOffset="61">1816 10018 8138,'5'-4'104,"3"3"1144,-7-3 1,6 3-513,-4-2 1,2 2-247,-2-2-243,-2 2 1,4 5 15,-2 2 0,-1 2 23,4 2 0,-3-1-15,4 0 0,-1 5-12,3 1 1,-3 4-1,1 3 0,-1 2-57,3 3 1,0 1 14,1 0 1,-1-3-166,0 0 0,4-3 34,-1 3 1,1-6-69,-4 0 1,-1-2 136,-2-4 1,2-1-20,-5-2 0,3-4-62,-3 0 1,3-3 63,-3 3-469,0-4 151,-3 7-470,0-8-323,0 3 710,-4-4 48,3 0 32,-3 0 106,4-4 1,-1 3-127,-2-3 63,2 3 325,-3 1-296,4-4 350,0 3-67,0-3-70,0 0-86,0 3 0,0-4 17,0 2 0,-1-2-13,-2-5 0,2 0-1,-3-3 0,3-1-1,1-5 1,0-3-23,0-3 0,1-3-5,3-3 0,1 1 66,4-4 0,-3 1 8,0-2 1,0 1 29,0 6 0,-1 4 171,-2 8 0,-1 0-130,4 7 0,-2-1-54,2 7 1,-3 0 55,3 3 0,-3 1-89,3 2 0,-4-1-71,2 4 1,-3 0 16,-1 4 0,0-1-158,0 0 1,0-3-34,0 1 1,0-4-528,0 3-632,-5-4 909,4 6 0,-3-6-812,4 5 1,-3-4 114,0 3 1143,0-4 0,-1 6 0,-1-3 0</inkml:trace>
  <inkml:trace contextRef="#ctx0" brushRef="#br3" timeOffset="62">2300 10372 8125,'0'-5'1318,"0"1"1,1 4-841,2 0-260,-2 0 0,3 4 89,-4 2 1,0 3-30,0 0 0,0 0-8,0 1 1,1 3 29,2 2 0,-2 0-185,2 1 0,-2-4 124,-1 3 0,1-2-201,3 2 0,-2-3 105,4 0 0,-4-5-210,1 0 1,2-5-45,1 1 1,0-2-68,0-1 1,0-3 87,3 0 1,-3-8-94,1 2 0,-5-2-170,1 1 0,-2-2-322,-1-1 0,1-2-654,2 2 0,-2 0 1329,2 1 0,-2-3 0,-1-3 0</inkml:trace>
  <inkml:trace contextRef="#ctx0" brushRef="#br3" timeOffset="63">2300 10065 8111,'0'-9'990,"4"-1"1407,-3 1-1466,3 4-661,-4 1 0,0 5-273,0 2 0,0 2 87,0 4 1,0 4-1091,0-1 1,0 4 1005,0-4 0,0 1 0,0-4 0</inkml:trace>
  <inkml:trace contextRef="#ctx0" brushRef="#br3" timeOffset="64">2756 10195 7421,'5'0'1741,"0"0"-1276,-2 0 1,-2-1 428,3-2-330,-3 2-217,-1-3 1,3 3 268,0-2-324,0 2 0,-2-7 87,2 1 0,-2-1-193,2-1 1,-2 0-112,-1-1 1,0 1 146,0 0-255,-4-1 1,-1 1-156,-4 0 0,2 0-3,1 3 1,0 2-93,-3 4 0,2 0 82,1 0 1,0 0 108,-3 0 1,3 4 72,-1 2 0,1 6 85,-3 0 1,0 5-55,-1-2 0,2 3 133,2 0 1,-3 2-233,3 2 1,2-4-113,1 1 0,2 0 378,1-4 0,0-1-39,0-2 0,4 0 18,2-2 0,4 1-96,2-5 1,-1-1 89,5-2 0,-4 1-50,4-1 0,-5 0 134,2-3 0,0 1-6,0 2 0,-1-1-40,-3 4 0,1 0 7,-1 0 1,0 2-32,0-2 0,0 3 0,-3 0 1,1 1-26,-4 3 0,0-3-15,-3 2 0,0 3-23,0 0 0,-4 0-92,-2 0 0,-2-3 0,-2 0 0,1-1-177,0-2 1,-4-1-601,1-2 0,-1 2 15,0-5-613,3 0 1,-4-3 82,5 0 1,4-1 1280,2-2 0,-2-3 0,-1-3 0</inkml:trace>
  <inkml:trace contextRef="#ctx0" brushRef="#br3" timeOffset="65">3017 10298 7756,'5'-4'-785,"0"3"1077,-2-2 434,-2 1 1,4-1 219,-2 0-521,-1 0 1,2 2 453,-4-2-506,0 2 1,1-3 347,2 4-150,-2 0-271,3 4 1,-4 4-70,0 5 1,3 0-15,0 0 0,0 1-12,-3 5 1,1-4-94,2 1 1,-2-4-104,3 4 0,-3-5 51,-1 1 1,3-1-387,0-2 0,0-3-174,-3 0-132,0-3 65,0 1 1,0-5-545,0-2 1,0-3 1110,0-3 0,0 0 0,0-1 0</inkml:trace>
  <inkml:trace contextRef="#ctx0" brushRef="#br3" timeOffset="66">3054 10065 8106,'4'-23'529,"-2"5"-371,4-1 1,-4 1 853,2 6 1,-3 0 276,-1 2-608,0 5-517,0-3 1,0 8-146,0 0 1,0 4-188,0 5 1,0 1-628,0-1 1,0 0-1534,0 1 2328,0-1 0,0 4 0,0 2 0</inkml:trace>
  <inkml:trace contextRef="#ctx0" brushRef="#br3" timeOffset="67">3324 10326 8070,'9'0'833,"-4"0"-86,0-4-400,-1-2 0,-3-3 30,2 0 0,-2 3 575,-1-1-218,0 5 203,0-6-238,0 7-294,0-3 1,3 8-223,0 2 0,1 4 65,-1 2 0,-2-1-262,2 5 0,-1-1 113,-2 4 0,0-1-46,0-3 1,3 5-148,0-5 0,0 4-137,-3-7 1,3 4 36,0-4 0,1 0-110,-1-6 289,-2 2-26,3-7-149,-4 3 0,0-5 61,0-2 0,0-2-43,0-4 1,0-5 79,0-1 0,0-2-22,0 2 0,0-3-30,0 2 1,0-1-91,0-2 0,0 4 24,0-1 0,1 4 159,3-4 1,-2 5 146,4-1 0,0 1-42,3 2 0,1 1 166,-1 1 0,0 2-91,1 2 1,-1 2 117,0-2 1,1 6-91,-1 3 0,0 4 82,1 2 0,-1-1 277,0 5 0,-3 0-151,1 6 1,-4-2 31,3 2 1,-4-3-227,1 0 1,-2-4-476,-1 1-111,0-5-881,0 3-182,0-9-1032,-4-1 2510,3-8 0,-7-5 0,2-6 0</inkml:trace>
  <inkml:trace contextRef="#ctx0" brushRef="#br3" timeOffset="68">3845 10158 8170,'0'-6'-573,"0"0"0,3 3 718,1-4 409,-1 5 1,-2-5-43,2 4 1,-2-1 256,2 1 101,-2 2-137,3-8 41,-3 8-271,3-3-2,-4 4-295,0 4 1,0 2 15,0 3 0,0 3-32,0 1 1,0 3 54,0 0 0,0 0-207,0 0 0,0 1-5,0-1 0,-3 2-104,0 0 1,0 1 72,3-1 0,0-2-90,0-1 1,3-2-10,0 2 0,1-3 156,-1 0 0,2-1-253,1-2 95,2 0 1,-3-3 46,5 1 0,-1-5-14,0 1 0,0-5-133,1-1 0,-1-5 135,0 2 1,-2-2-6,-1-1 0,0-4 5,3 1 0,1-5-57,-1 2 1,-4-2 41,-2 2 1,-2-3 40,-1 2 0,0 0-4,0 0 0,-3 0-118,0 3 0,-4 0-156,1 1 1,-3 2-56,0 1 1,0 3-277,-1 3 0,3 2-306,-2-3 0,2 4-12,-6 4 965,3 1 0,-4 4 0,0 0 0</inkml:trace>
  <inkml:trace contextRef="#ctx0" brushRef="#br3" timeOffset="69">3985 10316 8344,'9'-5'1700,"1"2"-1104,-1 2 0,-4 0 1262,-2-2-820,-2 2-761,-5-3 0,-4 4-92,-5 0 1,0 0-135,1 0 1,-2 0-158,-1 0 0,-2 0-512,5 0 1,-4 0-977,4 0 0,-1 0 1594,4 0 0,0 0 0,-1 0 0</inkml:trace>
  <inkml:trace contextRef="#ctx0" brushRef="#br3" timeOffset="70">4143 10419 7614,'6'-4'2151,"-2"3"-1680,-4-3-42,4 4 40,-3 0-73,3 0-86,-4 4 1,0-2 32,0 4 1,0 0-61,0 3 0,0 1 0,0-1 1,0 1-173,0 3 1,0 0 15,0 3 1,0-2-99,0-1 0,1-3 175,2 2 1,-1-1-33,4-2 1,-3-1-52,4-1 1,-1 0-144,3-4 1,-3 0 30,1-3 1,-1 0-149,3 0 1,0-5-205,1-4 1,-1-2 187,0-4 0,0 2-341,-3-2 1,2 3-66,-2 0 0,0-1-262,0 0 0,-4-2 243,1 2 0,-2 0-577,-1 0 1157,0 7 0,0-10 0,0 5 0</inkml:trace>
  <inkml:trace contextRef="#ctx0" brushRef="#br3" timeOffset="71">4264 10028 8463,'0'-15'0,"3"5"783,1 4 1,0 0 2492,-1-4-747,-2 5-387,3 1-1649,-4 4 1,0 1-683,0 2 1,0 2-616,0 5 1,0-4 803,0 0 0,-4 0 0,-1 3 0</inkml:trace>
  <inkml:trace contextRef="#ctx0" brushRef="#br3" timeOffset="72">5382 10167 8429,'9'0'0,"-1"-1"1992,-2-2-642,3 2 461,-4-3-591,0 4-357,3-4 1,-7 2 174,3-4-194,-3 4 1,-6-2-277,-1 4 0,-6 1-65,-4 2 1,-5 2-394,-4 4 0,-2 0-221,-1 1 0,-6 2-89,0 1 0,-4-4-301,7-3 1,-1-1-625,1 1 1,0 3 511,-6-3 1,6-2-391,-3-1 0,5 1 508,4-1 0,5 2 576,5-2-561,3-2 157,3 3 0,7-4-236,8 0 0,5-1-157,7-2 1,2 1-404,2-5 0,1 2 1119,5-1 0,0-2 0,0 3 0</inkml:trace>
  <inkml:trace contextRef="#ctx0" brushRef="#br3" timeOffset="73">5326 10410 7934,'17'0'0,"-1"0"0,0 0 617,-3 0 1,-1 0 2353,-2 0 305,-1 0-2047,0-5 1,-4 3 1082,-1-4-1511,-3 4 63,-6-2-498,-4 4 0,-10 0 69,-5 0 1,-5 1 48,-5 2 0,1-1-692,-7 4 0,2-1-19,-3 2 0,-3 1-516,4-2 1,-1-1 143,1 2 0,6-5-368,3 1 0,4 1 251,5-1 0,5 0-874,7-3 1069,5 0 0,3-3 5,8 0-1,5-4-636,7 0 0,1 3 120,-1 1 1033,1 2 0,4 1 0,1 0 0</inkml:trace>
  <inkml:trace contextRef="#ctx0" brushRef="#br3" timeOffset="74">5857 9944 7888,'6'-3'1348,"0"0"1,-4-1-671,1 1 651,-2 2 44,-1-4 1,0 13-1218,0 1-78,0 2 1,0 0 174,0 1 0,0-2-27,0 3 1,0-2 52,0 2 0,0 0 27,0 3 0,0 2 0,0 1 0,3 0-77,0 6 0,4 0-38,-4 3 0,3 0-40,-3 0 0,3 0 14,-3 0 0,3-1 6,-2-2 0,2-3-141,-3-3 0,3-2 80,-3-1 0,3 1-166,-2-5 1,0-3-213,-1-3 136,-2-3 79,3 1 1,-3-6-1,2-5 1,-2 0-192,2-8 1,1-5 131,-1-5-110,5-2-14,-7-5 0,7-4 16,-2-4 0,1-5 74,0 2 1,1-2 155,-2 2 1,-1 1-54,2 5 0,-4 8 0,3 4 1,-4 5-240,1 1-270,2 5-69,-4 0-437,3 9-374,-4 1-537,0 4 1969,0 8 0,-4 2 0,-1 9 0</inkml:trace>
  <inkml:trace contextRef="#ctx0" brushRef="#br3" timeOffset="75">6182 10326 7530,'4'-10'690,"-1"1"0,0 3 561,-3 0-832,0-1 1,3 1 116,0 0 1,0 3 698,-3-3-779,0 4 0,0-3 584,0 1-425,0 3-250,0-3 0,0 11-226,0 3 1,0 1-143,0-2 1,0 1 77,0-1 0,0 5-127,0 1 1,0 0-81,0 0 1,1-3-98,2 4 1,-1-4 58,4 4-100,1-5 140,-2 3 1,3-8-46,-2 0 0,3-4-34,0 1 141,0-2 0,1-5-44,-1-2-190,-4-2 129,-1-2 1,-1-3 43,0-3-109,0 3 158,-3-5 0,0 5 119,0-3 1,0 0-88,0 4 0,0-1 166,0 4 1,0-1-73,0 1 1,0 3 141,0 0-104,0 4 38,0-2 646,0 4-793,0 8 6,0-6-25,0 10 82,0-7-99,0 1 65,0 2 1,0-6 128,0 4 0,0-3-91,0 4 1,0-1 435,0 3-206,5 0 0,-4 5 258,3-4-294,-4 8 1,3-4 63,0 5 1,1 0 65,-1 3 1,-2 1 18,2 2-323,-2-2 126,-1-1 0,0-1-149,0 4 0,0-5 101,0-2 1,-1-2-729,-2-4 1,1-5 121,-4 3-1720,0-7 1434,-4 1 0,4-4-294,0 0 0,-3-4 1046,-4-2 0,1-7 0,3-1 0</inkml:trace>
  <inkml:trace contextRef="#ctx0" brushRef="#br3" timeOffset="76">6471 10372 7709,'5'-9'553,"-1"0"185,-4-1-331,0 1 83,0 4 139,0-3-13,0 7 1081,0-4-1069,4 5 0,-2 1-175,1 3 0,-2 1-164,-1 4 0,0 0-166,0 1 0,-3 0 26,-1 2 0,0 0-20,1 3 1,2-3 52,-2 0 1,2 2-120,1-2 1,0 0 36,0-2 0,1-1-45,2 0 0,-1-3-212,4-3 98,1-2 39,2-1 1,3 0-457,1 0 1,-1-1-225,-2-2 1,-1-6-544,0-3 0,0-2 434,1 2-1568,-5-3 2377,3-3 0,2-9 0,4-2 0</inkml:trace>
  <inkml:trace contextRef="#ctx0" brushRef="#br3" timeOffset="77">6564 10056 7948,'-5'-10'1476,"2"1"162,2 4 0,2 1-927,2 4 1,-1 4-264,4 2-448,-4 2 0,11 6 0,-3 0 0</inkml:trace>
  <inkml:trace contextRef="#ctx0" brushRef="#br3" timeOffset="78">11713 9879 7984,'6'-5'24,"0"2"1104,-3 2 0,5 1-185,-2 0 1,-1-4 53,1 1-814,-4 0 0,4 4 315,-3 2-330,-2 3 1,6 0 52,-4 0 0,0 0 28,-3 3 0,3 1-214,0-1 1,1 3 125,-4 1 1,0-1 19,0-2-126,-5 3 1,1-3-321,-2 3 176,-2-7 0,3 1-225,-5-4 217,1 0 0,-3-3-296,-1 0 269,-3 0 1,4-1-43,-3-2 1,3 1-84,0-4 1,-1-1 34,4-6-97,-2 3 134,6-8 1,-1 7 98,3-4 0,3 0-44,3 0 0,3 0 283,3 3-107,0 1 0,5-1 303,1 6 0,0-2-74,0 5-128,-3 0 685,5 3-533,-6 0 0,5 4 213,-3 3 9,-1-3-275,-3 8 0,-3-9 241,1 7-409,-5-3 116,2 6 0,-4-2 11,0 1-106,0-2 1,-1 0-191,-2-1 0,-2 2 105,-5-1 0,1 1-301,0-5 221,-1 3 0,-2-4-77,-1-2 0,-2-2 0,1-1-269,0 0 272,-2-4-253,2-1 207,1-5 1,3 1-7,1 0-227,4-5 208,-4 4 1,8-5-99,-2 3 186,2 2 1,2-4 171,2 5 1,3 0-138,3-1 0,1 4 327,3 0 1,-2 1-126,5-2 0,-4 3 166,4 4 1,-4 0-61,3 0 1,-3 1 53,0 2 0,-1 3 3,-2 3 1,-4 0-118,-2 1 0,1 0 4,-1 2 1,1-1-20,-4 1 0,0 1-13,0 0 1,-4-1-1,1-2 0,-4-1-77,1 0 1,-3-3 136,-4 1-380,3-5 80,-4 2 1,2-4 0,-2-1 0,1-2-455,0-3 386,0-7-513,0 3 431,7-4 1,-6 2-29,9-1 0,-3-2 19,3 3 0,0-1-104,3 4 625,4 4-238,1-4 0,5 5 574,3-2-355,-3 2-147,8 4 614,-8 0-463,8 0 0,-8 0 49,2 0 60,3 0-142,-5 4 1,3 1 87,-7 5 1,1 2-70,-4 0 0,0 2-70,-3-2 1,0-1 50,0 1-332,0 2 91,-4-3 0,-1 2 219,-4-3-465,-1-5 185,1-1 0,0-1 65,-1 0-331,1 0 205,0-7 1,-1 2 54,1-4-244,0-5 176,-1 1 0,1-3-89,0 3-7,4-3 85,1 3 0,4-1-118,0 5 178,0 0 1,1 0 177,2-1 1,2 5-59,4-1 1,2 2 92,1 1 0,-2 0-99,3 0 0,-3 1 154,-1 2 1,1-1-27,-1 5 1,-4 2 169,-2 3 1,-2 1-85,-1-4 0,0 3 211,0 1-299,-4-1 0,-1-3 111,-4-3-346,-1-2 1,1-4 144,0 0 1,-1-4-344,1-2 1,0-3 40,-1 0-552,5 0 349,-3-1 205,7 1 1,-3 0-449,4-1 645,0 1 1,1 4-57,2 2 1,2 2-176,4 1 545,1 0-227,-1 0 1,0 0-137,1 0 577,-1 4-338,-4-3 0,2 7 65,-3-2 247,-1 7-120,-3-7 127,0 11-53,0-11-317,-4 7 1,-2-8 64,-3-1-17,0-3-192,4-1 135,-4 0 1,4 0-1,-4-1-129,-1-3-2,1-1 1,0-4-314,0 0 50,3-1 209,-2 1-333,7 0 243,-3-1 0,4 1 139,0 0 0,4 3-26,2-1 0,3 5 149,0-1 0,0 2-89,0 1 0,4 0 104,-1 0 1,1 0 5,-4 0 1,-3 3 143,0 0 1,-3 5 60,0-2 0,-2 2-87,-1 1 1,-1 1 37,-2-1 1,0-1-131,-3-2 0,0 2-99,-3-5 0,-1 0 72,1-3-33,0 0 0,3 0-77,-1 0 1,2-1-379,-1-2 279,-2-2 0,7-5-165,-2 1 0,2 0 79,1-1 0,1 1 102,2 0 0,2 0 18,4 3 0,0-1 193,1 4 1,-1 0-107,0 3 0,1 1 450,-1 2 1,-4 2-146,-2 4 0,-2 2-24,-1 1 0,0-1-8,0 1 1,0-5 385,0-1-1125,0-4 427,-4 3 1,3-10-1099,-2-1 1,1-2 566,-1-1 0,2-1-2690,-2 1 3208,2 0 1,1-1 0,0 1 0</inkml:trace>
  <inkml:trace contextRef="#ctx0" brushRef="#br3" timeOffset="79">12234 9907 7923,'-1'5'-788,"-2"-2"0,2-1 330,-2 1 314,-2-2 146,4 3-2,-3-4 0,0 0 4,3 0-17,-3 0 13,4 5 0,-2-3 101,-1 4-103,2-4 274,-3 6-240,4-7 421,0 3-120,0 0 373,0-3 1611,0 4-1442,0-14 233,0 7-358,0-10-267,0 11 0,0-4 239,0 2 19,0 2-454,4-4 1,-2 5 99,5 0 51,-5 0-188,6 5 52,-3-4-111,4 3 1,1-4 61,-1 0-12,0 0-111,1 0 1,-1 0 41,0 0 0,-2 1-259,-1 2 34,0-2 1,0 6 7,0-4 0,-3 0-77,4-3 0,-4 0 128,3 0-21,0 0 0,3 0 23,1 0 1,-4 0 230,0 0 0,0 0-143,4 0 1,-1 0 169,0 0 1,1 0 260,-1 0-270,0 0 1,4 0-141,-1 0 1,1 0 23,-4 0 0,1 0-112,3 0 1,-2 0 60,5 0 0,-4 0-98,3 0 1,-2 0 108,2 0 0,-2 3-160,2 1 1,-3-1 117,0-3 1,-2 0 1,0 0 0,-1 0-49,0 0 0,1 0 45,-1 0 0,3 3-120,1 0 1,-1 0 109,-2-3 1,2 0-33,0 0 1,4 1 25,-4 2 0,4-2-18,-4 2 0,2-1 8,-2 1 1,-1-2 0,5 3 0,-5-3 16,2-1 1,0 0-15,0 0 0,0 0 33,0 0 1,-2 0-27,4 0 0,-3 0-123,0 0 1,-1 0 115,-2 0 0,0 0-52,1 0 0,-1 0 22,0 0 1,0 0-6,1 0 0,-1 3 56,0 0 1,-2 0-47,-1-3 0,0 0 91,3 0-85,1 0 1,-1 0-86,0 0 1,-3 0 121,1 0-191,-1 0 1,3 0 55,0 0 0,1 0-36,-1 0 68,0 0 1,1 0 0,-1 0 1,0-1 75,1-2 1,-1 2-69,0-2 1,1 2 96,-1 1 0,0 0-74,1 0 0,-1 0 63,0 0 0,0 0-34,1 0 0,-1 0-3,0 0 1,1 0-45,-1 0 0,0 0 34,1 0 0,-4 0-78,0 0 1,0-4 68,4 1 0,-1 0-123,0 3 0,0 0 65,1 0 1,-1 0-147,0 0 1,1-1 112,-1-2 0,0 2 61,1-2 1,-1 2 81,0 1 0,1-3-79,-1 0 1,0 0 44,1 3 0,-1 0-56,0 0 1,0 0 123,1 0 1,-4 0-83,0 0 0,0 0 24,4 0 1,-1-3-40,0-1 1,1 1-13,-1 3 0,0 0 35,1 0 0,-1-1-20,0-2 1,4 2 36,-1-2 1,0 2-28,-2 1 95,-1 0 1,0 0-62,1 0 1,-4 0 291,0 0-234,0 0-42,4 0 1,-1 0 14,0 0 1,1 0-22,-1 0 1,-3 0-46,0 0 0,-3 0 58,4 0-53,-1 0 0,3 1 16,0 2 1,-2-2-168,-1 2 0,-3-2 78,3-1 1,0 0 40,4 0 1,-1 0-60,0 0 0,-3 1 54,1 2 1,-1-2 138,3 3 0,-3-3-83,1-1 1,-2 1-25,1 2 3,-2-2-175,0 3 146,-3-4 1,4 0-1,-1 0 1,-3 1 59,2 2-82,-2-2-108,-1 3-55,0 0 159,0-3 32,0 4-411,4-5 349,-3 0 1,4 0-143,-2 0 0,-1 0 42,4 0 1,-2 0 103,2 0 1,-3 0 75,3 0 0,0-4-228,4 1 461,-5 0-178,3-1 1,-6 3 344,4-2-57,-4 2-147,3 1 148,-5 0-180,-9 0 0,3-3-41,-6 0 0,0-5 100,0 2 0,-3-3-82,-3-3 0,-2 1 0,-2-1 1,3-3-15,-3 0 0,1-3 10,0 0 0,1-1-16,-2 0 0,4 5-139,2 1 1,0 3 75,3 1 1,1 0-153,2 3 1,4-1-40,0 4 197,4 0 138,-2 3-119,4 0-600,8 0 366,-2 0 0,8 0-964,-5 0 1,-1 4-104,-2 2 1,2 3-409,-5 4 1,0 1 464,-3 5 1,3-2 1173,0 1 0,4-1 0,-1 6 0</inkml:trace>
  <inkml:trace contextRef="#ctx0" brushRef="#br3" timeOffset="80">13957 10093 7986,'9'0'-39,"1"-1"39,-1-2 0,0-1 610,1-3 1,-4-1-156,0 2 1,0 1-56,3-1 0,-2 0 32,-1 0 0,-3-1 249,3 4-130,-4-4 0,5 5 302,-3-5 363,-1 5-355,-3-2-390,0 4 0,-4 4-181,-3 3 0,-1 1 20,-1 1 0,-4 1-122,1 3 0,-4-2 37,4 5 0,-1-2-162,0 2 1,3-3 69,-3-3 1,3-1-361,1 0 202,-1 0-485,1-3 0,3-2-499,0-4-399,4 0-636,-3 0 1447,5 0 0,-3-1-882,0-2 586,0 2 893,3-8 0,-4 4 0,-1-4 0</inkml:trace>
  <inkml:trace contextRef="#ctx0" brushRef="#br3" timeOffset="81">13836 9925 8007,'0'-9'371,"0"0"1,4-1 125,2 1 1,-2 3 414,0 0 0,-2 3 177,1-4-341,-2 1-439,3-3 1,-4 3 145,0-1 80,0 5-23,0-2 269,0 4-453,0 9 1,0 0-27,0 6 0,0 3-137,0-3 0,0 4 62,0 3 0,0-3-224,0 3 1,0-2 72,0-2 0,0 0-438,0-2 1,0-3 154,0-4-447,0 1 301,0-5 0,0-2-229,0-6 0,1-2 104,2-5 0,-2-3 65,2-3 1,1-1 113,-1-2 1,2 1 58,-2-1 1,-1 0 140,4 1 0,-3 0-78,3 3 1,-3 0 416,4 3 0,-5 4 120,1-1-91,2 6 1,-3-1 443,4 4 0,-4 4-318,1 2 1,-2 7 187,-1 2 0,0 4-140,0 3 1,0-2 15,0 5 1,0-3-163,0 3 0,0-5-131,0 2 0,-3-5-27,0-2 1,0-4-169,3 2-355,0-7 369,0-2-741,0-12 0,0-7 366,0-9 0,0-3-667,0-1 0,3-2 392,0 2 1,3-2 86,-2 5 1,0 6 99,-1 4 812,-2 4 472,7 5 1,-7 7-555,2 9 0,1 0 330,-1 6 0,1-1-230,-4 4 1,0-2 700,0-1 0,0-3-415,0-3 1,-1-5-1034,-3-2 0,2-2-482,-4-1 0,0-1-2212,-3-2 3089,-1-7 0,1-4 0,0-5 0</inkml:trace>
  <inkml:trace contextRef="#ctx0" brushRef="#br3" timeOffset="82">8771 13398 7785,'4'-9'538,"2"0"0,-2 2-357,-1 1 1,-2 0-164,-1-3 1,0-1 1061,0 1-657,-4 0 0,-1 1-30,-4 1 0,-4 3-134,1 4 0,-6 4-115,0 3 0,-3 1 42,-7 1-331,2 5 144,-6-4 1,4 6 191,0-3-1184,0 3 965,0 3 0,2 1 151,1 1-424,2 3 181,4 0 0,2 4-37,1 0-47,3 4 202,4-3 1,-1 6-19,1-4 0,0 3 7,-1-3 0,4 0 205,0-3 24,0 4-674,0-7 536,2 6-47,4-11 1,0 7-230,0-2 104,0-3 121,0 1 0,1-1 25,2 0-112,3-1 432,7 2 1,-3-3-149,3 1-18,1-1-119,1-1 1,0-4 80,1 1-134,-1-5 144,8 7-277,-3-4 140,7 5 1,-7-2 48,5-1-159,0 6 106,-1-7 1,2 8 39,-5-4 244,1-1-285,-3 1 0,3-1-78,-1 1 80,1 0-4,-3-1 1,2 1-26,1 0 40,8-5-390,-5 4 472,7-8-89,-4 3 0,0-3 45,0-1 221,0 0-265,0 1 1,-4-1-272,1 0 317,-4 1-41,2-1 1,-2-1 51,1-2-171,4-1 233,-2-5 0,7 0-217,0 0 109,4 0-43,-2-5 0,1 3-6,0-4 1,-6 0-6,3-3-112,-8-1 460,8 1 1,-7-1-342,4-3-80,0 3 78,0-8 1,0 4-234,0-5-267,0-4 489,-5 0 0,3-5-254,-4 0 246,4 0-24,-7-4-225,0-1 229,-1-5 1,-7 1-42,5 0-112,-5-4 138,2-2 1,-3-2-81,-1 1 40,0-1 30,-3 6 1,1-3 222,-4 2 33,0 1-247,1-2 0,-3 3 413,2-3-179,-6 3-931,-2-3 1167,-4 3-227,-1 5 1,-3-2 62,-3 4 24,-5 0-191,-7 3 0,-10-3-131,17 15 0,-1 1 0,-20-16 193,-2 3 0,3 1-145,0 2-757,1 3 910,11 7-239,-3 2 380,4 7 1,0-1-185,0 4-420,0 0 664,5 3 0,0 4-416,4 2-1236,1 3 1091,3 0 1,3 1-351,5 3 0,3-2 832,4 5 0,9 3 0,1 5 0</inkml:trace>
  <inkml:trace contextRef="#ctx0" brushRef="#br3" timeOffset="83">14832 11657 7870,'5'0'1234,"-1"0"-931,-4 0-100,5 0 183,-4-4-11,3 3 358,0-7-304,1 7-12,0-3-225,4 4 1,-8 1-19,2 2 1,-2 2-93,-1 4 0,0 5 302,0 1-384,0-1 54,-4 3 0,-2-3 102,-3 1 1,0 2-108,-1-5 1,1 0 20,0-6-346,0-2 86,-1-4-277,1 0 348,0 0 1,2-5-86,1-5 0,4-3 118,-1-6 0,3 3 27,3-3 1,2 6 6,5-6 1,-1 7 39,0-1 1,2 3-36,1 1 0,-1 3 246,5 3 0,-2 2 89,2 1 1,-3 1 97,-3 2 1,-2 7 22,-2 5 1,-2 3-84,-4 0 1,0 2-153,0 2 0,-4-3 25,-2 3 1,-3-3-189,-4-4 0,3-1 90,-3-5 0,3-4-142,1-2 1,-4-2-87,1-1 1,0-1-175,2-2 0,2-2-77,2-4 0,-1-5 146,3-1 1,1 0-95,3 0 0,0 2 60,0-2 0,5 3 254,5 0 0,0 3-91,6 3 0,-4 1 292,4 5 1,-1 0-10,4 0 1,-4 5-3,1 1 1,-5 2 237,2 1 1,-4 4-146,-3-1 0,-2 5 166,-4-2 1,0-1-105,0-2 0,-1-2-30,-2 0 1,1-2-27,-4-2 0,0-2-319,-4-4 1,1 0-507,0 0 1,0-1 319,3-2 1,-2-2-405,2-4 1,-3-1 314,0 1 0,0 0-1322,-1 0 1,5-1 1576,2 1 0,-2-5 0,0 0 1</inkml:trace>
  <inkml:trace contextRef="#ctx0" brushRef="#br3" timeOffset="84">14944 11741 7987,'1'-8'-179,"2"1"254,-2 3 800,3 0 73,-4 3 972,0-3-1277,4 4-164,-3 4-4,8-3-273,-4 3 1,4-4-45,0 0 0,1 0-41,-1 0 0,4 0 67,-1 0 0,0 0-111,-2 0 1,2 0 54,0 0 0,5 0 75,-1 0 0,-2 0-34,2 0 0,0 0-55,6 0 1,-1 0 45,3 0 1,1 0-78,3 0 0,0 0-135,0 0 1,-1 0 61,-2 0 0,1 0-74,-5 0 0,1 0 21,-3 0 0,2 0-33,1 0 1,3 1 47,-3 2 1,4-1-41,-2 1 0,1 1 66,3-1 1,-5 1-13,5-1 1,-6-1 41,-1 4 1,-1-4 12,-1 2 0,-4 0-13,1-1 1,-5 1-8,1-1 0,2-2 44,-2 2 0,5-2-61,-2-1 0,-1 0 87,-2 0 0,3 0-72,0 0 1,0 0-54,0 0 0,-2 0-9,2 0 1,-3 0-12,4 0 1,0 0 6,2 0 0,1 0 40,-1 0 1,0 0-8,-3 0 1,2 1 34,-5 2 1,4-2 43,-4 3 1,2 0-58,-2-1 30,-1 0 0,5-3-60,-3 0 0,-1 0 21,-3 0 0,2 0-33,1 0 1,-2 0 28,3 0 1,1 0-2,2 0 1,0 0-7,0 0 0,1 1-117,-1 2 1,1-1 104,-2 4 1,3-3 0,-3 4 1,0-4 47,0 3 1,0-4-48,0 1 1,2 1 148,-5-1 0,1 0-105,-4-3 0,0 1 42,0 3 1,1-3-56,-1 2 1,0-2 18,1-1 1,-1 0-9,0 0 1,1 0-156,-1 0 1,1 0 73,3 0 1,0 0 44,3 0 0,0 0 110,-3 0 1,2 0-114,-2 0 1,2 0 110,-2 0 0,3 0-94,0 0 0,0 0 20,0 0 1,0 0-75,-3 0 1,2 0 77,-2 0 0,2 0-19,-2 0 1,-1 0 40,-3 0 1,4 0 279,-1 0-317,0 0 1,-1 0 125,1 0 1,-1 0-68,1 0 0,-1-1 82,2-2 1,-2 2-81,5-3 0,-5 3 59,1 1-34,-1 0 0,-2 0-10,0 0 1,-2 0-97,-1 0 0,-3 0 138,3 0-11,-4 0-7,7 0 4,-8 0-402,3 0 0,-15-4 295,-1-2 0,-7-2-127,4-2 1,-3-2 55,0 0 0,-4-4-178,0 4 0,0-2 45,4 2 1,-5 1-234,-2-1 1,1 5-14,0 1 0,3 4-96,-1-2 0,3 3-663,0 1 566,4 5 276,-2 0 1,8 4-859,-1 0 351,1 1 870,8-1 0,1 4 0,5 2 0</inkml:trace>
  <inkml:trace contextRef="#ctx0" brushRef="#br3" timeOffset="85">17067 11881 8261,'13'0'0,"-2"0"328,1 0 1,-2 0 520,0 0 1,-4 1-140,0 2 1,-1-1-217,1 4 0,-1-3-211,-5 3 1,-1 1-16,-3 2 1,-1 1 74,-4 3 0,-1-2-91,-3 5 1,2-1 114,-5 4 0,5-2-236,-1-1 0,-2 0-221,2-3 0,-1-1-628,4-3 1,0 0 451,-1-3 1,4 1-1074,0-4 0,3 0 616,-3-3 0,4-4-551,-2-2 0,3-6 1274,1-4 0,0-10 0,0-3 0</inkml:trace>
  <inkml:trace contextRef="#ctx0" brushRef="#br3" timeOffset="86">16983 11825 8261,'0'-19'250,"0"4"188,0-1 1,3 4 3,0-4 906,0 9-284,-3-5-274,4 10 439,-3-2-703,4 4 0,-5 9 527,0 3-657,-5 9 1,4-1-44,-2 5 1,2 0-102,1 3 1,0-3 0,0 0 0,0-6 31,0 0 0,0-5 222,0-4-1,0-5-505,0-1 0,0-4 0</inkml:trace>
  <inkml:trace contextRef="#ctx0" brushRef="#br3" timeOffset="87">9544 13463 8238,'4'-9'2978,"-3"-3"-1349,2-1-1218,-2 1 0,-5 2 266,-2-3-427,-3 3-43,0-8 0,-4 5 63,-3-3 0,-3-1 106,-2 1-232,-3 3 59,-12-1 1,2 5 203,-7 0-1630,-5 3 1310,6 2 1,-8 4-25,7 0-71,-3 0 150,1 4-202,-7 2 181,2 3 1,-3 0 88,5 1-205,-1 3 99,5-3 0,2 9-96,5 0 0,-2 3 402,0 6 0,3 1-60,-3 2-439,1-2 227,3 7 1,-1-2 153,6 3-1214,2-4 1094,8 7 247,-1-1-157,5 3 1,0-1 85,5-3-1170,0-1 823,-1 0 0,5 1 514,2 3 0,2-2-334,1 4 0,4-2 73,2 2-436,-2-3 130,9-3 1,-6-1-205,9-2 95,-1-2 61,4 4 1,7-6-320,2 5 236,6-5-363,-1 2 397,0-4 137,7 0 0,-10-5-47,4-1 368,1-2-180,-2-2 1,2-3-147,2-3 266,2-1-242,-12-7 1,1 1-1,23 4 13,-25-4 0,1 0 67,23 4-176,-7-4 138,3 3 45,1-7-23,-1 3-3,1-4 48,4-4-78,-4-1 1,0-8 36,-7-3 164,-2-6-194,0-1 0,-4-14-57,-17 18 1,0-2 42,0-3 0,0-1-6,0 2 0,-1-1 1,4-5-1,0 0-79,-2 1 1,1 0-23,-1-5 0,-1 0-374,0 0 0,-2 0 282,-4-4 1,-2-1 101,0 3 1,-1 0-1,-3-1 1,-1 0-264,-1 4 0,0-1 357,-1 1 1,0 1-45,-4 3 1,0 0 0,-4-23-43,-7 1 203,-6 2-81,-4 10 0,-9 0-111,-3 10-326,-1 2 228,-5 7 0,3 5-1544,-3 1 819,-1 7 537,-1 2 0,-6 4-1195,-1 0 1061,23 0 0,0 0-90,-16 0 557,-3 4 0,9 0 0,0 5 0,0 0 0,-1 2 0</inkml:trace>
  <inkml:trace contextRef="#ctx0" brushRef="#br3" timeOffset="88">9879 10614 8104,'4'-9'-1596,"-2"0"1397,4-1 1,-3 4 112,4 0 82,-5 0 1,5 0 0,-3-1 275,1 0-131,-3-1 1,3 3 279,-1 2-187,-3-3 14,3 5 63,-4-3 67,4 4-221,-3-4 699,7 3-482,-7-3 0,4 1 228,-2 0 135,-2 0-7,8 3-190,-8 0-64,3 0-299,0 4 1,-3 1-53,2 4 112,-2 1-30,-1-1 0,0 0-29,0 1 59,0 3 0,0-3-122,0 4 92,-4-5 1,2 0 148,-4 1-548,4-5 172,-7-1 1,4-4 110,-4 0-476,4 0 268,-3 0 1,2-1-539,-3-2 486,0-6 1,3-5-69,-1-1-450,5-3 431,-2 4 1,4-4-118,0 2 261,0-1 0,1 6 0,2-1 23,3 2 75,3 0 0,0 5-274,0 2 1271,1 2-678,-1 5 0,3 2 735,1 7-553,-1-3-194,-2 8 0,-4-3 406,0 7-362,-4-2 22,2 2-105,-4-3-64,0-4 0,0 1 204,0-3-626,-4 3 232,3-10 0,-7 6 29,2-9 1,-3 0-126,0-3 1,0 0-529,-1 0 383,1-4 118,0-6 1,-1-1-686,1-4 545,4 3 0,-2-4-279,4 3 293,-1 1 0,4 2-105,0 1 742,5 0-317,0 0 0,5 2-176,3 1 368,-3 4-178,3-2 0,0 4 500,-1 0-283,1 4-176,-8 1 0,3 2 97,-2 3 0,-2-3 1,-1 5 102,-2-1-240,-1 2 0,0-2 93,0 1 51,0-2-148,-4 0 1,2-2 78,-4-2-358,0-2 264,-3 0 0,-1-3-146,1 3 170,-5-8-32,4-1 1,-3-4-766,3 0 322,1-1 204,0-3-769,4 3 610,0-4 1,5 5-200,0-1 542,0 1-154,0 0 0,5 3-178,1-1 820,2 5-402,6-2 0,-4 4 608,2 0-487,-1 4 0,-2 2-1,0 3 175,-4 4-147,4-2 1,-8 5 233,2-3 0,-2 0 54,-1-1-181,0-5-377,-4 5 101,3-11 1,-8 6 197,3-4-2322,-2 1 1416,-1-9 0,-1-1 639,1-6 0,0-3 0,-1-3 0</inkml:trace>
  <inkml:trace contextRef="#ctx0" brushRef="#br3" timeOffset="89">9963 10437 8004,'0'6'-2116,"0"-2"2268,0-4-139,0 4-42,0-3 44,0 3-41,0 0 37,0-3-281,0 3 270,0 1 0,0-4 0,0 3-15,0 0 16,0-3 1,0 3 0,-5-4 1,0 0-1</inkml:trace>
  <inkml:trace contextRef="#ctx0" brushRef="#br3" timeOffset="90">9963 10586 8001,'5'0'585,"-1"0"632,-4 0-820,0-4-404,0-1 55,0-4 1,0 0-59,0-1 39,0 1 49,0 0 1,0-4-101,0 1-85,0-5 204,-4 7-261,3-4 233,-3 1 0,4-1 48,0-1-318,0-3 246,0 4 0,0-4 60,0 3-203,0-3 62,0 4 0,0-5-31,0 0 91,0 1 0,0 2-33,0 1-10,-5-1 17,4 2 19,-3-4-83,4 8 73,0-4 0,0 2 2,0 0-13,0-5 9,0 7 0,0-5 7,0 3-13,0 1 6,0-2 0,0 1 130,0-1-125,0 1-6,0 2 1,0 1 2,0 0 7,0-5-3,0 4-46,0-3 47,0 3 0,0 0 10,0-2-162,0 5 146,0-5 1,0 7 5,0-5-204,0 5 88,0-3 1,1 7-104,2-2 158,-2 2-9,4 1-177,-5-4 189,0 3 1,0-5-288,0 3 226,0-2-62,0 0-13,0-3 54,0 7-148,0-3 0,0 12 0,0 2 0</inkml:trace>
  <inkml:trace contextRef="#ctx0" brushRef="#br3" timeOffset="91">9935 9842 8001,'9'-6'0,"-4"2"877,3 4-104,-7-4-7,4 3-187,-5-3-46,0 4 1,-3 4-194,-1 2-209,-3 3 39,2 0 0,-4 3-4,-1 1-169,5-1 229,-3 2-835,3-4 479,0 8 1,-4-8 74,3 2 0,2-1 101,1-2-22,-2 0-2281,4 1 649,-3-5 1608,4 3 0,0-7 0,0 3 0</inkml:trace>
  <inkml:trace contextRef="#ctx0" brushRef="#br3" timeOffset="92">9963 9851 8001,'13'-5'29,"-7"1"-57,7 4 333,-12 0 1,7 0 725,-2 0 1,-1 1-359,2 2-76,-5 2-310,6 4 0,-7 1 132,2-1-93,2 0-142,-4 0 0,7 4-136,-5-1 19,0 1 23,1-4 0,-3 0-895,2 1 473,2-1 208,-4 0-1809,3 1 1266,-4-1 1,0 0-42,0 0 708,-4-3 0,3 2 0,-3-3 0</inkml:trace>
  <inkml:trace contextRef="#ctx0" brushRef="#br3" timeOffset="93">10037 10009 8001,'0'-5'1495,"4"1"-560,-3 4-561,3-4 2556,-4 3-1901,0-8 1,-5 8 586,-4-2-934,-5 2-341,-8 1 0,-1 1-1759,-2 2 681,-2-2 625,3 4 0,-3-1 1,-1 1-1</inkml:trace>
  <inkml:trace contextRef="#ctx0" brushRef="#br3" timeOffset="94">11676 9925 8001,'3'-6'871,"0"0"-607,0 4-22,1-2-280,-3 4 291,3 0-36,1 0-306,-4 0 279,3 0 155,0 0-150,-3 0-61,7 0 1,-6 3 2,4 0 0,-2 3 97,2-3 0,-4 5-96,1-2 1,-2 2-3,-1 1 1,0-2 34,0-1-36,0 0-196,0 3 0,-1 0 163,-2-3-223,-2-2 1,-5-4 58,1 0 1,0 0-133,-1 0 0,1-1 48,0-2 0,1-2-66,1-5 1,3 4-25,4 0 183,0 0 0,1-4-24,2 1 1,2 3 130,5 0 0,0 4 170,3-2 0,-2 3-75,4 1 0,-3 1 281,0 3 1,-1 0-142,-2 2 1,-1 2 177,-2-2 1,2 3-147,-5 0 0,0-3-35,-3 0 1,0-3-81,0 4 0,-1-4-28,-2 3 1,-2-4-202,-5 1 0,1-2 80,0-1 1,-1 0-106,1 0 1,3 0 22,0 0 0,0-1-16,0-2 0,1 2 35,2-2-4,2 2 0,-3 0 185,4-2 174,0 2-164,0-3-32,4 4 275,-3 0-290,7 0 1,-6 0 354,4 0-228,-3 0-266,1 0 132,-4 0-353,0-5 105,0 4 1,0-4 115,0 2-117,0 2 96,0-7 0,0 6-75,0-4 44,0 3 69,0-1-49,0 4 31,0-4 1,0 2-86,0-4 67,0 4-27,4-6 45,-3 2 0,3 0 2,-4 0 0,1 4 54,2-1-69,-2 2 73,3 1 0,-3-3-51,2 0-14,-2-1 29,4 4-1830,-5 0 1467,0-4 106,0 3 766,0-3-50,4 4-432,-3 0 1,4 0-9,-2 0-37,-2 0 30,3 0-19,-4-4 3,4 3 77,-3-7-81,4 7 245,-5-3 235,0 4-379,4 4-31,-3-3-50,3 3 144,-4-4-349,0 0 80,4 0-78,-3 0-561,3 0 730,-4 4 15,0-3-170,0 3 147,4-4-48,-3 0-385,3 0 499,1 0-58,-4 0 84,3 0-83,0 0 71,-3 0-66,3 4 20,-4 1 1,0 2-19,0-1 1,0-3 96,0 3 0,0-3-92,0 3 1,0-2 5,0 2 0,0-3-23,0 3 0,-1-4 52,-2 1-95,2-2 101,-3-1-171,4-4 1,0 2-1679,0-4 1313,0 4 1,0-3 481,0 2 0,0-3 0,0-3 0</inkml:trace>
  <inkml:trace contextRef="#ctx0" brushRef="#br3" timeOffset="95">11620 8650 8074,'14'-13'170,"-1"1"0,-4 3 211,-3 2 1,-2 1-127,-4-3 1148,0 0-807,0-1 1,-1 1 246,-2 0-558,-2 3 1,-5-2 79,-3 2 1,-1-2-117,-5-2 0,1 5-150,-1 2 1,0 2 148,1 1 1,-1 5-198,1 5 1,-1 4 70,0 8 1,2 2-60,1 4 0,-1-1-198,1 1 0,0 0 68,0 0 0,4 4-21,5 2 0,0 6 22,4 0 0,1 5-301,5-2 1,2 3 377,5 0 1,3-2 104,3-1 0,1-1-53,2 2 1,-1 0 16,1-3 0,0-4 73,-1-3 0,1-7-101,0 1 0,3-6 46,3-1 0,2-5-10,1-4 0,4-1 37,2-2 1,2-4-32,2-2 1,-5-2 26,-2-1 0,-2-1 20,-1-2 1,-1-3 14,-3-6 1,3-3-24,-2-4 0,2-3-28,1-3 0,-1-3-48,-2-3 1,-3-1 62,-3-2 1,-1-6-370,-3 3 0,-2 0 289,-7 0 1,-1 1 31,-2-4 0,-2 2 81,2 1 1,-6-3-1,-3 3 0,-3-2-7,-4 5 0,-1 2-68,-5 0 1,-4 4-19,-2 0 0,-1 4 240,-2 2 1,0 3-377,0 4 0,0 1 105,0 5 0,0 1-159,0 2 1,-3 2-54,0 4 1,0 0 121,3 0 1,-1 0 220,-2 0 1,5 1-174,-2 2 0,5 1 164,-1 2 1,4 2-87,1-1 1,1 1 251,2 1 0,2 0-254,-2 1 0,4-1 96,-4 0 0,2 1-133,-2-1 1,-1 0-90,1 1 0,0 2-83,0 0 1,0 4 49,3-4 1,0 4-58,0-4 0,3 5 72,-3-2 0,3 3-24,1 1 0,0-1 36,-1 1 1,2 3-21,2-1 1,-2 4 57,5-3 0,-1 3-1,1-4 1,2 1 184,-2-3 1,2-1-60,1 1 0,1 0 22,2-1 1,2 1-56,5-1 0,-1 1 2,0 0 0,5-1-16,1 1 0,6 1 1,1 1 0,3-4-64,0 1 1,-1-2-10,1 0 1,-4-2-131,0-2 0,2-1 89,-1 1 0,0-5-85,-4 0 0,4-2 115,0 1 0,2 1 48,-2-4 0,4 0-60,-1-3 0,2 0 21,1 0 1,-1-1-26,-3-2 1,2-2 5,-4-4 1,3-5-123,-3-1 1,0-3 127,0 0 1,-2-2-217,1-2 0,2 2 56,-1-5 1,0 0-88,-4-3 1,-3 0 78,-3 0 1,1 0 266,-4 0 1,-1 0-10,-5 0 1,-2 0 171,2 1 0,-6-1-13,-3 0 0,-3 0-93,-4 0 0,2 4 90,-5 2 0,1 4 8,-4 2 1,4 0-219,-1 3 1,4 2 120,-4 5 1,8-2-491,-1 5 1,2 0-18,-3 3 1,5 1-188,2 2 1,-1-1-496,1 5 1,0 0 411,3 5 1,-4 0-295,1 3 1,0 0 953,3 0 0,-4 3 0,-1-4 0</inkml:trace>
  <inkml:trace contextRef="#ctx0" brushRef="#br3" timeOffset="96">10121 10642 8019,'6'0'1808,"0"0"-722,-4 0 467,3 0-1041,-5 0 0,3-1-659,0-2 0,0 1-239,-3-4 1,0 3-456,0-3 0,0 2-1825,0-2 2666,4 4 0,1-6 0,4 3 0</inkml:trace>
  <inkml:trace contextRef="#ctx0" brushRef="#br3" timeOffset="97">10335 10642 8001,'9'0'0,"2"0"690,1 0 1,-2 0-197,3 0 0,-3 0-581,0 0-279,-1 0 1,0-1 365,0-2 0,1 2 0,-1-3 0</inkml:trace>
  <inkml:trace contextRef="#ctx0" brushRef="#br3" timeOffset="98">10670 10614 7990,'14'0'518,"-3"0"-363,5 0 0,-5 0-551,1 0 1,2 0 85,-2 0 0,1-1-424,-4-2 734,0 2 0,1-7 0,-1 3 0</inkml:trace>
  <inkml:trace contextRef="#ctx0" brushRef="#br3" timeOffset="99">11024 10661 7990,'18'1'0,"-3"2"0,0-2-46,-3 2 1,1-2 142,3-1 0,-1 0-97,-3 0 0,2-4 0,5-1 0</inkml:trace>
  <inkml:trace contextRef="#ctx0" brushRef="#br3" timeOffset="100">11350 10661 7990,'18'6'-119,"-3"0"0,-2-4-376,-3 2 0,0 0 92,3-1 1,-3 0 402,2-3 0,-1 0 0,-2 0 0,0-4 0,1 3 0,-1-3 0</inkml:trace>
  <inkml:trace contextRef="#ctx0" brushRef="#br3" timeOffset="101">11611 10680 7990,'9'0'-159,"0"0"0,1 0-314,-1 0 1,0 0 77,0 0 0,1 1 542,-1 2 1,0-2-163,1 2 1,0-2 14,2-1 0,3-4 0,4-1 0</inkml:trace>
  <inkml:trace contextRef="#ctx0" brushRef="#br3" timeOffset="102">11927 10661 7997,'19'-5'226,"-5"1"-189,-1 4 1,-3 0-420,-1 0 1,1 0 57,-1 0 1,0 0-319,1 0 280,-1 0 362,0 0 0,5 0 0,0 0 0</inkml:trace>
  <inkml:trace contextRef="#ctx0" brushRef="#br3" timeOffset="103">12234 10642 8114,'15'5'0,"-3"-1"0,-1-3 191,-2-1 1,0 3 284,1 0-1586,-1 0 1110,0-3 0,1 0 0,-1 0 0</inkml:trace>
  <inkml:trace contextRef="#ctx0" brushRef="#br3" timeOffset="104">12402 10633 8140,'28'4'0,"-5"1"-628,-5 5 302,1-5 0,-8-1 338,5-4 1,-5 0-143,2 0 0,-6 0-70,-1 0 200,-4-4 0,6-6 0,-2-4 0</inkml:trace>
  <inkml:trace contextRef="#ctx0" brushRef="#br3" timeOffset="105">12644 10605 8183,'9'5'-236,"1"-2"0,-1 1-383,0 0 0,1-1 509,-1-3 1,0 0 518,1 0 0,-4 0-389,0 0 0,-3-4-72,3-3 0,-4-1-661,2-1 713,-3-1 0,3 1 0,1 0 0</inkml:trace>
  <inkml:trace contextRef="#ctx0" brushRef="#br3" timeOffset="106">12840 10577 8183,'27'8'504,"-3"-1"1,-2 1-53,-6-2 1,0-2-439,-3-1 1,-1-2-164,-3-1 0,1 0-176,-1 0 0,-3 0-290,0 0 1,-4-4 316,2-2 1,-2 1-752,1-1 1049,-2-1 0,7 2 0,-3 1 0</inkml:trace>
  <inkml:trace contextRef="#ctx0" brushRef="#br3" timeOffset="107">13091 10605 8191,'15'0'0,"1"0"-78,-3 0 0,-1 0 276,-3 0 1,4 1-147,-1 2 20,0-2 1,-2 6-186,-1-3 0,-3-1 125,1-3-454,-5 0 0,3 0 204,-2 0 1,-1-1-201,4-2 1,-4 0 437,1-3 0,2 4 0,1-2 0,3 4 0</inkml:trace>
  <inkml:trace contextRef="#ctx0" brushRef="#br3" timeOffset="108">13361 10633 8191,'12'0'-805,"1"0"625,-1 4 0,-2-2 160,-1 4-473,-4-4 267,3 3 226,-7-5 0,8-5 0,-4 0 0</inkml:trace>
  <inkml:trace contextRef="#ctx0" brushRef="#br3" timeOffset="109">13575 10624 8387,'4'-5'-35,"-3"0"0,5 5 230,-3 0 0,-1 0 356,4 0-333,-4 0 277,6 0-464,-3 0 0,4 1 110,-3 3 0,-1-2-115,-2 4 1,-2-3 22,2 3 1,-2 0 24,-1 4 1,0-1-57,0 0 0,0 4 50,0-1 0,-1-1-73,-2-4 0,1 1 97,-4-2 1,3-2-156,-3-1 0,-1 2 79,-2-2 0,3-1-93,0-5 1,0 1-5,-4-5 1,2 0 35,2-5 0,-3 1-146,3-1 1,2-2 108,1 2 0,2-1-82,1 0 1,0 3 106,0-3 1,4 3-34,2 1 1,4 3 11,2-1 0,-2 5 233,3-1 1,0 2 102,0 1 1,2 1 119,-2 2 1,-1 2 96,-3 5 1,0-1-126,-3 0 1,-1 2-127,-2 1 1,-2-2-5,2 3 0,-3 0-83,-3 0 0,-2-1 84,-4-3 1,2-2-257,1-1 0,0-1-59,-3 1 0,-1-1-35,1-1 0,0-3-75,-1 2 0,1-5 159,0-1 0,3-5-69,-1 2 1,2-2 110,-1-2 1,2 1-108,4 0 1,0 0 85,0-1 1,0 1-76,0 0 0,1 0 43,2 3 1,2-2-9,5 2 1,-1 0 33,0 0 0,4 4-14,-1-1 1,0 2 209,-2 1 1,-1 0-123,0 0 1,1 4 173,-1 2 0,-1 3-123,-2 0 0,-1 0 114,-5 1 1,0-1-51,0 0 1,-1 1-30,-3-1 0,2 0 4,-4 0 1,0 1-25,-3-1 0,-2-4-142,-1-2 0,2 2 121,-3-2 1,2 0-225,-2-3 0,3-1 125,-2-2 1,2 1-187,4-5 0,-1 0 39,4-5 0,0 1 65,3-1 0,0 1-45,0-2 0,0 3 73,0-3 1,4 3 39,2 1 0,3 2-48,4 1 0,-3 4 172,2-1 1,-1 2-88,-2 1 0,1 1 100,3 2 1,-6-1-12,2 4 0,-2 1 75,-1 2 0,-2 0-12,-4 1 0,0 2-99,0 0 0,-4 1 169,-2-4 1,0-3-153,0 1 1,0-2 85,-3 1 0,-1-2-39,1-4 0,0 0-181,-1 0 0,1 0 8,0 0 1,0-4-131,-1-2 0,2-4-80,2-2 0,2 2 74,4-3 0,0 2-18,0-2 1,1 3 57,2-2 0,2 4-9,4 2 1,2 4 7,1-1 1,-2 3 637,3 3 0,-3 2 23,-1 5 1,1-1 267,-1 0 0,-4 4-320,-2-1 0,-2-3-72,-1-2 0,-4-4-1359,-2 3 0,-3-4 596,-4 1 0,-1-7 366,-5-5 0,-4-5 0,0-4 0</inkml:trace>
  <inkml:trace contextRef="#ctx0" brushRef="#br3" timeOffset="110">13557 10717 8113,'5'4'-672,"3"-3"268,-7 3 231,7-4 196,-7 0 1,4-1-40,-5-2 59,0 2 43,0-3 8,0 0-128,0 3-117,0-4 1,0 1 0,0-1-1</inkml:trace>
  <inkml:trace contextRef="#ctx0" brushRef="#br3" timeOffset="111">13575 10801 8064,'5'0'-1915,"0"0"1956,-5 0-10,4 0 30,-3 0 66,3 0-66,-4-5 0,0 3 36,0-4 17,0 4-43,0-2-164,0 4 150,0-4 0,1 3 68,2-2-62,-2 2 304,3 1-158,-4-4-2,0 2 1,1-2-129,2 4 1,-2-1 297,2-2-253,-2 2 1,-1-4 319,0 2-311,0 2 0,0-4 134,0 2-187,0 2 0,0-5 186,0 3 43,0 2 1467,0-3-1876,0 12 1,0-5 139,0 7-30,0-7 0,0 2 286,0-2-280,0-2 1,1 3 328,3-4-136,-3 0-60,3 4-74,-4-2 1,0 3-192,0-2 150,0-2 0,0 7-23,0-2 0,0-1-23,0 2 0,0-1 38,0 3 1,0 4 119,0-1 0,1 0-85,2-2 1,-2 2 161,2 1 0,-2 2-91,-1-2 0,0 3-83,0 0 0,0 1 33,0 2 1,0-4-20,0 1 1,0-2-55,0 2 0,-3 0 74,0-3 1,0-1-139,3-2 0,0-1 51,0 0 0,0-3-62,0 1 1,0-4 90,0 3 1,0 0-11,0 3 1,0-2 29,0-1 0,0 0-27,0 3 0,0 1-40,0-1 0,0 0 45,0 1 1,0-1-26,0 0 0,3 1 24,0-1 1,0 0-55,-3 0 0,0-2 39,0-1 1,0-3-253,0 3-89,0-4 179,0 2-319,0 1 290,0-4 0,0 2 182,0-6 0,0-3-95,0-3-1,-1 0-73,-2-1 1,2 0 59,-2-2 0,-1 0-136,1-3 1,-1 2 42,4-2 0,-1 3-42,-2 0 0,2-1 252,-2 0 1,2-3-98,1 0 0,0-1 175,0-2 0,1 3-134,2 1 0,-1-1 223,5-2 0,-4-1-52,3 0 0,-4 1 17,1-1 1,1 4-71,-1-1 1,0 5 139,-3-2 1,0 3-87,0 1 1,0 3 30,0-1 271,0 1-160,0 1 157,0-3-143,0 7 15,0-3 1,0 11-260,0 2 0,0 2-106,0-1 0,0 2 76,0 1 0,0 2 152,0-2 1,0 3-74,0 0 1,0 1 137,0 2 0,0-1-134,0 1 0,0-1 22,0-3 1,0 3 41,0-3 0,0 3-31,0 0 1,0 1 41,0 0 1,0-4 108,0 1-171,0-5 0,0 3-215,0-5-430,0-4-1746,0-1 1730,0-12 1,-1-2 560,-2-9 0,-2 0 0,-4 1 0</inkml:trace>
  <inkml:trace contextRef="#ctx0" brushRef="#br3" timeOffset="112">13687 11341 8055,'8'-7'1705,"-2"1"-1097,3 4 398,-8-6-210,3 7 51,0-3-241,-3 4-356,3 0 1,-5 4 119,-2 2 1,2 3-83,-2 4 0,-1-2 138,1 5 0,-1-1-115,0 4 0,0-2-165,-2-1 1,-1 0 85,4-3 0,-4-1-63,0-2-157,-1-1 0,-1-1-209,-1-2 0,4-1-449,0-5 463,0 0 0,-4-4-35,1 1 0,3-4 40,0 1 1,3-6-208,-4 0 0,2-3-12,-1 2 1,1-2-12,2 2 1,2-2 136,-2 2 0,2-2-51,1 2 1,0 1-343,0 3 388,0-1 1,1 4-147,2 0 1,-1 4 60,4-1 1,-3 2-1071,3 1 1431,-4 0 0,11 4 0,-3 1 0</inkml:trace>
  <inkml:trace contextRef="#ctx0" brushRef="#br3" timeOffset="113">13687 11396 8055,'9'0'0,"1"4"0,-1-1 2716,-4 0-852,3-3 657,-7 0-1763,4-4 1,-7 2 285,-1-5 0,-6 4-479,-6-3 0,-3 1-463,-1-1 0,-2-2 41,-1 5 0,0-1-2754,4 1 2611,-1 2 0,0-3 0,1 4 0</inkml:trace>
  <inkml:trace contextRef="#ctx0" brushRef="#br0" timeOffset="114">11043 2244 7843,'1'-9'0,"2"-1"0,-2 1 598,2 0 0,-2-1 0,0 2 374,2 2 1,-2 1 0,2 4 651,-2 1-1339,-1 6 0,0 12 76,0 7 1,0 2 7,0 1 259,0 4-442,0 5 0,3 2 235,0 1-1086,1 3 984,0-1 1,-3 0-170,2-1-162,-2-7 1,2-2-142,0-4 0,0-4-492,-3-3 1,0-5-2633,0-4 800,0-1 2477,0-6 0,4-5 0,2-5 0</inkml:trace>
  <inkml:trace contextRef="#ctx0" brushRef="#br0" timeOffset="115">11033 2263 7789,'0'-6'0,"3"-2"0,1 2 0,2 1 1145,-3-1-697,4-1 0,1-1 272,5 2 0,0-1-300,0 3 1,1 0-4,5 1 1,-1 2-85,1-2 0,-3 3 39,-1 3 1,0 0-112,0 7 1,2-3 40,-5 5 1,-1 3-113,-4 0 1,0 4-1,-4 3 0,0 1-61,-3 5 0,-1-2 76,-2 2 1,-5-5-550,-5 5 0,-3-3 235,0-1 1,2-4-1019,-2-4 0,1-8 551,-4 1 1,0-6-837,1 0 0,0-5 534,3-1 1,-1-4 201,7 1 0,-2-2 497,8-2 0,0 4-27,3 0 0,5 4 865,5-1 0,0 2-532,6 1 0,-1 4 1017,4 2 1,-1 7-515,1 6 0,3 1 784,-1 5 1,2-4-603,-1 4 0,-2-4-269,1 0 1,-4-1-836,-2-1 0,-3-4 224,0 1 0,-1-6-399,-2-1 1,0 0 369,0-6 1,-2 0-3083,-1-3 3179,-4 0 0,10 0 0,-1 0 0</inkml:trace>
  <inkml:trace contextRef="#ctx0" brushRef="#br0" timeOffset="116">11545 2663 7789,'14'-9'0,"-4"-1"410,3 1 0,0 0 616,0-1 0,-2 1-247,-5 0 1,1-1-339,-4 1 0,2 0-136,-2-1 0,-2 1-87,2 0 1,-3 0-108,-3-1 0,1 4 107,-5 0 0,4 4-168,-3-1 0,0-1 99,-3 0 1,-5 1-160,-1 3 1,0 4-205,0 3 0,2 2-17,-2 3 1,0 0-101,0 3 0,1 4 154,5 3 0,3 0 42,0 0 0,3-2 70,0 1 1,3-1 100,3-1 0,2-4-38,1 1 0,5-8 130,-1 1 1,2-6-284,0 1 1,0-3 91,3-1 1,0-5-253,0-1 0,0-5 90,-3-2 1,-2-3-36,3 0 0,-3-4-20,0-2 0,-2 0 324,-2 4 1,1 0-162,-4 3 0,4 1 154,-4 5 0,1 4 425,-1 2-15,-2 1 1,3 7 249,-4 1 1,1 6-295,2 4 1,-2 1 163,2 2 0,-2 0-140,-1-1 0,0 1-495,0-1 1,0-2-333,0-1 0,-1-3-1132,-2 0 687,2-1-557,-3-2-1222,4-4 1275,0-1 724,0-12 0,0 2 625,0-7 0,1 0 0,2 0 0,-1-3-25,5 0 0,-4 3-60,3 1 0,-3-2 333,3 2 1,0-4-222,4 4 0,-4-5 1068,0 2 1,0 1-422,4 2 0,-1 1 442,0 2 0,-3 1-490,1 2 0,-4-2-7,3 5 0,-3 0-216,3 3 0,-3 1-143,4 2 0,-5 0-105,1 7 0,1-2-107,-1 8 0,3-4 60,-3 4 0,4-1 102,-4 4 0,0-1-233,-3 1 1,3-2-39,0-1 0,0 1-50,-3-5 1,1 3-77,2-2 1,-2-1-90,2-2 1,-2-4-869,-1 0 537,0-4-16,0 2 1,0-12 224,0-4 1,0-3-74,0-4 1,1 0 119,2-6 0,0-4 41,3 4 0,0-3 131,3 7 0,1-1 147,-1 3 1,3 3 341,1 3 0,-1 2-299,-3 8 1,4 0 701,-1 3 0,1 7-351,-4 2 0,-3 8 387,0 1 1,0 2-278,0 5 0,-1-1 27,-2 0 0,-2 2-175,2-4 0,-2 0-123,-1-4-873,0 1 1,0-5 286,0-1-966,0-7 1,1-2 636,2-4 1,4-1-683,5-2 0,-1-2 1396,5-4 0,4-1 0,3 1 0</inkml:trace>
  <inkml:trace contextRef="#ctx0" brushRef="#br0" timeOffset="117">12300 2691 7822,'10'-8'1,"2"1"0,-1-1 728,1 2 1,-2-3-123,0-4 0,-1 3 5,0-3 1,-2 2-165,-1-1 1,-4 4-184,1-1 0,-2 2-154,-1-3 0,-1 4 124,-2 0 0,-2 4-145,-5-1 1,1 2 78,0 1 0,-5 1-136,-1 2 0,0 3-95,0 7 0,0-2-133,0 5 1,1-1 161,5 4 0,3-1 39,0 1 0,4-2 204,-2-1 0,4 1-114,4-5 0,-2 0 75,4-2 0,0-5-62,3-2 1,4-2-164,-1-1 1,1-1 117,-4-2 0,3-2 76,1-5 1,-1-2-511,-3 0 0,1-5 170,-1 1 0,0 3 343,1 1 1,-1 2-121,0 4 0,1 2 160,-1 4 1,0 1-41,1 2 1,-2 3 409,-2 7 0,1 4-191,-4 5 0,4 4 169,-4-1 1,3 2-139,-3 1 0,0 4-147,-3 2 0,0-1-291,0 1 1,-3-5 109,0-1 1,-4-4-533,1-6 0,-3 0 293,0-3 1,-1-4-244,-3-5 1,3-4 162,-3 1 0,3-3-492,1-3 1,-1 1 216,1-4 0,4 0 106,2-4 1,3-2 356,3-1 1,3-2-39,7 3 1,1-8 87,5 1 1,2-1-66,1 1 0,4-3 94,-1 0 1,2 1-6,1 2 1,-4 0 34,1 1 0,0-5-4,3-2 0,-4-1 104,-2 2 1,-3 1 26,0 4 0,-5 2-112,-1 1 0,-3 0 130,-1 3 0,-3 1 0,-3 2-37,-2 1 0,-5 1-86,-3 2 0,-2 1 3,-3 5 0,-3 2-30,-3 1 0,-1 3 27,0 6 0,5 3-56,1 3 1,6 2 48,1 2 0,4-2 705,-1 5 0,6-4-321,3 1 0,3-3 198,4 0 1,-2 0-203,5-1 1,-1-3-538,4-3 0,3-2-69,-1 0 1,1-5-125,-3-2 0,-3-2-1347,3-1 1,-4 0 464,4 0 0,0-8 1174,-4-5 0,7-3 0,2-3 0</inkml:trace>
  <inkml:trace contextRef="#ctx0" brushRef="#br0" timeOffset="118">13408 2635 8084,'22'-5'0,"-6"-2"1570,-1 3 1,-3 0 153,-3 1 831,0-2-1236,1-4-185,-5-1-264,-1 1-749,-4 4 1,-4 1 113,-2 4 1,-4 0-499,-2 0 0,-3 4-325,-3 2 1,-1 2-638,1 2 0,-4 2-414,0 1 1,0 0 1208,4-1 0,-1-1 1,1 2-1</inkml:trace>
  <inkml:trace contextRef="#ctx0" brushRef="#br0" timeOffset="119">13445 2784 8051,'17'0'1638,"-1"0"0,-4-1 1638,-5-2-1875,-3 2 1,-4-4-346,0 1 0,-1 3 74,-2-2 1,-4 2-980,-5 1 0,-3 0-529,-3 0 1,-2 0-2900,-2 0 3077,3 0 0,-8 0 1,3 0-1</inkml:trace>
  <inkml:trace contextRef="#ctx0" brushRef="#br0" timeOffset="120">13845 2356 7938,'10'-6'0,"-1"3"1575,-4 2 1,2 0 189,-4-2 684,0 2-1401,-3-3 0,0 11-939,0 3 1,0 2 73,0 0 1,4 0 121,-1 3 1,1-2-86,-1 2 1,-1 1 67,4 2 0,0 4-40,4 0 0,-1 4-9,0-1 1,0 0-199,-3 0 0,2-2 149,-2-4 0,3-1-253,0 1 0,-3-5 79,0-1 1,-3-4-324,4-3 204,-5 3 1,5-9-89,-4 0 0,4-10 52,-1-8 0,3-7 69,0-9 1,3-3-101,1-9 1,3 1-73,0-4 1,-2 5-46,2 4 1,-4 4 73,4 5 1,-5 2-574,2 10 1,0 4 314,0 8 1,-1 3-981,-3 4 1,1 1 678,-1 2 1,-3 4 771,0 5 0,-4 2 0,3 5 0</inkml:trace>
  <inkml:trace contextRef="#ctx0" brushRef="#br0" timeOffset="121">14385 2747 7902,'10'0'1166,"-4"-1"-712,0-2 1,-3 0 296,3-3 0,-1 0-288,2-3 0,-3 3 1897,-4-1-745,4 1-117,-3-3-1075,-1 4 0,-5 1-204,-4 4 0,-4 7-247,1 2 1,-2 3 124,2 1 0,1 1-327,-1 5 1,1 0 222,-2-1 1,6-2-354,-2-1 1,1 1 106,-1 2 0,3 0-1071,0-2 0,4 0 100,-1-3 0,-2-1-1541,2-3 2765,0 1 0,-1-1 0,-1 0 0</inkml:trace>
  <inkml:trace contextRef="#ctx0" brushRef="#br0" timeOffset="122">14246 2765 7902,'0'-9'1145,"0"0"1,3 2 172,0 1-31,0 4 0,-2-2 41,2 4-515,-2 0 0,6 1-290,-4 2 1,5 5-124,-2 5 1,5 3-447,2 0 1,0-2 109,0 2 1,1-2-982,5 2 1,-2-3 636,-1-3 1,-2-1 279,-1 0 0,1 1 0,5-1 0</inkml:trace>
  <inkml:trace contextRef="#ctx0" brushRef="#br0" timeOffset="123">14888 2682 7962,'9'0'0,"-2"0"524,-1 0-288,-4 0 1,3-4 237,-2 1 361,-2 0-128,3 3 461,-4 0-737,0 4 0,0 2-146,0 3 0,0 0-62,0 0 0,-1 1-99,-2-1 1,-2 0 67,-4 1 0,2-5-146,1-2 1,0-2-334,-3-1 0,-1 0 183,1 0 0,1-4-318,2-2 1,-2-3 193,5 0 1,0 0-54,3-1 1,1 1 39,2 0 0,6 1 277,3 1 1,1 0 284,0 4 1,-2 0-195,5 3 1,-5 1 117,2 2 1,-3 2-58,-1 5 0,0-1 258,-3 0 0,1 4-98,-4-1 1,0 0 20,-3-2 1,-3-4-228,0 0 0,-4-1-174,1 1 0,-7-1-254,-2-5 1,0 0 200,0 0 1,-1-5-543,-3-1 0,5-2 303,2-1 1,1-1-117,2 1 1,4 3 118,2 0 0,4 3 88,5-4 0,4 5-31,9-1 0,0 2 205,3 1 0,-2 1-173,2 2 0,-3 2 46,0 5 1,-5-1-1273,-1 0 655,-7 1 803,-2-1 0,-4 0 0,0 1 0</inkml:trace>
  <inkml:trace contextRef="#ctx0" brushRef="#br0" timeOffset="124">15288 2393 8031,'10'-5'366,"-1"-3"-305,0 5 1,-2-4 1871,-1 1-785,-4 2 356,6-4-503,-7 6-628,3-2 1,-5 5-144,-2 2 0,1 3 208,-4 3 0,4 4-100,-1 3 1,1 3-108,-1 2 0,1 3-5,-1 4 0,1 0 4,-1 0 0,2 3-96,-2 0 0,2 3 124,1-3 1,0 0-220,0-3 1,0-1 81,0-2 1,1 1-165,2-5 0,-1 1-79,4-3 0,1-2 106,2-1 0,1-3-71,3-3 0,-3-2 28,2-2 0,2-2-118,-2-4 1,4 0 50,-4 0 0,1-1-821,-4-2 0,0 1-225,1-4 0,-2-3-1929,-2-4 3101,2-3 0,-2-3 0,3-5 0</inkml:trace>
  <inkml:trace contextRef="#ctx0" brushRef="#br0" timeOffset="125">15475 2719 8049,'9'-4'0,"-4"-2"1638,-2-3 0,-2-3 0,-1-1 0,-1 0 0,-2 0 0,-3 3 0,-7-2 0,-2 1-1108,-7 2 1,-9 4-285,-6 2 0,-2 3-672,1 3 0,2 5-636,2 5 1,3 3 1061,6 0 0,2 5 0,5 3 0</inkml:trace>
  <inkml:trace contextRef="#ctx0" brushRef="#br0" timeOffset="126">15773 2989 8170,'0'-5'-822,"0"0"808,0 5 380,4-4 0,-3 2 578,2-4-586,-2 4 1,0-5 349,2 4-122,-2-5-103,3 3 0,-4-1 155,0 0 265,0 4-624,0-2 0,0 5-80,0 2 0,0 2-27,0 4 1,0 5 86,0 1 0,0 3-111,0 0 1,0 1 110,0 0 0,0-1-237,0 1 0,0 0 72,0-1 1,0 1-339,0-1 0,0-3 12,0-3-571,0 3 0,0-5-2199,0 3 1467,0-7 1535,-4-2 0,-1-4 0,-4 0 0</inkml:trace>
  <inkml:trace contextRef="#ctx0" brushRef="#br0" timeOffset="127">15847 2961 8261,'9'-6'0,"1"-1"1120,-1 1 1,0 0 220,1 0 222,-1 4-637,0-2 1054,1-1 128,-5 4-986,-1-3-614,-4 4 1,-4 3-110,-2 1 0,-3 2-277,0-3 0,-5 3 99,-1-3 1,-4 0-654,-2-3 1,0 3 1,-4 0 1,0 2-363,-3-2 1,4-2-2486,-1 2 2950,0 2 0,-3 0 0,0 4 1</inkml:trace>
  <inkml:trace contextRef="#ctx0" brushRef="#br0" timeOffset="128">16527 2616 7865,'15'0'0,"1"0"0,-5 0 1638,2 0 0,-3 0-120,-1 0 579,-4 0-969,4-4-457,-8 3 327,3-3-188,-4 4-144,4 0-616,-3-4 1,-1 3 82,-6-2 1,-7 2-94,-2 1 1,-3 0-192,0 0 0,-4 0-366,0 0 0,-3 0 483,4 0 0,-4 0-156,3 0 1,0 0-215,4 0 404,3 0 0,-2 0 0,2 0 0</inkml:trace>
  <inkml:trace contextRef="#ctx0" brushRef="#br0" timeOffset="129">16527 2737 10202,'18'10'1051,"1"-2"-36,0-2 0,-5 1-436,-1-3 0,-4 0 2697,-3-1-556,2-2-1593,-7 3 1,1-4-549,-8 0 1,-2 0-325,-11 0 1,2 0-30,-8 0 1,0-3-1585,-3 0 0,1-3-281,2 2 1,3 0 818,3 1 1,0 2 0,1-3 0</inkml:trace>
  <inkml:trace contextRef="#ctx0" brushRef="#br0" timeOffset="130">17327 2421 7636,'0'-6'390,"0"-1"-138,0 1 0,0 0-43,0 0 1,0 3 140,0-4 131,0 1-57,0-3 1,0 0-23,0-1 627,0 5-169,0-3 711,0 7-347,0-7 381,0 7 107,0-4-1496,0 14 142,0-3-141,5 7-1,-4-3-26,3-1-28,-4 4 1,3-1 80,0 3 1,1-2-8,-1 2 0,-1 1-20,5 2 1,-4 2 49,3 2 1,-1-3-219,1 3 0,1 1 104,-3-1 0,3-1-69,-1-2 0,-1 1 30,1 1 0,0-1 0,1 2-186,-1-3 1,-3-3-179,3-1 176,-4-3 39,7 1 1,-8-7 67,2 1 20,2-5-127,-4 2-66,7-4 1,-3-7 17,5-3 53,-1-9 1,0-1-148,1-8 1,-1-4 102,0-2 0,1-3 0,-1-2-259,0 2 0,1 0 93,-1 9 1,0-1-196,1 7 0,-2 1-231,-2 2 0,1 4-199,-4 3-133,5 2 0,-6 4-83,4 3 246,-4 2 1,2 2-2107,-4 2 2981,0 3 0,-4 7 0,-1 2 0</inkml:trace>
  <inkml:trace contextRef="#ctx0" brushRef="#br0" timeOffset="131">17728 2728 7907,'9'0'1049,"0"0"-237,-3 0-238,2 0 1,-6 0 839,4 0-635,-4 0-241,2 0 88,-4 0-205,0 4-183,0-3 0,0 8 570,0-3-350,0 2-161,-4 1 0,3 1 153,-2-1-287,2 4 0,0-1 18,-2 3 1,2-2-102,-2 2 0,2-2-143,1 2 1,0-3 146,0 0 0,1-2-117,2 0 0,2-1 16,4 0 0,4-4-43,-1-1 0,1-3-504,-4-1 0,0 0 275,1 0 1,-1-1-1351,0-3 1,-1-1 700,-1-4 0,-2-1-1002,-2-3 1940,-2 3 0,7-12 0,-3 2 0</inkml:trace>
  <inkml:trace contextRef="#ctx0" brushRef="#br0" timeOffset="132">17886 2523 7907,'0'-14'0,"0"3"0,0 5 3276,0 4-2014,4-2 1,-2 4-136,5 0-1400,-5 4 266,2 5 0,-4 2 238,0 1-231,0-1 0,-4-2 0,-2 0 0</inkml:trace>
  <inkml:trace contextRef="#ctx0" brushRef="#br0" timeOffset="133">18314 2700 8111,'6'0'503,"1"-1"659,-4-2-740,0 2 0,-3-4 216,0 2-56,0 2-182,0-8 56,0 4-220,0 0 1,0-3 162,0 2 0,0-3-28,0 0 1,0 0-139,0-1 1,0 1-164,0 0 1,-1-1 113,-2 1 0,1 1-118,-4 2 0,3 0-225,-4 3 1,1 2 125,-3-2 0,0 6 4,-1 4 0,4 4 1,0 2 13,-1 2 0,2 1 153,2 6-84,-2-2 151,4 7-167,-3-8 1,4 4 35,0-4-122,0-1 97,0 1 0,1-1-12,2-3 0,1 2-1,2-5 65,7 0-244,-7-6 1,8 1 64,-5-4 1,3 0-75,1-3 1,2 0 68,-2 0 0,0 0 9,-1 0 1,0-4 35,3-2 0,-2-3 17,2 0 1,0 0-56,0-1 1,0-2 0,-4 0 23,2 0 1,2-1-43,-3 0 1,1 1 6,-4 3 0,1-4 9,-1 1 18,0-1 181,0 4-161,1 4 0,-4-3-64,0 1 319,-4 3-281,2 0-10,1 0 280,-4 3-140,3 1 0,-4 8-47,0 5 0,0-1 30,0-3 0,-3 4-31,-1-1 0,1 2 72,3-2 1,0 0-60,0 3 1,0-4 0,0 3 0,0-1 0,0-2 73,0 1 0,0-2-68,0 0 0,3-1 248,1 0-12,3 1-171,-2-1 0,4-4 142,1-2 0,0-2 214,2-1-177,-1 0-1,2 0-57,-3-4 6,-1-1 0,0-4 28,0-1-160,1-3 0,-4-1-88,0-1 0,-1-3-71,2 3 0,0-3 61,-4 0 1,1-1-432,-1 0 1,-2 2 224,2 1 0,-3 0-267,-3 3 1,1 1-598,-4 3 0,-1 0 590,-6 3 0,3 2 1,-4 4-578,1 0 0,2 0 524,-5 0 0,5 1-1142,-2 2 1678,3 2 0,1 9 0,-1 0 0</inkml:trace>
  <inkml:trace contextRef="#ctx0" brushRef="#br0" timeOffset="134">18985 2700 8942,'17'-5'142,"-1"2"0,-4 1 339,-5-1 1,-2 1 304,-2-5-8,-2 5-424,3-6 0,-5 4-73,-2-2-209,2 2 0,-11 4-135,3 0 85,-2 0 0,0 1 149,-1 2 0,2-1-278,-3 4 1,4 0 85,3 4 0,2 2 101,4 0 1,0 2 180,0-2 1,4 0-115,2 3 0,2-2 127,2 2 0,-1-3 0,0 3 274,0-2 0,1 0-177,-1-4 0,-3 4 57,0-1 1,-3 1-64,0 0 1,-2-3-16,-1 3-174,0 1 1,-1-5 6,-2 1 1,-3-2-83,-3-5-911,-4 0 1,-2-3 299,-3 0 421,-1-8-3188,4 2 1140,-6-12 2137,9-1 0,-9-4 0,6-5 0</inkml:trace>
  <inkml:trace contextRef="#ctx0" brushRef="#br0" timeOffset="135">19273 2691 7955,'4'-6'552,"-1"-1"-249,0 1 1,-3-3 299,0 0 1,1-4 250,2 1-338,-2-1 0,3 4 409,-4 0 84,0 4-234,0 0-609,0 14 1,-3-2 6,0 8-7,-4-3 1,5 6-150,-5 1 1,5 0 149,-1 2 1,2 3-242,1 1 0,0 1 36,0-1 0,0 2-98,0-3 0,1 2 46,2-1 0,2-2 0,5-5 103,-1-3 1,3-2 239,1-3-233,3-5 0,-1-1 16,4-4-8,-5 0 15,4-8 124,-4-3-127,1-11 0,1-2 23,-3-4 0,-1 1-35,-3 2 0,1-2 39,-1 3 0,0-3-127,1-1 0,-4 1-209,0 2 0,-4-1 1,1 4 130,-2 2 1,-5 3-1257,-2 2 622,-2 3 306,-2 3-662,1 1 466,-5 7 154,0-4-1099,-5 5 1607,1 5 0,-5 4 0,-1 5 0</inkml:trace>
  <inkml:trace contextRef="#ctx0" brushRef="#br0" timeOffset="136">19469 2747 8046,'9'0'400,"1"0"49,-1 0 0,-3 0 2133,0 0-1136,-4 0-645,3 0-629,-14 0 1,2 0-552,-8 0 305,-1 0-990,-3 0 1,-3-1 0,-3-1 70,-2-2 993,-1 1 0,0-1 0,0-1 0</inkml:trace>
  <inkml:trace contextRef="#ctx0" brushRef="#br0" timeOffset="137">19599 2933 7745,'6'-5'1521,"-2"1"-1088,-4 4 29,0 0-280,0 4 0,-3 1 1,-1 4 160,2 1 0,1 2-99,1 0 1,0 2 229,0-2-110,0-1-146,0 2-1,0-4-180,0 1-61,4-1 1,-1-1 64,3-2 0,0 2 359,3-5-1248,1 0 1,-1-3-39,0 0 0,1-1 886,-1-2 0,4-7 0,2-4 0</inkml:trace>
  <inkml:trace contextRef="#ctx0" brushRef="#br0" timeOffset="138">19702 2644 7928,'0'-14'0,"1"1"3186,2 7-2324,-2 2 1,6 5-1435,-4 2 0,0 3 572,-3 7 0,0 1 0,0 5 0</inkml:trace>
  <inkml:trace contextRef="#ctx0" brushRef="#br0" timeOffset="139">20223 2393 7971,'9'-4'1127,"1"3"0,-4-8-457,0 3 1,-3-1 0,2 0 240,0 1 0,-2 2-59,-3-2-188,0 4-528,0-2 0,-1 1 31,-2 0 0,-7 0-420,-5 3 1,-3 3 0,0 1-1626,-1 1 1382,-4-3 1,4 5-11,-3-3-1734,-2-1 1341,4-3 1,-1 0 898,5 0 0,3 4 0,3 1 0</inkml:trace>
  <inkml:trace contextRef="#ctx0" brushRef="#br0" timeOffset="140">20205 2365 7939,'9'0'2528,"0"0"-1708,0 0 950,1 0-795,-1 0 0,-3 0-128,1 0 0,-5 4-594,1 2-88,-2 7 1,-2 5-32,-2 7 1,2 7 86,-3 5 0,2 5 0,-1 4 1,2 3 0,-2 0 72,2-1-457,1-2 0,0 6 369,0-3 0,-1-2-327,-2-1 0,2-3-302,-2-6 1,-1-1 0,0-2 252,-2-3 0,3-3-485,-3-3 434,4-6 0,-3-3-73,2-3 0,1-2 34,-5-5 1,4 2 388,-3-5 0,0 0 163,-3-3 1,-5-1 484,-1-2-752,-3-3 1,-2-3 336,-1 0-789,-3-1 0,-4 1-777,0 0 1,1-1 618,2-3 585,-2 3 0,8-4 0,-4 5 0</inkml:trace>
  <inkml:trace contextRef="#ctx0" brushRef="#br0" timeOffset="141">17151 2095 7857,'9'4'2488,"-4"-3"-281,-1 3-1087,-4-4-595,0 0 1,-4 0-185,-2 0 0,-3 0 27,-4 0-156,3 0-212,-8 0-149,8 0 181,-4 0-701,1 0 536,3-4 1,-7 3 169,5-2 1,-1 2-295,4 1 1,3 0-83,0 0 315,-1 0 81,2 0 0,1 4 182,4 2 0,0-1-34,0 2 0,0-1-59,0 3 0,0 2 203,0 1 0,0-1-68,0 5 1,0-1 98,0 4 0,0 3-56,0-1 1,0 9-73,0 1 1,-3 6 106,0 3 1,0 3-318,3 7 0,-3-1 0,1-23 0,0 1 222,1-1 0,0 1 0,0 25 0,1 1 1,0-5-433,0 2 1,0 0 279,0-4 1,0-2-175,0-10 0,0-3-598,0-6 534,0-2 120,5-5 0,-4-3-58,2-3-41,-2-2 492,3 0-33,1-5 437,4 3-693,1-7 1,2 3 245,0-4-274,5-4-294,-3-1 144,1-4 1,3 1 223,-3-1-1479,3 2 906,0-7 0,0 8 20,-3 0-2868,3 4 1198,-8-6 2079,4 7 0,-5-12 0,0 3 0</inkml:trace>
  <inkml:trace contextRef="#ctx0" brushRef="#br0" timeOffset="142">20735 2421 7893,'6'-1'1172,"1"-2"1,-4 2 1078,3-2-1088,-4 2-46,2-4-269,-4 4-572,0-3 1,-4 8 0,-1 3 131,0 1 0,-3 1-179,5 0 1,-3 8 371,3 2-246,0 1-97,3 3 0,-1 1 144,-2 4-186,2 4-772,-3-3 658,4 3 0,0-1 249,0 0-374,-4 4 1,2-6 0,-1 2 221,2-2 0,1-4-134,0 0 1,0-3 88,0 2 1,1-6-28,2 1 1,3-7 164,3 0 0,1-1-97,3-2 0,1-4 8,5-2 1,3-2-208,-1-1 0,4-1-408,-3-2 1,2-2 0,-5-4-1153,-1-1 1,-3 1 809,1 0 0,-6-4-1158,-4 1 954,-3 0 317,1-2 641,-4 4 0,-4-12 0,-2 2 0</inkml:trace>
  <inkml:trace contextRef="#ctx0" brushRef="#br0" timeOffset="143">20819 2682 8001,'9'0'3276,"-3"4"-1638,-2-3 0,-5 3-546,-2-4 0,-4-1 0,-5-1-852,-4-1 0,-4 0-246,-2 3 1,-1 0-3043,2 0 1538,1 0 1049,-7 0 1,7 0 460,-1 0 0,1 4 0,1 1 0</inkml:trace>
  <inkml:trace contextRef="#ctx0" brushRef="#br0" timeOffset="144">21350 3054 8036,'5'-4'1370,"3"3"-1139,-7-7 525,3 6-386,1-2 0,-4 3 359,2-2-323,-2 2 0,-1-4 645,0 2-629,0 2 0,0-2 142,0 6 1,0 3-143,0 6 1,0 2-219,0 1 1,0 3-1,0-2 93,0 1 1,0 2-68,0-1 1,0 4-481,0 0 219,0 0 0,0-5-473,0-1 336,0 1 104,0-6 0,0 5-77,0-3 77,0-1 1,-1-4-3214,-2-2 2882,2-1 1,-8-5 0,4 0 0</inkml:trace>
  <inkml:trace contextRef="#ctx0" brushRef="#br0" timeOffset="145">21443 3054 8045,'4'-9'2363,"1"-1"-1992,0 1 1,4 0 2274,-3-1-1750,-2 1 0,1 3 155,-2 0 0,-2 3 1851,2-4-1638,-2 5 0,-5-2-642,-2 4 0,-3 4-618,-4 3 0,-2 0 93,-7-1 1,-3 2-561,-6-2 1,-1-1-631,-2-2 1,-1-2 0,4-1 387,1 0 1,5-4 0,2-2 0</inkml:trace>
  <inkml:trace contextRef="#ctx0" brushRef="#br0" timeOffset="146">10931 1862 7762,'0'-6'1829,"0"0"-2200,0 4 357,0-2 0,-4 4 1,-3-1-1,-4-2 337,-1 0 1,-5-3-82,2 3 0,-3-3-69,0 3 1,-2 0-99,-2 3 0,2 0-26,-1 0 0,0 3-3,-1 0 1,2 5 80,-5 1 0,0 2 21,-3 4 0,-3 1 130,0 2 1,-3 2-82,3 2 0,0 2 14,3 4 0,1-1-270,2 1 1,2 1 139,5 2 0,0-2-18,3 2 1,-2 2-133,5 2 1,-1-2 101,4 1 0,0-3-90,-1 3 0,5 0 48,2 3 1,2 4 29,1-1 0,1 0-14,2-2 1,5-2-13,5-2 0,3 2 10,0-2 0,1 2 42,2-2 0,4 1 56,2-4 1,-2 3 31,2-3 0,-3 0 29,3-3 0,0-3-302,3 0 0,0-5 460,0 2 1,-1-5-37,1-2 1,0 0-239,0 0 1,1 3-176,2-3 1,2 0 36,5 0 1,4-2-127,5 2 0,0-3 90,-20-6 1,-1 0 0,19 4 30,2 0 1,2 2-140,-23-6 0,0 1 0,2-1 1,0 0 175,2-1 0,-1-1 0,23 6 299,-2-1 0,0-3-198,-3 0 1,-2-1 284,-1 2 0,0 0-87,6-4 1,-2 1 30,1-1 0,-2-2-362,-4 2 1,3-2 90,-3-1 0,4 0-197,2 0 0,-1 0 103,2 0 0,-3 4-41,0-1 1,-1 3 129,1-3 1,4 1-8,-25-2 0,0-1 0,26 3 35,-25-1 0,-1 1 1,22 1 231,2-2 1,-2-1-41,-2 4 1,2-3-88,1 3 0,0-4-189,-23 0 0,1 0 0,21 2 50,2-1 0,-4 0-71,0-3 1,0 0 110,7 0 1,-2-1-17,-24-1 1,-1 1-1,26 0 28,-3-2 0,-4-1-54,1 0 1,3 1 85,4 3 0,-1-3-59,-26 2 1,0-1 0,23-1 13,1 3 1,-3 0 60,0 0 1,3 0 29,3 0 0,-26 0 0,0 0-50,26 0 1,-26 1 0,0 1 51,22 1 0,-1 1-71,-2-1 0,1-2-24,-19 1 0,0 0 0,-2 0 1,1 0-20,1-1 0,-1 1 0,23 1 65,-3-3 0,-3 0-2,6 0 1,-2 0 3,2 0 1,-1 0-13,3 0 0,-3-1-72,1-2 0,-3 2 4,0-2 0,1 2-95,5 1 1,-25 0 0,0 0 55,3 0 1,0 0-1,-3 0 1,0 0 20,22 0 1,2 0 13,-24 0 1,0 0 0,1 0 0,-1 0 55,3 0 1,0 0 0,-2 0 0,-1 0-13,0-1 0,0 2 1,0 0-1,1 1-13,-1-1 0,0 1 1,0 0-1,0 0 6,1 0 0,1-1 0,-1 0 1,1-1 59,-2 1 0,-1 1 1,2 0-1,-1 0 67,22 1 1,1 4-84,-2-4 1,3 3-84,-24-4 0,0-1 1,1 2-1,0 0 42,-1-1 0,0-1 0,0 1 0,1 1-40,20 0 1,-21-3-1,0 1-15,-2 0 0,1 1 1,3 0-1,1 0-89,-1-1 1,-1 1 0,-1 1 0,0 0 61,0-1 0,0-1 1,22 6-16,-23-6 0,-1 1 0,2 1 0,0 1 179,1-1 1,1 0-1,1-1 1,-1 0-51,-2 0 1,0-1-1,-1 1 1,0 0 95,19 2 0,6 0-96,-24-3 1,0 1 0,0-2 0,0 1-56,1 0 0,1 1 1,-2 0-1,0 0 4,-2 0 0,0-1 0,1 1 0,0 0-35,23 1 0,-22-2 1,1 1 18,-1 1 0,-1 0 1,2-2-1,0 1-93,-1 1 1,0 0 0,0-1 0,0-1 17,0 2 1,0 0 0,0-1 0,0-1 54,0 3 1,0-1 0,1-2-1,1 1 7,-1 1 0,1 0 0,2-1 0,0-1-9,-2 2 0,-1 0 1,0-1-1,0-1 119,20 6 1,3-4-52,-24 0 1,0 0 0,1-2 0,1 1 32,0 1 1,-1 0 0,-1-1-1,-1-1 6,22 6 1,0-2-26,1 1 1,1 1-55,-23-5 1,0-1 0,0 2 0,0 0 34,0-1 0,0 0 0,24 4-141,-3-3 1,3 0 94,1-3 1,-25 0 0,0 1-29,1 1 0,1-1 0,-3 0 0,0-1 44,0 1 0,1 1 0,-1 0 0,-1 0 3,1 0 0,-1-1 1,26 6-17,-3-4 0,3 3 6,-24-4 0,0-1 1,-2 2-1,1 0 61,-1-1 1,0-1 0,20 4-50,0-2 0,2-2 34,2 2 1,-23-2 0,0-1-15,25 0 0,-1 0-52,-1 0 1,-5 0-2,2 0 1,-5 0-99,8 0 1,-4 0 77,7 0 0,-1 3-53,-26-2 1,1 1 0,23 2 87,-3-1 1,4-2-24,-25 1 1,0-1 0,2 0 0,-1-1 102,1 1 1,0-2-1,-1 1 1,1 0-42,25 0 1,-6 0 13,-3 0 0,-1-1-67,4-2 1,2-2 2,1-4 1,2 0 4,-6-1 1,0 0-93,-6-3 1,-1 3 201,5-2 1,-1-2-82,4 2 0,-3-5-182,3 2 1,-8 0 90,2 0 1,-4 0 177,-6 0 1,3-3 31,-3 3 1,0-3-77,-3-1 1,4 0-46,2-3 0,-2 1-1,-1-3 0,-2-1-72,-1-3 1,-4-3 72,-2 0 1,-4-1 100,-2 1 1,-3 2-64,-3-2 0,-1 5 133,0 1 1,-3 0-183,1-3 1,-5 2 422,1-2 1,-2 2-384,-1-5 0,-1 1-7,-2-1 1,-2-1 18,-5-2 0,1 2-16,0 4 0,-5-3-88,-1 0 0,-4 0 72,-3 3 1,0 0-35,-3 0 0,-5-3 103,2 0 1,-5 1-79,2 5 1,-1 0 47,1 3 1,2-3 5,-2 3 0,1-3 38,-2 4 0,-2-4-67,-6 3 1,1-1 56,-5 2 1,1 1-40,-4-2 0,5 3 69,1 0 1,0-3-93,1 1 0,16 8 1,0 2 0,-22-8 1,21 9 0,0-1-14,-25-4 1,3-3-14,22 9 1,0 0 0,-22-6-29,4 3 0,-6-2 50,3 2 1,20 5-1,-1 0 69,1 1 0,-1 0 0,-23-4-56,0-3 0,2 3 148,2 1 0,-5-4-304,25 7 1,-1 0-1,0-1 1,0 1 165,-1 2 1,0-1 0,1 0 0,1 1 5,-1-1 1,1 0-1,-25-4-12,24 4 0,-1 1 1,1-1-1,0 1-50,-3-1 1,1 0 0,0 1 0,1-1 60,0 0 1,0 1 0,-24-5-135,3 3 1,-3-2 77,26 4 0,-1 2 1,1-1-1,-1 2-236,-1-1 1,1 0-1,-24-2 258,23 3 1,0-1 0,-22-1 20,1 3 0,0-3-29,-1 0 0,0 0-2,-3 3 1,26 0 0,0 0-16,-22 0 1,2 0 26,4 0 0,-2-3-76,-5 0 0,2-1 74,-5 4 0,1-1 67,26 0 0,-1-1 1,-22 0 12,5-4 1,-2 3-26,-1-3 1,0 1-74,20 2 1,1-1 0,-24-3 6,24 5 0,0 1 0,-22-5-186,1 3 0,3 0 71,0 3 0,1-1-1,-7-3 0,3 3 76,0-2 0,4 2-196,-1 1 1,5 0 227,-1 0 0,-3 0 115,0 0 1,-4 0-66,-2 0 0,2 0 110,0 0 1,2 0-143,5 0 1,-5 0 20,2 0 1,-3-1 1,0-2 1,-1 2 1,0-2 1,5 2 49,2 1 0,5-1 15,0-2 1,-2 1 107,-3-4 1,-5 3-90,2 0 1,-3-1-3,0 1 0,3 0-165,3 3 1,-2-3 85,-2 0 0,-1 0-118,-2 3 0,1 0 84,-1 0 1,-2 0-66,3 0 1,1 0 41,8 0 0,-3 0-36,-1 0 1,-3 0 63,0 0 0,-1 0 89,-2 0 0,5 0-38,2 0 1,1 0-40,2 0 1,-3 0-83,-1 0 1,-2 0 87,3 0 1,-5 0-58,2 0 1,1 0 81,2 0 0,2 0-5,0 0 1,-3 0 8,-2 0 0,-3 0 137,-1 0 0,4 0-154,0 0 1,0 0 20,0 0 1,-3 0-352,3 0 1,-3 0 122,0 0 1,-4 0 55,0 0 1,3 0 108,6 0 1,-2-3 82,6 0 1,-10-4-83,1 4 0,-3-3 17,2 3 1,1-1 139,-1 1 1,2 2-75,1-2 1,-1-2-120,1 2 0,-4 0 94,-2 3 1,0 0-150,4 0 0,0 0 46,3 0 0,-1 0 19,1 0 1,0 0 41,-7 0 1,1 0 69,0 0 1,4 0-97,-1 0 1,1 0 8,-1 0 0,-4 0 40,0 0 1,24-1 0,-1-1-25,-22-1 1,22 1 0,1 0-54,-24-1 1,1 2 25,2-2 0,-1 2-16,-5 1 1,3 0-74,22 0 1,0 0 0,-21 0 71,-1 0 0,4 0 28,0 0 1,-2 0-11,-4 0 1,25 0-1,0 0-5,-23 0 1,0 0 5,4 0 0,0 1 49,3 2 0,-6-2-50,3 2 1,-3 1-1,3-1 1,-1 0-16,0-3 1,2 0-4,1 0 1,1 0 3,0 0 1,-1 3 12,-6 0 0,6 2-6,1-2 1,4-1 247,2 4 0,0-3-165,3 3 1,-3-3-14,0 4 0,2-1 135,-2 3 0,3-3-137,-4 0 1,1 0 22,3 0 1,1 2-132,-1-2 1,4 3 103,-1 0 1,-1 0-120,1 1 1,-5-1 59,2 0 1,1-1-20,-1-1 1,4 1 302,-1-2 0,0 2-252,3 2 1,-2-4 189,5 0 0,-1-3-79,1 3 1,-1-2 95,1 2 0,-1-3-245,1 3 0,-1-1-21,4 1 1,0 2-70,0-5 1,2 4-610,-1-1 1,4-1-101,2 2 1,-1-4-342,-3 3 1,-3-4 416,-3 1 729,-2 2 0,-5-4 0,-1 3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3T23:56:29.834"/>
    </inkml:context>
    <inkml:brush xml:id="br0">
      <inkml:brushProperty name="width" value="0.09071" units="cm"/>
      <inkml:brushProperty name="height" value="0.09071" units="cm"/>
      <inkml:brushProperty name="color" value="#3165BB"/>
    </inkml:brush>
    <inkml:brush xml:id="br1">
      <inkml:brushProperty name="width" value="0.12095" units="cm"/>
      <inkml:brushProperty name="height" value="0.12095" units="cm"/>
      <inkml:brushProperty name="color" value="#3165BB"/>
    </inkml:brush>
  </inkml:definitions>
  <inkml:trace contextRef="#ctx0" brushRef="#br0">7113 1993 7851,'0'-6'1090,"0"1"-993,0 2 1,0 1 326,0-4 122,0 0-387,-4-4 0,3 4 392,-2 0 284,2 4-469,1-6 0,1 6-108,2-1 1,-1-1-114,5 1 0,-1 0-4,3 3 1,0 0-139,1 0 1,0 0 132,2 0 1,2 0-75,1 0 1,3 0 79,-2 0 0,1 1-11,2 2 0,-1-1-155,1 4 0,1 0 136,1 0 1,-1 2-74,2-2 1,-3 3 26,0 0 0,-1 0-10,-3 1 1,3 0 2,-3 2 1,3 0-21,0 3 1,1 1 15,0 2 1,0 1-5,3 0 1,-2-1 40,1 1 1,-1 0-17,-1 3 0,-4-2 12,1 2 1,-2-3-12,2 0 1,0-4-1,-3 1 1,2-1 17,-2 4 0,2-1-16,-2-3 1,-1 3 15,-3-3 1,1 3-27,-1 0 0,0 4-134,1 0 0,-1 1 84,0-2 1,1-1 88,-1 2 1,-3-3-64,0 0 0,0 0-83,4-1 0,-4 1 75,0 0 0,-3-1-25,4 1 1,-2-1 67,1 1 0,-1-3 7,-2-1 0,-2-3 90,2 4 0,-2-4-85,-1 4 1,0-5-83,0 2 0,-1 0 31,-2 0 0,1 2-2,-4-2 0,3 2 3,-3-3 0,0 5-20,0-1 1,-2-3 28,2-1 1,-1-1 3,0-2 0,-1 0 40,2 1 0,-2-1-43,-2 0 0,4-3-22,0 1 1,0-4-3,-4 3 0,1-3-2,0 3 1,-1-3-19,1 4 1,-1-5-14,-3 1 1,3 1 52,-2-1 1,-2 0-22,2-3 1,-1 3 42,4 0 0,-1 1 9,-3 0 0,3-3 106,-3 2 1,3-1-83,1 1 0,-1-2 20,1 2 1,0 1-42,0-1-42,-1 0 1,1 0 26,0 1 0,-1-1-9,1-3 0,3 3 51,0 0 0,-1 0 13,-2-3 0,0 1 3,-1 2 1,4-2-53,0 2 0,0 1 17,-4 0 1,1 0-22,0-1 0,0-2-7,-1 2 0,-2-2 52,-1-1 1,1 3-5,3 0 1,-4 0 95,1-3 1,-2 1-114,2 2 0,-1-2-20,-3 3 1,-2 0 13,3-1 1,-3 3 24,0-3 0,-1 1-52,0-1 1,1 1-5,-1 3 0,1-2 38,-1-2 1,-1-1-18,-1 4 0,1-4-55,-2 1 0,2 2 61,-2-2 1,0 0-139,-6-3 1,2 0 89,-5 0 0,2 3 0,1 0 0,4 0-36,-1-3 0,0 0-13,-3 0 0,3 0 29,0 0 0,4 0-4,-4 0 1,3 0-49,-3 0 0,0 0 19,-3 0 1,4 0-82,-1 0 0,0 0 38,-3 0 0,3 3-14,0 0 1,5 1 56,-2-1 1,2-1-11,2 1 1,-1 1 138,0-1 0,1 3-90,-1-3 1,1 0 73,-1-3 0,-4 3-129,-2 0 1,-2 1 1,-1-4 1,1-1 22,-1-3 1,1 3-13,2-2 1,-1 2-10,4 1 1,-3 0-15,4 0 0,-1 0 20,3 0 0,0 0-3,-3 0 1,1 0 46,-4 0 1,4 3-4,-4 0 1,1 1 6,-1-4 0,-2 0 7,3 0 1,0 0 6,-1 0 0,4 0-30,0 0 1,-2 0 3,1 0 1,-3 0-12,4 0 1,-4 0-3,3 0 0,-6 0-1,3 0 0,-4 0 9,4 0 0,0 0-24,0 0 0,-2 0 13,2 0 1,2 0-1,1 0 1,3 1 49,0 2 1,0-2 6,-3 2 0,2-1-39,-2 1 1,3-2 3,0 2 1,-4-2 35,-1-1 1,-2 0-33,1 0 1,-2 0-22,2 0 0,1 0-10,0 0 0,0 0-7,-1 0 0,2 0-20,5 0 0,-4 0-9,0 0 0,0 0 37,4 0 1,-5 0-7,-2 0 1,-2 0 37,-1 0 0,0 0-35,0 0 0,2 0 50,1 0 0,-1 0-34,4 0 0,-3 0 10,4 0 1,-1 0-14,3 0 0,-2 0 4,-1 0 1,-1 0-5,1 0 0,2 0-7,-5 0 1,4 0-17,-1 0 0,0 0 12,0 0 0,-1 1-1,1 2 1,3-2 5,-3 2 0,2-1-1,2-2 1,-1 0-18,0 0 0,-2 0-3,-1 0 0,0 0 4,4 0 1,-5 0-4,-2 0 0,-2 0-64,-1 0 0,3 0 67,1 0 0,2-4 12,-3 1 1,4 0 8,0 3 1,0 0 7,-1 0 0,6 0-14,-3 0 1,3 0 4,-3 0 1,0 0 24,1 0 1,-1 0 7,0 0 0,1 1 97,-1 2 1,-3-2-111,1 2 1,-4-1-34,3-2 0,-1 0-24,2 0 0,0 0-11,-4 0 0,4 0 44,0 0 0,0 0-6,-1 0 1,3 0-13,-3 0 1,-2 0-10,-1 0 0,-2-2-90,-1-1 1,1 1 93,-1-4 0,1 4 53,2-1 0,-2-1 17,2 1 0,1 0 11,0 3 0,3-4-34,-1 1 0,-2 0 10,-1 3 0,1-1-76,-4-2 1,2 2-103,-5-2 1,2 2 60,1 1 0,1 0 18,2 0 0,-1-3-23,5 0 0,-4 0 69,3 3 1,0 0-6,4 0 0,-1 0 26,0 0 1,0 0 15,-3 0 0,1 0 49,-3 0 1,0-3-78,-1-1 0,-2 1 34,2 3 1,1-3-16,0 0 0,3 0-36,-1 3 0,3 0 5,0 0 0,0 0-8,1 0 1,-1 0 1,0 0 1,4 3-7,-1 0 1,1 0 34,-4-3 1,0 3-2,-3 1 0,2-1 2,-2-3 1,3 1-20,0 2 0,-3-2 3,1 2 1,-1-1-15,3 1 1,1-2-11,-1 2 1,1-2-13,-1-1 1,1 0-11,3 0 0,-3 0 46,3 0 0,-6 0 0,-1 0 0,-3 0 55,4 0 1,-5-1-33,1-2 0,1 2 3,-1-2 1,4 2-58,-4 1 9,4-4 19,-2 3 1,5-3-18,-1 4 1,1-3 0,-1-1 0,-1 0 41,-1 1 0,1 2-16,-2-2 0,-1 1-2,2-1 1,-2 2-8,1-2 0,1-1-57,-3 1 0,2-2 42,-3 2 1,4 2-2,0-2 0,1-1 29,1 1 1,4-1-18,-1 1 1,1 1 43,-4-5 1,4 1-43,-1-3 1,1 0 52,-4-1 0,0 1-38,1 0 0,-1 0 25,1 3 0,-1-2-9,0 2 1,4-2-2,-1 2 1,1-1-21,-4 4 1,4-3-5,-1 3 1,2-5-45,-2 2 0,0-1-13,3 1 1,-2-4-63,2 1 1,-2 0 56,2-4 0,1 3 19,3 1 1,-1-4 43,1 1 0,0-2 71,-1 2 0,1 1-48,0-5 0,-1 4 139,1-4 0,0 4-103,-1-4 0,1 2-27,0-2 0,0 0-58,-1 3 1,2-2 70,2 2 1,-3-2-200,3 2 0,2 0 61,1 0 0,-1 3 35,1-2 0,0-2 93,3 2 0,-1-5-65,-2 2 1,1 0 179,-1 0 0,2-1-100,1-2 1,0-1 26,0 0 0,0 2-39,0 1 1,0-1 124,0 1 1,0 2-117,0-2 0,1 2-35,2-2 0,-1 0-12,1 3 0,-1-2-130,1 2 0,-1-3 115,4 0 0,-3 2-31,3-2 1,1 2 65,2-2 1,-3-1-33,0 1 0,1 2 18,2-2 1,0 1 42,0-4 1,1 0 115,-1 1 1,0-1-103,1 0 0,-1 2-2,0 1 0,1-1-101,-1 1 1,0 3 81,1 0 0,2 0-123,0 1 1,4-1 22,-4 4 1,5-4 23,-2 1 0,3 0 29,1 2 0,-1 2-7,1 2 1,3-2 19,-1 1 0,5 0 17,-1 1 1,1-1 56,-1 4 0,2-4-72,-3 4 0,0-4 44,1 1 1,0 1 3,3-2 0,0 1-9,0-3 0,4 0-46,2-1 0,2 1 18,1 0 1,-3-1-7,1 1 0,-2-3 0,1-1 0,2 1-5,-2 2 1,2 1 35,2 0 1,2 0-202,0-1 1,4 2 201,-4 2 1,0-3-2,-2 3 0,0 2-17,2 1 1,0 2 6,3 1 0,-3 0-20,4 0 0,-2 0-3,2 0 1,-3 0-2,-4 0 1,1-3 13,-1 0 0,1-1-30,3 1 0,0 0 23,2-3 0,0 3-6,-3-3 0,-5 3 10,3-3 0,-3 4 5,2-2 1,0 0 0,0 1 1,4-3 2,-1 3 0,3-3-107,-6 3 0,2-5-3,-5 2 0,1 1 59,0-1 1,4 1 22,-2-2 0,3 0-6,1 4 1,-2-3-34,5 3 0,-8 0-8,1 3 0,-2 0 52,2 0 1,1 0 0,-1 0 1,3 0 21,1 0 1,0 0-33,-1 0 1,-1 0 21,1 0 1,-3 1-3,-3 2 1,3-2 5,-3 2 1,2-2-16,1-1 0,4 0 2,-1 0 1,0 0 38,-3 0 1,-2 0 0,-1 0 0,-3 0 31,3 0 1,-3 0-58,3 0 1,0 0-60,3 0 0,1 0 33,-1 0 1,-3 0-5,0 0 0,-4 0-24,1 0 1,-1 0-14,1 0 0,-1 1 42,4 2 1,1-2-6,2 2 1,0 1 37,0-1 1,1 2-37,-1-2 1,-4-2 119,-2 2 0,-2 1-85,-1-1 0,3 1-35,0-1 1,4-1 5,-1 5 0,-1-5-9,1 1 0,0-2-107,0-1 0,-2 3 114,-4 0 1,0 0 34,0-3 0,3 1-5,0 2 1,4-2 95,-1 2 0,1-2-140,-1-1 0,1 4 12,-3-1 1,2 3-16,-3-3 0,0 3-101,-3-3 1,1 4 65,2 0 0,1 1 50,2 1 1,2-3 115,-2 1 1,2-1-26,2 3 1,-5-3 85,-2 1 1,-1-1-117,1 3 0,-2-3-13,2 1 1,2-1-4,1 3 1,-1-3-12,1 0 1,0 0-61,4 0 0,-5 2 75,-2-2 1,-2 0 19,-1 0 0,0-3-6,0 3 1,3-3 11,0 3 0,3-3-34,-3 4 1,3-2 10,-3 1 1,3 2-62,-3-1-1,-2-2-136,-1 1 0,-3 0 159,3 3 0,3-2 182,-3-1 0,2-3 117,-2 3 0,1 0-109,2 4 0,-5-4 141,2 0 1,-8-3-77,-1 3 1,-2-3 351,-4 4-726,-1-5 0,-5 2-1064,-1-4 321,-4 0 1,-2-4-775,-6-2 1,-4-4-1639,-2-2 3005,-3-3 0,-3-3 1,-1-1-1</inkml:trace>
  <inkml:trace contextRef="#ctx0" brushRef="#br0" timeOffset="1">9106 1853 7989,'5'-4'1195,"3"3"-37,-7-8-496,4 8-180,-5-3-49,0 0 132,0 3 11,0-3-182,0 0 38,0 3 51,0-3-180,4 4 46,-3 4-111,7-3 0,-6 8 248,4 0-127,1 1-193,-2 3 1,3 1 63,-2 1 0,2 0-15,2 0 0,-1 1-134,0 2 121,1-3 0,3 2-75,-2-2-39,2-1 1,-4 4 214,1-3-348,-1 3 73,0-4 1,1 3 196,-1-5-417,0 1 154,-4-4 1,3 0 82,-5 1 65,4-5-211,-6 3 214,3-7 15,0 3-155,-3-4 212,3 0-379,1 0 243,-4-4 0,4-2 35,-2-6-229,-2-3 179,7-8 0,-6 1 34,4-3-39,-3-2-460,5 3 396,-3-4 57,4 0 1,0 0-136,-3 0 95,2 5 38,-3-4 1,3 7 17,-1-2-540,1 7 332,-3-3 1,1 8-235,1-3 1,-5 6-999,1 1-893,2 4 1167,-4-2 927,3 4-3076,-4 0 3231,0 4 0,4 5 0,1 6 0</inkml:trace>
  <inkml:trace contextRef="#ctx0" brushRef="#br0" timeOffset="2">9562 2123 7855,'3'-6'296,"0"-1"0,1 5-165,-4-2 888,0 4-229,0-4-189,4 3-17,-3-3-272,3 4 0,-4-1 126,0-2 200,0 2 615,0-3-988,4 4-106,-3 4 1,3-2 40,-4 4 13,4 0-83,-3 8 1,5-1-30,-3 3 0,-1-2 217,4-1-323,-4-3 66,6 7 1,-6-6 276,5 1-558,-5-6 204,6 3 1,-6-5 17,4 2-332,0-2 212,0-4 1,2 0-6,-2 0 0,2 0 103,2 0-98,-1 0 45,0-4 0,-2-4 53,3-5-78,-7-3 77,9 5 0,-7-5-29,5 4 215,-5-5-179,3 7 1,-4-7 318,3 5-134,-3-1-40,0 8 0,-3-3 146,2 2-204,-2 1-34,-1-3 191,4 7 44,-3-7-138,3 7 31,-4-3-38,0 4 0,0 7 122,0 2-166,0 3 11,0-3 0,1 4 303,2 3-328,-2 1 1,7 2 264,-5 0-252,4-1 1,-5 1 113,4 0 60,1 3-133,-2-2 0,2 3 147,-4-5-321,0-3 66,1 2 1,-3-6-89,2 1 44,-1-1-177,-2-2 0,0 0-503,0 1 550,0-5-242,-5 3 0,3-7-299,-4 2 1,0-2 195,-3-1-438,-1 0 471,1 0 0,0 0-1556,-1 0 1017,1 0 192,0 0 816,-1 0 0,1-4 0,0-1 0</inkml:trace>
  <inkml:trace contextRef="#ctx0" brushRef="#br0" timeOffset="3">9953 2197 7893,'10'-3'0,"-1"0"0,-3-1 992,0 1-416,-4 2-208,7-3 945,-8 4-277,3 0-410,0 0-18,-3 0-299,3 4 0,-4 1 113,0 4-295,0 1 34,0-1 1,0 1-7,0 3 61,0-3-41,0 4 1,0-5 244,0 0-204,0 0-107,0 5 1,4-4 61,3 3 1,-2-4 163,1-3-703,0 2 319,-1-6 1,4 2 64,-3-4-1163,2 0 797,-3 0 0,3 0-1861,-1 0 1469,1-4 0,1-3-2251,1-5 2993,-1-3 0,4-3 0,2-1 0</inkml:trace>
  <inkml:trace contextRef="#ctx0" brushRef="#br0" timeOffset="4">10149 1927 7893,'0'-5'644,"0"1"-486,0 4-309,4 0 5,-3 4 0,3-2 146,-4 4 0,-4 1 0,-1 2 0</inkml:trace>
  <inkml:trace contextRef="#ctx0" brushRef="#br0" timeOffset="5">10726 2095 7975,'15'0'0,"-2"0"474,-4 0 0,0-1-19,-3-2-186,2 2 980,-3-3-761,0 4 0,1-3 616,-3-1-138,-2 1-230,3-1-512,-4 3 853,0-3-1196,-4 4 173,-1 0 0,-5 0 224,1 0-1039,0 0 580,-5 4 1,1-2-1656,-3 4 869,-1-4 476,2 7-930,-3-8 0,0 3 79,2-4 1342,-1 4 0,2 1 0,-3 5 0</inkml:trace>
  <inkml:trace contextRef="#ctx0" brushRef="#br0" timeOffset="6">10735 2263 8044,'19'0'0,"-8"0"1374,-1 0-686,-7 0-345,5 0 1878,-7 0-583,3 0 0,-11 3-234,-2 0 0,-4 0-1233,1-3-162,2 4 222,-4-3-1620,1 3 1056,-2-4 1,-3 0-656,-1 0 0,-4-1 988,-2-2 0,-2-2 0,0-4 0</inkml:trace>
  <inkml:trace contextRef="#ctx0" brushRef="#br0" timeOffset="7">11257 1974 8063,'5'-4'1935,"3"3"-631,-7-8-9,3 8-683,-4-3 1095,0 4-1354,0 9-134,5 1-56,-4 9 0,7 0 162,-2 3 167,2-2-329,2 6 0,0-2 425,2 4-425,-1 0 0,2-1-45,-3-2 1,-1 1 56,0-5 1,-1 0-147,-1-5 1,1 0 137,-2-3 1,-2-4-387,-1-3 105,3-4 1,-4 2-23,4-4 1,-4-9 65,1-6 1,2-9 31,1-10 1,2-6-128,-2-9 0,2 0-151,-5 23 0,0-1 0,6-21 148,0-2 0,0 3 56,1 4 1,-1 3-398,0 5 0,-3 8 176,1 5 1,-1 3-2220,3 4 1418,0 5 1134,1 6 0,-1 4 0,0 0 0</inkml:trace>
  <inkml:trace contextRef="#ctx0" brushRef="#br0" timeOffset="8">11704 2188 7947,'13'-4'1776,"-2"3"258,2-7-1461,-4 2 1,-2 1 622,-1 2-767,-4 2 1,2 2 14,-4 2 0,-3 6-76,0 3 1,-5 4-248,2 0 1,1 2 46,-1 0 1,4 1 51,-1-1 0,2 1 136,1 0 1,0-1-136,0 1 1,4-4-179,2 1 1,5-5 49,2 2 1,0-4-170,0-3 0,-3 2 105,2-5 1,-1 0-1106,-2-3 1,0-4-225,1-3 1,-4-5-340,0-4 1,-1-6 1468,2-6 0,1-8 0,-3-7 0</inkml:trace>
  <inkml:trace contextRef="#ctx0" brushRef="#br0" timeOffset="9">11881 2002 7947,'-6'-24'530,"2"1"663,4 5-236,-4 3 328,3 6-1285,-3 5 0,4 12 0,0 2 0</inkml:trace>
  <inkml:trace contextRef="#ctx0" brushRef="#br0" timeOffset="10">7095 13100 8265,'0'6'-479,"0"2"372,0-7 1046,0 3-809,0-12 1,0 5 75,0-7-88,0 3 1,0-2 119,0-1-229,0-3 122,0-1 0,0-5-21,0 0 0,0-4-8,0-1 1,0-7 43,0-4 1,0-2-80,0-3 1,0-3-364,0-3 0,0-6 336,0 24 0,0 0 0,0 0 1,-1-1-68,-1-2 1,1 0-1,0 3 1,1-1 46,-2 2 0,1-1 0,0-2 0,1 0-4,-1 0 0,2 1 0,-1-4 0,0-1-11,0 0 0,0 0 1,0-2-1,0 0-267,0 0 0,0 0 0,0-1 0,0 0 196,0-2 1,0 0-831,0 4 1,0-1 890,0-3 1,0 0 0,0 4 0,0 0 2,-1-2 1,2-1 0,-1 1-1,1 0-162,0 0 0,1-1 0,-2 3 0,1-1 137,0 0 0,1 1 0,-1 1 1,-1 0 15,0 0 0,0 0 1,1 1-1,1-1 1,0 0 1,-1 0 0,1 2 0,-1 2 75,-1-1 0,0 0-64,0-1 1,0 1-8,0-21 0,0 23 0,0 0-20,0-21 0,0 5 86,0 4 0,0 3-256,0 1 1,0 4 560,0 2 0,-1 3-443,-2 3 1,2-1 902,-2 4 0,2 0-1169,1 4 0,-3-1 317,0 1 1,0 2-339,3 1 0,0 3 117,0 0 1,0 0-402,0 0 648,0 2 0,-5-4 0,0 5 0</inkml:trace>
  <inkml:trace contextRef="#ctx0" brushRef="#br0" timeOffset="11">7086 9991 8380,'5'-5'418,"3"0"0,-7-1 483,2 0 227,-2 4-804,3-2 1,-3 5-73,2 2 0,-2 6 1,-1 7 1,-3 2-123,0 4 0,-4 3-227,1 6 115,-2 2 89,-2 8 1,0-6-722,-3 3 0,3-4 187,-2 0 1,1-3 5,2-6 1,0-2-116,-1-5 0,1-3-1060,0-3 1595,4-6 0,1 3 0,4-4 0</inkml:trace>
  <inkml:trace contextRef="#ctx0" brushRef="#br0" timeOffset="12">7095 10121 8380,'9'-4'0,"0"3"805,1-2-271,-5 2-46,3 1 0,-3 0 196,5 0 0,-1 5-411,0 4 1,0 3-78,-3 4 0,2 5 267,-2-3-734,-2 7 268,5-5 0,-5 4-816,2-3 0,-1-2 545,-2 0 0,-2-5-500,2-5 0,-1 1-16,-2-1 352,0-4-203,0-1 2129,0-4-982,-5 0 1,0 0 666,-4 0 0,-1 0-428,-3 0 1,-2 0-152,-7 0 0,1 3-572,-4 0 1,-3 5-1289,-3-2 1266,-8 2 0,5 6 0,-7 0 0</inkml:trace>
  <inkml:trace contextRef="#ctx0" brushRef="#br0" timeOffset="13">6257 9087 8316,'0'-9'0,"3"0"202,0-1 1,0 4 955,-3 0-750,0 0 1,0 0 586,0-1 46,0 5-391,0-2-496,4 8 1,-3 3 43,2 5 1,0-1-167,0 5 0,-2-1 128,2 4 0,1 3-165,-1-1 1,3 1-39,-3-3 0,1 3-110,0-1 0,0 1-30,2-3 1,1-1 137,-4 1 0,3-2-83,-2-1 150,-1-3-20,1-3 0,-3-4 15,2 0 1,-1-4-36,1 1 1,-2-7 2,2-5 0,-2-9-257,-1-7-9,0-1 269,0-7 1,0 0-89,0-4 0,3-3-159,1-1 1,2 0-143,-3 1 0,3 6-187,-3-1-1123,4 5 1194,-1 11 0,0 2 517,0 11 0,0-2 0,3 3 0</inkml:trace>
  <inkml:trace contextRef="#ctx0" brushRef="#br0" timeOffset="14">6490 9236 8123,'9'-4'656,"0"3"0,-3-3 134,1 4-390,-5 0-202,2 0 1,-4 4 9,0 2 1,0 3-53,0 0 1,1 1-171,2 3 0,-2 1-7,2 5 1,-1-2 66,1-1 0,-1 1-98,5-5 1,-4 0 7,3-2 1,0-4-10,3 0 1,1-4 65,-1 1-165,0-6 72,1 2 1,-2-8 4,-2-1 0,1-6-117,-3-6 1,-1-1 136,-3 2 0,3 1-13,0-2 0,0 4 190,-3 2 1,3 0-108,0 3 1,0 4 491,-3 3-254,4 4 1,-2-3-120,5 5 0,-5 2 18,1 1 0,1 2-1,-1 4 0,0 5 16,-3 1 0,3 1-32,0 2 1,1-1-9,-4 5 1,0 0 37,0 0-671,0 0 329,0-4 1,-2 0 10,-1-3 0,2 3-137,-2-2 1,-1-2 94,1 2 0,-1-5-142,1 1 1,1 2-449,-5-2 1,4 0 280,-3-6 1,3 1 516,-3-4 0,4 4 0,-2-1 0</inkml:trace>
  <inkml:trace contextRef="#ctx0" brushRef="#br0" timeOffset="15">6760 9329 8293,'14'-1'-130,"-1"-2"1,-3 2 694,-1-2 932,-4 2-543,4-3-267,-8 3-331,7-3 1,-7 5-151,2 2 0,-2 2-1,-1 4 1,-1 1-33,-2-1 1,2 0-108,-2 1 1,2 2-263,1 1 1,0-1 153,0-3 0,4 0-603,2-3 1,-1 1 366,2-4 1,-1 0-257,3-3 0,0-4-147,1-2 0,-1-11-375,0-4 1,1-9 214,-1-5 841,-4-1 0,3-1 0,-2 0 0</inkml:trace>
  <inkml:trace contextRef="#ctx0" brushRef="#br0" timeOffset="16">6918 9013 8293,'-5'-18'0,"2"3"0,-2 5 0,-1 10 0,-3 6 0</inkml:trace>
  <inkml:trace contextRef="#ctx0" brushRef="#br0" timeOffset="17">12253 2272 7598,'5'0'2671,"-1"0"-2095,-4 0 0,0 4-573,0 2 1,0-1 64,0 2 0,-1-4-37,-2 3-156,2-4 176,-3 2-119,0-4 145,-1 0 0,0-4-217,1-2 1,3 1 104,1-2 1,0 1-82,0-3 1,0 0 49,0-1 0,0 4 107,0 0 1,0 3 156,0-3 395,5 3-188,0-1 0,3 5-122,-2 2 0,1 3 4,-3 3 0,-1 0-101,-3 1 0,3-4 478,0 0-324,0 0-260,-3 3-29,-4-3 0,-1-2-381,-5-4-8,1 0 0,1-4 164,2-3 0,-2-1-424,5-1 1,0 0-67,3-1 116,0 1 1,4 4 547,2 2 0,3 2 0,0 1 0</inkml:trace>
  <inkml:trace contextRef="#ctx0" brushRef="#br0" timeOffset="18">12719 2356 7897,'9'0'626,"0"0"-250,1-4 14,-1-2 0,-4-3 1,-2-1 478,-2-3-577,-1 3 1,0-4-272,0 5 0,-4-4 139,-2-3 1,1 3-267,-2 0 0,1 3 80,-3 1 34,0-1 106,-1 1-254,1 4 0,1 2-2,2 6 0,-2 2 7,5 4 1,-3 1 17,3-1 0,-3 0 94,3 1 1,-4-1 21,4 0 0,0 1-23,3-1 0,0 0-4,0 0 1,1-2-3,2-1 1,2 0-3,5 3 1,-3 0-5,2-3 0,-1 2 9,4-2 1,-2 2 35,0-2 1,-1 2 63,0-2 0,0 3 53,-3 0 0,2 3 512,-2 1 1,-2 0 260,-1 0 0,-2 0-591,-1 3 1,0 1-403,0-1 0,-4 0-154,-2 0 0,-2-3 107,-1-4 1,-1 1-495,1-1 1,0-4 269,-1-2 1,1-2-1819,0-1 1126,-1 0 1057,5 0 0,-3-8 0,3-2 0</inkml:trace>
  <inkml:trace contextRef="#ctx0" brushRef="#br0" timeOffset="19">12868 2346 7892,'13'0'692,"3"0"-476,-3 0 1,-3-3 42,-3 0 1090,-1 0-290,3 3-116,0 0-477,-3 0 0,-2 1-42,-4 2-340,0 2-16,0 9 1,0-4-119,0 3 72,0 1 0,0 1-231,0 3 0,0-2 171,0-1 1,0 0-124,0 0 1,0-1 58,0-5 1,0 0-207,0 1-33,0-5-1216,0-1 1,0-6 214,0-4 0,-3-2 1342,-1-7 0,-3-5 0,2-4 0</inkml:trace>
  <inkml:trace contextRef="#ctx0" brushRef="#br0" timeOffset="20">12914 2151 7892,'4'-24'0,"1"1"248,5 5 1,-4 0 404,0 3 0,-1 1-212,2 5 0,0 3 91,-4-1-802,4 5 0,-5-1 275,4 6 0,-4 2-1054,2 5 1,-3 0 1048,-1 3 0,4 1 0,1 5 0</inkml:trace>
  <inkml:trace contextRef="#ctx0" brushRef="#br0" timeOffset="21">13138 2309 7939,'14'0'938,"0"-1"-704,-5-2 1,-3 1 669,0-4 1,-3 3-332,4-4 1,-4 4 402,3-3-675,-4 4 0,3-2-78,-2 4-50,-2 0 0,3 4-82,-4 2 0,4 6-43,-1 0 1,0 6 59,-3 0 1,1 1-167,2 3 0,-2-3 11,2 0 1,-2-1-115,-1 1 1,3 0 87,0-1 1,0-3-57,-3-3 1,0-1-588,0-2 292,0-4 192,0-1 0,0-6 76,0-4 1,0-4-227,0-9 0,0-3 72,0 0 0,3-5 97,1 2 0,3-3 126,-1 6 1,2 1 254,2 6 0,2-1-35,0 7 0,2-1 265,-2 7 0,0 1 99,3 5 1,-3 2-220,0 4 1,-2 5 14,0 1 1,-2 3 12,-2 0 1,1 1-249,-4 0 0,2-1 107,-2 1 1,-2-4-1406,2 1-1642,-2-5 1460,-1 3 1422,0-9 0,-4-1 0,-1-4 0</inkml:trace>
  <inkml:trace contextRef="#ctx0" brushRef="#br0" timeOffset="22">13566 2263 7953,'13'-7'0,"-3"1"0,-2 0 378,-5-3-198,4-1 0,-6 1 565,2 0 0,2 2 221,-2 1 3,0 0-403,-3-3-513,0 4 212,0 0-135,0 5 1,0 8 25,0 1 1,-1 5-150,-2-1 1,2 7-165,-3-2 1,0 4 114,1 0 1,0-2-64,3 5 0,0-1 90,0 1 0,0 2 58,0-3 0,3 3-30,0 1 0,4-3-11,-4 0 0,4-4-9,-1 0 0,-1-2 38,1-3 1,0-3-117,0-4 0,2-3 67,-2 1 1,4-5 39,2 1 0,-1-6-26,5-3 1,-4-7 217,4-2 0,-2-6-76,2-1 0,-3-5 54,-3-1 1,-2 0-138,-2-3 1,-1 2 44,-2 2 1,-2-1-122,3 0 0,-6 0 87,-2 0 0,-3 4-569,1 2 0,-2 4 217,-2 2 0,1 3-661,0 3 0,-4 2 411,1 2 0,-5 2-1053,2 4 1589,-3 4 0,0 1 0,-1 4 0</inkml:trace>
  <inkml:trace contextRef="#ctx0" brushRef="#br0" timeOffset="23">13789 2430 8124,'24'0'0,"-6"-1"1638,-9-2 0,-1 1 724,-5-4-1775,1 4 1068,-4-2-381,0 4-532,0-5-701,-5 4 138,-4-3 0,-6 4 180,-7 0-1772,-6-4 1057,-1 3 1,-7-3-86,2 4 0,-3 0-1869,0 0 2310,8 0 0,-2 0 0,7 0 0</inkml:trace>
  <inkml:trace contextRef="#ctx0" brushRef="#br0" timeOffset="24">13920 2616 7782,'5'0'2006,"-1"0"-1636,-4 4 163,0-2-238,0 6 0,0-3-22,0 4 1,0 1 13,0-1 1,0 1 81,0 3-72,0-3-127,0 3 1,0 0 211,0-1-332,0 1 0,0-4-201,0 0 1,3 1 170,0-1 1,1-1-966,-1-2 0,0 2 510,3-5 1,-3 0 434,3-3 0,0 0 0,4 0 0</inkml:trace>
  <inkml:trace contextRef="#ctx0" brushRef="#br0" timeOffset="25">13994 2318 8025,'19'-9'3276,"-8"4"-2645,-1 2-1743,-7 2 161,1 5 951,-4 1 0,-4 4 0,-2 1 0</inkml:trace>
  <inkml:trace contextRef="#ctx0" brushRef="#br0" timeOffset="26">13687 3082 8182,'14'-4'1339,"0"3"1,-11-7-590,-6 5 0,-7 0-257,-12 3 0,-4 0 64,-8 0 1,-6 1-296,-9 2 1,17-2-1,-1 0-324,-5 3 1,-2-1-1,-7-2 1,-2 1 232,13 0 1,-1 0 0,-2 0 0,-6-1 0,-1 0 0,-1-1-406,-4 1 0,-1 1 0,-1-2 0,11-1 0,0 0 0,-1-2 0,0 1 285,-1-1 0,1 0 0,-1 0 0,1 0 0,-1-2 0,1 1 0,-1-1 0,0 0-23,-3-1 0,0 0 0,-1 0 0,1-1 0,0 0 1,1 1-1,0-2 0,-2 1-311,-3-1 1,-1-1 0,-1 1 0,2-1-1,1 1 1,1 0 0,0 0 0,0 0 270,0 1 1,0-1-1,0 2 1,0-1 0,3 1-1,1 0 1,0 0 0,-1 0-108,0 0 0,-1 1 1,0-1-1,1 1 0,4 1 1,0 0-1,1 0 0,-1 1-108,-3 0 0,-1-1 0,1 1 0,1 1 1,-9-2-1,2 1 0,-1 0 18,0 1 1,0 0 0,1 0 0,4 0 0,0-1 0,1 1 47,2 0 1,1 2 0,0-1 0,4 0 0,2-1 0,-1 2-152,-14-1 0,2 2 1,3 0-1,1 1 190,3-1 0,2 1 0,6 1 1,3 0-826,-15 0 1,11 4 1165,14 0 1,6 4-608,10 1 0,8 4 982,10-4 0,9 5-979,13-2 1,5 3 384,-15-9 0,2 1 0,-1-2 0,2-1 0,0 1 0,1 0 0,0-1 0,0 1 0</inkml:trace>
  <inkml:trace contextRef="#ctx0" brushRef="#br0" timeOffset="27">12933 3138 7785,'46'-10'1182,"-5"2"99,-7 2 1,-7 2-1570,-12 4 56,-5 0 1,-8 0 1288,-9 0 1,-5 1-427,-13 2 1,-18 2-178,13 0 0,-2-1 0,-6 1 0,-1 0-653,-5 0 1,-2-1-1,11-1 1,0 0 0,-1 0 413,-3 1 0,0-1 0,-1 0 0,-3-1 0,0-1 0,-1 1-576,-6-1 1,-3 1-1,1-2 1,0-2-1,0 0 1,-1-1 340,7 0 1,0 0 0,-2 0 0,2-1 0,0 0 0,0-1 0,0-1 0,1 1 1,-1-1 1,2 0 0,-1-1-1,-1 1 1,0-1 0,-1 1-1,1-1 1,-1 0 32,1 0 0,1 0 1,-1 0-1,0 0 1,-1-1-1,0 1 1,0-1-1,0 0-272,2 0 0,0 0 0,0 1 1,0-1-1,0 0 0,-1 0 1,1 0-1,1 1 125,3 0 1,1-1-1,-1 2 1,1-1-1,1 1 1,-1 0-1,1 1 1,0-1-410,-7 0 0,0-1 0,2 2 0,4-1 1,1 1-1,1 1 20,2 0 1,1 1 0,0 1 0,-13-1 0,2 1-40,5 0 0,1 0 1,6 2-1,1 0 560,-17 4 0,7-3 0,6 2 0,0-2 0</inkml:trace>
  <inkml:trace contextRef="#ctx0" brushRef="#br0" timeOffset="28">12877 3035 7957,'22'0'1366,"-1"0"0,-7 1-1088,-8 2 1,-13 6-152,-9 3 0,-11 4 268,-10-4 1,13-2 0,-2 0-95,-2-1 1,-3 0 0,-9 3 0,-4 0-509,-5-1 0,-2 0 0,14-4 0,-1 1 1,0-1 433,-4-1 0,0 1 0,-2-2 1,-3 0-1,-1 0 0,-1-1-414,0-1 0,-2 1 1,-1-2-1,9 0 1,-2-1-1,0-1 1,0 0 126,2-1 1,0 0 0,-1-1 0,1 0 0,-4-1 0,1 0-1,-1-1 1,0-1 39,3 0 0,0-1 0,0-1 0,0 1 0,-5-2 0,-1 1 1,0-1-1,1 1-255,1-1 0,1 0 1,0 1-1,0-1 1,-3-1-1,-1 0 1,0 0-1,1 0 153,1 1 1,1-1 0,1 1 0,-2-1-1,1 1 1,-1 0 0,1 0 0,0-1-124,2 1 0,0-1 0,1 0 0,-1 1 0,0 1 0,-1-1 0,1 2 0,1-1-185,1 1 1,1-1-1,1 1 1,0 0-1,-10 0 1,2-1-1,0 3-117,5 1 1,0 1 0,2 0 0,1 1 0,2 0 0,0 1 371,4 2 0,-1 0 1,2 1-1,-14-1 1,3 3 174,8 2 0,1 1 0,2 0 0,0 0 0,2 1 0,1 0 0</inkml:trace>
  <inkml:trace contextRef="#ctx0" brushRef="#br0" timeOffset="29">12840 2942 7896,'22'0'0,"-4"4"882,-2 3 0,-8 2-342,-11 3 1,-9 3 25,-9 3 1,-11 4-231,-12 0 0,17-8 1,-2 1-672,-2-1 0,-3 0 0,-9 3 0,-3-1 585,12-5 0,-1-1 0,-1 0 0,-4 0 0,0-1 0,0 0-432,-3 0 1,-1-1-1,0 0 1,-4-1 0,-1-1-1,-1 0 222,9-1 1,-2 0 0,0 0 0,0-1 0,-1-1 0,1 0 0,0-1 0,-1 0 16,-2 0 1,1-1-1,-1 0 1,0-2-1,0 0 1,0 0-1,0-1 1,0-1-28,0 1 1,0-1 0,1 0 0,-2-1 0,-1-1 0,-1-1 0,0-1 0,0 1-234,2-1 1,1 0 0,-1 0 0,1 0 0,-3 0 0,-1-1 0,1 1 0,0 0 88,3 1 0,0-1 1,1 1-1,-1 0 1,-1 0-1,-1-1 0,1 1 1,1-1 60,3 2 0,0-1 0,1 1 1,-1 0-1,-3 0 0,-1 0 0,-1 1 1,2 0-354,2 1 1,0-1-1,1 1 1,0 1 0,1-1-1,0 1 1,0-1 0,1 1 152,-10 0 1,0 0 0,1 0 0,5 0 0,1 1 0,0 0-16,2 0 1,1 1-1,0 1 1,2 1-1,1 0 1,1 1-91,-12 2 0,2 0 358,5 0 0,2 1 0,3 0 0,2 1 0,1 1 0,1-1 0</inkml:trace>
  <inkml:trace contextRef="#ctx0" brushRef="#br0" timeOffset="30">8678 1555 7673,'1'-9'3,"2"-1"1049,-2 5-307,3 1-335,-4 4 1,0 5-44,0 4 1,0 11-53,0 11 1,-3 12-219,1-16 0,1 1 0,-1 4 1,1 1-294,1 2 0,0 1 0,0 1 0,0 0 233,0 2 0,0 0 0,0 2 0,1 1 61,0 1 1,1 1 0,-1-4-1,0-1-86,2-1 0,0-1 0,-1-1 0,-1 0 30,2 2 0,0-1 0,-1-3 0,0 0-144,1-3 0,0 0 0,-2-1 0,0-2-368,2 19 0,-2-7-262,-1-9 0,0-3-233,0-3 965,0-7 0,0-4 0,0-5 0</inkml:trace>
  <inkml:trace contextRef="#ctx0" brushRef="#br0" timeOffset="31">8678 1592 7899,'14'-5'970,"-1"2"1,-3 1-673,-1-1-1346,-4 2 598,4-3 1,-3 2 984,6-1-327,-1 2 0,5-6 68,-3 4 1,6-4 139,0 1 1,3 1-100,-1 2 1,3-1-96,4 1 0,3-3 17,0 3 1,4-1-82,-1 1 0,7 1-194,2-1 0,8 2 82,-23 1 0,0 0 1,2 0-1,0 0-289,2 0 1,1 0-1,-2 0 1,0 0 290,0 0 1,0 0-1,-1 0 1,0 0 1,3 1 0,-1-2 1,0 0-1,-1-2 101,4 0 1,-1 0-1,-3 0 1,1 1-24,-1-1 0,0 0 1,1 0-1,0 0-98,3 0 0,1 0 1,1-1-1,0 1 41,1 1 1,1 1 0,1-2 0,0 0-425,-1 1 1,0 1-1,2-3 1,2 0 299,3 1 0,1 0 0,-3 0 1,0-1-311,0 1 1,2 0-1,0-1 1,2 0 313,3 3 0,0-1 0,-3 1 0,-1-1-97,-1 2 0,-2 0 0,-1 2 1,-1 0-23,5 1 0,-1 1 0,-4 0 0,-2 0-48,-1 0 0,0 1 0,-1 0 1,-1-1 340,-1 1 0,-1 0 1,3-1-1,-1 1-53,2 0 1,0-1 0,-3-1 0,0 0 24,1-2 0,0 1 0,0-2 0,0 1 15,1-1 1,2 0 0,0 0 0,0 0-159,0 0 0,1 0 1,2 0-1,0 0 51,-3 0 0,0 0 0,1-2 1,0 0 55,4-1 0,0-1 0,-6 0 0,-1 0-125,2 0 0,0-1 0,0 0 0,-1 0 59,1 1 0,1-1 1,-2 2-1,0 1-55,0 0 0,0 1 1,-2 0-1,0 1 19,-1 0 1,0 0 0,-1 0-1,0 0-37,0 0 1,-2 0 0,-1 0-1,-1 0 253,0 0 1,0 0-1,-3 0 1,1-1-197,-3-1 0,0 1 0,25 0-127,-4-2 1,0 2 100,3 1 0,-7 0 204,1 0 1,-10 0-270,-6 0 0,-4 4 185,-6 2 1,0 2-439,-3 1 0,-1 1-39,-5-1 1,-3 4-312,0-1 0,0 4 410,0 0 305,-2 2 0,0 0 0,1 1 0</inkml:trace>
  <inkml:trace contextRef="#ctx0" brushRef="#br1" timeOffset="32">14087 1611 8729,'18'0'0,"-3"0"0,-1 0-458,-5 0 0,-3 1 98,1 2 1,-4-1 606,3 4 0,-4-3-16,1 4 0,-1-5-41,1 1 0,-2 2 97,2 1 0,-2 0-138,-1 4 1,0 1 63,0 8 0,0 4-122,0 5 0,4 4 283,-1 6 1,4 3-364,-1 2 1,2 7 156,-3-24 0,0 1 0,-1 2 0,0 0-258,-1 0 1,0 1 0,1 1 0,-1 0 162,-1-2 0,-1 1 0,3 0 1,-1 0-125,-2-1 1,1 1 0,1 0 0,0 0 51,-1 1 1,-1 0 0,1-3 0,-1 0-342,-1 21 1,0-5 137,0-4 0,0-10-541,0-5 1,-1-5 30,-2-5 0,1 2-792,-4-5 1504,4 1 0,-2-8 0</inkml:trace>
  <inkml:trace contextRef="#ctx0" brushRef="#br1" timeOffset="33">14227 2868 8859,'19'9'915,"-5"-4"0,-1 4-440,-7-3 0,-2 2-39,-4 1 1,-4 1-326,-2-1 0,-4-4-415,-2-2 0,-7-2-184,-6-1 1,-10-7-736,-5-2 876,-9-7 1,6 2-1,-3-5 1</inkml:trace>
</inkml:ink>
</file>

<file path=ppt/ink/ink18.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09T05:46:30.138"/>
    </inkml:context>
    <inkml:brush xml:id="br0">
      <inkml:brushProperty name="width" value="0.05292" units="cm"/>
      <inkml:brushProperty name="height" value="0.05292" units="cm"/>
      <inkml:brushProperty name="color" value="#FF0000"/>
    </inkml:brush>
  </inkml:definitions>
  <inkml:trace contextRef="#ctx0" brushRef="#br0">14362 11013,'0'25,"0"25,-25-1,25 1,0 0,-25 49,25-25,0 1,0 24,0-25,0 25,0 1,-25-26,25 25,0 0,0-24,0-1,0 26,0-51,0 100,25-99,-25-1,25-24,0 0,0 0,0-1,24 1,-24 0,25-25,-26 0,26 0,0 0,-1 0,1 0,24 0,-24 25,24-25,1 0,73 0,-73 0,-1 0,1 25,-1-1,1-24,-1 0,0 25,26-25,-26 25,25-25,-24 25,-1-25,25 25,-24-25,24 0,-25 24,1-24,-1 0,1 0,73 25,-73-25,-1 0,1 0,24 25,-25-25,1 0,24 0,-25 25,1-25,24 0,-25 0,1 0,24 0,-25 0,1 0,-1 0,1 0,-1 0,0 0,50 0,-49 0,-25 0,24 0,0 0,1 0,-1 0,1-25,24 25,-25 0,25 0,-24 0,24 0,0 0,-24-25,24 25,-25 0,26 0,-26 0,0 0,50-25,-49 1,-26-1,1 0,0 0,-1 0,-24-24,0-1,0-24,-1-1,-24 1,0 0,25-26,-25 1,0 0,0 0,0-1,25-24,-25 25,0 0,0-50,0 25,0 50,0-25,-25 24,25 1,0-1,-25 26,25-1,-24 0,-1 1,0 24,0 0,-24 0,-1 25,-24 0,-1-24,1 24,-1 0,-24 0,-99 0,99 0,-26 0,1 0,0 24,0-24,-24 25,24-25,0 25,-25-25,0 25,25-25,-25 0,25 0,0 0,-25 0,0 0,0 0,25 0,-24 0,-76 0,76 0,-1 0,0 0,25 0,-25 0,0 25,25-25,-25 0,1 0,-1 24,25-24,-25 25,0-25,25 25,25-25,0 0,24 0,50 0,-24 0,-1 25,50 0,25 24</inkml:trace>
  <inkml:trace contextRef="#ctx0" brushRef="#br0" timeOffset="2296.13">14759 12898,'0'0,"-25"25,25 0,0 0,0 0,0-1,0 1,-25-25,25 50,0-25,0 49,0-24,0-25,0 24,-25 1,25-1,0 1,0 0,-24-1,24 50,0-24,-25-26,25 1,0 0,-25 24,25-24,0-1,0 26,-25 49,25-75,0 26,-25-26,25 26,-24 74,24-100,0 26,0-26,0 75,-25-74,25-1,0 1,0 0,0-1,0 1,0-1,0 1,0 25,0-51,25 26,-25-25,0 0,0-1,0 1,24 25,1-25,25-1,-1-24,1 0,0-24,49 24,74-25,-98 25,24 0,25 0,25 0,-25 0,-25 25,75-1,-1 1,-49-25,-24 0,98 25,1-25,-75 0,24 0,51 25,198 0,-248-25,-1 0,100 24,0 1,-99-25,25 0,-100 0,75 25,25-25,-25 0,-75 0,75 0,-75 0,75-25,-25 25,-25-25,-74 25,74-24,-74 24,74-75,-74 50,0-24,-25 24,25-25,-25 26,25-26,-25-24,24-1,-24 50,25-49,-25 24,25-24,0-1,0-24,-25 50,24-26,-24 26,0-26,25-49,-25 50,0 24,0-49,0 49,25-123,-25 98,0-24,0 49,0-24,0 24,0-74,0 50,0 0,0-1,-25 1,25-1,0 26,0-1,0 0,0 1,-25-1,25 25,0 1,0-1,0 0,-24 25,24 0,-25 0</inkml:trace>
  <inkml:trace contextRef="#ctx0" brushRef="#br0" timeOffset="4469.25">19372 11857,'75'-50,"24"50,75 0,24 0,25 50,-24-1,-75 1,-99-1,-25-24,-75 0,-74-25,-49 0,-25 25,24 0,1 24,49 1,75-50,74 25,272-50,-48 25,-1 0,-74 25,-50 0,-74-1,-25 1,-75 0,-49-25,-49 25,-1 0,25-1,100-24,98 25,75-25,75 50,-50 24,-75 1</inkml:trace>
  <inkml:trace contextRef="#ctx0" brushRef="#br0" timeOffset="5384.3">19869 13618,'148'-25,"-24"50,-49-25,-26 25,-49-1,-24-24,-76 25,-48 0,-26 25,0-1,1 1,-1 24,75-24,24-1,75-24,50-25,99 0,49-25,1 25,148 25,-223 0,-99 0,-25-25,-25 25,-74-1,-50 1,-25 0,26 25,-1-1,74 1,50-50,50 0,74 0,26 0,-1 0,24 25,-24 0,-49-1,-75 51,-50-50,-49 24,0 1,24-25,51 24,24-24,24 25,26 24,-25 0</inkml:trace>
  <inkml:trace contextRef="#ctx0" brushRef="#br0" timeOffset="10182.58">21158 13742,'75'0,"-26"-25,1 25,-25 0,74 0,-49 0,-1 0,1 0,74 0,-50 0,1 0,-1 0,75 0,-75 0,1 0,-1 0,100 0,-100 0,25 0,1 0,73 25,-98-25,24 0,-25 0,100 0,-75 0,-24 0,24 0,50 25,-75-25,125 24,-175-24,51 0,-50 25,-1-25,1 0,-25 25,-49-25</inkml:trace>
  <inkml:trace contextRef="#ctx0" brushRef="#br0" timeOffset="12272.7">21233 13767,'0'0,"-25"0,25 0,0 0,0-25,0 25,25-25,-25 0,25 0,-25 1,24-26,-24 25,25 0,-25-24,25-1,-25 1,50-75,-26 99,1-50,0 50,0-24,0-1,-1 1,26-26,-50 50,50-24,-26-1,26 25,0-49,-25 24,24 1,1-1,-1 1,-24-1,25 25,24 0,-49-24,49-1,-49 25,74-24,-74 49,0-25,49 0,-24 0,49-24,-49 49,24-25,-24 25,-25 0,74-25,-74 25,49 0,-24 0,24 0,-49 25,0-25,74 0,-74 25,49-25,-49 24,49 1,-24 0,-25-25,49 25,-24 0,-1 0,51 49,-1 0,-49 1,49 24,-50-25,26 26,-26-1,-24-50,25 75,-1-24,-24-26,0 1,0 24,-25 25,0-75,0 26,0-1,0-49,-75-75,26-49,-75-25,-50 0,50 50,25-26,-50 1,0 0,75 25,-25-1,24-49,26 50,-1 24,25 1,0-1,1 0,-1 1,0-26</inkml:trace>
  <inkml:trace contextRef="#ctx0" brushRef="#br0" timeOffset="12963.74">22969 11956,'0'0,"25"0,0 25,24-1,-49-24,25 25,-25 0,25 0,-50 0,25-25,-25 24,1-24,-26 0,25-24,25 24,-25-25,25 0,0 0,0 0,25 1,25 24,-1 0,-24 0,0 0,-25 24,-25 1,0 0,1-25,-26 0,25 0,25 0,0-25,25 25,0-25,24 25,-24 0,-25 0,0 25</inkml:trace>
  <inkml:trace contextRef="#ctx0" brushRef="#br0" timeOffset="13620.77">23093 11956,'0'0,"0"25,0-1,-25 26,25 0,0-1,0-24,0 25,0-1,0 26,0-26,-24 1,24-25,0 49,0 1,0-1,0-49,0 74,0-74,0 49,0 1,-25 49,25-75,0 26,0-50,0 49,0 0,0 1,0-50,-25 24,25-24,0 49,0-49,-25 25,25-25,0-1,0-24,0 25,0 0,0-25,0 0</inkml:trace>
  <inkml:trace contextRef="#ctx0" brushRef="#br0" timeOffset="14480.82">22597 12551,'0'25,"0"25,0-1,0 26,0-26,0 1,0-1,0 1,0-25,0 24,0-24,0-25,0 0,25-25,-25 1,25-26,-1 0,1 26,-25-1,25 0,-25 25,25 0,-25 0,25 25,-25 0,25-25,-25 24,24-24,1 25,-25-25,25 0,0-49,0 49</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3T23:56:29.868"/>
    </inkml:context>
    <inkml:brush xml:id="br0">
      <inkml:brushProperty name="width" value="0.09071" units="cm"/>
      <inkml:brushProperty name="height" value="0.09071" units="cm"/>
      <inkml:brushProperty name="color" value="#3165BB"/>
    </inkml:brush>
  </inkml:definitions>
  <inkml:trace contextRef="#ctx0" brushRef="#br0">875 15065 8488,'3'-15'805,"0"3"1,1 2-245,-4 0 1,0-2-1,0 0 491,0 0 1,0 5 30,0 1-23,0 4 169,0-2-761,0 16 1,0-1 86,0 11 1,0 2 12,0 1 0,0 6 0,0 3 1,0 6-381,0 4 1,4 7 49,-1-24 0,0-1 1,-1 4-1,1 0-306,0-2 0,0 0 0,-1 0 1,-1-1 103,3-1 0,-1 1 0,-1 21-200,1 2 0,-2-4 194,-1-2 1,0-5-1562,0-8 1,0-1-1747,0-8 0,0-4 3277,0-5 0,4-8 0,1-1 0</inkml:trace>
  <inkml:trace contextRef="#ctx0" brushRef="#br0" timeOffset="1">801 15186 8488,'14'-4'0,"0"3"192,-5-2 0,-4 1 84,-2-1 1,-2-3 1307,-1-3 0,0 0-704,0-1 1,0 1-759,0 0 0,0-5-159,0-1 1,4 0-215,3 0 0,2 0 187,3 0 0,3-2-85,3 5 1,2-4 162,2 4 1,-2 1-49,1 4 1,-1 3 319,-1 4 1,-1 0-175,1 0 0,-5 4 348,-1 3 1,-3 5-44,-1 4 0,-2 5 111,-1 4 0,-4 5-126,1 1 1,-2 5-54,-1 2 1,-4-1-79,-2 3 0,-3-3-44,0-2 0,-1-4-414,-3-7 0,2-1 189,-5-4 0,2-5-487,-2-1 0,-1-4 46,1-3 1,3-2-814,0-4 829,3 0 0,5-1 0,2-2 0,2-2 24,1-4 1,7 2 76,2 1 0,7 4 314,-1-1 0,3 2-81,1 1 0,-1 8 1006,1 5 1,-1 6 86,1 3 1,3 5 533,-1 1 0,4 1-2229,-3 5 0,0-4 1352,-4 1 1,0-3-529,-3-3 0,2-6-458,-5-7 1,1-3-405,-4-3 0,-1-2 565,-1-8 0,0-5 164,-4-6 0,4-7 0,-2-2 0</inkml:trace>
  <inkml:trace contextRef="#ctx0" brushRef="#br0" timeOffset="2">2011 15354 7969,'24'3'606,"-2"0"0,-7 3 854,-2-3 0,-6 0 880,-1-3-867,-4 0-438,2 0-413,-4 0 0,-8 0-616,-4 0 0,-2-3-376,-1 0 0,-1-3 346,-3 3 1,1-4-817,-1 4 1,-3-1-184,1 1 1,-1 2-576,3-2 0,1 2 560,-1 1 1038,1 0 0,-1 4 0,0 1 0</inkml:trace>
  <inkml:trace contextRef="#ctx0" brushRef="#br0" timeOffset="3">2011 15540 7972,'19'4'0,"-2"0"919,-1 2 1,-4-1 2356,-6-1 0,-1-3-1753,-5 3 0,-2-4-857,-5 0 0,-3 3-31,-9 0 0,0 4-1362,-3-1 0,-1 2 497,-2-2 0,-3 1-1644,1-4 1874,-6 4 0,-4-6 0,0 4 0</inkml:trace>
  <inkml:trace contextRef="#ctx0" brushRef="#br0" timeOffset="4">2514 15363 7820,'9'-6'774,"1"-1"1,-5 4 714,-2-3-388,2 4-17,-4-6 1,4 7 55,-2-2 177,-2 2-452,3 1-481,-4 4 1,0 2-137,0 6 1,4 0-63,-1 3 1,1 5-11,-1 5 0,2-1 25,4 0 1,-2 2-89,-1 5 0,0-2 95,3 2 1,1-2-184,-1-1 1,-3-1-62,0-2 0,-4-3-8,2-7 1,-2-1 216,1-5-190,-2-4 0,3-2 44,-4-6 1,1-7-123,2-9 1,-1-8-67,4-7 1,-3-6 64,4-4 1,-4-1-379,3-2 0,-3-2 21,3-1 1,-4 9-344,1 6 1,-1 6-55,2 5 0,-3 2-1546,2 6-559,-2 3 2955,3 8 0,-7-4 0</inkml:trace>
  <inkml:trace contextRef="#ctx0" brushRef="#br0" timeOffset="5">3073 15409 7939,'8'-1'923,"-2"-2"-115,2 2 102,-2-7-217,-1 7-249,-1-7 1,-1 3-6,0-5 0,0 1 2,-3 0 1,0-1 282,0 1-449,0 0 1,0-1-17,0 1 1,-1 4 468,-2 2-531,2 2-1,-4 2 1,2 2 0,1 2-25,-5 4 1,2 5-142,-1 1 0,-2 6-227,2 1 0,-3-1 161,0-2 1,1 3-126,1 0 0,0-1-19,4-2 0,0 3-121,3-1 0,1-2 111,2-4 1,-1 0 42,4 0 1,1-1 149,2-5 1,3 0-75,1-3 0,-1-2 128,-2-4 0,0-1-57,2-2 1,-1 0 141,1-7 0,1 3-20,0-5 0,0-2-52,0 2 0,-2-5 22,5 2 1,-5 0 13,1 0 1,2 3-72,-2 0 0,1 2-10,-4 0 1,-1 1-103,-1 0 1,0 2 59,-4 1-11,4 4 0,-5-2 2,4 4 10,-4 0 0,3 4 5,-5 2 1,3 3 1,0 0 0,0 4 101,-3 3 0,0 0-86,0 0 0,0 2 47,0-3 0,0 2-33,0-2 0,0 3 65,0-3 1,4 0 4,2 0 1,3-3 125,0 0 0,0-6-98,0-3 1,1-2 155,-1-1 0,0-1-150,1-2 1,-1-6 19,0-7 1,1-1 37,-1-2 1,-3 1 32,0-1-353,-4-4 97,7 4 0,-8-7-80,2 4 0,-2-3-340,-1 3 0,0 1-119,0 2 0,-4 0-433,-2 1 1,-3 3 176,0 3 1,-5 2-358,-1 0 0,-3 2-408,0 2 1600,-1 2 0,1 8 0,-1 1 0</inkml:trace>
  <inkml:trace contextRef="#ctx0" brushRef="#br0" timeOffset="6">3631 15493 7867,'15'-5'197,"-2"-3"48,-4 2 1,0-3 1851,-3 0-858,-2 0-823,-4-1 0,-1 2-186,-2 2 0,-3 2-167,-7 4 1,3 0 26,-2 0 1,-2 3-158,2 0 0,0 4-174,6-1 1,-1 4 223,4 2 0,0 0 22,3 3 1,5-3 40,4 4 1,2-1 192,4 4 0,1-3-83,2-1 0,-2 1 105,-1 2 0,-3 1-20,0 0 0,-3-2 162,-2-1 1,-3 0-11,-4-3 1,0 2-101,0-2 1,-9-4-588,-3-3 0,-5-4-433,-1 1 0,-2-2-768,-2-1 0,0-4 1495,-3-2 0,2-6 0,4-3 0</inkml:trace>
  <inkml:trace contextRef="#ctx0" brushRef="#br0" timeOffset="7">4004 15409 7878,'9'-4'0,"-1"2"370,-2-4 0,2 0 570,-5-3 0,0 2-275,-3 1 83,0 4-387,0-6 0,0 6-25,0-5 39,0 5-90,0-2 1,-1 4 106,-2 0 0,2 1-66,-2 2 1,2 1 36,1 5 1,0-2-93,0 5 1,-1 2 141,-3-2 1,3 5-376,-2-2 0,-1 4 15,1 3 0,-1-2-69,1 5 0,2-3 9,-2 3 0,2 0-216,1 3 0,1-5 158,2-1 0,-1 0-114,4-4 0,0 1 39,4-10 0,3 2 23,3-8 0,-2 0 300,2-3 0,2-5-15,4-5 0,0-1-18,-4-8 1,0 2-181,-3-8 1,-1 1-95,-5-1 0,-1-1-79,-1 1 0,-3-2-296,-4-1 0,-1 0 78,-2 0 1,1 4 136,-5 2 0,-2 3-1473,-3 0 843,-5 5 158,3 0 0,-5 8-1218,0 0 1974,1 4 0,-1 6 0,0 6 0</inkml:trace>
  <inkml:trace contextRef="#ctx0" brushRef="#br0" timeOffset="8">4190 15586 7977,'28'0'0,"-9"0"3276,-3 0-1638,-5-8 0,-5 2 0,-3-7 0,-3 6 0,-3 1 0,-11 1-728,-8-1 1,-6 1-1253,-6 5 0,-3 0-1846,-6 0 2035,1 0 1,9 0-1,1 0 1</inkml:trace>
  <inkml:trace contextRef="#ctx0" brushRef="#br0" timeOffset="9">4832 14888 7914,'9'-1'0,"-3"-2"2199,2 2-1417,-7-3 1,3 3 1264,-4-2-1441,0 2 1,-1-4-118,-2 5 0,-3 0-23,-6 0 0,-3 0-284,-4 0 0,1 0-204,-1 0 0,1 0-442,-1 0 1,1 0 30,3 0 1,-3 0-406,3 0 1,1 0 173,2 0 1,5 1-1471,0 3 1593,5-3 1,-1 3 100,6-4 1,2 0 65,5 0 0,-1-1 156,0-2 0,4 2 381,-1-3 1,1 3 76,-4 1 0,-3 0 757,0 0-25,1 0-18,2 5 1,-1 0-368,-2 4 0,-1 0 88,-5 1 1,0 2-233,0 1 1,0 6-172,0 0 1,0 7 58,0 2 1,-2 2-65,-1 7 0,1-1 132,-4 7-1766,4 5 1595,-2 4 1,4 1-59,0-1 1,0-25 0,0 0-262,0 2 1,0 1 0,0 0 0,0 0 205,0 4 1,0 0 0,0-1 0,0 0-173,0 4 1,0 0 0,0-1 0,0 0 53,0 2 0,0-1 1,0-1-1,0 0-2,0 2 1,0-1 0,0-3-1,0 0-62,0 2 0,0 0 1,0-6-1,0 0-92,0-2 0,0-1 1,0 23-114,0 0 0,0-6 107,0 0 1,0-5 148,0 1 0,-3-7 0,0-5 1,0-1 223,3-5 0,0-4 91,0-6 660,0-2 0,1-5-779,2-1 1,3-4 333,6-4 0,0-5-414,3-6 1,2-4-160,5-3 0,1-2-117,5-3 0,3-1-382,0 0 0,0 3-1078,-3 0 1,-2 4 85,-4 0 1550,0 1 0,-10 1 0,3 1 0,-3-1 0,0 0 0</inkml:trace>
  <inkml:trace contextRef="#ctx0" brushRef="#br0" timeOffset="10">5484 15205 8055,'-6'-1'1172,"0"-3"0,3 2-111,-4-4-457,1 0 0,-3-3-35,0-1-17,3 5 46,-2-3 165,7 3-267,-3-5 1,5 1 64,2 0 0,5 3-171,5-1 1,3 1-85,0-3 0,1 0-115,2-1 1,0 5-37,-1 2 0,-2 2-44,-1 1 1,-3 1-118,0 2 1,1 2-102,-4 5 0,2 2 83,-5 0 0,-1 5-172,-2-2 0,-3 6 36,-3 1 0,-4 7 25,-5-1 0,-2 6 64,-1 0 0,-3-3-124,3-3 1,-2-4 130,2-6-20,-3-3 45,8-2 1,-4-4 428,5-3-187,4 2 0,1-7 489,4 3 1,2-8-19,4-2-387,4-2-73,9-2 0,4-2-86,2 0 1,6-6-213,3-1 0,-2 4-446,-1-4-1647,-2 3 1479,-5 1 0,-2 2-941,-3 3 1,-4 1-1540,-3 0 3178,-2 4 0,-5-4 0,0 4 0</inkml:trace>
  <inkml:trace contextRef="#ctx0" brushRef="#br0" timeOffset="11">5857 15074 8418,'9'0'1359,"-1"-1"-1057,-2-2 1830,-2 2-1349,-4-3 0,1 4 9,3 0 151,-3 0-557,3 4 0,-4 1 309,0 5 0,0 3-285,0 3 1,0 1 205,0 2-408,4 4-25,-3 0 1,4 2 26,-2 0 0,1 0 102,3 3-283,1 0 127,-3-5 0,4-1 156,1-6-251,-1 1 34,4-6 1,-3-1 25,-1-4-85,0-4 5,-4 2 0,8-9-308,-1-4 162,1-5-57,-4-12 0,3-3-37,1-9 0,-1-2-252,-2 0 1,-1-4-132,0 4 1,1-7-145,-1 4 0,-1 1-590,-2 11 0,2 2-1395,-5 11 1454,4 1 524,-6 8 733,3 4 0,0 5 0,1 5 0</inkml:trace>
  <inkml:trace contextRef="#ctx0" brushRef="#br0" timeOffset="12">6573 15102 7831,'19'0'1325,"-4"0"-795,-3 0 1245,-2-4-1103,0 3 1,-4-4 33,0 2 310,-4 2-197,2-3-150,-4-1-465,0 0-47,0 0 1,-5-2 156,-4 4-643,-5 0 344,-4 3 0,-4 0-849,0 0 503,-4 0 319,3 0 0,-1 4-1252,2 2 381,7 2 421,1 2-174,5 3 339,4-3 1,0 5 76,5-3 0,2-1 378,1 1 1,3-2-135,6 0 1,0 1 51,3-2 0,4 3 794,2-6-361,1-2-232,-3 0 1,-1-1 390,1 0-359,-4 5 1,-2-3 12,-4 0-198,1 3 0,-5-5 386,-2 7-274,-2-3 0,-1 6 31,0-3-456,-4-1 189,-1 0 0,-9-2-238,-1-1 165,-3 0 0,-1-1-1159,1-1 835,-1 0 1,-1-3 26,1 3-1715,2-3 551,8 3 1534,0-3 0,-1 7 0,1-3 0</inkml:trace>
  <inkml:trace contextRef="#ctx0" brushRef="#br0" timeOffset="13">6788 15158 7815,'9'-9'395,"-4"-1"0,2 1-63,-4 0 1,2 4 1119,-2 2-432,-2-3-1,3 5-677,-4-3 1,0 8-61,0 3 0,-3 2-84,0 3 0,-1 4-25,0 6 1,3-3-121,-2 3 155,2 2 0,1-5-671,0 8 397,0-7 1,0 2 107,0-7-653,-4-1 202,3-5-1919,-3-4 1124,4-1 1204,-4-4 0,3-8 0,-3-2 0</inkml:trace>
  <inkml:trace contextRef="#ctx0" brushRef="#br0" timeOffset="14">6881 14841 7839,'18'0'0,"-3"0"309,-3 0 183,-1 5 0,-5-3-402,0 4-381,-4 0 0,2 3 291,-4 1 0,-4 3 0,-1 2 0</inkml:trace>
  <inkml:trace contextRef="#ctx0" brushRef="#br0" timeOffset="15">7011 15093 7839,'9'0'359,"1"3"194,-1 0 0,-3 0 331,0-3-296,1 4 1,1 2 550,-2 3-586,-2 0-267,-4 0 1,0 4 143,0-1 0,0 5 21,0-2-280,0 3-13,0 1 0,0-1 158,0 1-295,0-1 16,0 1 0,0-1 279,0-3-507,0-6 232,0 0-633,0-8 100,0 3-367,0-21 468,0 1 106,4-12-669,2-3 576,3 10 0,0-12-123,0 8 41,5-4 172,-4 10 0,8-6-136,-3 6 486,3-2-131,1 11 1,-2-2-206,-1 5 940,1 3-516,-2 8 1,-1 4 1177,-1 7-713,-3 5-195,-1 8-263,-3 0 190,-2 4 1,-4-5 188,0 4-821,0-4 269,0 1 1,-3-6-32,-1-3 1,-3-5-666,1-1-1895,-2-7 2607,-2-2 0,1-8 0,0-1 0</inkml:trace>
  <inkml:trace contextRef="#ctx0" brushRef="#br0" timeOffset="16">7495 14990 7895,'16'-4'755,"-1"-2"1,-3 1-261,0-1 1,-2 4 321,0-1 0,-4 2-265,0 1 1,-3 0-3,3 0 1,-3 1-340,0 2 0,-2 3 5,-1 6 0,0 0-78,0 3 1,-3 1 115,-1 2-416,-3 5 182,6-3 1,-6 7 262,4-3-467,0-1 172,3 8 0,0-6-71,0 6 112,0-2 28,4-1 0,-2-4 11,4-2-124,0-3 108,4-4 1,2-2 0,0-4 26,5-3-8,-2-2 12,3-8-24,1-2 0,-1-10 84,1-3-1,0-6-87,-1 2 0,0-5-36,-3 0 1,-1-3-107,-5 0 1,-3 0-407,1 3 244,-5 0 146,2 0 0,-8 4-1510,-3 2 806,-1 7 200,-1 1 0,-6 6-280,-3 2 0,-1-1 887,-3 4 0,-1 8 0,-1 5 0</inkml:trace>
  <inkml:trace contextRef="#ctx0" brushRef="#br0" timeOffset="17">7812 15205 7935,'23'0'627,"-5"0"1,-3 0 880,-6 0 0,-3 0 1334,0 0-1094,-4 0-376,3 0-151,-5 0-877,-13 0 0,-2 0-131,-13 0 1,-5 0-918,-5 0 0,-3 0 340,-6 0 0,-1-3-2913,1-1 2981,21 3 1,0-1 0,-26 2-1,21 0 1,1 0 0</inkml:trace>
  <inkml:trace contextRef="#ctx0" brushRef="#br0" timeOffset="18">7532 15661 7922,'19'3'0,"0"0"0,-5 0 936,0-3-468,-9 0-293,3 0 0,-6 0 2385,4 0-841,-4 0 233,3 0-1620,-18 0 1,2 0 492,-11 0-404,-2 0-98,0 0 0,-13-1-139,-6-2 1,16 2 0,-2 0-378,-5-2 1,0 0 0,0 2 0,-1 0 287,-3-1 0,-1 1 0,-4 0 1,0 0-1303,-5-1 0,0 0 994,-2 2 1,-1-1 197,0-1 0,0 0 0,14 2 0,0 0 1,0-1-762,-1 0 1,-1 0 0,1 0 397,3 1 0,-1 0 0,1-1 231,-3 0 1,0-1 0,0 1-1,2 1 1,0 0 0,0 0-510,-1 0 1,0-1-1,0 2 1,-15 2 0,1 1-984,9 0 1,0 1 1638,2 3 0,1 0 0,1-1 0,1 0 0,0 3 0,0-1 0,0 0 0,-1 1 0</inkml:trace>
  <inkml:trace contextRef="#ctx0" brushRef="#br0" timeOffset="19">6657 15949 7783,'14'0'0,"-1"4"0,3-1 1240,1 4-791,-6-6 1,2 3 260,-4-4 1,-2 0 1621,-1 0-1609,-4 0-67,2 0-333,-4-4 0,-5 3-274,-4-2 1,-3 2-27,-6 1-636,1 0 510,-10 0 1,2 1 64,-6 2 0,1 6-72,-4 7 1,7-1-215,-1 4 0,11-3-258,1 6 1,9 1 334,4-1 1,2-2 266,1-4 0,8-1 436,4-5-225,5 1-154,10-10 1,-2 3 153,6-4-51,-2-4-65,-1-5-292,-5-2 220,0-6 0,-4 2-6,-1-3 0,-3-4-15,-3 0 1,-1 1-19,-2 2 142,0 0-158,-4 5 1,1-3 200,-3 5 1,-2-1 64,2 4 477,-2 4-311,-1 1 268,0 4 1,0 9-280,0 7 1,0 3-1,0 9 0,0 3-27,0 10 620,0 1-799,0 5 1,3 2 1113,0 1-1769,-1-23 0,-1 0 878,-1 20 58,1-19 0,-2-1-79,-3 21 0,-2 0-790,-7-7-328,-1-1 517,-5-15 0,-4 1 159,-5-11-3059,-4-1 2085,-10-9 0,-4-9 1011,19-2 0,1-1 0,0-1 0,0-2 0,0-2 0,-1-1 0,1-2 0,0 1 0</inkml:trace>
  <inkml:trace contextRef="#ctx0" brushRef="#br0" timeOffset="20">8352 14795 7843,'13'4'0,"1"1"0,1 5 2063,-1-5-563,-5-1-694,-4-4 960,-1 0-1122,0 0 0,-4 0 541,0 0-584,-4 0-316,-5 0 0,-8 0-142,-1 0 67,-7 0-533,-3-4-642,-1 3 739,-7-8 1,-4 8-36,-7-2 0,3 1-320,3-1 1,4 2 70,3-2-2767,6 2 3265,5 5 1,9 1 0,0 5-1</inkml:trace>
  <inkml:trace contextRef="#ctx0" brushRef="#br0" timeOffset="21">8352 14935 7843,'14'-10'0,"-1"4"0,-7 0 2316,2 4-683,-7-6-126,3 2-859,-4 1-326,0 1 1,0 5 482,0 2-405,-4 2 53,-1 9-327,-4 0 32,-1 9 1,2 5 157,2 6 123,2 2-363,0 6 1,3 5 81,-1-19 1,1 0-770,0 2 1,1 0 764,-1 5 1,2-1-1,-1 0 1,0 0 227,0 1 0,0 1-203,0 2 0,0 0-64,0 1 1,0 1 0,0 1 0,0 0-21,0-2 1,0 0 9,0 0 1,0-1-34,0-3 0,0 1 0,0 1 0,0 0-110,0 0 0,0 1 66,0-3 0,0 0 0,0 0 0,0-1-413,0-5 0,0-1 122,0 0 1,0-1-1,0 19 169,0 1-151,0-5 162,0 0 1,0-6 238,0-2-15,0 2-168,0-7 1,0 0 187,0-4 41,0-4 138,0-3-95,0 0 1901,0-8-2012,0 4 714,0-9-631,0-1 1,-2-4 13,-1 0-92,-2 0-40,-4-4 0,0-4-591,-1-5 255,-3-3 141,-6 5-3181,-5-6 2113,-12 2 0,-2-3 389,-9-1 0,21 8 0,-1-1 775,-1 0 0,0 0 0,-3-2 0,1 0 0,-1-2 0,1 1 0,-2-2 0,-1-1 0,0 0 0</inkml:trace>
  <inkml:trace contextRef="#ctx0" brushRef="#br0" timeOffset="22">9218 15530 7840,'13'0'0,"-2"0"1778,1 0-784,-2 0-392,0 0 55,-1 0 1,-3 0 1451,0 0-867,-4 0-419,3 0-72,-5 0-163,-9 0-378,3 0 1,-12 0-492,4 0 280,-9 0 1,4 0 193,-3 0-1850,-2 5 1231,4-4 0,-2 3 328,3-4-3179,0 4 3252,1-3 1,-1 3-1,1-4 1</inkml:trace>
  <inkml:trace contextRef="#ctx0" brushRef="#br0" timeOffset="23">9255 15652 7819,'28'18'3276,"-5"0"-2079,-5-3 655,-3-1-545,-10-9-596,-1 3 453,-4-3-696,-4 1 0,-3-1 229,-9-2-964,-3-2 245,-9 7 0,1-7 215,2 2-2918,-2-2 1400,7-1 1261,-7-4 0,8-5 0,-4-6 0</inkml:trace>
  <inkml:trace contextRef="#ctx0" brushRef="#br0" timeOffset="24">9683 15139 11189,'0'-9'2559,"0"0"-2154,0 0 27,4-1-276,2 1 0,6 0 157,0-1 98,9 1-229,-5 4 1,7-2 129,-1 3-122,-2 1-21,3 3 1,-8 1 123,1 2-84,-5 3-1,2 7-162,-3-3 41,-1 12 1,-3-3 228,0 6-380,-3 6-16,1-2 0,-8 11 153,-3 0 0,-4-2 16,-1-4 1,-5-5 71,1-1-359,-1-5 145,-2-4 0,4-6-97,-1-3 27,5-1 170,-3-8 330,5 3-157,4-4 181,1 0 29,12-4-229,-2-1 0,15-5-67,-2-3 1,4 3-103,-1-3 0,4 3 257,-1 1-1290,-2-1 722,3 1 1,-6 0-1541,2 0 1223,-3 3 1,0-1-362,0 4 0,-2-3-1746,-1 3 1909,1 0 794,-6-2 0,2 0 0,-3-4 0</inkml:trace>
  <inkml:trace contextRef="#ctx0" brushRef="#br0" timeOffset="25">10140 15102 7852,'14'-5'1638,"4"-3"0,-9 6-446,0-5 253,1 5-303,-9-2 136,3 4-663,0 4-305,-3 2 1,3 7 14,-4 3-166,0 1 0,1 9-89,2 2-35,2 2 1,2-1 335,-1 2-749,0-6 537,3 6 0,1-8-16,-1 1 143,0-5-101,-4-6 1,4-3-48,-3-1-173,2-4 159,1-1 1,-2-8 140,-1-2-377,0-6-15,3-7 1,4-10-19,-1-8 0,1-1-524,-4-6-364,0 5 651,5-7 1,-4 12 49,2 0-1636,3 4 1205,-5 6 0,4 6-1517,-5 5 1203,0 3 433,1 0 644,-1 5 0,0 1 0,1 4 0</inkml:trace>
  <inkml:trace contextRef="#ctx0" brushRef="#br0" timeOffset="26">10493 15456 7932,'0'-5'435,"0"1"1,3 3 1216,1-2-796,-1 2-386,1-8-207,-3 8 0,7-4 339,-2 2-110,3 2-272,0-3 273,4 4-219,2 0 1,2 0 55,-1 0 310,2 0-304,-8 0 0,3 1 126,-3 2 112,-1 2-277,0 9 1,-4-3-50,-1 4-141,-3 1 0,-1 3 223,0-1-369,-5 1 259,0-1-90,0 1 0,-2-4 279,4-3-189,-5-6 0,7 2 633,-3-7-477,4 4 1,2-5 218,5 0-173,-1-5-257,11 0 0,-3-4 164,1 0-1183,7-1 666,-11 1 0,12 0-3089,-4-1 973,4 5 2213,0-3 0,4 3 1,-3-5-1</inkml:trace>
  <inkml:trace contextRef="#ctx0" brushRef="#br0" timeOffset="27">10661 15400 7923,'13'-5'0,"-1"0"1515,3 2-648,-3 2-324,1-3 1094,-4 4-1016,1 0 0,-4 0 89,0 0 452,-4 4-704,2 1 1,-4 8 223,0 3 160,0 6-501,0 1 1,-4 6 509,-2 2-517,-2-2 0,-2 6 162,1-3-1206,0-1 929,-1-4 0,1 1-892,-4-8 625,2-2 1,-2-10 132,4-2-1275,-1-2 843,-3-8 0,6-6-148,-3-9 0,7-4-353,0-5 1,2-7 180,1-2-782,0-6 1030,4 4 0,1 2 207,5 6-407,-1 2 555,0 1 1,2 8 82,1 5 1,-2 8-275,3 4 1651,1 2-993,-3 9 1,2 6-89,-4 11 1523,1 6-680,-1-2 0,-1 10 616,-1-1-1308,-3 5 61,-4-9 410,0 11-566,-4-15 1,-2 5-179,-3-10-404,0-2 228,-1-9 0,-2-5 231,0-6-448,-5-1 174,3-7 1,-5-6 126,0-11-1461,5-6 1179,-4-5 0,6-9-1903,-1 1 408,1-1 1108,11 5 0,-3 6-125,4 0-75,8 8 549,-2-4 908,12 13-597,-8 4 0,8 3-79,-3 4 1481,-1 4-1150,3 4 0,-6 12-64,1 1 441,-2 7 177,0-1 0,-5 4 208,-2 0-534,-2 0 0,-1-4 0,-1-3-474,-2-5-56,-2-3 1,-5-8-968,1 0 734,0-10 1,-4-2 86,1-8-1355,-5-9 946,3-9 1,0-3-770,1 1-478,7 3 1309,-2 0 1,7 7-289,-3 1 714,3 7-167,1 8 0,5 5 781,1 4-349,2 8-230,1 6 280,1 10 136,-1 4 0,-1-1-349,-2-2-2406,-1-2 1057,-5-5 1272,0-3 0,0-6 0</inkml:trace>
  <inkml:trace contextRef="#ctx0" brushRef="#br0" timeOffset="28">10568 14562 10024,'5'0'3276,"-1"0"-283,-4 0-1157,4 0-939,-3 0-540,3 0 0,1 3 636,1 0-482,-2 0-149,4 2 371,-3 0-398,5 4 0,2 0-26,1 1 0,-2 3-45,-5 3 0,1 1 84,-4 2 94,5 0-282,-7 3 0,3-1 50,-4 4-23,0-5 0,-1 0 134,-2-4-471,-2-5 181,-1 2-20,-2-3-24,7-5 85,-3-1 688,4-4-441,0-4 0,7-1-19,2-5 1,10-3-26,0-2 1,6-3-471,-1-1 91,3 1-638,1-1-2473,0 0 2191,0 5 0,-3-3-16,0 5 1040,-5 0 0,3 4 0,-4 1 0,-1 0 0,1 1 0</inkml:trace>
  <inkml:trace contextRef="#ctx0" brushRef="#br0" timeOffset="29">11257 15251 7872,'8'-6'0,"-2"0"481,3 0 0,-7-4-108,4 1 1,-4-1 169,1-3 0,1 3-119,-1-3 1,0 2-21,-3-1 1,0 1-85,0-1 1,-3 2-27,0 0 1,-3 4 67,3 0-286,-4 4 0,1-1 81,-3 6 1,3 3 69,0 6 0,0 4-209,-4 6 1,4 1 60,0 5 0,3 5-157,-4 5 0,5-1 68,-1 3 1,2-1-77,1-2 1,1-4-10,2-2 0,3-6 24,3-4 1,3-2 125,1-3 1,0-4-45,0-6 0,1-2 14,5-4 1,-1-7-2,1-2 1,0-8-64,-1-1 0,-2-5 66,-1-5 0,0 0-94,0 0 0,2-1 69,-5-2 1,4 3-18,-4 0 1,4 4 34,-4 6 1,0 3-27,-2 3 0,0 3 117,3 2 1,-6 3-102,2 4 0,-3 2 190,0 5 1,0 0 14,-3 8 0,-2 4-76,2 3 0,-2 2-113,-1-2 1,0 3 2,0-3 1,0-2-74,0-4 1,0 2 61,0-3 1,0-2 104,0 0-51,0-3 64,0 0 1,4-5-109,2-2 0,3-6 118,0-3 1,3-7-69,1-2 0,0-7 7,0-3 0,-2-2-427,4-1 1,-3-1 154,0-2 1,-6 5-127,-2-2 0,0 7 115,-1-1 1,-1 6-341,-5 4 0,-2 2 162,-5 0 0,-3 5-33,-3 2 1,-2 2-123,-4 1 0,2 0-63,-1 0 0,-2 0-1278,1 0 1872,0 4 0,8 1 0,0 5 0</inkml:trace>
  <inkml:trace contextRef="#ctx0" brushRef="#br0" timeOffset="30">11862 15158 7958,'19'0'704,"-3"-1"166,-3-2 1,-1 1 265,-6-4 258,-2 4-564,1-7-565,-5 8 0,-5-3-196,-1 4 0,-3 3 111,-4 0 1,2 5-280,-4-2 1,3 3-19,0 4 0,2-2-54,4 4 1,2-2 54,4 2 0,0 1-49,0 2-1,5 4 263,5 0 0,-1-3-58,3-4 0,3 0 84,0 0 0,2-1-43,-2-5 0,-1 1 191,-5 3 0,0-3-49,1 2 1,-5-1-115,-2-2 1,-2 0-102,-1 1 1,-4 0-187,-2 2 1,-3-4-506,0 1 1,0-3 365,0 0 1,-2-2-288,-1-4 1,1 0 204,-1 0 1,2-1-1472,0-2 1871,5-2 0,-3-4 0,3 0 0</inkml:trace>
  <inkml:trace contextRef="#ctx0" brushRef="#br0" timeOffset="31">12113 15223 8032,'28'-9'305,"0"0"0,-5-1 511,-4 1 0,-5 0 904,-5-1-1206,1 1 0,-2 3 425,-2 0-376,-2 4-539,-4 2 1,-1 8 98,-2 4 0,1 5 39,-4-2 1,3 4-115,-3 3 0,4 1 150,-2 5 0,3-2-132,1 2 0,0-5 42,0 5 0,0-6 141,0-1 0,1 1-106,3-3 0,-2-3-234,4-6 111,0-1 0,3-4-102,1-2 0,-1-4 45,0-5 0,4-4 59,-1-9 0,1-3-152,-4 0 1,0-4 13,0-2 1,-2-1-72,-1-5 0,-4 4 82,1-1 0,-2 5-382,-1 1 1,-1 8-107,-2 2 0,-2 3-296,-5 3 0,0 4-550,-2 2 0,0 3 1439,-3 3 0,-1 2 0,-2 4 0</inkml:trace>
  <inkml:trace contextRef="#ctx0" brushRef="#br0" timeOffset="32">12402 15372 8047,'31'0'0,"-6"0"2159,-2 0-220,-13 0-749,-1 0 0,-6-3-702,-6 0 0,-7-1-217,-9 1 1,-3 2-786,-6-2 0,-1 2 439,-2 1 0,4-1-711,-4-3 0,1 0 786,-4-2 0,2-2 0,4 3 0</inkml:trace>
  <inkml:trace contextRef="#ctx0" brushRef="#br0" timeOffset="33">12830 15270 8071,'19'-3'730,"0"0"0,-5-2-190,-2 2 0,-2-2 180,-4-4 1,1 3 178,-4-1-484,0 1 1,-7-2-225,-2 2 1,-6-1-141,-4 3 0,-2 1 100,-4 3 1,1 0-90,-4 0 0,5 3-309,-2 1 1,3 3 161,4-1 1,4 5-342,5 2 1,4 3 124,-1 0 0,3-3 214,3 0 0,5 0 86,5 0 1,3-1 150,0-3 1,1 1-75,2-1 1,0-1 216,-1-2 0,-2 3-34,-1-3 1,-6 2-41,0 1 1,-5 4-8,2-1 1,-4 5-62,1-2 0,-6 0-210,-3 0 1,-3 1-201,-4 2 0,3-3-249,-2-3 1,0-2-536,0-4 1,2 1-86,-3-4-799,3 0 1927,0-3 0,5 0 0,1 0 0</inkml:trace>
  <inkml:trace contextRef="#ctx0" brushRef="#br0" timeOffset="34">13072 15354 8039,'15'0'0,"-2"0"0,-3 0 1904,-5 0-775,-1 0-370,-4 0 0,0 4-296,0 2 1,0 5-195,0 2 1,-3 3-11,0 0 0,0 2-64,3 4 0,0-2-64,0 2 0,0-4-121,0-2 0,0 0-391,0-3-705,0 3-1621,0-5 1983,0-2 1,0-9 723,0-6 0,-4-11 0,-2-3 0</inkml:trace>
  <inkml:trace contextRef="#ctx0" brushRef="#br0" timeOffset="35">13147 15037 8039,'8'-24'301,"-2"3"1,3 5-122,-3 4 1,1 4 465,-1 2 1,3 5-498,-3 1 0,-2 4-610,-1 6 1,-2 0-203,-1 2 1,-4 3 662,-2 3 0,-3 5 0,0 1 0</inkml:trace>
  <inkml:trace contextRef="#ctx0" brushRef="#br0" timeOffset="36">13259 15270 8108,'18'5'0,"-2"-1"467,-1-4 1,-3 0 211,0 0 1,-2 1 531,0 2 1,-2-1-642,-2 5 0,1 2-66,-3 3 1,-1 8-265,-3-1 1,0 2 11,0 1 0,0-1-97,0 3 0,-1-3 82,-2 1 1,2-3-136,-3-4 1,3-2-54,1-3-464,0-5-282,0-1 0,1-12 384,3-5 0,1-4-347,4-5 0,3 0 263,1-6 0,-1 6 8,-2-6 1,2 3 77,0 0 0,4 0 355,-4 7 1,5 1 24,-2 8 1,-1 4 21,-2 2 1,-1 4 526,-2 5 0,-1 4-278,-2 9 0,0 3 196,-3 3 0,-2-1-181,2 1 1,-2-1-368,-1 1 1,-3-1 151,0-5 1,-2 1-1724,2-8 852,2 0-815,-7-2 639,7-5 0,0-6-1039,4-8 1946,4-5 0,3-4 0,4-1 0</inkml:trace>
  <inkml:trace contextRef="#ctx0" brushRef="#br0" timeOffset="37">13799 15214 8108,'14'-19'-203,"0"5"-50,-5 1 0,0 4 2398,1 3-760,-1-2-733,0 7 0,-4-3-194,-2 8 0,-2 5-251,-1 6 1,-3 7 29,0 3 1,-3 2-302,3 1 0,-3 3-128,3 0 0,0 1 229,3-1 1,0-3-83,0 0 1,3-1 26,0-6 0,4 1 30,-1-3 1,2-5-20,2-1 1,-1-4 365,0-3 1,1-2-87,-1-4 0,0-2-14,1-4 0,-1-4-121,0-9 1,1-4-123,-1-1 0,0-3-225,1-1 1,-4 0 105,0 0 0,-4-3-59,1 0 1,-2 1 5,-1 5 1,-4 0-602,-2 6 0,-2 3 297,-2 7 0,0 3-818,-3 3 1,-1 3 1277,-5 3 0,1 3 0,-1 3 0</inkml:trace>
  <inkml:trace contextRef="#ctx0" brushRef="#br0" timeOffset="38">13966 15437 8125,'23'-3'0,"-4"0"0,-5-1 1638,-5 1 0,-3 1-467,-3-4 1,-3-3 446,-3 0 1,-6-2-647,-3 4 1,-9 3-272,0 1 1,-5 2-1123,-2 1 0,-1 0 312,-2 0 0,-7 0-3168,-5 0 2804,-2 0 1,-2 0 0,0 0 0</inkml:trace>
  <inkml:trace contextRef="#ctx0" brushRef="#br0" timeOffset="39">14022 15949 8193,'28'10'62,"0"-1"1,-4-1 0,-4 0 246,-3-2 1,-4-1 1054,-3 1-406,-1-2 100,0-4-578,-3 0 0,-7 0-159,-9 0 1,-4-3 130,-8 0 0,-7 0-143,-8 3 1,-6 0-15,-6 0 0,22 2 0,0 1-441,-3 2 1,-2 0-1,-5-1 1,-2 2 347,-5 2 0,-2-1 0,-3-1 0,-2 0-487,14-2 0,-2 1 1,0-2-1,-3 0 1,-1-1-1,-1-1 272,-4 1 0,0-1 0,-2-1 0,8 1 0,-1-1 0,0 0 1,0 1-274,1-1 1,0 0-1,-1 0 1,0 0 0,-5-1-1,-1 1 1,0 0-1,0-1 340,2 1 0,0-1 0,0 0 1,-1 0-1,-4 1 0,0 0 1,0-1-1,0 0-277,1 0 0,0-1 0,0 1 1,-1-1-1,9 1 0,-1 0 1,-1 0-1,1-1 0,1 1 200,0-1 1,1 0 0,0 0 0,0 0-1,0 1 1,-3-1 0,1 0 0,-1 0 0,0 0-1,1 0-136,-8 0 0,0 0 1,0 0-1,0-1 1,10 1-1,-1-1 0,0 0 1,1 0-1,-1 1 143,1-1 0,-1 0 1,1-1-1,0 1 1,0 0-1,-9-1 1,0-1-1,1 1 0,-1-1 68,3 1 1,-1-1 0,1 1 0,1-1 0,1 0 0,0 1 0,1-1 0,1 0-58,3 1 0,0-1 1,1 0-1,0 1 0,-12-2 1,-1 1-1,1 0-29,6 0 1,0-1 0,2 2 0,4 1 0,2 0 0,1 1-65,-12-1 0,2 0 0,7 2 0,2 0 366,6 1 0,2 0 0,-21 1-1357,14 2 0,12-1 1340,10 4 0,10-2-1020,8 2 0,15 0 45,16 3 724,7 1 0,5-1 0,1 0 0</inkml:trace>
  <inkml:trace contextRef="#ctx0" brushRef="#br0" timeOffset="40">11471 16424 8193,'23'-4'-609,"-5"3"-76,1-2 0,-6-2 746,-6-1 0,0-3 697,-4 0 1,0-1 55,-3-3 0,0 3-305,0-2 1,-5 1-286,-4 2 0,-3 3 37,-6 0 0,-2 4-279,-5 2 1,-8 6-65,2 6 1,-5 4-25,5 5 1,1 3 3,5 4 0,6 5-90,7 4 1,6-2-42,3 2 0,7-7 76,5-2 0,9-6 37,6-6 1,3-7 77,1-6 0,0-6 128,0-3 1,-1-6-42,-2-4 0,-2-7 141,-5-5 0,0-3-177,-3-3 0,-1-1 10,-5 4 1,0 1 21,1 5 0,-2 7 6,-2 5 0,1 3 358,-3 1 1,0 3 197,-1 3 0,1 11-50,2 4 1,2 11-89,-1 8 1,1 6 107,1 10 0,0 2-497,1 1 0,-6-23 1,0 1 82,-1-1 1,0 2 0,1 0 0,1 2-56,-2 1 1,0 1-1,-1 0 1,0 0 18,0 1 0,-1 0 0,0-1 0,-1-1-115,1 1 1,-2 0 0,-2-1 0,-1 1 11,0-2 1,-2 0-1,-1-1 1,-2-1-38,0-1 0,-1 0 1,1-1-1,-1-1 19,-15 21 0,0-10-146,-3-9 1,3-11-31,0-5 0,4-12 72,-4-12 1,4-13 326,-1-15 1,16 14 0,1-2-424,1-7 0,2-2 0,3 0 0,2-2 299,2-6 0,2 0 0,2-1 1,2 0-353,4-4 0,1 0 1,2 3-1,1 0-68,2-1 0,2 0 0,-6 17 0,1 1 0,2 0-457,0 0 1,0 1-1,2 1 776,9-11 0,2 2 0,-9 9 0,1 1 0,-1 0 0,12-9 0,0 0 0</inkml:trace>
  <inkml:trace contextRef="#ctx0" brushRef="#br0" timeOffset="41">9646 14832 8193,'1'-9'-221,"2"0"0,-2-1-44,2 1 1023,-2 0 1,-1-1-156,0 1 1,0 3-62,0 0 0,0 2-85,0-2 1,-1 4-130,-2-1 1,1 2 396,-4 1-155,4-4-141,-6 3 1,3-2-144,-1 6 0,-1 2 0,4 4 1,-4 1-67,0-1 0,2 4-31,-1 3 0,0-2-160,-3 2 0,0 1 118,3 4 0,-2-1-263,2 2 0,-2-2 82,2 2 0,-2-2-47,2 1 0,2 0-21,0 1 1,0-2 99,1 1 1,0-1 31,3-1 0,0-1 14,0 1 0,0-4 129,0 1 0,0-2-71,0 2 1,0 0 61,0-3 0,3 2-83,0-2 1,1 2-21,0-2 1,-3 2-13,2-2 1,1-1-105,-1-3 0,0 4 16,-3-1 1,3 1 84,0-4 1,0 3-148,-3 1 0,1-1 65,2-3 0,-2 1-18,3-1 0,0 0 41,-1 1 0,3-1 47,-3 0 0,3 1 2,-3-1 0,4 0 13,-4 0 1,3 1 8,-3-1 1,3 0 13,-3 1 1,4-4 35,-4 0-33,4 0-120,-2 4 0,4-1 84,1 0 1,-4 0-93,0-3 1,-1 2 33,2-2 1,1 3-13,-2 0 1,2-3 97,2 0 0,-1-3 6,0 4 0,4-5-48,-1 1 1,4-1-4,-4 1 0,1-2 110,0 2 1,-2-2-91,5-1 1,-5 1-68,2 2 0,-3-2 24,-1 2 1,1-2-8,-1-1 1,0 4 38,0-1 0,1 0-10,-1-3 0,0 0-47,1 0 1,0 0 37,2 0 1,-1-1-21,1-2 0,-1 1 19,-2-5 1,1 1-103,3-3 1,-3 3 92,2-1 1,-1 2-46,-2-1 0,-3-2 17,0 2 0,0 0-7,0 0 1,2 3-5,-2-3 0,-1 0 17,2-4 0,-4 4 68,3 0 1,-3 0-63,3-4 0,-4 0 22,1-2 1,-1 1-42,-2-1 0,1-2-2,2 2 1,-2-1 15,2 0 0,-2 2-8,-1-5 1,1 4 4,2-4 0,-2 4 4,2-4 1,-2 4 33,-1-4 0,3 5-40,0-1 0,0-2 72,-3 2 1,0-4-17,0 4 1,0-4 12,0 4 0,0-2-15,0 2 0,-3 2 4,0-3 1,0 2-31,3-2 1,-3 3 15,0-2 0,0 0 62,3 0 0,-3 2-55,0-3 0,0 0-51,3 0 0,-2-2-25,-1 2 1,2-2-8,-2 2 0,2-3 44,1 0 1,-3 2 11,0-2 0,0 4-14,3-4 0,-1 2 2,-2-2 0,2 3 57,-2 4 1,-2-4-59,2 1 0,-3-1 46,3 4 0,-1-3-17,1-1 1,2 1 3,-2 3 1,2-4 7,1 1 0,0-1-3,0 4 1,0 0 31,0-1 0,0 0-42,0-2 0,1 1 119,2-1 1,-1 2-54,4 0 1,-3 1 6,3 0 1,0-2-33,0-1 1,1 1 5,-4-1 0,4 2-109,0 0 1,1-2 99,1 0 0,0-1-24,1 4 0,-1-4 4,0 1 1,1-3 77,-1 2 1,0 1-79,1 2 0,-1-2 100,0 0 0,1-1-112,-1 4 1,0 0 4,0-1 0,0 4-29,-3 0 1,2 0 57,-2-4 1,3 4-88,0 0 1,0 1 64,1-2 0,0-1 51,2 2 1,-1-1-63,1 1 0,0-3 88,0 3 1,-1-1-62,5 1 0,-4-3 11,4 3 1,-4 1-105,4-1 0,-4 3 93,4-4 0,-5 4-127,1-3 1,2 3 63,-2-3 0,1 3-52,-4-4 0,3 4 64,1-3 0,-1 3-14,-2-3 1,-1 1 29,0-2 1,1 0 4,-1 4 0,1-1 3,3 1 0,-3 2-22,2-2 1,0 2-25,0 1 0,0 0 34,3 0 1,0 0-139,0 0 1,3 0 121,-3 0 0,5 0-134,-2 0 0,3 1 72,-5 2 0,1-2 32,2 2 0,-1-2-9,1-1 1,-3 0-13,-1 0 1,-3 3-14,0 0 0,1 1 20,0-1 1,-1 3-64,-2 3 1,-1 0 112,0 1 1,0-1-1,1 0 0,-4 2-48,0 1 0,-3-2-3,4 3 1,-2-3 53,1-1 0,-1 2-47,-2 1 1,-2 0-53,2 3 1,-1-3 55,1 4 1,-1 0 116,1 2 0,-2 1-60,-1-1 1,0 1 115,0 0 0,0-4-72,0 1 0,0-4 19,0 4 1,0-2 6,0 2 1,0 0-52,0-3 1,-1 3 22,-2 0 1,0 0-14,-3 0 0,4 1 12,-1-1 0,-1-2-17,1 2 1,-3-4 6,3 4 0,-5-4 17,2 4 1,1-4-6,-1 4 1,3-2 110,-4 2 0,2 1-108,-1-1 1,-1 1 33,4 2 1,-5 0-28,2-1 1,-2 1-88,-1-1 1,-1 1 10,1 0 0,0-2-7,-1-1 0,2 1 69,2-1 1,-2 0-18,1 0 1,0 2 85,1-3 1,-2 3-88,1 0 0,2 4 36,-1 0 0,4 0-20,-1 0 0,-1-2 5,1 2 0,0-2 11,3 2 1,0-2 13,0 1 0,0-1-68,0-1 0,3-1-15,0 1 0,4-1-72,-1 1 1,1 0 106,0-1 1,1 1-177,-2 0 0,3 2 96,4 1 1,-3 0-97,3-4 0,-3 1 114,-1 0 0,2-5 2,1-1 0,-1-3 3,5-1 1,-4 1 25,4-1 1,-1-3-2,4 0 1,3-4-29,-1 1 0,7 2 161,-3-2 0,5 3-140,-2-3 1,-1 4 36,1-1 1,0 0-32,-3 0 1,-1 0-1,0 3 0,0 1 2,1-1 0,5 0-1,-2 1 1,5-4-32,-2 0 1,6-3-16,-3 3 0,5-3 26,-5 4 1,-2-2-1,-1 1 1,2 1 191,1-4 1,-1 5-127,1-2 0,-2-1-50,2 1 0,1-1 73,5 2 1,-5 0 107,3-4 0,-7 0-160,0-3 1,-2 0 36,-1 0 1,4 0-121,2 0 1,6 0 8,4 0 0,-3 0-138,-1 0 0,-2 0 51,-4 0 1,-2 0 76,-4 0 1,0 0-23,0 0 1,4 0-7,2 0 1,2 0 45,1 0 1,1 3-5,3 0 1,-6 0-125,2-3 1,-6 0 86,0 0 0,-1 0 77,1 0 1,-1 3-59,5 0 1,-4 4 92,3-4 1,-3 0-85,3-3 0,-4 0 6,1 0 0,-5-1-41,-1-2 0,-4-1 40,4-3 0,-3 0 106,3 4 1,0-3-104,2 3 0,2-1 120,2 1 0,-1 1-112,5-1 1,-5 2 40,1 1 1,-3-1-42,-4-2 1,0 2 6,-2-2 0,-2 2 222,1 1 1,3 0-201,1 0 1,2-1-43,1-2 1,-1 2 36,-3-2 0,3-1 18,-2 1 1,-2-4-76,-1 4 1,-4-4-124,-2 1 1,0-3 156,-3 0 1,-1 0-12,-2 0 0,2-1-89,0 1 0,1-5 73,-4-1 0,0 0-43,1 0 0,2-1 27,1-2 1,-1-2 70,-3-2 0,1 2-62,-1-5 1,0 1 45,1-1 1,-1-2-7,0 3 1,0 1 10,1 1 0,-2-1 34,-2 2 1,1-1-51,-3 3 0,-1 0 87,-3-3 1,0 2-79,0-2 0,0 0 148,0 0 0,0-3-102,0 3 0,-4 1 19,-3 2 0,1 2-31,-3 1 1,4-1 4,-8 5 0,5-3-8,-4 2 0,-2-2 16,2 2 0,-5-3 100,2 0 1,-3-1-100,-1-2 1,1 3 21,-1 1 0,1 0 1,-1 0 1,0-3 5,1 3 1,-5 0-22,-2 0 0,-2-1 2,-1-2 1,0 2 5,0 1 1,1 3-3,3 0 1,0-2 4,2 2 0,2 3-9,-1 2 1,1 2 128,1-1 0,1-1-24,-1 4 1,0-4-40,-3 4 0,-2 0-42,-4 3 1,0-3 16,0 0 1,3 0-25,1 3 1,-1-1 25,-3-2 1,3 2-80,0-2 1,4 2 57,0 1 0,-3-3-32,-1-1 1,-2 1 76,-1 3 1,0 0 0,0 0 0,-3 0-41,0 0 0,-3 0 12,3 0 1,3 0-99,3 0 0,2 0 85,-2 0 0,2 0-2,4 0 1,-2 0-6,-1 0 0,-1 0-55,1 0 0,0 0 111,-3 0 1,-2 0-5,2 0 0,1 0-20,0 0 1,3 0 22,-1 0 1,-1-1-88,2-2 0,-1 1 52,3-4 0,-3 0-135,-3-4 1,0 4 123,-3 0 0,1 0-76,-7-4 0,3 5-8,-3 2 0,4 2-173,-1 1 0,3-3 156,3 0 1,-1 0-21,4 3 0,0-3 173,0 0 1,2-2-90,-2 2 0,2 1 131,-2-4 0,2 3-85,-1-3 0,-2 4 100,1-1 0,-1-3-34,2 0 0,0 1-40,-4-1 1,3 3-38,-2-3 0,3-1-15,-1-2 1,-1-3-98,2-1 0,-4-3 69,3 0 0,-3 0-124,4 0 1,-4-2 72,3 3 1,-3 2 3,4 0 1,-2 3 70,1 0 1,2 1 104,-1 0 1,1 0-101,1-1 0,1 1 16,-1 0 0,4-1-3,-1 1 1,2-1-2,-2-3 0,0 3 37,3-3 1,-2 0-31,2 1 0,0-4 42,0 4 1,3-2-75,-2 2 1,-2-2-68,2-1 1,-1-2 68,4 5 0,0-4-2,-1 4 0,1-4 2,0 4 1,-2 0 5,-1 2 0,2 0 5,-3-3 0,2 3-9,-2-2 0,3 1-62,-2 2 1,-2 0 16,2-1 1,-5 1-5,2 0 0,1 0 130,2-1 1,-2 1-95,2 0 0,-4 2 34,4 1 0,-1 1-32,0-1 1,2-1 139,-5 3 1,4-2-39,-4 3 1,4 0-22,-4 3 1,1-3-38,-4 0 0,4-1 1,-1 1 0,1 2 61,-4-3 1,1 2-7,-1-1 1,-3 2-143,0-2 1,4 2 99,2 1 0,1 0-92,-4 0 1,1 3 74,-1 0 1,3 4-138,1-4 1,-4 4 119,-2-1 0,-4 2-9,3 2 1,0-2-5,4-2 0,-1 2-8,0-1 0,1 2-133,-1 3 1,2-1 88,1 1 1,-2-2 82,3 0 0,0 2-72,0 1 1,0-1-30,0-3 0,-2 2-34,5 1 1,-1-2-175,0 3 0,2-3 259,-5-1 1,4-2 21,-4-1 0,2 2 5,-2 1 0,0 3-55,3-6 0,0 2 170,0 2 0,3-1-145,-2 0 0,0 1-69,0-1 0,2 0-46,-3 1 1,3-1-144,0 0 0,1 0 159,0 1 1,0-1 46,-1 0 0,-2-2-100,-1-1 0,-2-1 94,2 1 1,0-1 48,1-2 0,0-1-56,-3 1 1,2 1 118,-2-1 1,0 4-122,0-1 1,0 3-11,3 0 1,2 0 82,-3 1 1,0 2 16,0 0 0,-2 5-289,2-2 1,0-1 80,0-2 0,2 2 294,-4-2 0,3 1-155,0-4 1,-2 0-96,2 0 1,-2 0 9,2-3 1,2 2-20,-3-2 1,3 3 126,1 0 1,-1 0 154,1 1 1,2-1 3,-3 0 1,6 1-111,-5-1 0,2 3-4,-3 1 1,4-1 17,0-3 0,1 4 13,-1-1 0,-2 2-30,5-2 0,-3-2-11,3 3 1,-1 0-112,1 0 1,2 3-192,-2 0 0,2 1-229,1 2 1,0 0 229,0-1 1,1 1-1359,2 0 1,-1-1 1366,4 1 0,4 4 1,5 0-1</inkml:trace>
  <inkml:trace contextRef="#ctx0" brushRef="#br0" timeOffset="42">15242 16732 7948,'4'-10'670,"1"1"1,3 0-250,-1-1 1,-2 1-1,-3 0 1163,1-1-903,0 1-387,-3 4 1,0 0 158,0 2-232,0 2 1,0-2 60,0 6 1,0 3-34,0 6 0,0 3 56,0 3 0,0 5-31,0 2 1,1 3 27,2 3 0,2 3-99,5 6 0,-1-1-163,0 1 0,1-2 162,-1 0 1,0-4 18,1 0 1,-1-5-156,0-1 1,-1-2 114,-1-8 0,-2-1-55,-2-8 0,-1-1 39,4-1 1,-4-5-166,1-9 1,3-4-84,0-11 1,2-3-88,1-6 1,1-5-390,-1-4 1,0-6 223,1 0 0,-1 1-774,0 2 0,4 3 480,-1 8 1,0 2-375,-2 6 1,-2 4-1927,-2 4 2929,3 9 0,-8-5 0,3 7 0</inkml:trace>
  <inkml:trace contextRef="#ctx0" brushRef="#br0" timeOffset="43">15614 16396 7948,'18'-6'919,"-3"0"0,-1 3-593,-5-3 0,0-1-128,1-2 0,-1 3 550,0 0 0,1 1-270,-1-2 0,0 0-2,1 4 0,-1-3-127,0 3 0,1 0 475,-1 3-526,4 0 1,-2 8 258,1 4 1,-5 6 0,0 4 0,-5 3 13,1 10 1,-2-4-93,-1 6 1,-1-9-125,-2 0 0,2-10 1044,-3 1-506,3-7-196,1-2 0,5-7-233,1-6 0,6-8-464,4-7 0,2-8-627,4-5 1,0-1-820,6 1 1,-1 5-1832,7-2 3277,0 2 0,3-1 0,0 4 0,1 8 0,-1 6 0</inkml:trace>
  <inkml:trace contextRef="#ctx0" brushRef="#br0" timeOffset="44">16322 16815 7948,'4'6'0,"0"2"1043,2-2-607,3-2 1,-7 3 779,4-3 209,0-1-683,3 1 1,-2-3-282,-1 2 1,-4-6-257,1-3 1,-2-4 29,-1-2 1,0 0-175,0-3 0,0-1-69,0-2 1,-4 0-70,-2 3 0,1-2 121,-2 5 1,1-1-249,-3 4 1,3 4-422,-1 2 1,1-1 279,-3 1 1,-1 0 100,-3 7 1,3 4 49,-3 4 1,3 5 326,1-2 0,-1 4 73,1 3 1,1-3 139,2 3 1,2 1 204,4-1 1,1 2-215,2-2 1,2 0-22,4-4 0,0 1 4,1 0 1,3-5-64,3-1 0,-3 0 18,0-1 0,-3 1-159,-1-4 1,0-3-42,-3 1 1,1-1-124,-4 3 1,0 0 42,-3 1 0,-1-1-148,-2 0 0,-2 1-351,-4-1 1,-4 0 271,1 1 1,-5-1-343,2 0 0,-3-3 217,-1 1 1,3-5-1097,-3 1 1,6-2 153,-6-1 1299,7-4 0,-6-1 0,4-5 0</inkml:trace>
  <inkml:trace contextRef="#ctx0" brushRef="#br0" timeOffset="45">16592 16834 7948,'15'-6'0,"1"0"0,-6 2 1984,0-2-742,-1 0 54,-4-3-211,0-1-461,-1 5 0,-4 2-178,0 6 1,-1 3-165,-2 7 1,1 2 92,-4 7 1,3 5-155,-3 4 1,4 4-10,-1-1 0,0-2 37,0 0 0,2-4-415,-2 0 0,2-5-163,1-4-391,0-1-692,0-7-152,0-2 0,0-10 1564,0-8 0,0-9 0,0-6 0</inkml:trace>
  <inkml:trace contextRef="#ctx0" brushRef="#br0" timeOffset="46">16694 16490 7948,'15'-28'0,"-2"5"0,-3 4 0,-1 5 1397,0 4 0,1 5-614,-1 2 0,-1 3-439,-2 3 1,-2 2-499,-4 5 1,0 3-537,0 3 1,-3 1 464,0 2 225,-4 4 0,2-4 0,-4 4 0</inkml:trace>
  <inkml:trace contextRef="#ctx0" brushRef="#br0" timeOffset="47">16862 16760 7948,'19'5'0,"-2"2"0,-1-4 0,0 3 1587,-3-3 0,-1 4-393,-3-4 1,0 4-125,-3-1 0,1 5-482,-4 2 1,0 7-177,-3-2 1,-1 8-366,-2 2 1,-1 0 69,-2 3 0,-2-3-124,1-3 0,2-3 75,-1-3 0,4-4-58,-1-3-450,-2-2-206,4-4 1,-4-6-66,5-7 0,4-6 277,-1-6 1,5-1-127,1-8 1,2 1 154,4-7 0,-2 4 194,2-1 0,-3 3-11,4 3 1,-4 6 136,4 7 0,-4 2 41,4 4 1,-4 3 336,4 6 0,-5 7 462,2 5 0,-6 7-387,-1 3 1,-4 5 258,1 1 1,-2 0-212,-1-3 0,0-1-524,0-3 0,-1-2 140,-2-6 1,1 0-1387,-4-3 0,3-5 175,-4-5 1179,5-2 0,-6-1 0,3 0 0</inkml:trace>
  <inkml:trace contextRef="#ctx0" brushRef="#br0" timeOffset="48">17458 16787 7948,'0'6'1673,"0"-2"-671,0-4-303,4-9 1,-2 3-287,4-6 0,-3 0-26,4 0 1,2-1-97,3-3 1,4 0-93,-4 3 1,8 1 21,-1 2 1,1 2-43,-1 2 0,-1 2 129,1 4 1,-1 5-88,-3 4 1,-1 5-71,-5 4 0,-4 6 70,-2 4 1,-3 7-199,-3 6 1,-2 3-9,-4 0 1,-1-3 58,1-1 1,0-6 14,-1-3 0,2-3 21,2-3 1,-1-3-31,4-7 1,-1-1 0,4-5 0,1-4-162,3-2 1,1-1 119,4-2 0,5-6-119,1-3 0,6-5 33,0-8 1,4-3-287,-3-6 0,2-2 133,-6-4 0,3-3-410,-5 3 1,-2-2 143,2 5 0,-4-2-46,4 2 0,-2 3 290,2 6 1,-3 7-10,-4 5 0,4 3 515,-1 1 1,-3 4-163,-2 1 111,-1-1 0,0 4-84,0-2 602,-4 6 0,2 3-247,-4 7 1,-1-2 36,-2 5 0,-2 3-104,-4 6 1,0 2-143,-1 1 1,1 1-250,0 2 0,-1-2 120,1 2 0,1-2-274,2-1 1,1-3 23,5 0 1,0-6 22,0 0 1,0 0-96,0-4 1,5 0-153,1 0 0,5-7-274,2 2 1,2-4 221,-3 0 0,6 1-78,1-4 1,-2-4 93,2-5 0,-1-5 166,-2-2 1,2-7-45,0-2 0,-3-4 138,-3-2 0,2-7-11,-2-2 1,-1-7 26,-4 1 1,0-1 249,-4-2 1,0 9-119,-3-4 0,-1 11-553,-2 5 1,-2 4 203,-5 8 0,0 2-734,-2 5 1,-4 3 78,-6 6 1,2 4 939,-5 8 0,2-2 0,-5 5 0,-2-1 0</inkml:trace>
  <inkml:trace contextRef="#ctx0" brushRef="#br0" timeOffset="49">18249 16834 7948,'27'0'0,"-2"0"0,-6-1 1638,-7-2 0,-3 1 0,-2-4 0,-3 2 0,-4-2 0,-4 0-117,-3-3 1,-6-1-601,-6 1 1,-9 3-1046,-9 0 0,-9 3-315,18-1 0,0 1 0,0 2 1,0 0-1201,-2 0 1,1-1 982,0 2 1,1-1-1,-20 1 1,3 0 0</inkml:trace>
  <inkml:trace contextRef="#ctx0" brushRef="#br0" timeOffset="50">18259 17318 7948,'16'0'0,"3"0"0,-2 3-250,-1 0 1,-4 4 168,4-4 0,-4 3 324,4-3 1,-5 1-22,2-1 1,0-2 274,-1 2 0,-2-2 50,-4-1 0,-3 0 217,3 0-22,-4 0-442,2 5 0,-9 0 84,-4 4 1,-5 1-38,-4 3 1,-6-2 80,-4 5 1,-5 0-225,-7 6 1,11-10 0,-1-1-394,-5 1 0,-2 1 0,-4 0 0,-1-1 350,-3-1 1,0 0 0,11-2 0,-1 0 0,-1 0-471,-2 0 0,-2 1 0,0-1 0,-3 1 0,0-1 0,-2 1 319,6-2 1,0 1-1,-1 0 1,-1-1 0,1 0-1,0-1 1,0-1 0,-1 1 31,-2 0 1,-1-1 0,-1 0 0,0 0-1,-2-1 1,0 0 0,-1-1 0,1-1-261,0 0 1,1-1-1,-1-1 1,1 0-1,-3 0 1,0-1-1,0 1 1,1-1 248,2-1 0,0 0 1,1-1-1,-1 0 1,0-1-1,0 0 1,1-1-1,0 0-39,3-1 0,0 0 0,0-1 0,0 0 0,-1 0 0,0-1 0,1-1 1,0 1-195,-9-1 1,1 0-1,2 0 1,1-1-1,1 1 1,1 0 194,4 1 1,1 1 0,0 0 0,3 0 0,1 1 0,-1 0-56,1 0 0,-1 1 0,2 0 0,-12-1 0,3 2 8,6 2 0,1 2 0,3 0 0,1 1 263,0-1 1,1 1 0,-20 5-330,12 0 0,14-2 368,10 1 1,11-3-941,8 3 0,16-1-118,15 2 1,9-2-2050,7-2 2859,-23-3 0,0 1 0,21 7 0,2-3 0</inkml:trace>
  <inkml:trace contextRef="#ctx0" brushRef="#br0" timeOffset="51">16909 18063 7948,'18'0'0,"-2"0"92,-1 0 0,-3 0-234,1 0 1608,-4-4-911,-4-1 0,3-6-97,-5-1 0,0 2-21,-3-3 1,0 0 36,0 0-532,-4-3 119,-1 5 1,-10-2 19,-3 4 0,-5 0-104,-5 3 0,-4 1-54,-2 2 86,2 2 1,-4-2-244,5 6 0,1 2 80,5 4 0,3 2-72,3 1 1,5 3 111,1 3 0,7 2 87,3 2 1,3-3-16,3 3 1,3-2 104,7-2 1,2 0-48,7-3 1,2-2 16,4-7 0,-4-2 146,1-4 1,0-1-38,3-2 1,-1-3 104,-2-7 1,1-1-100,-5-5 1,1 1 4,-3-1 1,-5 4-46,-1-1 0,-1 5-159,-3-2 0,2 3 17,-8 1 36,4 3 377,-6 2-337,7 4 0,-7 4 273,2 3 0,2 6-66,-2 6 0,1 4 70,-1 9 1,-2 0-6,2 2 1,-1 2 7,1-2 1,-2 2-151,2 2 1,-2-4-111,-1 0 0,-1 3-52,-2 3 0,1 5-33,-4-2 1,-1 0-217,-6 0 0,2 0 360,-5 0 1,0-6-180,-6-6 1,-1-6 111,-1-3 0,-3-8-34,2-4 0,1-6 97,-1-7 1,5-8 99,-2-7 1,7-10 259,6-9 0,5-10-491,4 19 1,3 0-1,3-2 1,1 0 67,3-3 0,2 1 0,3 1 0,1 1 51,2 0 0,1 1 0,3 1 0,1 0-152,1 1 1,2 1 0,-2 3 0,1 0-196,-2 2 1,1 1 0,-1 1-1,1 1-265,1 1 0,0 0 0,-1 2 0,0 2-586,0 2 1,1 0 0,22-4 1092,-4 2 0,-1 4 0,-7 3 0,-4 3 0,-4 2 0</inkml:trace>
  <inkml:trace contextRef="#ctx0" brushRef="#br0" timeOffset="52">14329 17411 7948,'19'-1'397,"0"-2"1,-5-2 592,-1-4 1,-3-1 123,-1 1 1,1 0-543,-1-1 1,-4 1 493,-2 0-619,-2-1 0,-6 5-122,-4 2 1,-5 2-223,-4 1 1,-5 4-150,-2 3 0,0-2-723,-3 1 1,-2-1 540,-7 1 0,-1 2-1411,-3-5 1,6 4-300,-2-1 1774,6 2 0,3 2 0,5-1 1</inkml:trace>
  <inkml:trace contextRef="#ctx0" brushRef="#br0" timeOffset="53">14329 17570 7948,'27'9'1638,"-2"0"0,-3-1-355,-7-1-607,-5-3 1,-7-1 506,-6 0 1,-5 1-538,-7-1 1,-3 1-681,-10 3 1,0-3 66,-9-4 0,-4 0-1126,-12 0 1,27-2 0,-1 0 273,-2-1 1,-1-1 596,2-1 0,-1-2 0,1 0 0,1 0 0,-1-3 0,0 1 1</inkml:trace>
  <inkml:trace contextRef="#ctx0" brushRef="#br0" timeOffset="54">13193 16862 7948,'0'-15'1154,"0"2"-1591,0 4-61,0 4 2485,0 0-740,0 5-778,-4 5 0,1 2-120,-6 8 0,2 10-78,-6 12 1,3 6-143,1 6 1,4-22 0,0-1-304,0 3 1,1 1 0,1 1 0,0 0 192,-1 3 0,2 1 1,0-1-1,2 1 68,-2 0 0,0 1 0,2 1 1,-1-1-142,1-2 0,0 0 0,0 2 1,-1-1 32,0 0 0,-1-1 0,2-1 0,-1 1-89,0-3 0,-1 0 0,1-3 0,1-1-37,0 19 1,0-4-693,0-8 0,0-7-1053,0-9 1892,0-3 0</inkml:trace>
  <inkml:trace contextRef="#ctx0" brushRef="#br0" timeOffset="55">12933 17253 7948,'14'-9'1083,"0"-1"-813,-5 1 1,0-1-209,1-3-68,-1-1 1,3-5 383,1 1 0,2-5 608,-2-2 1,4 2-622,2 2 0,1 1-144,4 1 1,5-2-169,6-1 1,-3 1 50,-1 6 1,-2 2-112,-1 7 1,-5 2 186,-1 4 1,-3 5 22,-4 4 1,-2 9-74,-7 7 1,-2 10 8,-4 5 0,-8 6-338,-5 3 1,2-23-1,-2 0 283,0 2 0,-1 0 1,-3 0-1,0-1-153,2-1 1,-1 1 0,-1-2 0,-1-1-125,1-2 0,0 0 1,-15 18-359,1-6 0,3-5 170,3-4 1,2-7 8,5 0 1,3-1 543,3 1 0,6 1-127,3 0 1,8-1 192,7 1 0,8-1-86,11 1 1,4-3 583,9-1 0,5-5-516,-18-5 1,0 0 0,-1-1 0,0 0-2,1-2 0,0-1 0,-1 2 1,-1 0-174,21 0 1,-2 4-216,-8-4 0,-4 0-1470,-8-3 1,-7 0-389,-3 0 2027,-5 0 0,-4 4 0,-5 1 0</inkml:trace>
  <inkml:trace contextRef="#ctx0" brushRef="#br0" timeOffset="56">19385 16117 7949,'13'-41'0,"-1"3"0,-1 7 0,-3 9-75,-2 3 0,-3 7-136,3-1 1,-3 3 1375,3 1-837,-3-1 0,2 4 608,-2 0-572,-2 4 0,3 2-95,-4 6 0,3 11-135,0 4 1,0 12 79,-3 11 1,0 5-488,0-17 1,0 2 0,-1 0-1,-1 1 372,1 5 0,-1 1 0,-1 2 0,0 1-503,1 5 1,1 1 0,-2 0-1,0 1 393,1-14 1,2 0-1,-2 1 1,0 1-1,0 0 1,-1 0-254,1 2 0,0 0 1,0 1-1,0 0 0,1-1 1,-1 1 217,0 0 1,0-1 0,0 0-1,1-1 1,0-2 0,0 1-103,-1 0 1,-1-1-1,1 0 1,1 0-1,-1-1 1,0 0-132,0-2 1,0 1 0,0-2-1,-2 16 1,1 0 181,1-5 0,1 0 0,-2-6 1,-1-1 130,3-3 0,-1-1 1,-1-2-1,-1 0-71,1 2 1,0 0 0,0-5 0,1 0 320,-1-2 0,-1-1 0,-2 19-350,-3-1 1,0-4 153,-1 3 1,-2-3-3,-1 0 1,1-5-16,3-1 0,-1-7 837,1 1 1,0-7-861,0-2 1,-4-5 678,1-5 1,-1-4-712,4-1 0,-3 0 644,-1-1 0,-2 0-638,2-3 0,-3 1 209,0 2 0,-1-2-191,-2 2 1,2-2 5,-1-1 1,0 0-19,-7 0 1,4 0 9,-4 0 1,1 0 54,-1 0 0,-2 0-43,2 0 0,3 0 40,0 0 1,-1 0-52,1 0 1,1 4 161,2 3 1,2 0-129,1-1 1,-5 2 8,3-1 0,-4 1-14,0 1 0,2-3-7,-5 1 0,-3-1 52,-3 3 0,-3 0 0,3 1 1,-4-4 151,4 0 0,-3-3-111,3 3 1,-5-4-401,-1 2 0,-5-3 204,-4-1 0,-1 0-222,1 0 1,-1 0 282,1 0 1,3 0-149,3 0 1,-4 0 77,-2 0 0,-1 0-15,-2 0 1,-1 3 37,3 0 1,0 3-6,7-3 0,-2 4 157,2 0 1,-4 0 11,-5-1 0,1 2-40,-2-1 1,6 1-39,0 1 0,5-3 12,-1 1 1,-4-2 56,-2 1 0,-4 2-73,24-5 0,-1 0 0,-23 3-108,3 0 1,1-3 70,-1 3 1,-1-4-99,-1 1 0,1-2 52,-1-1 0,-2-2 32,1-4 1,5 0 30,4-7 1,1 3 6,-3 1 0,-1-4 0,-6 1 1,3-2-19,0 2 0,4 2-28,-1-3 1,5 0 37,-1 0 1,-2-2-118,2 2 1,-4-2 18,0 3 0,0-1 20,0 4 0,3-1 33,3 1 1,1 0-167,0 0 1,-1 0 189,-3 3 1,2-2-30,-4 2 1,3-3 23,0 0 0,2 0-7,0-1 0,1-3 24,0-3 0,0 2-20,-1-2 1,-2 2-1,0-2 1,-4 0-5,4 3 1,1 2-1,5 5 0,-2-2 44,5 1 1,-7 3-42,1 1 1,-4 1 109,1-1 0,-1 2-99,-3-2 0,3 2 77,4 1 1,-1 4-2,1 2 1,-1 2 15,-2 2 0,-3 2-60,-3 1 0,2 2-15,1-3 1,1 5 40,2-1 0,-1-3-10,3-1 1,-2-1-56,-3-2 1,-4-3 51,0 0 1,2-3-105,-2 0 1,6-2 63,7-1 0,-2 0 4,1 0 0,-1 0-23,-1 0 1,-2 0-29,1 0 0,-1 0-3,5 0 0,-1 0 1,1 0 1,2 0-40,4 0 0,-1-3 66,-2-1 0,1-3-27,-4 1 1,-1 0-5,-2-3 1,3 1-4,0-4 0,5 0 29,1 0 0,1 1-27,5-5 1,1 4 234,2-4 0,0 2-249,1-2 0,-2 0 259,-2 3 1,3-3-251,-3 0 1,2-1 65,2-2 0,-1-4-20,0-2 1,5-3 5,2-3 1,2-3 3,4-6 1,2-2-263,4-5 1,0 0 402,0 1 0,1-1-95,2 1 0,1-1 108,2 1 0,2-1-54,-5 1 1,3 0-192,-3 3 0,3-2 38,-3 5 0,4-1-155,-4 4 1,3-4 87,-3-3 1,4-1 7,-1-2 0,3 1 55,0-1 0,0-1-34,1 1 0,0-5 154,2 6 0,-2-2-78,-1 5 1,0 1 237,-2 5 1,-2 3-65,1 0 1,-4 4-87,1-1 0,-2 5-261,-1 1 0,0 0-35,0-3 255,0 0-415,0 0 272,0 0 0,3-3 59,0 0-17,5 0 264,-7-1 1,7 3-126,-2-2-146,2-2 1,3 4 93,1-2 0,0 3 203,3 3 1,-2 3 110,6 3 1,-1 3-136,7 1 1,-1 5-31,4 0 1,5 2-58,5 5 0,0 0-286,5 3 0,-2 4 325,2 2 0,3 6-166,-20-6 1,0 0 0,2 0 0,1 0-118,4-1 1,0 0-1,-4-1 1,-1 0 144,0-1 1,0 0-1,0 1 1,-1-1 34,2-1 0,1 0 0,-1-1 1,1 1-26,3-2 0,-1 0 1,-1 0-1,-1 0 3,1 0 0,0 0 0,1-2 0,-2 1 8,0-1 0,-1 0 1,0-1-1,0-1-78,4 1 0,0 0 0,-2 0 0,0 1 23,0-1 0,0 0 1,-3 1-1,1 0-35,-3 0 0,0-2 1,1 2-1,0-1 40,2 0 0,1 0 1,-1-1-1,0 0-3,2 0 0,0 1 0,-3 1 0,-1-1-29,1 0 1,0 0 0,-1 0 0,0 1 37,0-1 0,1 0 0,0-1 1,0 0-29,0 3 0,0-1 1,2-1-1,-1 0 23,1 1 1,-1 1-1,-1-1 1,0 0 27,-2 0 1,1 1 0,26 0 4,-26-1 1,1 1-1,1 0 1,-1 1 80,2 0 1,-1 0 0,-2-1 0,0 1-78,1-2 0,0 0 0,22 1 35,-1-2 0,3 1 20,-26 1 1,1-1 0,-1 0-1,0 0-5,3-1 0,-2 0 0,19-5-141,0 1 1,1-1-113,-4-1 0,5-2 79,-5-1 0,9 2 88,-26 3 1,1 1-1,1 1 1,0 0-119,21-4 0,-2 0 129,-4 3 0,-2-1 56,2 4 1,2 0 12,4 3 1,-1 1-81,2 2 1,-6-1 136,0 4 1,-2-1-53,1 1 0,4 2-66,0-5 0,-1 3 55,4-3 1,-4 0-142,-2-3 0,1 0 181,-1 0 1,1 0-9,2 0 0,4 0-62,1 0 1,-1 3-2,-1 0 1,-4 0-38,-2-3 0,1 4 49,-1-1 1,5 4-83,-22-4 0,-1 0 0,1 0 0,-1-1 46,23 5 0,-21-5 0,0 2-10,22 5 1,-20-4 0,0-1 35,-1 1 0,1 0 0,1-1 0,1 1-4,1 0 0,-1-1 1,-1 1-1,0 1-82,0 0 1,0 0 0,0 1 0,0-1 159,2 2 0,0 0 0,1 1 1,0 0-99,0-1 1,0-1-1,-2 0 1,-1 1 34,1 0 0,-2-1 0,-1-1 1,-1-1-48,5 2 1,-1-1 0,1-1 0,1 0 56,0 0 1,0 0 0,-2-1 0,0 1-147,-2-1 1,-1 1 0,-2 0 0,0 0-38,-1-1 0,1 1 1,24 3-28,-24-5 1,-1 0 0,24 5-623,-7-5 189,-1 4 378,-9-6 0,-4 3-656,-5-4 0,-7 0 245,-1 0 1,-8 0-985,-2 0 1,-5 0-104,-1 0 1792,-8 0 0,-11-4 0,-5-1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3T23:56:30.146"/>
    </inkml:context>
    <inkml:brush xml:id="br0">
      <inkml:brushProperty name="width" value="0.09071" units="cm"/>
      <inkml:brushProperty name="height" value="0.09071" units="cm"/>
      <inkml:brushProperty name="color" value="#3165BB"/>
    </inkml:brush>
    <inkml:brush xml:id="br1">
      <inkml:brushProperty name="width" value="0.12095" units="cm"/>
      <inkml:brushProperty name="height" value="0.12095" units="cm"/>
      <inkml:brushProperty name="color" value="#3165BB"/>
    </inkml:brush>
  </inkml:definitions>
  <inkml:trace contextRef="#ctx0" brushRef="#br0">11685 7337 7899,'23'12'0,"-5"1"830,-7-1-445,-3 2 0,-8-3-214,0 5 1,-8-2 0,-10 3-203,-6-2 178,-9-4 0,-9 3-435,-5-5 0,20-3 0,-3 1 401,-1-1 1,-3 0-1009,-4 1 0,-1-2 999,-5 1 0,-1-2 0,-3-1 1,1 0 117,-2 0 0,-2 0-150,13-1 0,0 0 0,-2 0 0,-1 1 1,-2 0-1,0 0 2,-5-1 0,-1 0 0,0 0 0,-1 1 0,0 0 0,-1-1-243,11 0 1,-1 0-1,-1-1 1,1 0 0,-3 1-1,-1-1 1,1 0 0,-1 1 234,0-1 1,0 1 0,1-1 0,-2 1-1,-4-1 1,0 1 0,-1-1 0,0 1-197,0 0 0,-1 1 1,0-1-1,-1 0 0,7 0 1,-1-1-1,0 0 0,0 0 1,-1 0 176,0 1 0,-1-1 0,0 0 0,-1 1 0,1-1 0,0 0 0,-1 0 0,1 0 0,-1 0 0,0 0-86,-2 0 1,-1 0 0,0 0 0,0 1 0,0-1 0,8 0-1,0 1 1,0-1 0,-1 0 0,0 0 0,0 0 57,-4 0 1,0 0 0,-1-1 0,0 0 0,0 1 0,0-1 0,-1 1 0,1 0-1,-1 1 1,1-1 0,-1 0 0,0 0-28,0-1 1,0 1 0,0-1 0,0 1-1,0-1 1,-1 1 0,6-1 0,0 1 0,0 0-1,0 0 1,-1 0 0,1 0 0,-1 0-22,-2 0 0,1-1 0,-1 0 0,-1 1 0,1-1 0,0 1 0,-1-1 0,0 1 0,0-1 0,-1 1 0,0-1 0,1 1 0,-1 0 0,0-1-25,0 1 0,-1-1 0,0 0 0,1 1 0,-1-1 0,0 1 0,0-1 0,6 1 0,0-1 0,0 1 1,0-1-1,0 1 0,0 0 0,-1 0 0,1-1-45,0 1 1,-1 0 0,0 0-1,1 1 1,-1-1 0,0 0 0,0 0-1,0 1 1,0-1 0,-1 1 0,1 0-1,-1-1 1,0 1 0,0 0-1,0 0 1,0 0-39,0 0 1,-1 1 0,1-1 0,-1 0 0,1 1 0,-1-1 0,0 0-1,0 1 1,0-1 0,0 1 0,-1-1 0,1 0 0,-1 1 0,1-1-1,-1 1 1,1 0 56,-1-1 1,0 1-1,0 0 1,1 0-1,-1 1 1,0-1 0,0 0-1,0 0 1,0 1-1,-1-1 1,1 0 0,-1 1-1,0-1 1,1 1-1,-1 0 1,0-1-19,0 1 0,1 0 0,-1 0 1,0 0-1,0 0 0,0 0 0,0-1 1,-1 1-1,1 0 0,-1 0 0,1 0 1,-1 0-1,0 0 0,1 0 0,-1 0 1,0-1 97,7 1 0,-1-1 0,0 0 0,0 0 0,0 0 0,0 0 0,0 0 0,0 0 0,0 0 0,0 1 0,0-1 0,-1 1 0,1 0 0,0-1 0,-1 1 0</inkml:trace>
  <inkml:trace contextRef="#ctx0" brushRef="#br0" timeOffset="1">2235 7849 8345,'0'9'1186,"-5"1"-304,4-1-671,-3 0 180,0-4 50,3 0-231,-3-5 1,4-1 154,0-3 0,5-5-97,4-6 1,5-12-27,5-7 1,6-12-117,-11 19 1,0-2 0,7-1 0,1-1-446,0-3 0,2 0 0,7-2 1,2 1 295,2-4 1,2 0-1,-10 10 1,1 0-1,1 0-520,-1-2 0,1 0 0,1 0 0,4-4 0,2 0 0,1 0 167,-8 8 1,0 0 0,1 0-1,0 0 1,2-1 0,0 0-1,0 1 1,1-1 375,2-1 0,0 1 0,0-1 0,0 0 0,0 1 0,0 0 0,1 0 0</inkml:trace>
  <inkml:trace contextRef="#ctx0" brushRef="#br0" timeOffset="2">3408 6443 8510,'9'4'0,"0"-3"358,1 2 1,-1-2 668,0-1 698,-4 0-715,4 0-366,-8 0-474,-9 0-119,-4 0 0,-19 6 54,0 3 1,-8 1-251,-5 6 1,3-1-318,1 4 1,2 0-347,4-1 0,-1 0-572,4-3 1,-3-1 1379,3-5 0,0 4 0,3 2 0</inkml:trace>
  <inkml:trace contextRef="#ctx0" brushRef="#br0" timeOffset="3">3268 6555 8301,'9'-4'0,"0"2"279,-3-5 1,1 4 139,-4-3 0,1 4 219,-1-1 1,0 1-181,3-1 1,-3 2 135,3-2 1,-4 7-252,1 5 1,1 1-80,-1 6 0,4 3-220,-4 2 1,0 5 65,-3-1 1,3 1-385,0-1 0,0 1-99,-3-5 1,0 1-498,0-3 0,0-4 229,0 1 0,-1-5-401,-2 1 0,1-1-796,-4-2 1838,0 0 0,-4 1 0,1-1 0</inkml:trace>
  <inkml:trace contextRef="#ctx0" brushRef="#br0" timeOffset="4">3296 6881 8301,'0'-6'641,"0"-1"1,0 1-165,0-3 1,-1-5 182,-2-1 1,-6 0-245,-7 0 1,-3 0-161,-2 0 1,-3-3-489,-4 3 0,-4-3 232,-2 0 0,-7 3 0,-1 2 0</inkml:trace>
  <inkml:trace contextRef="#ctx0" brushRef="#br0" timeOffset="5">2635 7365 8425,'0'-6'165,"0"-1"498,0 5 96,0-2-506,0 0 243,0 3-57,0-7-51,0 7-16,0-3-19,0 0-433,0 2 17,0-6 157,0 7 0,1-6 194,2 4 0,2 0-165,5 3 1,0 0 289,2 0 1,4 4-50,6 2 0,-2 6-111,5 4 1,2 8 3,1 1 0,4 8 9,-7-2 0,-3 1-397,-7 2 0,-5 0 144,0 3 0,-5-3-1025,-5 1 0,-5-2 524,-5 1 1,-6-6 487,-6-6 0,-4-3 0,2 0 0</inkml:trace>
  <inkml:trace contextRef="#ctx0" brushRef="#br0" timeOffset="6">3110 7337 8369,'4'5'1568,"-3"-1"-609,3-4-476,0 0 1,-3-1-396,2-2 0,2 1 50,-2-4 1,3 3-297,-3-3 0,4 2-5,-1-2 0,4 4-20,2-1 1,-2 2 260,3 1 1,-3 4-11,0 2 1,1 4-53,-2 2 1,2-1 26,-8 5 0,0 0 152,-3 2 0,0 1-71,0-1 1,-1-3 141,-2-3 0,-3 2-148,-3-2 1,-1 0-31,-3-6 0,3 1-37,-2-4 1,1 0-318,2-3 218,0-4 0,2-1-228,1-4 1,4 2 99,-1 1 0,7 3 131,6-3 0,0 4-145,5-1 0,4 2 91,3 1 1,1 1 40,-2 2 0,-1 2 53,2 4 1,-7 2 173,-2 1 0,-4 2-107,-3 5 0,-2 0 184,-4-1 1,-1 0-247,-2-3 0,-2 3 40,-4-2 1,-1-3-218,1-1 0,-3-1-192,-1-2 0,0-4-399,0-2 1,0-3 309,-3-3 458,3-2 0,4-4 0,-1-1 0</inkml:trace>
  <inkml:trace contextRef="#ctx0" brushRef="#br0" timeOffset="7">3473 7458 8369,'13'-4'0,"3"-2"0,-2-2 189,2 2 0,-4-2 21,4 2 1,-6 1 684,0-2-577,-1 5 1,-7-2-102,4 4 22,-4 0 0,-2 4-140,-6 2 1,1 3 51,-1 0 1,-1 1 9,-2 3 1,0-2-111,-1 5 1,2-4 103,2 4 1,1-2-127,2 2 1,2 1-20,-2-1 1,3 1-112,3 2 0,2-5 181,4-1 1,5-4-35,1-3 1,3 2 43,0-5 0,1 0 14,0-3 1,0-4-25,3-3 0,-6-1-13,3-1 1,-3-4-154,-1 1 1,-1-1 55,-5 0 1,-4 2-476,-2-5 0,-2 5-7,-1-1 0,-2-2-322,-4 2 0,-1-1 75,-9 4 0,1 0-98,-4-1 857,0 1 0,-3 0 0,-2-1 0</inkml:trace>
  <inkml:trace contextRef="#ctx0" brushRef="#br0" timeOffset="8">3845 7272 8331,'10'0'0,"-1"0"-15,0 0 16,-4 0 1,0 1 246,-5 2 0,0-1-31,0 4 1,0 0-71,0 4 1,-3-1-13,-1 0 1,-3 1-109,1-1 1,2 3 191,1 1 1,2-1 81,1-2 0,0-1 129,0 0 0,4-4-144,2-2 1,3 2 35,4-2 1,-2-1-76,5-5 1,-5 1 43,1-5 0,2 1-91,-2-3 0,0-4-147,-6 1 1,1 3-161,-4 2 1,0 1-535,-3-3 0,-7 4 401,-2 2 240,-7-2 0,2 3 0,-5-2 0</inkml:trace>
  <inkml:trace contextRef="#ctx0" brushRef="#br0" timeOffset="9">2737 5894 8171,'0'-6'0,"0"-1"0,3 4-353,1-3 286,-1 4 1,-3-3 262,0 2 0,0 1 644,0-5-437,4 5 166,-3-6 61,3 7-112,-4-7 0,0 7 1110,0-3-1354,0 12 0,0-2-241,0 6 0,0 2 141,0-2 0,0 4-176,0-4 1,0 4-96,0-4 0,3 2-36,0-2 1,1-2 61,-1 3 0,-2-3-73,3-1 0,0 1-150,-1-1 239,0 0-131,1-3 161,-3-2 0,4-4-150,-2 0 0,-1-5 138,5-5 0,-4-1-6,3-8 0,0 2-79,3-8 1,4 2-4,-1-5 0,2 2-273,-2-5 1,-1 6 101,1 4 1,-2 2-497,0 4 0,-2 1-2,-2 5 794,2 4 0,-2-4 0,3 4 0</inkml:trace>
  <inkml:trace contextRef="#ctx0" brushRef="#br0" timeOffset="10">3007 6024 8407,'7'0'0,"-1"0"162,-4-4 80,6 3 0,-6-3 754,4 4-251,-3 0-420,1 0 0,-4 4 197,0 2-261,0 2 0,0 5 1,0-1 0,0 1 5,0-4 0,0 1-190,0 3 0,0-3 60,0 3 1,0-3-308,0-1-40,0 0 90,0 1 1,4-5-111,2-2 1,2-2-347,2-1 0,-1-8-2051,0-5 2627,1-3 0,3-11 0,1-2 0</inkml:trace>
  <inkml:trace contextRef="#ctx0" brushRef="#br0" timeOffset="11">3091 5819 8313,'4'18'0,"3"-3"0,-3-1-576,-1-5 576,-2 0 0,-5 5 0,-1 0 0</inkml:trace>
  <inkml:trace contextRef="#ctx0" brushRef="#br0" timeOffset="12">3436 6769 7802,'14'0'317,"-1"0"1,-3 0-240,-1 0-220,1 0 1,-4 0-318,0 0 1,-3 0-431,3 0 442,-4 0 447,7-4 0,-7 3 0,4-2 0,-4-2 0,2-1 0</inkml:trace>
  <inkml:trace contextRef="#ctx0" brushRef="#br0" timeOffset="13">3650 6611 7788,'17'-4'232,"-1"-3"0,2-1 379,-3-1 1,-1-2-33,-2-1-1955,-2 2 888,0-8 1,-5 7 15,-2-5-314,-2 1 328,-1-4 458,0 0 0,0-3 0,0-2 0</inkml:trace>
  <inkml:trace contextRef="#ctx0" brushRef="#br0" timeOffset="14">3920 6182 7788,'20'-5'0,"1"2"0,3 2 407,4 1-216,-4 0 0,-1 0-448,-5 0 1,1 0-159,-1 0-28,-3 0 0,-2-4 443,-3-2 0,-1-7 0,0-1 0</inkml:trace>
  <inkml:trace contextRef="#ctx0" brushRef="#br0" timeOffset="15">4441 5894 7735,'41'-6'439,"-1"-1"-289,-4 5 0,-4-3-171,-4 2 0,-4-1-279,-2-2 0,-4-3-295,-2 3 1,-3-3 100,-3-4 494,-1-5 0,4-6 0,2-4 0</inkml:trace>
  <inkml:trace contextRef="#ctx0" brushRef="#br0" timeOffset="16">5056 5596 7735,'25'-3'0,"-1"0"0,0-5-124,1 2 1,1-2-273,-4-1 0,-1 0 144,-2 3 0,-1-3-52,-3-1 304,3 1 0,-8-8 0,3 2 0</inkml:trace>
  <inkml:trace contextRef="#ctx0" brushRef="#br0" timeOffset="17">5633 5195 7750,'36'0'0,"-2"0"0,-2 0 166,-4 0 0,-2 0 36,-4 0 0,-1 0-202,-9 0 0,5-4 0,-3-1 0</inkml:trace>
  <inkml:trace contextRef="#ctx0" brushRef="#br0" timeOffset="18">6285 4944 7794,'37'0'0,"0"0"0,-3-1 25,1-2 1,-6 2-198,-2-2 1,0 2-216,-5 1 0,0-3 387,-4 0 0,5-9 0,1 2 0</inkml:trace>
  <inkml:trace contextRef="#ctx0" brushRef="#br0" timeOffset="19">7058 4804 7801,'33'0'550,"2"0"158,-4 0 0,0 0-798,-3 0 1,-3 0-110,0 0 0,-6 0-1277,0 0 1476,-1 0 0,5-8 0,6-2 0</inkml:trace>
  <inkml:trace contextRef="#ctx0" brushRef="#br0" timeOffset="20">7877 4795 7781,'36'9'0,"-2"1"0,2-5 360,-5-2-251,0-2 0,-5 2-640,-1 0 1,-2 0-106,-4-3 636,-1 0 0,1-4 0,0-1 0</inkml:trace>
  <inkml:trace contextRef="#ctx0" brushRef="#br0" timeOffset="21">8566 4851 7737,'32'9'0,"2"1"918,-2-1-641,0 0 0,-7 1-550,0-1 67,-4 0 0,4 0 23,-7 1 1,3-1-329,-6 0 511,3-3 0,1 2 0,-1-3 0</inkml:trace>
  <inkml:trace contextRef="#ctx0" brushRef="#br0" timeOffset="22">9320 5056 7732,'49'17'0,"-3"-1"0,-5 0 0,-10-3-255,-2 3 700,-1-5 1,-5 5-1080,-1-3 286,-2 3 348,3-5 0,-4 6 0,4-2 0</inkml:trace>
  <inkml:trace contextRef="#ctx0" brushRef="#br0" timeOffset="23">10233 5438 7766,'28'10'0,"-1"2"0,0-1-77,-2 1 0,-2-2-208,-4 0 0,-2-1-328,-1 0 613,-3-3 0,1 2 0,0-3 0</inkml:trace>
  <inkml:trace contextRef="#ctx0" brushRef="#br0" timeOffset="24">10884 5838 7734,'40'19'0,"-3"-1"0,1 1-239,-7-1 1,-4-2 67,-5-1 1,-4 0-400,-2 0 570,2 3 0,0-8 0,6 4 0</inkml:trace>
  <inkml:trace contextRef="#ctx0" brushRef="#br0" timeOffset="25">11815 6443 7731,'22'18'-799,"0"-3"799,0 3 0,0-4 0,2 5 0</inkml:trace>
  <inkml:trace contextRef="#ctx0" brushRef="#br0" timeOffset="26">12281 6806 7731,'19'19'-5,"-1"-1"1,0 1-82,-3 0 0,2-1-341,-5 1 1,0-1 426,-6-3 0,2 3 0,-3-4 0</inkml:trace>
  <inkml:trace contextRef="#ctx0" brushRef="#br0" timeOffset="27">12663 7309 7772,'24'16'0,"-3"-1"0,-2-5-1369,-4 0 1369,-1-1 0,-5-4 0,0 5 0</inkml:trace>
  <inkml:trace contextRef="#ctx0" brushRef="#br0" timeOffset="28">12840 7365 7741,'46'24'905,"-9"-6"905,-6-5-1810,-14-3 0,-9-1 0,-8 1 0</inkml:trace>
  <inkml:trace contextRef="#ctx0" brushRef="#br0" timeOffset="29">2104 7858 8325,'5'1'-1235,"-1"2"741,-3-1 247,-1 2 247,0 0-19,0-3 303,0 3-271,0 0 139,0-3 419,0 3-323,4-4 127,-3 0 1144,3 0-1401,-4-4 0,0-1 19,0-4 0,0-5-72,0-1 0,-3-12 91,0-7 0,-4-10-157,6 17 1,-1-2-1,-1 0 1,0-2-362,2-5 1,-1-2-1,-1-3 1,-1-2 324,1-6 1,0-1 0,-1 1 0,-1-2-69,2 14 1,0-2-1,0 1 1,1 0 0,0 1-1,1-1 105,0-3 0,0-1 0,0 1 0,-1 0 0,1 0 0,0 0 0,-1-1 0,1 1 0</inkml:trace>
  <inkml:trace contextRef="#ctx0" brushRef="#br0" timeOffset="30">2095 6443 8545,'0'-9'-412,"4"-1"1125,-3 5-323,3 1 0,-5 4-15,-2 0 1,1 1-73,-4 2 1,-1 7-145,-6 5 87,-1 3 0,-2 1-106,1 3 0,-1 5-213,-2 4 1,-1 0-137,0-3 0,2-1 146,1-2 1,0-4-528,3-5 1,4 1 239,3-5 0,3-3-724,-4-3 1074,5-3 0,-2 1 0</inkml:trace>
  <inkml:trace contextRef="#ctx0" brushRef="#br0" timeOffset="31">1965 6518 8411,'9'-9'2,"0"3"1,-3-1 151,1 4-4,-5-4 1152,2 5-745,-4-6 1,1 7 24,2-2-381,-2 6 0,3 2-11,-4 5 1,4 0-141,2 2 0,0 3-84,0 4 0,-1-1 208,1 1 1,3-4-749,-3 1 1,-2-2 292,-1 2 1,-2 0-1766,-1-3 2046,0-1 0,0 2 0,0 0 0</inkml:trace>
  <inkml:trace contextRef="#ctx0" brushRef="#br0" timeOffset="32">2048 6713 8411,'0'-5'1089,"5"1"123,-4 4 0,2 0-599,-6 0 1,-7 0-90,-5 0 0,-3 0-467,0 0 1,-4 0-346,0 0 1,-5 3-1007,-1 0 1,-7 0 317,-5-3 711,-5 0 1,11 0 0,-2 0-1</inkml:trace>
  <inkml:trace contextRef="#ctx0" brushRef="#br1" timeOffset="33">1406 5754 9311,'0'-6'62,"0"0"0,0 3 225,0-4 556,0 5-468,0-6 0,0 6 372,0-4-103,0 4-28,0-7 330,0 4-493,0-4 48,0 0 15,0-1-342,0 5 0,0 0-151,0 2 1,1 2 24,2-2-395,-2 2 18,7 1 0,-7 1 241,3 2 1,-2-2-65,1 2 0,-2 2 194,2 1 1,-1 3-172,1 0 0,-1 0 90,4 1 0,-3 0 166,4 2 0,-4 0 18,3 3 1,-3 2 97,3 4 0,0-1-138,4 2 0,-1 1-13,0-2 1,2 4-201,1-3 0,-2 0-37,3-4 1,-3 3-67,0-2 1,-1 0-192,0-6-11,0 3 214,1-5 0,-4-2-140,0-6 219,-4-2 0,2-9 1,-4-5 0,4-4 127,-1-5 1,0-2 24,-3-4 0,0-4-33,0-2 0,0-2-57,0-1 0,0-1-171,0 1 0,0 5-192,0 4 1,0 4-480,0 6 0,0 3 239,0 3 660,0 6 0,0-3 0,0 4 0</inkml:trace>
  <inkml:trace contextRef="#ctx0" brushRef="#br1" timeOffset="34">1797 5912 8822,'8'-1'-704,"-2"-2"2286,-1 2-943,-1-3-543,-3 4-140,3 0 320,-4 4 1,0-2 92,0 4 0,0 1-8,0 2 1,0 1 22,0 3 1,1-3 15,2 3 1,-2-3-204,2-1 1,1 0-10,-1 1 0,2-4-135,-2 0 0,-1-4-212,4 1 0,-3-2-705,3-1 512,0 0 1,1-4 73,-1-2 0,-3-3 35,3-4 1,-4 2 88,1-5 1,-2 4 201,-1-3 0,0 2-103,0-2 1,0 3 367,0 0 1,4 1-19,-1 2 0,0 3 630,-3 0-176,0 4-435,4-2 0,-3 5-157,2 2 1,1 2 67,-1 4 1,0 1-145,-3 3 1,3 0 142,1 3 0,2 1-208,-3-1 0,0 2 27,-3 0 1,0 0-191,0-3 1,0 2 148,0-5 1,0 1-232,0-4 1,0 3-397,0 1 1,-1-1 199,-2-2 1,1-1-223,-4 0 0,2-3-408,-2 1 989,4-5 1,-6 6 0,3-3-1</inkml:trace>
  <inkml:trace contextRef="#ctx0" brushRef="#br0" timeOffset="35">2030 5903 8400,'9'-5'-397,"0"1"1,-2 5 656,-1 2 1,-4-1 568,1 4 1,-2 0-451,-1 4 1,0 0-97,0 2 0,0 0-263,0 3 1,0-2 165,0 2 1,1-2-140,2 2 0,-1-3 105,4 0 0,0-2 17,0 0 1,2-2-264,-2-2-202,3 2 0,0-7-1579,0 3 1053,0-3 822,1-6 0,-1-4 0,0-5 0</inkml:trace>
  <inkml:trace contextRef="#ctx0" brushRef="#br1" timeOffset="36">2095 5661 9519,'14'0'-33,"-1"1"-96,-7 2 1,-3-1 234,-6 4 1,-2 1 0,-4 2-1</inkml:trace>
  <inkml:trace contextRef="#ctx0" brushRef="#br0" timeOffset="37">3222 8249 8373,'9'0'0,"0"0"0,0 0-226,1 0 244,-1 0 0,-1 1 498,-1 3-190,1-3 1,-3 6-31,4-4 1,-2 4-1,-1-1 0,-4 0 145,1 0 119,-2 0-460,-1 3 0,-5 0 95,-5-3 1,-3 1-155,-6-4 1,-3 1 38,-3-1 0,-3-2 29,-3 2 0,-7-1-70,-9-2 0,20 0 0,-1 0-336,-2 0 1,-2 0 0,-2-1 0,0 0 186,-2 0 0,0-1 0,-1 2 1,-1-1 55,-2 0 0,-1-1 0,2 0 0,-1 0-261,-2 0 0,0 1 0,4-1 0,1 1 125,4 1 1,1 0 0,0 0 0,0 0-324,2 0 1,1 0 0,-22 0-293,8 0 0,5 1 805,3 2 0,8 1 0,5 2 0,2-1 0</inkml:trace>
  <inkml:trace contextRef="#ctx0" brushRef="#br1" timeOffset="38">3380 8305 9008,'6'0'-105,"0"0"0,-3 0 169,4 0 212,-1 0 1,0 0 186,0 0 1,-3 0 47,3 0-289,-3 0 216,5 0-230,-3 0 29,4 0 1,1 0-24,-1 0 0,0 0-172,1 0 1,-4 0-57,0 0 1,0 3 180,4 0 0,-1 5-56,0-2 1,-3-1-16,1 1 1,-4-1-91,3 2 1,-4 1 158,1-2 0,-2-1-45,-1 2 0,0-4-238,0 3 1,-4-3 83,-2 3 1,-3-1-143,0 2 0,-1 1 31,-3-2 1,-1 1-441,-5-1 1,-4 2 146,-1-5 1,-2 3-761,1-3 1,2 0 1139,5-3 1,-1 0 0,0 0-1</inkml:trace>
  <inkml:trace contextRef="#ctx0" brushRef="#br1" timeOffset="39">3333 8277 8876,'13'-6'297,"-1"0"0,1 1 509,-4-1 0,-3 0 489,0 3-598,-4 2 1,2 1-421,-4 6 1,0 4 16,0 2 1,0 4-949,0 5 1,-3-1 430,0 2 253,-4-3 1,2 4 0,-4 1-1</inkml:trace>
  <inkml:trace contextRef="#ctx0" brushRef="#br1" timeOffset="40">2244 8771 8781,'6'0'-98,"0"0"-170,1 0 628,2 4 1,0 1 449,0 4 0,-3 1 62,-3-1-921,2 0 95,0 5 0,0 0-114,-2 5 61,3 0 1,-1 2 194,4 1 1,0 3-23,1-3 1,-1 2-103,0-2 1,1 3-27,-1-3 1,0-1-149,1-2 0,-1-1 180,0-3 0,0 2-111,1-5 0,-4-4 113,0-5 0,-3-2-83,3-1 1,-2-2 1,2-4 1,0-4-1,3-9 1,1-8-107,-1-4 0,0-5 95,1-4 1,2-3-464,0-3 0,2 3 317,-2 3 0,0 6-762,3 3 1,-3 6 377,0 3 1,-2 7 549,0 2 0,1 4 0,-2 3 0,-1 2 0</inkml:trace>
  <inkml:trace contextRef="#ctx0" brushRef="#br0" timeOffset="41">2830 9143 8354,'15'-3'0,"-3"0"1391,-1-4-880,-2 6 0,-3-4 652,0 1-899,-3 3 1,0-3-63,-6 4 0,-2 4-7,-1 3 1,-2-2-142,2 1 0,-3 1-86,0 6 0,3-3 148,0 2 0,-1 0-426,-2 0 0,1-1 132,2 1 0,-3 1-472,3 0 1,-1-1 8,1-2 1,-1-1-263,3 0 0,-2-3 220,3 1 683,0-5 0,-1 6 0,-1-3 0</inkml:trace>
  <inkml:trace contextRef="#ctx0" brushRef="#br0" timeOffset="42">2691 9190 8354,'0'-10'0,"1"1"370,2 0 1,-2 3 302,2-1-150,-2 5 0,-1-3 78,0 2-305,0 2 107,0-3-219,4 8 1,-2 0-146,5 2 0,-1 3 136,3-3 1,1 2-133,3 1 1,-2 1-19,5-1 1,-5 0-402,2 1 0,0 0-161,-1 3 1,-2-3-435,-4 2 1,-1-4 970,1-2 0,3 0 0,-4 3 0</inkml:trace>
  <inkml:trace contextRef="#ctx0" brushRef="#br0" timeOffset="43">3045 9190 8452,'9'-4'-444,"-3"2"370,0-5 0,-3 5 981,4-1 0,-5 1 262,1-1-832,-2 2 0,-1-2-162,0 6 1,0 2-152,0 4 1,0 1 147,0-1 0,0 5-131,0 1 1,1 0-4,2 0 1,-2 0 121,2 0 0,1 2-179,-1-5 0,2 0 71,-2-2 0,-1-2-74,4-2 1,-3 2-42,3-5-215,0 0 1,4-3-85,-1 0 0,-3 0-373,0 0 1,0-2-1222,0-5 1956,2-3 0,1-13 0,6 0 0</inkml:trace>
  <inkml:trace contextRef="#ctx0" brushRef="#br0" timeOffset="44">3184 8957 8405,'9'1'-98,"-3"2"98,-2 2 0,-4 5 0,-4 3 0,-1 2 0</inkml:trace>
  <inkml:trace contextRef="#ctx0" brushRef="#br0" timeOffset="45">12449 7514 8040,'3'1'1464,"-6"2"0,-8 2-345,-10 4-760,-3 1 1,-11-1 269,-3 0-3906,-9 1 3354,17-7 0,0-1 1,-4 0-1,-1 0-32,-5-1 0,0-2 1,2-1-1,-1-1-194,-2-1 1,-2-1-1,1-3 1,0-1 239,-8-1 1,0-2-92,3-1 0,-1 0 0,-1 2 0,1 0 0,1-2 0,1 1 0</inkml:trace>
  <inkml:trace contextRef="#ctx0" brushRef="#br0" timeOffset="46">12793 7486 8015,'15'0'975,"-3"0"-261,-2 4 0,-6 1 90,-4 5-491,-8-1 0,-7-1 38,-7-2 1,-4 2-10,-8-5 102,-4 4-620,11-6 1,-1-1-1,-4 1 1,0-1 346,-5-1 0,-1-1-1258,0-2 1,0 1 1118,1 0 0,-1 0 0,-4-2 1,-2-2-954,-1 1 0,0 0 646,0-1 0,0 1 1,5 2-1,0 0 275,2 1 0,1 0 0,2-1 0,1 1 0,-2 1 0,0 0 0,1 1 0,-1-1 0</inkml:trace>
  <inkml:trace contextRef="#ctx0" brushRef="#br0" timeOffset="47">12923 7495 8123,'14'-9'0,"-3"1"1172,5 1 1,-5 5-43,2 9 482,-7 3-1004,2 21 1,-6 13-567,1-12 0,0 2 0,0 5 0,1 3 166,0 6 0,1 1 0,-2-14 0,1 2 0,-1-1-755,1 2 1,1 1 0,-1-1 0,-2 0 0,0-1 0,0 1 331,0-2 1,0 1-1,0-2 215,-1 15 0,0-1 0,1-3 0,0 0 0,1-2 0,-1 1 0</inkml:trace>
  <inkml:trace contextRef="#ctx0" brushRef="#br0" timeOffset="48">2141 9637 8449,'0'-10'-1704,"0"0"1725,0-2 1,0 1 628,0-1 0,0 2 210,0 0 103,0-3 147,0 2-750,0 2 1,0 7-67,0 8 1,0 13-109,0 12 1,0 21-167,0-22 0,0 2 0,3 4 1,0 2-351,1 2 0,1 1 0,0 1 0,0 0 303,3 1 0,0 1 0,-1-1 0,0 1 80,1-1 0,0 0-53,-1 5 0,-1 0 0,1-7 0,0 0 0,0 6 0,1-1 0,1 0 0</inkml:trace>
  <inkml:trace contextRef="#ctx0" brushRef="#br0" timeOffset="49">6657 10158 8158,'23'-8'437,"-4"2"0,-5-2-42,-5 5 1,-3-1-437,-3 1 1,-2 1 32,-1-4 1,-1 3 64,-2-4 1,-4 1 35,-5-3 1,-2 1-297,-5 1 0,-5-1 225,-4 2 1,-7 1 111,-5-1 1,-6 4-133,0-2 1,-1 3 24,-3 1 0,22 2 0,-1 0-130,-1-1 0,-2 1 0,-2 2 0,-2 2 219,-4-1 0,-1-1 1,4 2-1,-1 1-394,-4-1 1,0 0-1,-3 1 1,-1 1 373,-5 1 0,0 0 0,1 0 0,0 1-29,1-1 1,-1 0 0,14-3-1,0-2 1,-1 1-22,-2-1 0,-2 0 1,0 0-1,0 0 1,-1-1-1,0 1-255,0-1 1,-1 0 0,1 0-1,0-1 1,1 0 0,-1 0 178,-2 0 1,-1 1 0,0-2 0,-2 0 0,0 0 0,-1-1-251,0 2 0,0-1 1,-1 0-1,-2-1 0,0 0 1,1 1 223,0-1 0,0 0 1,1 0-1,2 0 1,2 0-1,-1 0 24,-3 0 1,-1 0 0,0 0 0,3 0 0,0 0 0,0 0-174,0 0 0,-1 0 1,1 0-1,-1-1 0,0-1 1,1 0 161,1 1 0,0-1 0,1-1 0,2 1 0,1-1 0,0 0-32,-2 0 0,1 0 0,0 0 0,3 0 0,2-1 0,-1 1-32,-2 0 1,1 0 0,0 0-1,2 1 1,2 0 0,0 0 106,-12-1 0,0 0 0,-1 1 0,1 0 0,-2-3 0,0 0 0</inkml:trace>
  <inkml:trace contextRef="#ctx0" brushRef="#br0" timeOffset="50">7179 9907 7896,'9'-5'0,"-4"-1"391,-2 3 1,1 1 283,-1-4-78,1 4-41,-4-2-11,0 0 27,0 3 0,-1 8-342,-3 8 0,3 5-153,-2-1 1,-1 0 31,1 3 0,0 2-152,3 4 1,-3-3 49,0-1 1,0-1-166,3-1 1,3-1-21,0-9 1,1 0 63,-1-2 1,2-2 3,5-2 0,-1-2 25,0-4 0,5-4-127,1-2 0,3-2 96,0-2 0,2 1 23,2 0 1,-3 4 143,3 2 1,-3 2 173,-4 1 1,2 2 14,-5 4 1,0 0-101,-6 6 0,1 3 84,-4 0 1,0 0 12,-3 0 0,0 1-68,0 3 0,-1-1-42,-2 1 0,-2-4-5,-4 1 1,-6-4 74,-3 4-570,-1-5 264,-8 3 1,1-6-404,-2-2 0,-5-2 264,5-4 1,-1 0-579,4 0 0,1-1-31,5-2-361,2-2 742,4-4 1,6-1 475,-3 1 0,7-4 0,-1-2 0</inkml:trace>
  <inkml:trace contextRef="#ctx0" brushRef="#br0" timeOffset="51">7179 9870 7934,'8'-7'-168,"-2"1"0,-2 3 112,-4-3 0,3 3 1138,0-4-231,1 5 185,-4-2 106,0 4-670,0 13 0,0 2-128,0 13 1,0 5 60,0 4 0,0 9-214,0 7 1,0-26 0,0 2-195,-1 0 0,2 1 1,0-3-1,1-1 94,-1 2 1,1 0-1,1-1 1,1-1-48,-1 0 1,0 1 0,2 23 11,2-3 1,-4-6-262,3-3 1,-4-3-534,1-7 1,-2-3 382,-1-10 0,-1-2-903,-2-7 1,-1-3 162,-2-6 1,-6-8 1094,3-7 0,2-1 0,3-4 0</inkml:trace>
  <inkml:trace contextRef="#ctx0" brushRef="#br0" timeOffset="52">7123 10009 7920,'13'-5'0,"-2"0"701,1 2 1,-3 1 327,-2-5-875,1 1 0,-6-6-61,4-1 1,0 1-190,4 3 1,-1-4 179,0 1 1,5-4 40,1 4 1,4-4 41,3 4 1,-2 1-19,5 4 0,-4 0 37,0 4 0,-1 1-46,-1 5 0,-2 3-106,-1 7 0,-3 1 91,-3 5 0,-2 7 25,-2 2 0,-2 3-16,-4 0 1,0 6-11,0 6 1,-1-1-47,-2-2 0,-5-3-142,-5-3 0,-4-2-462,-2-8 21,1-1 414,-9-8 1,3-3-243,-4-6 0,4-2-64,2-4 0,3 0-609,0 0 243,5-4 335,4-1 0,7-3 299,6 2 1,4 1 362,5 5 1,6 5 296,3 1 1,5 5-352,-1 2 1,2 6 524,1 0 0,-4 2-293,-3-3 1,-2 0-119,-4-3 1,2 2-254,-5-5 1,1-2-381,-4-4 1,0-4-136,1 1 1,-1-2-1520,0-1 1993,1-4 0,3-5 0,2-6 0</inkml:trace>
  <inkml:trace contextRef="#ctx0" brushRef="#br0" timeOffset="53">7868 10214 7920,'13'-9'0,"-2"2"-33,5 1 1,-5 4 183,2-1 1,-6-1 1138,-1 1-737,0-4-424,0 1 0,-2 0 83,-4 0 0,-1 3 136,-2-3 0,-3 4-181,-3-1 1,0 3 5,0 3 0,-2 2-201,-1 4 0,-3 5 65,-3 1 0,-2 4-171,-2 2 0,3 2 76,-3 2 0,3 1-70,4-4 0,1 2 19,5-2 0,4 0 92,2-3 1,6-2-82,3-1 59,2-3 32,6-4 1,0-3 42,5-3 1,-1-3-56,1-3-301,0-3 191,-1-7 1,-2-2 19,-1-3-134,-3-5 96,1-1 1,-3-4-123,-1 0 1,-1-3 48,-2 0 1,2 1-10,-5 6 0,3 2 18,-3 6 266,4 3-66,-6 4 0,4 3 47,-1 3 1,-2 7 290,4 6 1,0 7-65,3 8 1,-2 5 146,-1 1 1,0 0-154,3-3 0,-4-3 12,-1 0 1,0-5-601,-1 2 1,0-6 81,-3-4-336,0-6 295,0-2-67,-4-4 0,2-5-390,-5-4 1,2-4 293,-1-6 1,1 0 452,2 1 0,2-4 0,-2 0 0,2-3 0,1 4 0,3-1-347,0 3 1,5 2 346,1 1 0,1 0 383,2 3 1,0 2-24,0 5 266,-2 2-393,8 4 0,-4 1 281,5 2 1,-3 3 270,-1 6 1,-4 3-77,2 3 0,-1 4-252,-2 0 1,1 4-166,-5-1 1,-1-2-5,2 2 1,-5-5 119,1-2 1,1-3-271,-1-6 0,0-3-206,-3 1-47,0-5-275,0-11 1,0-3 34,0-13 0,-3 1-301,0 0 0,0-3-414,3 2 556,0 2 205,0-4 1,4 8-59,2-3 0,3 3 276,4 4 0,-2 2 231,5 7 1,-1 3-181,4 6 427,-1 10-282,1 7 1,0 8 156,-1 0 0,-2 3 323,-1 0 0,-4-1-343,-2-5 1,0 0 130,-2-7-1491,-3 3 501,0-11-361,-4 0 26,0-6 1,0-5 383,0-2 1,1-2-254,2-5 821,2 1 0,13-5 0,1 0 0</inkml:trace>
  <inkml:trace contextRef="#ctx0" brushRef="#br0" timeOffset="54">8668 10307 7967,'23'-12'-588,"2"-1"1,1 1 797,-1 3 1,1-1 665,-5 1 0,4-3-419,-3-1 1,-4 1-52,-2 2 1,-6 1-72,0 0 57,-1-1-197,-8 1 1,3 3-81,-4 0 0,-5 1 21,-4-2 1,-3-1-48,-6 2 1,0 2 246,-7 1-541,-4 2 207,0 1 0,-4 0-71,2 0 0,0 2-138,-6 4 1,3 0 85,-4 6-1015,5-1 1004,10 2 0,4-1 171,7 3 0,5-2-70,4 2 1,3 0 140,3 0 1,7-1-21,5-5 0,7-4-24,3-2 0,1 1 57,-2-1-2,3 0 296,-7-3 0,4 2-199,-3 1 0,-1-2 180,2 2 1,-2 2 144,-2 1-422,1-2 14,-1 5 0,-2-3 45,-1 6 1,-2 0 15,2 3 0,-4 1 24,-2 2 1,-1 2 119,-5 2-341,0 1 36,-3 5 1,0 4 55,0 3 0,-4-3-82,-2-1 1,-3 1-76,-4-1 1,2-4 85,-4-6-567,-1-1 383,-3-5 1,1-2-46,-1-4 0,4-4-53,-1-1 1,5-3-42,-2-1 0,6-1-158,1-3 0,4-4 106,-1-4 1,7-5 59,5 2 1,5-6 233,4-1 0,6-3-171,4 4 1,4-4 607,5 3-1643,5-4 1327,-4 3 465,3-1-372,-3-3 1,-4 3 126,0-4-172,0 0-65,3 0 0,0 3 53,1 1 15,-1 3-173,-4-2 0,-1 6 349,-4 1 0,-7-1-4,-3 5 1,-9-3-43,-3 2 1,-4 1-72,-2 2 102,-4 5 537,-6 1 1,-8 5-549,-7 2 0,-3 8 180,-3 7 0,-1 3-99,-2 7 1,3-2-86,6 5 1,6 2 54,7 1 1,6 5-13,3 2 0,7-1 66,5-3 0,6-5-308,6-4 0,4-5-195,6-8 1,1-5-387,2-7 1,3-2-724,-3-1 1,-5-9-2032,-1-7 3277,-7-10 0,8-3 0,-6-6 0,-6-4 0,-7-3 0</inkml:trace>
  <inkml:trace contextRef="#ctx0" brushRef="#br0" timeOffset="55">12709 10177 8242,'19'4'0,"-5"1"1206,-1 4-510,-7-3-222,2 2-222,-7-3 125,3 0-29,-4 3 1,0-5 100,0 3 1,-1-3-74,-2 3 115,-2-4-272,-4 6 1,-5-7 354,-1 3-288,-3 1 1,-5-3 89,-5 4 40,-9-4-1775,-9 6 1484,18-5 1,0-1-872,-4 1 1,-1 0 839,0 1 0,0 0 0,-6-2 1,-1 0 124,0 1 1,-1 0-109,-4 2 0,-1-1-36,-2-4 0,-2 1 0,14 0 1,0 1-1,-1-1 50,-1-1 1,0 0-1,-1 0-828,-1 0 0,0 0 1,-1 0 693,2 0 0,0 0 0,-1 0 0,-4-1 1,0 0-1,-1 0-162,2 0 1,1 0-1,0 0-455,-1-2 0,0 0 1,-1 1 584,0 1 0,-1 1 1,1 0-449,3 0 1,0 0 0,0 0 376,1 1 1,-1 1 0,1 0-1,-2 1 1,1 0 0,0 1-11,1-1 1,1 0 0,0 0-195,2 0 1,1 0 0,1 0 110,-12 2 0,2 0 0,2 1 0,1 0-201,2 0 1,0 0 163,3 1 1,1-1 425,5-1 0,2-1 0,-16 7-421,7 1 0,10-2 1058,10 3 0,4-3-282,8-1 1887,2 1-2392,8-1 1,2-1 2204,7-1-2150,1 1 0,5-7-1702,0 2 1066,3-2 1,-1-1 546,4 0 0,-1 1 0,0-4 0,-1-4 0</inkml:trace>
  <inkml:trace contextRef="#ctx0" brushRef="#br0" timeOffset="56">13026 9525 8196,'0'-9'-299,"0"-1"1,0 1 119,0 0 0,3-1 961,0 1 1,1 3 307,-1 0-405,-2 4 1,7 0-96,-5 8 1,1 5-68,-1 11 0,-2 10-212,2 8 1,-2-14-1,-1 2-344,0 3 0,0 0 1,1 3-1,1 0 221,0 3 0,-1 1 1,1 3-1,0 0-321,0 0 0,0 1 0,-2 4 0,2 0 291,0-3 0,2 0 0,-1 4 0,0 0-35,2-7 0,-1 0 0,1 2 0,-1-1 67,-1-5 0,0-1 0,0-4 0,-1-1-35,0-1 0,-1-2 1,0 18-127,2-8 0,-2-6-222,-1-9-14,0-5 0,-4-13-1276,-2-4 0,-2-10 1203,-2-12 0,1-7 280,0-11 0,-5-2 0,0-5 0</inkml:trace>
  <inkml:trace contextRef="#ctx0" brushRef="#br0" timeOffset="57">7486 4860 8136,'5'0'80,"3"0"160,-7 0 163,4 0-261,-1 0 296,-3 0-449,3-4 25,-4 3-66,0-7-63,0 7 1124,0-3-761,0 12-160,4-2 1,-3 11 304,2-5-275,-2 5 46,-1-3-199,0 5 162,0-1 1,-1-2 82,-2-1-379,2-3 143,-7 1 1,3-4 140,-5-3-578,1-2 336,0-4 0,-4-1-162,1-2 134,-5-2 25,7-5 1,-4-3-218,5-3 24,0-1 269,4-2 31,1 0-58,4 5 0,1-1-73,2 3 666,2 2-373,4-4 0,4 8 626,-1 0-370,5 4-212,-7-2 1,4 5 267,-1 2-195,-3 2 23,4 4 128,-9 1-133,3 3 1,-6 2 43,4 3-297,-4 1 72,2-1 0,-4 1 223,0 0-534,0-5 184,0 0 0,-3-5 185,0 0-568,-4-4 315,2-1 1,-1-4-434,-1 0 269,-3 0 123,0-4 1,-5-4-103,3-4 1,2-4 62,-3 4-485,3-5 365,5 7 0,0-5-115,5 3 81,0 2 185,0-4 1,8 5-264,1 0 634,2-1-205,3 1 1,-4 1 352,3 1-270,-3-1-71,-1 7 0,1-3 559,-1 4-323,-4 0-77,3 0 1,-6 1 104,5 2 0,-5 2 50,1 5 39,-2-1-156,-1 0 0,-3-3 162,0 1-249,-5-1 1,3 3 1,-4-1-217,0-1 107,-5-3-214,4 0 1,-5-3-513,3 2 566,-3-2-369,1-1 0,-3 0-1393,5 0 1893,0 0 0,2 4 0,1 1 0</inkml:trace>
  <inkml:trace contextRef="#ctx0" brushRef="#br0" timeOffset="58">7486 5298 7913,'1'-5'670,"2"2"-289,-2 2 983,3 1-1088,-4 4-226,0 1 141,0 4 0,0 0-550,0 1 235,0-1 170,0 0-665,0 1 522,0-1 1,0 0 57,0 1 39,0-1 0,-4 0 0,-1 1 0</inkml:trace>
  <inkml:trace contextRef="#ctx0" brushRef="#br0" timeOffset="59">7505 5559 7913,'4'5'402,"-3"-1"-238,3-4 0,-3 0 793,2 0-425,-2 4-217,3-3-1121,-4 3 487,-4-4 188,-1 4-1523,0-3 1654,-4 4 0,4-1 0,-4 1 0</inkml:trace>
  <inkml:trace contextRef="#ctx0" brushRef="#br0" timeOffset="60">7505 5782 7913,'4'19'369,"-2"-4"114,4 1 1,-4-5-36,1 1-595,-2-1 93,-1-2 1,0 0-210,0 1 129,0-1-6,0-4-964,0 4 495,0-4 609,-4 0 0,-1 3 0,-4-3 0</inkml:trace>
  <inkml:trace contextRef="#ctx0" brushRef="#br0" timeOffset="61">7505 6089 7913,'3'14'385,"0"1"1,3 0-276,-3 0 841,4-3-545,-6 1 0,3-7 223,-4 1-1376,0-1 355,0-1-876,0-1 608,0-4 301,-4 0 359,3 4 0,-7-3 0,3 3 0</inkml:trace>
  <inkml:trace contextRef="#ctx0" brushRef="#br0" timeOffset="62">7523 6434 7913,'9'22'0,"1"-1"0,-4 1 0,0-3 510,-4-5-286,2 4 1,-4-8-15,0 2-820,0-1 406,0-2 1,-4-1-1044,-2-1 1247,2-3 0,-4 0 0,2 1 0</inkml:trace>
  <inkml:trace contextRef="#ctx0" brushRef="#br0" timeOffset="63">7523 6853 7913,'0'18'0,"0"1"371,4 0-132,-3-5 1,3 3 87,-4-5-797,0-4 371,0 1-105,0-4-284,0 4 488,0 0 0,-4 1 0,-1-1 0</inkml:trace>
  <inkml:trace contextRef="#ctx0" brushRef="#br0" timeOffset="64">7523 7188 7913,'4'14'0,"-2"1"-194,5-3 1,-5-4-119,1 1 206,-2-2 78,-1 2-617,0-3 645,0-2 0,0-4 0,0 0 0</inkml:trace>
  <inkml:trace contextRef="#ctx0" brushRef="#br0" timeOffset="65">7532 7384 7913,'10'33'496,"-1"-5"1,0-6-62,1-3 1,-4-1 192,0-3 0,-4-2-47,1-3-587,2-5 206,-3-1-1402,2-4 609,-8-4 306,-2-5 287,-3-6 0,0-8 0,-1 0 0</inkml:trace>
  <inkml:trace contextRef="#ctx0" brushRef="#br0" timeOffset="66">7700 5084 7875,'1'5'343,"2"-2"370,-2-2 156,3-1-721,-8-4-223,3 3 0,-2-3 145,6 4 0,2-3 21,5 0 0,0-1 213,2 4-232,3 0-6,-1-4 1,4 3 88,-2-2 0,0 6-58,0 3 0,0 1 30,-3 2 0,-1-2 94,-3 6-374,1-3 239,-1 3 0,-3-1-38,0 3 1,-1-2-32,2 2 0,0-2 79,-4 2 1,3 1 8,-3 2 0,2 1 85,-2 0 1,-2 3-61,2 3 1,-2 2 125,-1 1 1,0 0-136,0 0 0,0 0 13,0 0 1,0 0-29,0 0 0,-3-3-36,0 3 1,-2-2-61,2 5 1,2-2 74,-2-1 1,2 0-100,1 0 0,0 0 46,0 0 0,1 0-82,2 0 0,-1 0 113,5 0-34,-1-5 3,3 4 1,4-7 55,-1 2 0,1-1-4,0-2 0,0 1-88,3-8 1,0 1 54,-3-4 1,2-4-11,-2-2 1,-1-2 39,-3-1-86,-3 0 92,2 0-74,-7 0-23,3 0 65,-4-4-123,0 3 88,0-7 0,0 6-224,0-5 0,-1 4-82,-2-3-271,2 4 299,-7-6 1,5 7-200,-3-2 297,4-3 122,-6 5 41,3-3 196,-5 4 0,1 3 81,0 1-144,0 3 8,-1-2 216,1 4-191,0 5 0,-1-3 8,1 5 1,-2-4-23,1 4 0,-3-1 3,7 4-257,-5-1 175,6 1 0,-3 3-35,2-1 0,-2 5-26,5-1 0,-1 2 26,1 1 0,2 3 54,-2 0-42,2 8-120,1-5 1,0 7 143,0-7-575,0 2 533,0-7 1,1 3 14,2-4 0,-1-4 4,4-2 1,0 0-51,4 0 1,-1 1-9,0-1 0,2 0-86,1 3 0,-1 2 207,1-2 1,-2-1 115,0 0-12,-1 1-2,0-1 0,1 3-194,-1-2 0,0 5 45,0 1 0,-2 1 10,-1-1 1,-4 2 208,1 4-888,-2-4 663,-1 4 1,-3-9 102,0 0 0,-5-2-168,-2-4 1,0-1-163,-6-6 0,1-1-109,-4-5 1,-2-1-377,-1-1 0,0-3 214,3-4 0,-2-5-264,-1-5 0,3-3 698,4-6 0,1-2 0,2-3 0,4-5 0</inkml:trace>
  <inkml:trace contextRef="#ctx0" brushRef="#br0" timeOffset="67">8473 5698 7915,'1'-5'171,"2"2"-41,-2-2 1,3 3-79,-4-4 662,0 3-83,0-1-61,0 4-217,-4 0 0,2 1-127,-4 2 1,4 4-11,-1 5 0,2 4 65,1 5 1,0 2-1,0 2 0,0 6 21,0 0 0,3 5 140,0 5 0,3-3 135,-3 2-1501,4 3 1115,-2-1 0,4 5 68,-3-1 0,1-7-153,-4-1 0,0-7 44,-3 0 1,0-7 176,0-6-533,0 1 188,0-13 0,-1 5-393,-2-8 1,1 1-64,-4-4 0,0-1-287,-4-3 1,4-1 1281,0-4-1345,0-5 488,1 4 1,1-7-60,4 1 0,0-2 16,0 0 0,1-4 142,2 0 1,2 0 27,4 0 0,5 1 265,1-4-83,3 5-68,0-3 0,1 7 482,0 1 1,-4 7-120,1-2 912,-5 7-793,2-1-1,-1 5 22,-3 2 0,3 3 137,-6 7 1,-2 5-70,-1 7 1,-1 2-45,1 1 0,-2 3 154,2 0-368,-2 0-27,-1-3 0,4-3 168,3 0-141,-3-9-30,4 2 0,-3-9 82,5 1 0,3-5 57,3-2-1217,-3-2 687,5-1 0,-4-4 219,5-2-2195,-5-3 1461,4 0 1,-8-3 1,3-1 716,-7 1 0,2-2 0,-3 0 0</inkml:trace>
  <inkml:trace contextRef="#ctx0" brushRef="#br0" timeOffset="68">9283 6080 7993,'20'0'416,"-5"0"0,-7-1 618,-1-2 1,-5 1 89,1-4-365,-2 4-612,-1-7 0,-5 7 192,-5-4-963,-3 4 506,-6-2 1,-4 5-352,-1 2 0,0-1-556,-1 4 0,3 0 601,-3 4 424,9-1 0,-6 4 0,8 2 0</inkml:trace>
  <inkml:trace contextRef="#ctx0" brushRef="#br0" timeOffset="69">9302 6266 8076,'25'1'1482,"-3"2"0,-5-1-733,-11 5 101,-2-5-645,-4 2 0,-5-4-31,-4 0 0,-5 0-601,-5 0 1,0 0-40,-3 0 1,2 0-245,-1 0 0,2 3 89,4 0 1,-2 3-1233,5-3 1853,3 5 0,1-3 0,3 4 0</inkml:trace>
  <inkml:trace contextRef="#ctx0" brushRef="#br0" timeOffset="70">9506 5857 8076,'15'0'0,"-5"3"-207,-4 0-561,-4 0 1284,3-3-119,-5 0 140,0-4 1,1 2-90,2-5-212,-2 1-101,7 1 1,-3-3-35,5 2 453,3 1-318,1-3 1,5 7 414,0-2-341,-1 2-23,1 1 1,0 0 429,-1 0-340,1 4 0,-1 1-448,-3 9 165,-2-4 1,-6 5 191,-1-3-564,-4-2 249,2 8 0,-4-4 263,0 5-427,0 0 143,-4-5 0,-1 5-50,-5-1 1,-2 1-157,0 3 1,-5-2-586,1 2 394,-1-2-337,-2 7-1750,1-8 2534,-1 8 0,0-7 0,1 4 0,1-1 0,5 2 0,4 0 0</inkml:trace>
  <inkml:trace contextRef="#ctx0" brushRef="#br0" timeOffset="71">9702 6406 8127,'47'4'0,"-9"2"0,-16 2 2960,-12 2-2140,-6-5 1,-5-1-380,-2-4-441,-7 0 0,-4 0 0,-5 0 0</inkml:trace>
  <inkml:trace contextRef="#ctx0" brushRef="#br0" timeOffset="72">9860 9972 8092,'4'-5'403,"2"1"50,3 4 0,-4-1 747,-2-3 57,2 3-266,-4-3 268,3 4-627,-4 0 0,-7 4-278,-2 3-1400,-7 1 804,6 1 0,-4 1-38,1-1 0,2-1-304,-5-2 1,5 3-2198,-2-3 2781,7-2 0,-2 4 0,3-3 0</inkml:trace>
  <inkml:trace contextRef="#ctx0" brushRef="#br0" timeOffset="73">9897 10140 8092,'10'9'0,"-1"0"0,0 0 2013,-3-3-830,2 2-502,-7-7 1293,7 3-1254,-7-4 1,3 1 68,-4 2-364,-8-2-248,2 3 0,-9 1 177,3 1-1807,-3-2 1116,-3 0 1,-1-1-2941,1 0 3208,-1 0 1,0 1-1,1 2 1</inkml:trace>
  <inkml:trace contextRef="#ctx0" brushRef="#br0" timeOffset="74">10223 9441 8015,'1'-9'0,"2"0"0,-2 2 262,3 1 0,-2-1 427,1-5 1,-2 1 286,2-1-511,-2 1 1,-1 2-452,0 0 50,0-1 0,3 1 336,0 0-366,4 0 40,-1-1 1,3 1 268,0 0-382,5 3 238,0-2 1,5 7-38,-1-2 33,1-2 1,0 4 41,-1-2 129,1 6-43,-1 2-146,1 4-75,-4 1 60,-2 3 0,-4-2-9,1 5 1,-5-1-177,-2 4 0,-2 0 215,-1-1-119,-4 5-41,-1-3 0,-6 6 3,-1-5-82,2 1 107,-8-3 0,7 2-138,-5 1-71,5 0 174,-7-8-157,12 4 64,-7-4 0,9 2 137,-2-1-1001,2 1 626,4 3 1,0-2-114,0-1-2215,0 1 2634,4-6 0,1 6 0,5-2 0</inkml:trace>
  <inkml:trace contextRef="#ctx0" brushRef="#br0" timeOffset="75">10447 10018 7994,'32'0'1638,"-4"0"0,-9-4 1638,-6-2-601,-7 2-2320,-2-4-2421,-4 7 2066,0-3 0,-8 4 0,-2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5T06:10:38.843"/>
    </inkml:context>
    <inkml:brush xml:id="br0">
      <inkml:brushProperty name="width" value="0.09086" units="cm"/>
      <inkml:brushProperty name="height" value="0.09086" units="cm"/>
      <inkml:brushProperty name="color" value="#FF0000"/>
    </inkml:brush>
    <inkml:brush xml:id="br1">
      <inkml:brushProperty name="width" value="0.12114" units="cm"/>
      <inkml:brushProperty name="height" value="0.12114" units="cm"/>
      <inkml:brushProperty name="color" value="#FF0000"/>
    </inkml:brush>
  </inkml:definitions>
  <inkml:trace contextRef="#ctx0" brushRef="#br0">14395 2290 8041,'9'0'97,"0"0"0,2 0 0,0 0 1,1-1 448,0-2 0,-2 2 0,-1-3 0,0 0 0,-4-1 0,-5 0 0,-5 2 0,-4 1 0,-1-1 0,-1 0 0,-3 0 0,0 0-410,-3 0 1,-1 0 0,-3 2 0,-2-1 0,-2-1 21,-4 1 0,0 1 0,-6 1 0,-3 0 0,-6 0-15,-4 0 1,-3 0 0,-2-1 0,3-1-1,-2-3 1,24 3 0,0-1-75,-2 0 0,-1-1 0,-1 0 0,0-1 0,-1-1 0,1 0 0,0 1 0,0-1 0,0 1 0,0 0-85,1-1 1,0 1 0,0 2 0,0-1 0,-1-2 0,-1 1 0,1 0 0,1 2 0,1 1 0,1 1-133,-24 0 0,5 1 0,1 0 0,1 1 0,-1 2 271,0 4 1,1 0-1,1-1 1,4-3 0,5-2-98,3-1 1,5 0 0,4 0 0,1 0 0,4 0-227,2 0 1,4 0 0,3 0 0,1 0-974,0 0 967,3-4 1,3 0 0,6-3 0,4 0 0,1 1 0,1 0-438,1 0 1,0 4-1,1-1 1,3 1-785,0-2 1,2 3 1426,2-2 0,5 6 0,1 3 0</inkml:trace>
  <inkml:trace contextRef="#ctx0" brushRef="#br0" timeOffset="1">14469 2281 7956,'24'0'264,"2"0"1,-6 0 0,-2 1 0,-5 1 554,-2 1 0,-7 2 0,-5-3 0,-8 1-273,-9-1 0,-13 3 0,-10 0 0,-7 1 0,21-3 0,0 1-219,-1-1 1,-2 1 0,-6 0-1,-1 0 1,-5 0 0,-1 0-1,-3 0 1,-1-1 0,-4-2-1,-1 1-273,16-2 1,-1 0 0,0 1 0,-16-1 0,1 0 0,16 0 0,-1 0 0,1 0 0,-16 0 0,1 0 0,1-1 0,-1 1-104,-2-2 0,1 1 0,5-2 0,0 0 0,1-1 0,1-1 0,2 1 0,1 0 0,1 0 0,1 2 39,0 0 1,0 0 0,2 0 0,1 0-1,7 1 1,1-1 0,-22 0 210,5 1 0,3 1 0,6 0 0,5 0 0,8 1 570,5 2 1,9-2-962,3 2 1,12-2-1,11-1 1,4 0 0,3 0-1,0-1-903,3-2 1,-4 2 0,-2-2 1092,-4 2 0,-4 1 0,1 0 0</inkml:trace>
  <inkml:trace contextRef="#ctx0" brushRef="#br0" timeOffset="2">1462 12560 8078,'1'-23'48,"1"1"0,1 2 0,-1 1 0,0-2 0,0-1 0,1 1 1,-1 2-1,-1 0 323,-1 0 1,4 5-1,-1 1 1,-1 0-1,-1 1 1,-1 0 791,0 2 1,3 4-920,0 0 0,0 8 0,-4 2 0,-1 6 0,-1 7 0,1 4 66,1 7 1,1 2 0,0 7 0,0 2-52,0 2 1,0 3-1,0 2 1,0 1-1,0-1-282,0 1 0,0-4 0,0 0 1,0-2-1,0-2-633,0 0 1,0-7-1,0-4 1,-1-6 0,-1-6-2480,-1-4 3135,-1-5 0,4-3 0,0-4 0</inkml:trace>
  <inkml:trace contextRef="#ctx0" brushRef="#br0" timeOffset="3">1434 12467 8110,'14'-5'-9,"0"-3"1,-5 3-1,-1-3 70,-1-1 0,0 2 0,-4-6 0,-1 3 0,0 0 482,1-3 0,-2 2 0,2-5 1,-1-1-1,1-3-554,4-2 1,1-2 0,2 2 0,3 2 0,2 3-144,3 1 1,4 8 0,-1 0 0,0 2 0,-1 4 291,-2 1 0,0 6 1,-3 5-1,-2 4 0,-4 5 186,-3 3 0,-2 2 0,-4 7 1,-2 4-1,-3 2-63,-4 3 1,-7 6 0,1 3-1,-3-2 1,0-5-375,-1-4 1,4-12 0,-1-1 0,-1-6 0,0-6-290,-2-3 0,4-7 1,0 0-1,2-2 0,1-2-32,2-2 1,1-3 0,0-6 0,3-1 163,3-2 1,2 3 0,1-3 0,1 1 0,2 1 343,3 3 0,4 0 0,1 7 1,3 1-1,0 2 213,3 3 1,1 4 0,3 7 0,2 6 0,1 3 261,1 3 0,1 1 0,0 0 0,-2-3 0,-1-2-199,-3-2 1,0-3-1,-2-1 1,-3-4-1,-2-1-1395,-3-2 0,-1-1 0,0-2 1045,1-3 0,3-1 0,2-2 0</inkml:trace>
  <inkml:trace contextRef="#ctx0" brushRef="#br0" timeOffset="4">2197 12737 8017,'19'-4'203,"-1"2"0,-3-3 0,-2 0 143,-3 0 1,-1-2 0,-1-2 0,-1 0 0,-4-1-94,-2 1 0,-1 0 0,-1 0 0,-2 2 1,-3 1-305,1-1 0,-3-1 0,2-1 0,-2 3 0,-2 3-19,1 2 1,-5 1 0,-1 0 0,-4 2 0,-1 3 122,-2 4 1,-1 4 0,2-1 0,0 4 0,1 1 108,4 2 1,2 3 0,6 0-1,2 2 1,2 2-83,3 1 1,1-2 0,1-1 0,4-2 0,4-2-298,5-3 1,4-8-1,2-6 1,0-3-1,3-3-204,1-3 0,-3-10 1,0-3-1,-1-4 1,-1-4 19,-1-3 1,-2 0 0,-2-3 0,-1 1 0,-4 3 75,-2 3 1,-4 4 0,2 7 0,1 2 385,-1 3 1,-2 6 0,2 5 0,-1 7 0,-1 7 502,1 2 1,-2 6-1,1 2 1,-2 2-1,-1 1 64,0-1 0,0 3 1,0-2-1,0-3-385,0-1 0,0-7 0,0 0 1,0-2-785,0-4 1,0-7 0,0-7-2626,0-8 3166,4-10 0,1-7 0,4-5 0</inkml:trace>
  <inkml:trace contextRef="#ctx0" brushRef="#br0" timeOffset="5">2449 12644 8017,'12'1'131,"2"2"1,-1 3 378,1 3 0,1 1 0,-3 3 0,0 2 0,-3 3 61,-3 0 1,2 1-1,-5 1 1,-1 0-1,-1 2-236,-1-1 1,0-5 0,0-1-1,0-2 1,0-2-400,0 0 0,-1-6 1,-1-4-1,-1-6-470,1-8 0,0-4 1,2-5-1,0-4 1,0-3-123,0-2 1,5-3-1,1 3 1,3 1 0,4 2 181,2 3 0,0 4 0,0 5 1,2 5-1,-1 3 587,0 5 0,0 6 1,-3 6-1,-1 5 0,-1 7 417,-1 2 1,0 4-1,-6-3 1,0 2-1,1-1-30,-3-3 1,-1-3 0,-1-1-1,0-2 1,-1-5-854,-3-4 1,2-3 0,-3-5 352,1-2 0,-3-6 0,2-6 0</inkml:trace>
  <inkml:trace contextRef="#ctx0" brushRef="#br0" timeOffset="6">2924 12700 8017,'19'0'0,"1"0"0,0 0 322,-3 0 1,-4-4-1,-1-2 1,-2-3-1,0 0 73,-1 0 0,-3-1 1,-1 1-1,-1 0 1,-1 0-223,-2-1 0,-1 4 1,0 0-220,0-1 0,-6 2 0,-3 2 0,-5 3 0,-4 3 92,-1 4 0,-2 2 0,-2 2 0,0 3 0,0 0 44,3 3 0,1 0 1,4 1-1,3-1 1,5-2-5,4 2 0,2-4 0,2-1 1,3-1-1,5-3-143,6-2 0,2-2 0,2-5 0,1-2 0,0-3-146,2-2 0,0-5 0,-4 0 0,1-2 0,-1-1 21,-3-2 0,-1 1 0,-6 1 0,-1 4 197,-1 1 1,-1 5 0,3 2 0,-3 3 209,-1 5 1,0 4-1,-2 6 1,2 5-1,1 3 153,-1 2 1,-1 6-1,-2-1 1,1 3 0,1 4 21,-1 4 0,-1-5 1,-1 1-1,0-2-335,0-1 1,-3-4 0,-1 0 0,-1-5-1,-2-3 1,1-5-368,0-1 1,0-3 0,-5-4 0,0-1-111,-1-4 0,-1-3 1,4-3-1,0-5 1,0-2-52,3-2 1,2-2 0,4 2 0,2-4 0,3-1 205,5-2 1,2 0-1,0 1 1,3-1-1,0 0 214,1-3 0,-1-1 0,4-3 0,0 1 1,0-1 25,3 0 1,-1-1-1,5 1 1,1 2-1,0 1 180,0 3 1,-5 0 0,0 1 0,-4 1 0,-2 0-71,-4 3 1,-2 1 0,-3 6-1,-2 1 1,-1 0 138,-2 0 0,-3 3 1,-4 1 105,-4 2 0,-8 2 0,-1 3 0,-6 5 0,-3 6 27,-1 2 0,1 5 0,3 1 1,6 2-1,5 3 1,6 2 0,3 2 1,5-2-1,3 0 1,5-3-8,6-5 1,3-4 0,4-5 0,3-4 0,2-4-700,1-3 0,0-9 1,-1-7-1,-3-5 0,-2-6-1728,-2-2 2068,3-1 0,0-8 0,5-3 0</inkml:trace>
  <inkml:trace contextRef="#ctx0" brushRef="#br0" timeOffset="7">4339 12653 8360,'14'-3'438,"-1"0"0,-3 1 0,-2 0 0,0 0 0,-3-2 381,-1-1 0,-1 2 0,-4-3 0,-2 1-771,-3 0 1,-6 3 0,-1-2 0,-2 1 0,-1 0-411,-2 1 0,-5-3 0,-2 2 0,-4 1 1,-3 1 361,-2 1 0,4 4 0,-2 2 0</inkml:trace>
  <inkml:trace contextRef="#ctx0" brushRef="#br0" timeOffset="8">4348 12802 8397,'24'6'938,"-2"-3"0,-4-2-184,-2-1 0,-6 0 0,-5-1-99,-1-2 0,-5 2 1,-6-3-1,-4 3 0,-6 1-485,-3 0 1,-4 0-1,-4 1 1,-1 2 0,-3 0-3448,-5-1 3248,-1-1 0,-11-1 0,1 0 0</inkml:trace>
  <inkml:trace contextRef="#ctx0" brushRef="#br0" timeOffset="9">5056 12244 7831,'0'-10'1092,"1"1"0,1 0 0,1 0-273,-1-1 0,-1 6 0,0 3 0,1 4-273,1 2 0,1 5 0,-1 3 0,1 2 0,1 2 0,2 4-50,1 4 0,2 3 0,0 2 0,1 2 0,3 1 0,-1 1-534,1-1 1,1 2 0,-2-5 0,-2-3-79,-1-4 0,-1-3 1,-2-3-1,-1-1-188,1-4 1,-1-3 252,0-2 0,-3-4 0,2-6 1,0-4-1,-1-2 141,0-3 1,4-4-1,-2-6 1,3-3-42,4-5 0,0-7 0,4-4 0,-2-1 0,2-3 0,0-2-109,-7 23 1,-1-1 0,5-24 0,-1 0 0,-3 3-372,-1 7 0,-2 11 1,-2 3-1,-1 5 1,-1 5-1,0 2-1208,0 3 1,1 5 1380,0 2 1,-3 10-1,3 3 1</inkml:trace>
  <inkml:trace contextRef="#ctx0" brushRef="#br0" timeOffset="10">5512 12793 7794,'5'-6'1195,"-1"1"0,-1 0-747,1-1 0,-2 1 0,-5-1-251,-4 3 1,2 5-1,0 2 1,0 1-1,1 4 1,0 1 113,1 2 1,2 5 0,1-2 0,0 2 0,0-1-52,0 0 1,0-2-1,0 3 1,0-2 0,0-1-200,0 0 0,1-5 0,3 0 0,2-2-524,2-2 1,2-1 0,2-8 0,1-4 0,1-4-2340,-1-4 2802,4-8 0,-7 5 0,3-9 0</inkml:trace>
  <inkml:trace contextRef="#ctx0" brushRef="#br0" timeOffset="11">5614 12458 7774,'9'-11'1760,"-2"2"-122,-1 4 0,-3-1-1864,3 3 1,-2 0 225,2 3 0,0 4 0,3 1 0</inkml:trace>
  <inkml:trace contextRef="#ctx0" brushRef="#br0" timeOffset="12">6015 12467 7780,'9'0'561,"-3"0"0,1 0 1,0 0-1,1-1 1,0-2 54,-1-3 0,-3 1 0,-4-1 0,0-2 0,0-1-475,0-3 0,-4 0 1,-3-2-331,-1 0 1,2 5-1,0 4 1,-2 1 1,0 2 1,-1 4 0,-1 3 0,1 2 0,0 5 78,0 5 1,0-3 0,2 7 0,2 1 0,1 2 66,2 5 0,1-5 0,1 3 0,0-3 0,1-3 0,2-1 34,3-2 0,2-3 0,2-3 1,-1-3-48,0-2 0,4-3 0,0-4 0,2 0 0,1-1-114,2-2 1,0-6 0,1-3-1,0-1 1,-1 0 76,1-3 1,-1 0 0,0-2 0,-1 1 0,-3-3 202,-1 0 0,0-1 1,-4 0-1,1 2 1,-1 2 50,0 3 0,-3 2 1,1 2 73,0 0 1,-3 4-118,-1 9 0,-2 7 1,-1 4-1,0 3 1,0 0-25,0 3 1,-3 2 0,0-2 0,1 2 0,1-1-34,1-2 1,0 0 0,0-2-1,0-1 1,0-4-60,0-1 0,4-2 0,2-1 0,2 0 0,2-3 14,-1-1 0,3-2 1,1-5-1,-1-4 0,1-4 31,-1-1 1,0-7 0,-2 2-1,-1-2 1,0-4-61,1-3 1,-4 4 0,-1-6 0,-1 2 0,-2 3-163,-1 4 0,-2 0 0,-1 4 0,-2 4 0,-2 1-1061,-4 2 0,0 2 1234,-2 0 0,-3 2 0,1 4 0</inkml:trace>
  <inkml:trace contextRef="#ctx0" brushRef="#br0" timeOffset="13">6806 12421 7823,'10'0'249,"-1"0"1,0-1 0,-1-2 0,0-3 0,-3 0 341,-1 0 0,-2 3 0,-5-2 0,-4 1-516,-5 1 1,2 2-1,-3 1 1,0 0 0,1 1-137,0 3 0,2 1 1,1 4-1,0 0 1,3 1-54,3-1 1,2 3 0,2 1 0,3-2-1,5 1 184,2 0 0,6 2 0,1 3 1,4-2-1,1-4 170,-1 0 1,-1 4 0,-4-2-1,-3 2 1,-1 0 159,-1 0 0,-6 1 0,-3-3 0,-2-2 1,-3-1-41,-4 0 1,-2-2-1,-10-2 1,-3-3-1,-1-3-713,-4-3 1,-1-3 352,-1-6 0,0-7 0,0-5 0</inkml:trace>
  <inkml:trace contextRef="#ctx0" brushRef="#br0" timeOffset="14">7216 12383 7981,'1'-6'375,"1"0"1,1-1 2314,-1-2-1693,-1 0 1,0 4-652,2 2 1,-2 3-1,2 3 1,-1 3-1,-4 4-257,-1 2 1,-1 2 0,-3 5 0,2 0 0,0 0-90,-1 3 0,4-1 0,-1 3 1,2-1-1,1 0-233,0 0 1,1 0 0,2-4 0,5 1-1,3-4 89,5-1 0,2-3 0,3-3 0,2-3 0,0-3 206,3-2 0,-2-1 0,0-2 0,-1-4 0,-3-7 12,0-3 0,-2-7 0,-3-3 0,-2-5 0,-3-4-19,-1-1 1,-1-5-1,-1 5 1,-4-3-1,-2 1-4,-1 2 1,-1 5-1,-1 7 1,-2 3 0,-3 4-456,-3 5 0,0 5 0,-6 1 0,-1 3 0,-4 4-551,-4 5 0,-2 2 0,-1 2 955,0 3 0,-4 1 0,-1 5 0</inkml:trace>
  <inkml:trace contextRef="#ctx0" brushRef="#br0" timeOffset="15">7523 12570 7815,'9'-6'470,"1"2"185,-1 0 0,-4-1 1,-2-4-1,-2-1 0,-3 0 0,-4-2 0,-4 1 1,-10-1-1,-2 3 0,-4 1-687,-8 2 0,-1 3 0,-7-2 1,0 0-1,4 1 32,3-1 0,-5-2 0,1 2 0</inkml:trace>
  <inkml:trace contextRef="#ctx0" brushRef="#br0" timeOffset="16">7672 12728 7745,'15'0'699,"-3"-1"2246,-2-2-2308,0-2 1,-6-1 0,-4 4-371,-5 4 1,-7 5 0,0 4-1,-1 1 1,2 1-199,2 0 1,-2-1 0,8 2-1,1 1 1,1-1-6,1 3 0,1-4 0,3 1 0,6-2 0,4 0-233,4 0 1,0-3 0,1-3 0,1-3-1,0-2-662,2-1 1,0-5 0,-4-5 830,1-8 0,0-4 0,-1-6 0</inkml:trace>
  <inkml:trace contextRef="#ctx0" brushRef="#br0" timeOffset="17">7840 12309 7775,'13'5'341,"-2"3"1,-5 5 2934,-2 1-3215,-1-6 0,1 8 0,1-6 0</inkml:trace>
  <inkml:trace contextRef="#ctx0" brushRef="#br0" timeOffset="18">8426 11797 7818,'14'-3'0,"0"0"1,1 0 0,-3-1 0,-2 1-1,0 1 122,-1 1 0,-5 1 0,-5 0 0,-7 0 0,-7-1 0,-2-1 533,-2-1 0,-4-4 1,-1 1-1,-3-3 0,-1 0-934,0 0 0,3 2 0,1 2 0,2 1 279,1 2 0,5 1 0,3 1 0</inkml:trace>
  <inkml:trace contextRef="#ctx0" brushRef="#br0" timeOffset="19">8491 11788 7971,'13'-4'0,"-1"1"897,0 1 1,-5 1 0,-2 2-482,-1 2 1,-1 7-1,-3 7 1,0 6-1,0 7 1,0 4-143,0 4 1,0 8 0,0 3 0,0-22-1,0 1 1,0 2 0,0-1-170,0 1 1,0 0-1,0 2 1,0 0-1,0-1 1,0 1 0,0 1-1,0 1 1,0 1-1,0 0-194,0 0 0,0 1 0,0-2 0,0 0 0,0-2 0,0-1 0,0 0 0,0 0 33,0 1 1,0-1 0,0 1-1,0-1 1,0 0 0,0-1 0,0-1-1,0-2 1,0 23 0,0-6-125,0-3 1,0-4 0,0-3 0,0-3 209,0-2 1,0-5 0,1-2 0,2-4 0,3-2 366,-1-4 0,2-7 1,-4-6-211,-1-7 1,-2-4 0,-4-5-1,-5 1 1,-7 1 0,-4 0-390,-5 3 1,-6 2 0,-4 0 0,-4 2 201,-1 2 0,-4-4 0,4 3 0,0 1 0</inkml:trace>
  <inkml:trace contextRef="#ctx0" brushRef="#br0" timeOffset="20">4972 11694 8339,'9'0'468,"1"-3"0,-1-1 0,0-1 0,0-2 0,-4 0 0,-5 0 0,-5 3 187,-4 0 0,-4 2 1,-4-3-1,-3 1 0,-5 1-657,-2-2 1,-1 4 0,1-2-1,1 2 1,2 1-1092,2 0 1,0 3 0,4 1 641,3 2 1,-3 0 0,4 3 0</inkml:trace>
  <inkml:trace contextRef="#ctx0" brushRef="#br0" timeOffset="21">4758 11704 8183,'6'0'820,"0"0"1,2 0 0,-1 1-282,-1 2 1,-2 2 0,-4 4 0,0 2 0,0 1 0,0 4-417,0 1 1,0 3 0,0 2-1,0 2 1,0 3 11,0 1 1,0 5 0,1 4 0,1 3-1,2 3-57,2 5 1,-3 0 0,2 3 0,0 1 0,0-1-30,2-1 0,-4-21 0,0 0 0,0 1 0,0-1 0,0 2 0,1 0 0,0 1 0,0-2-72,1 0 0,0-1 0,-1 0 0,0-1 0,0 0 0,-1 0 0,0 0 0,-1-1 1,1 0-1,-1 0 5,1-1 1,0 1 0,-1 17-1,1 0 1,-1-6 0,0-3 75,1-1 1,0-5 0,-3 0-1,0-3 1,0-1 154,0-1 1,0-3-1,0-4 1,0-3-1,1 0 128,2-3 0,-1-4 0,5-1 0,1-2 0,2-3 50,3-3 1,3-4 0,0-3 0,1-1 0,3-3-422,2-2 0,-6 0 0,3 0 0,-2-2 0,1 0-2043,1-2 2073,-1-4 0,1-5 0,-1-5 0</inkml:trace>
  <inkml:trace contextRef="#ctx0" brushRef="#br1" timeOffset="22">3119 11238 9117,'3'-6'175,"0"0"1,-1-1-1,-1-2 1,-1 0-1,0 0 1,0-2-1,0 0 1,0-1-1,-1 0 33,-2 2 1,1-3 0,-3 1 0,0 1 0,0 0-1,-1 2-180,0 0 0,-2 2 0,3 1 0,-1 0 0,-1 1-49,0 2 0,-1 1 1,-1 0-1,-2-2 1,0 3-1,-1 3 13,0 5 0,-1 2 0,0 3 1,2 5-1,1 4 38,0 4 1,1-2-1,1 3 1,1 2-1,4 3-33,2 2 1,1-3-1,0 1 1,1-2 0,2-2-1,4-2-56,1-3 0,1-4 0,2-2 1,0-4-68,1-1 1,2-6-1,-3-2 1,2-2-1,-2-3 1,-1-4-55,0-7 0,-1-3 1,0-5-1,0-4 1,-2-6-1,-1-4 1,-4-3 0,2-2 0,-1-1 0,1 0 70,2-1 1,-3 0 0,2 2 0,0 2 0,-1-1 127,0 1 1,3-1 0,-3 3 0,0 2 0,0 4 243,-2 4 0,2 0 0,-1 5 1,-1 1-1,0 2 589,2 3 0,-3 3-604,2 0 1,-2 8 0,-1 7 0,-1 9 0,-1 9-98,-2 7 0,-2 2 1,3 7-1,1 5 1,1 3-18,1 5 0,1-2 0,3 4 0,6-2 0,4-5-81,4-3 1,4-6-1,3-4 1,1-6-1,1-5-140,1-7 1,-6-4-1,2-3 1,-3-5-1,-3-4-633,-3-5 0,1-6 0,-6-6 0,-2-5 720,1-2 0,-1-2 0,1 0 0</inkml:trace>
  <inkml:trace contextRef="#ctx0" brushRef="#br1" timeOffset="23">4209 11043 9218,'14'0'-121,"-2"0"0,-1 0 1,-3-1-1,-1-1 0,-2-3 601,0 0 0,-2-1 0,-4-3 1,-2-1-277,-4 1 1,-1 1 0,-2 1 0,-2 0-1,-1 1 1,-3 1-373,-3 2 0,-1 2 1,-5 2-1,0 2-179,2 3 1,-4 7 0,3 1 0,0 2 0,2-1-404,3 2 1,3-3 777,1 2 1,3-1-1,-1 4 1</inkml:trace>
  <inkml:trace contextRef="#ctx0" brushRef="#br1" timeOffset="24">4171 11182 10071,'29'-4'-185,"-3"2"1,-11-4 0,-6-1 839,-5-2 0,-3 3 1,-2 0-1,-2 0 0,-4 0-287,-5-1 0,-3 5 0,-8-1 1,-4 2-1,-4 1 0,-2 0-1386,-2 0 0,3 3 0,0 0 959,0-1 0,3-1 1,-3-1-1</inkml:trace>
  <inkml:trace contextRef="#ctx0" brushRef="#br1" timeOffset="25">4683 10968 8635,'10'-9'89,"-2"3"1,-2-1 0,-2 1 0,-1 0 0,2 1 0,-1 0 0,1 1 1110,0-1 1,-2 2-1021,3 3 0,-4 5 1,3 4-1,-2 3 1,0 4-157,-1 3 1,3 3 0,1 4 0,2-1 0,2 1-57,-1 1 0,0-1 0,2-1 1,0-2-1,2-1 15,-2-1 1,0 0 0,1-4 0,0-3-1,-1 0 67,0-3 0,-2-2 1,0-2-1,1-4 1,-2-3 19,-2-3 1,3-8-1,-4-7 1,1-8-1,0-5-75,1-3 0,-1-9 0,-1 3 1,-1-5-1,-2-2-378,-1-3 1,2 7 0,0 0-1,0 7 1,0 6-699,0 4 1,1 4 1080,-4 7 0,4 1 0,1 5 0</inkml:trace>
  <inkml:trace contextRef="#ctx0" brushRef="#br1" timeOffset="26">5428 10568 8872,'14'-19'304,"-4"5"0,2 1 0,-2 3 0,-3 2 0,-2 0 425,-1 2 0,-1 5 1,-3 2-1,0 8-515,0 5 0,0 5 1,0 2-1,-1 4 0,-1 3-164,-1 3 1,0-1 0,3 3-1,0 0 1,0 0-100,0 3 1,0 1-1,0 2 1,1 2-1,1-3 85,1-3 0,5 0 0,-3-5 0,1-2 1,0-3-62,1-2 0,-1-2 0,0-3 1,1-2-1,1-4-156,2-2 0,-1-1 1,0-3-1,1-3 0,-1-2-427,0-1 1,0 0 0,0-1-630,-3-2 1,-2-2 1199,-4-5 0,0 1 0,0 0 0</inkml:trace>
  <inkml:trace contextRef="#ctx0" brushRef="#br0" timeOffset="27">5559 10884 8380,'9'-13'0,"0"4"644,1 4 0,-6 4 0,-5 2 0,-8 3-449,-5 2 0,-2 2 0,-1 1 0,-5 1 0,-4-1 0,-7-1-3472,-5-2 3206,-1-1 1,-2-5-1,4 0 1</inkml:trace>
  <inkml:trace contextRef="#ctx0" brushRef="#br1" timeOffset="28">4246 11061 8860,'6'0'796,"-2"0"0,-3 0 0,-6 0-265,-5 0 1,-3 0 0,-5 0 0,-4 0 0,-3 0 0,-2-1-687,-2-2 1,2 2 0,3-2 0,2 2 0,2 1-794,3 0 0,4 0 657,4 0 1,8 0 0,4 0 0,5 0 0,6 0 217,4 0 1,3-1 0,6-1 0,2-2 0,0-1 119,0-3 0,-5 3 1,0 0-1,-1 1 1,-3 1 283,-4-1 0,1 3 0,-5-2-27,0 6 1,-6-1 0,-4 3 0,-4 0-221,-4 0 0,-4-3 1,-2 1-1,-5-2 0,-3-1-23,-5 0 1,-3 0 0,-2-1 0,-2-1 0,1-1-85,2 1 1,0 1-1,8 1 1,2-1-278,3-2 418,9 2 1,-3-3-34,13 4 0,5 0 1,11 1-1,3 1-196,3 1 1,6-1 0,2-4-1,1-2 1,-2-1 0,-2-3 25,-3 0 0,-6 2 0,-2 1 0,-6 1 318,-3 2 0,-6-2 0,-5 3-47,-7 2 1,-6 3-1,-8-2 1,-3 1-106,-2-1 1,-1-1 0,-1-1 0,-1 0 0,-1 0 0,2 0-178,3 0 0,4 0 1,4 0-1,3 0-1444,2 0 1,4 1 1539,3 2 0,1 6 0,5 6 0</inkml:trace>
  <inkml:trace contextRef="#ctx0" brushRef="#br1" timeOffset="29">4199 11415 8712,'7'-6'161,"3"1"0,0 1 324,0 2 0,-3-3 0,-1 1 1,1-1 1152,1-2 0,-1 2-978,-1-2 0,-5 5 0,-1-1 1,-5 2-514,-4 1 1,-1 4 0,-2 3 0,-5 0 0,-4 0-215,-3-1 0,0-3 1,0 3-1,0-2 0,2-1-829,3 1 1,-1-3 0,8 2 451,0-2 0,7-1 0,6 0 1,8 0 301,9 0 0,2 0 0,6 0 0,2 0 0,1 0 115,-3 0 0,1 0 0,-5 0 0,-2 0 0,-4 0 532,-3 0 1,-3 0-172,-1 0 1,-5 0 0,-5 0-166,-7 0 0,-3 0 0,-7 0 1,-3 0-1,-1-1-75,-4-2 0,-1-1 1,-1-2-1,0 1 1,1 2-205,2 0 1,7-1-1,5 2 1,3-1 98,1 1 0,5 4 0,4 2 0,6 0 0,6 1-45,7 1 0,0-3 0,6 2 0,1-1 0,0-2-153,-1-1 0,0 0 0,-6 1 0,-2 1 0,-3-1 145,-2-1 0,-5-1 1,-2 1-1,-2 2 50,-4 0 1,-3 0-1,-6-2 1,-3 1-1,-2 1 1,-3-1 109,0-1 0,-7-1 1,-1 0-1,1 0 0,0 0-89,1 0 0,4 0 1,-1-1-1,4-1 52,5-1 1,8 0 0,7 3 0,8 1 57,6 2 0,6-2 0,3 2 0,3-2 0,3-2-46,1-2 1,-7 2 0,-2-2 0,-4 1-1,-4 0 907,-4-1-838,-2-1 1,-10 4 0,-6 0 0,-7 0 0,-5 0 0,-2 0-439,-1 0 0,-3 0 1,-4 0-1,0 0 0,0 0-2128,0 0 2426,4 0 0,2-4 0,3-1 0</inkml:trace>
  <inkml:trace contextRef="#ctx0" brushRef="#br0" timeOffset="30">9134 12449 8207,'0'-10'242,"3"1"0,0 0 0,0-1 1,0 1-1,1 0 742,2-1 1,-4 6-1,1 5-792,-2 8 0,-1 1 0,0 4 0,-1 1 0,-1-2-241,-1 1 0,-5 1 0,2-2 0,-2-3 0,-1-3-204,-1-4 1,1-2-1,0-3 1,0-3 54,3-4 1,-2-7 0,3 2 0,0-3 0,1 1 0,3-2-157,1 2 1,1 0-1,3 1 1,2 2 299,2 3 0,1 2 1,2 1-1,0 4 1,2 2-1,-2 1 396,-1 0 0,0 5 0,-1 4 0,-1 3 0,-2 4-24,-3 3 0,-2 1 0,-1 5 1,-1 0-1,-2-2-47,-3-1 0,-2-2 1,-1-3-1,-1-2 0,0-5-298,-3-3 0,3-4 0,-3-1 0,0-6 0,1-4-343,0-3 0,3-5 1,3 3-1,3-2 0,2-1 1,2-1-9,2 2 1,3-2 0,7 4-1,2-1 369,3 1 1,0 1-1,1 6 1,0 3-1,-2 2 1,0 1 533,-2 0 0,-4 4 0,-1 3 0,-4 5 0,-2 3 44,-2 3 0,-1 1 0,-2-2 0,-2 0 0,-4-4-243,-4-2 1,0-1-1,-2-7 1,-1-1 0,0-3-636,-1-5 0,2-1 0,4-9 0,-1 0 309,1-2 0,4-1 0,1 1 0</inkml:trace>
  <inkml:trace contextRef="#ctx0" brushRef="#br0" timeOffset="31">7542 13259 8110,'9'4'263,"0"-3"1,0 3 0,-4-1 0,-6 0 0,-7-1 0,-7 0-12,-3 1 1,-5-2 0,-6 3 0,-9-2 0,-8 0 0,19-1 0,-1 1 0,-2-1 0,0 0-168,0 0 1,-1-1 0,-4 0-1,0 0 1,-3 0 0,-1 1 0,-4 0-1,-2 0 1,-2 1 0,-1-1 0,0 0-1,0 0-185,-2 0 1,1-1 0,-2 0 0,-1 0 0,17 0 0,-1 0 0,1-1 0,-15 0 0,0 0 0,2-1 0,-1 0-80,0-1 1,0 1 0,4 1 0,1 0 0,2-1 0,2 1 0,3 0 0,1 1 0,2-1-1,1 2 1,1-1 0,-1 1-168,1 0 1,1 1 0,4 0 0,0 1 0,-22 6 0,7 1-1,7-1-1031,4 0 1377,10 0 0,-1-1 0,9 1 0,3 2 0</inkml:trace>
  <inkml:trace contextRef="#ctx0" brushRef="#br0" timeOffset="32">7290 13547 8101,'23'4'98,"-4"2"1,-7 0 0,-6-1 0,-7-1 0,-7-2 414,-6-1 1,-10-1-1,-6 0 1,-7 0 0,-7 0-297,-7 0 0,22 0 1,-3 0-1,-5 0 0,-1 0 1,-2 0-1,-1-1 0,-1 0 1,-2-1-1,0-1 0,-2-1-113,-2-1 1,-2-2-1,-1 1 1,0-2-1,15 2 1,1 0 0,-1-1-1,1 1 1,0 0-1,1 1-1197,-2-1 1,0 1 0,0 0 1092,-1 0 0,0 1 0,-1 0 0,-2 1 0,-2 1 0,1 0 0,1-1 0,-1 0 0</inkml:trace>
  <inkml:trace contextRef="#ctx0" brushRef="#br0" timeOffset="33">4888 10689 8003,'0'-9'0,"1"0"110,2 3 1,-2-2 0,1 2-1,-4-3 1,-4 0 0,-3 0 0,-3-1 115,0 1 1,-3 3 0,1 1 0,1 0 0,-2 0 0,1 1-23,-3 2 1,1 1 0,-1 1 0,1 1 0,0 2-124,-2 3 0,0 3 0,-2 1 0,-1 1 0,0 3-129,0 0 0,-2 1 0,1 2 0,3 1 0,2 2 0,4 0 48,-1 3 0,7 1 0,-2 4 0,2 1 0,1 2 14,3 3 0,2-2 1,1 0-1,1-1 1,2 0 112,4-1 0,2-1 1,3 0-1,4 1 1,1 1-33,2-1 0,4 2 0,1-1 1,0-1-1,0-1-33,-1-1 0,-1-2 1,-3-3-1,2-6 0,2-2-18,1-4 1,0 0 0,5-3-1,2-2 1,4-3-46,1-2 0,0-1 0,-1 0 1,-3 0-1,-2-2 38,-3-4 0,-2-1 1,0-9-1,-3 0 0,-3-3-35,0-3 0,-1-1 0,1-5 0,-1-1 1,-2-1-38,0-1 0,-5-5 1,0 2-1,-3-3 1,-5-3 19,-2-4 1,-9-5-1,2 23 1,-2 0 0,-1-1-1,-2 1 1,0 0-1,-2 0 84,-1 1 1,1 0 0,-1 1 0,0 2 0,-14-17 0,0 4 0,-1 6-201,-2 6 1,1 3-1,-4 10 1,-1 3-1,-2 2-467,0 2 0,1 3 1,2 5-1,4 4 598,4 5 0,3 8 0,5 2 0</inkml:trace>
  <inkml:trace contextRef="#ctx0" brushRef="#br0" timeOffset="34">8538 13594 8196,'28'0'-30,"-4"0"0,-2 0 1,-3 0-1,-1 0 1,-3 0-1,-2 0 0,-3 0 1,-1 0-1,1 0 844,-1 0-426,-4 0 0,-2 0 1,-6 0-100,-3 0 1,-8 0-1,-5 1 1,-10 2-1,-11 3 1,-12 2-125,22-3 0,0 0 1,-4 2-1,-2 0 0,-2 2 1,-1 1-1,-5 1 0,-2 2 1,-4 0-1,-2 1-141,18-5 0,-1 0 0,-1 1 0,-4-1 0,-1 0 0,0-1 0,1 1 1,0 0-1,-1-1 0,-4 0 0,0 0 0,-1 0 0,-2 0 0,-1 0 1,-1 0-162,-1 0 0,-1 0 1,0 0-1,0-2 1,-1 0-1,1-1 1,13 0-1,-1 0 0,1-1 1,-1 1-1,-1-1 1,-1 1-1,1-1 1,-1 0-1,1 1 0,0-1 1,-1 0-1,1 0 105,-2 0 1,0 0-1,0 0 1,1 0-1,1-1 1,1 1 0,0 0-1,1-1 1,-13 1-1,1 0 1,-1-1 0,2 1-1,-1 1 1,0-1-1,3 0 1,0 0 0,1 0 49,-2 1 0,1-1 0,1 1 0,3-1 0,1 0 0,0 1 1,0 0-1,1 1 0,-1 0 0,3-1 0,1-1 0,0 1 0,2 0 1,1 0-1,1 0-119,-15 2 1,1 0 0,5 0 0,1 2 0,5 0-1,0 0 1,2 1 0,0-1 0,4 0 0,1-1-58,4 0 0,1 0 0,-19 9 0,14-4 0,7 0-106,7 1 1,9-3 0,12-5 0,9-2-1,10-4-1544,8-4 1808,16-5 0,2-2 0,-20 3 0,1 0 0,-2 0 0,1 1 0</inkml:trace>
  <inkml:trace contextRef="#ctx0" brushRef="#br0" timeOffset="35">7933 13789 8303,'17'-3'109,"-1"0"1170,-4 1-958,-1 5 0,-8-2 0,-5 2 0,-8-3 7,-3-3 1,-3 1 0,-2-4-1,-2 0 1,-3 1-85,-5 1 1,-6 3 0,-9 2 0,-8 3 0,23-1-1,-1 2-130,-1 2 1,-2 0 0,-5 2 0,-2 0 0,-5 4 0,-2 1 0,11-4 0,-1-1 0,0 1 0,-3 0 0,-1-1 0,0 1-149,-2 0 1,0 0 0,-1-1 0,-1-1 0,0 0 0,-1 0 0,-1-1 0,-1 0 0,1-1 0,0 0 0,0 0 0,0-1 0,1-1 0,0 0 0,0-1-185,2 0 0,1-1 0,-1 0 0,0 0 0,0 0 0,0-1 0,5-1 1,1-1-1,0 0 0,1 1 0,0-1 0,1 0 0,-17 0 0,1-1 247,3 1 1,0 0-1,2 1 1,0-1-1,3 1 1,0 0-1,4 1 1,1 0 0,2 1-1,1 1 23,2 2 1,0 0 0,1 2 0,0 0 0,1 0 0,1-1-1,2 0 1,1 0 0,-21 6-383,7 1 1,4-1 0,4-3 0,5-3-466,5-3 1,9-1-1,4-1 1,24-8 794,4 3 0</inkml:trace>
  <inkml:trace contextRef="#ctx0" brushRef="#br0" timeOffset="36">7449 13706 8447,'33'-9'-35,"-5"7"0,-7-4 342,-1 4 0,-6 3 198,-5 2 0,-9 2 1,-9 5-1,-7-1 1,-5 0-171,-3 1 0,-14-1 0,-8-1 0,18-4 0,-1-2 1,-3 0-1,0-1-148,-2 0 1,-1-1 0,-1 1 0,-1-2-1,-5 1 1,-1-1 0,-3 0 0,-1 0 0,-2 0-1,0-1-260,0 1 1,-1 0 0,14 1 0,0-1 0,-1 1 0,-2 0 0,-1 1 0,1-1 0,-2 1 0,1 0 0,-1 0 0,0 1-1,0 0 1,0 0-15,-2 1 1,1 0 0,-1 0 0,3-1 0,1 0 0,-1 0 0,1 0 0,0 1 0,1-1 0,-1 1 0,1 0 0,0 1 0,0-1 0,0 1-1,1 0-65,1 0 0,1-1 1,-1 1-1,-16 2 0,1 0 1,3-1-1,1 1 0,1 1 1,1-1-1,2 1 0,2 1-72,3 0 0,0 1 0,5-1 0,0 0 0,4 0 0,0 0 0,2-2 1,0 0-1,-21 4-545,3 0 1,12-4 0,8-1 55,5-1 0,11-1 713,30-3 0,-5 0 0</inkml:trace>
  <inkml:trace contextRef="#ctx0" brushRef="#br0" timeOffset="37">7207 13799 8245,'49'6'-25,"-5"0"-98,-9 1 247,-9 2 1,-5-3-1,-5 0 1,-4 0-1,-1 0 788,-2 1 0,-4-4 1,-3 2-527,-4-1 1,-6-1 0,-11-3 0,-10 0 0,-10-1-154,-11-2 1,23 3-1,-1-1 1,-6-1 0,0 0-1,-1 0 1,-2 1 0,-3-1-1,-2 1-212,-3-1 0,-1 2 0,-1-1 1,0 1-1,-4-1 0,-1 2 0,15-1 1,1 0-1,-1 1 0,-2-1 0,1 1 1,-1 0-180,1 0 0,0-1 0,0 2 0,-3 0 0,-1 0 1,0 0-1,2-1 0,-1 0 0,1 0 0,-1 0 0,-1-1 1,1 1-1,0 0 0,0-1 0,0 1 36,-1 0 1,1 0-1,0 0 1,1 0 0,2-1-1,0 1 1,2 1-1,0 0 1,1 1 0,-15 0-1,0 2 1,2 0 0,2 0-63,2 1 1,2 1 0,4 1 0,2 0-1,7 0 1,1 0 0,2 1 0,0 0 0,1 1-1,0 1-83,-21 11 1,5-4 0,8-2 0,5-1 0,6 1-183,6-1 1,8-3-1,10 0 1,10-2 448,12-4 0,4 0 0,6 0 0,0 4 0</inkml:trace>
  <inkml:trace contextRef="#ctx0" brushRef="#br0" timeOffset="38">7030 13892 8364,'26'3'145,"-5"0"1,-6 0 218,-7 1 1,-5-3 0,-7 3 0,-6 0 0,-10 0-80,-10 1 1,-21-2 0,18-1 0,-2 1-1,-3-1 1,-1 0 0,-3 0 0,-1-1-153,-5 1 0,-1 0 1,0-1-1,-2 1 0,11-1 1,-1 1-1,0 0 0,1-1 1,1 1-1,-1-1 1,0 0-1,0-1 0,0 1-167,1-1 0,0 1 1,0-1-1,0 0 1,0 0-1,0 0 1,1 0-1,-1 0 1,0 0-1,1 0 1,-1 0-1,1 0 1,-15 0-1,1 1-57,5 0 0,2 1 0,1 0 0,1 1 0,4 2 0,0 1 0,4-1 0,1 1 0,4 0 0,1 1-20,-17 8 1,10 0-1,8 4 1,8 0 0,5-1 155,6 1 0,6-5 1,0-1-1,2-3-348,1-1 0,4-3 0,1-4 0,1-5 0,0-6-353,2-2 1,-1-7-1,0 1 1,-2-4 0,-1-1 655,-1 0 0,-2-2 0,-1-4 0</inkml:trace>
  <inkml:trace contextRef="#ctx0" brushRef="#br0" timeOffset="39">9935 11927 7979,'0'-6'-77,"0"0"1,0-1 0,0-2 0,1 0 0,1 0-1,1-1 1,-1 1 389,-1 0 0,-1-1 0,1 1 0,1 0 568,1-1 0,0 1 0,-2 1-255,2 2 1,-2 3 0,3 6 0,-3 4 0,-1 3-265,0 3 1,0 6 0,0 1-1,0 3-203,0 3 0,0 2 1,0 3-1,0 3 1,0 3-1,0 2-155,0 2 1,-3-1-1,-1-3 1,2-1-110,1-1 1,1 0 0,0-4 0,0-1 0,0-1 0,0-1 85,0 0 1,0-1 0,0-2 0,0-1-1,0-2 28,0-5 1,1 1 0,2-6 0,4 0 0,1-3 81,1-3 0,2-1 1,1-5-1,5 0 0,2 0-1,3 0 0,4-5 0,-2-1 0,0-1 0,0 0-114,-1 0 1,-1 1 0,-4-4-1,0-1 1,-3-2 0,-2 2-345,-3 0 1,-2 2 0,-1-1 0,-4-2-692,-2 0 0,-1-4 1059,0 4 0,-8-5 0,-3 3 0</inkml:trace>
  <inkml:trace contextRef="#ctx0" brushRef="#br0" timeOffset="40">10102 12113 8007,'24'1'0,"-3"2"819,-5 0 0,-2 3 0,-7-2 0,-4 0-164,-6 0 0,-8-1 1,-6-2-1,-4 1 0,-4 2 0,-5-2 0,-4-1 1,-3-1-1,0-1 0,0-2-1419,-1-4 1,-3-1-1,-2-1 764,-3-1 0,4 1 0,0 0 0</inkml:trace>
  <inkml:trace contextRef="#ctx0" brushRef="#br0" timeOffset="41">10633 12672 7961,'9'-9'750,"-2"-1"0,-1 1 0,1 0-95,1 0 0,-3 4 1,-1 5-1,-3 6 0,-1 3-357,0 3 1,0 3 0,0 3-1,0 1 1,0 1-248,0 1 1,3 0-1,0 3 1,-1 0-1,-1-2-174,-1 1 1,3 2-1,0-3 1,-1-2-1,0 0-236,1-1 0,-2-5 1,2-1-1,-2-3 1,1-2-2919,1-2 3077,-2-1 1,3-5 0,-4 0-1</inkml:trace>
  <inkml:trace contextRef="#ctx0" brushRef="#br0" timeOffset="42">10782 12681 8025,'19'-9'1261,"-2"4"1,-1 1-170,-4 0 0,-8 3 0,-6-3-546,-6 3 0,-8 1 0,0 0 0,-5 0 0,-4 0 0,-3 0 135,-3 0 0,-4-4 0,-8-2 1,-7-3-1522,23 3 1,0-1-1,-24-3 347,1-2 0,6-3 0,3 1 1</inkml:trace>
  <inkml:trace contextRef="#ctx0" brushRef="#br0" timeOffset="43">4786 10596 7843,'5'-6'890,"-2"-1"-481,-2 0 1,-2-1-1,-2 0 1,-3 0-1,-3 2 1,-1 0 0,-1 0-1,-3 1-133,0 0 1,1 2-1,-2 3 1,-2 0-1,-1 0 1,-3 1-275,-1 2 0,-3 7 0,4 6 0,-1 5 0,0 4 0,1 2-11,0 1 1,1 4 0,2 2 0,-1 2 0,1 2 84,3 3 0,1 2 0,6 6 1,1 0-1,2-1 24,1-4 0,2-1 0,5-4 0,4 2 0,5-2-5,7-1 0,4 1 0,7-1 1,4-5-1,5-5-57,2-7 1,4-3 0,-5-10 0,1-1-1,0-5-56,3-4 1,1-4 0,2-3 0,-2-1 0,-1-3-30,-4-2 0,-6-3 0,-4-1 0,-3-3 0,-3-4-18,-2-4 0,-3 0 1,-3-4-1,-1-2 0,0-3 50,-3-1 0,-3-9 0,-2-1 0,-5 22 0,-1 1 0,-1-2 0,0 1 68,-1 0 0,-1 1 0,-8-19 0,-5 0 0,-4 4 0,-3 3-76,-2 4 1,0 3 0,-2 4-1,-2 1 1,-3 3-94,-2 6 1,-1 3 0,-4 7-1,2 2 1,1 4 57,1 4 1,4 7 0,-1 7 0,1 2 0,0 4-18,-1 3 0,-2 1 1,3 1-1,2-2 0,0 3 154,2 1 1,4-2 0,1 4-1,2-1 1,4 1 0,5 3 160,3 3 1,5 1 0,0 0 0,4 1-145,4-3 0,6-2 0,5 1 0,5-3 0,5-2 0,5-3-278,4 0 1,-2-4 0,4-3 0,-2-3 0,2-5-46,1-1 0,6-3 0,-3-1 0,1-2 0,0 0 181,-2-3 1,-5-2-1,-6-4 1,-4-2 15,-4-2 0,-2-6 0,-2-4 0,0-4 0,-2-3 0,-2-4 67,-4-4 1,1-7-1,-8-6 1,-1-4-27,-2 22 1,1 0 0,-1-2 0,-1 1 0,0 0 0,-1 0 0,-1 0 0,-2 0 0,0 1-1,-1 1 94,-1 1 0,-2 2 0,-9-19 1,-3 5-1,-3 4 0,-1 3-135,-4 4 0,-9 4 0,2 7 1,-1 4-1,0 3-88,-2 3 0,3 1 0,3 7 1,1 4-1,2 4 96,1 3 1,-3 7 0,-2 5-1,-1 2 1,0 0 0,3 0 101,0 1 0,6-5 0,1 7 1,3 0 139,4-1 1,6 2 0,0 1-1,5 5 1,4 0 56,2 2 1,1 0 0,1-1 0,3 0-1,5 1-97,2 2 0,5-3 1,0-3-1,4 2 1,3 1-235,5 1 0,7-1 1,-2-5-1,0-5 1,-1-6-214,0-5 1,-3-4-1,3-5 1,-1-2-1,1-2 56,1-3 1,-2-6-1,3-1 1,0-3 0,0-3 52,-3-4 0,-2-4 1,-3-4-1,-1-8 0,-3-3 141,-2-2 0,-6-1 1,-1-3-1,-3-2 0,-1-4-34,1-2 0,-5-3 1,-3 24-1,-1 0 1,0 0-1,-1 0 1,0 1-1,-1-1-16,0 2 0,-1 0 0,-3-23 0,-5 8 0,0 5 0,-3 1 77,-2 2 1,-7 6 0,-3 0 0,-3 4 0,-3 3-13,-3 3 1,-2 5 0,0 6 0,1 3 0,3 3-21,3 3 1,-3 3-1,6 6 1,0 5-1,0 3-12,2 1 1,-3 5-1,2-1 1,0 1-1,-1 0 24,1-1 1,4-2-1,-2 3 1,3-2-1,0 0 43,3 0 0,3-1 0,0 4 0,0 0 0,3 2-44,0 0 0,6 1 1,1 0-1,1 0 1,0-1 28,1 0 0,2-3 1,2 5-1,2-3 1,2-2-15,5-1 0,-1 0 1,6 2-1,5 0 1,6-2-102,6-3 0,4-3 1,4-4-1,0-4 1,1-3-72,-2-5 0,-1-2 0,7-1 0,-1-2 0,3-4 87,-1-7 1,-3-1-1,-5-4 1,-4-4 0,-4-1 97,-2-3 1,-5-7 0,-3 3 0,-4-4 0,-3 0 67,-4-1 0,1-2 1,-8-3-1,-1-4 0,-1-1 133,-1-2 1,-5-3 0,-4 1 0,-4 0 0,-4 1-128,-2 2 1,8 22-1,0-1 1,-12-22-1,-4 3 1,-3 6-55,0 8 0,1 9 1,1 10-1,0 4 0,2 4-71,1 2 1,2 2-1,4 3 1,2 4 0,1 3-130,4 1 1,3 1 0,2 0 0,4-2 0,2-1 0,1 0-817,0-1 0,1-3 0,3-1 979,6-1 0,3 8 0,6-2 0</inkml:trace>
  <inkml:trace contextRef="#ctx0" brushRef="#br0" timeOffset="44">5130 14739 7790,'0'6'2002,"0"0"-1347,0 2 0,0-8 1,0-3-1,0-5 0,1-1-519,2 0 1,3-1-1,3 0 1,0-1-1,2-3-102,1 0 0,-2 3 0,4 1 0,-2 4 0,2 2 0,-1 1 93,1-1 0,-2 4 1,-3-2-1,1 7 1,-1 2 115,0 3 1,-4 6 0,-2 0 0,-2 5 0,-1 4-95,0 2 0,-4 5 0,-2 2 0,-3 3 0,-3 1 1,-1 1-78,-1-3 0,-2-6 0,-2-2 1,2-5-238,0-4 0,4-4 0,-4-3 1,1-1-1,-1-3-651,1-2 1,3-2 0,0-4 427,2 0 0,5-4 0,1-3 0,4-4 0,4-1 263,2 1 0,5-3 1,2 2-1,-2 0 1,0 3 262,2 3 0,-3-1 0,2 2 0,0 1 1,-1 0-1,3 1 232,0-1 1,-1 2 0,2-3-1,2-1-204,0-3 1,2 4-1,-1-6 1,1-2 0,0 1-1,-1-2 1,1 3 1,-1-2 0,-2 0-1,-1 2-87,-2 0 0,1 2 0,-3 0 0,1-1-91,0 1-54,-2 0 0,-5 5 1,-2 5 54,-2 7 1,-1 2-1,-1 6 1,-1 0-1,-1 2 107,1 1 0,1-1 1,1 1-1,0 1 1,0 0 100,0 2 0,1 0 0,2-4 1,3 0-1,3-2 28,0 0 1,4-5 0,3 2 0,2-4 0,0-3-113,1-3 0,-3-2 0,2-2 1,1-2-1,-2-4-60,0-4 1,-5-4 0,3-4-1,-2-4 1,-3-4-149,-2-3 1,-4-5 0,-4 1-1,-1-2 1,-2 2-209,-4 3 0,-5 7 0,-5 6 0,-3 4 0,-5 5-791,-2 3 1,-1-1 0,0 3 903,0 2 1,0 6 0,0 1 0</inkml:trace>
  <inkml:trace contextRef="#ctx0" brushRef="#br0" timeOffset="45">6099 14823 7797,'9'0'474,"0"0"1,0-1 0,-2-2 662,-1-3 0,-5-3-966,-1 0 0,-1 4 0,-4 1 0,0 1 0,-1-1-158,-1 2 0,-1 1 1,-1 1-1,-2 1 1,0 2-42,-2 4 0,-2 2 1,3 2-1,0 2 0,2 0-43,0 4 0,5-2 0,2 7 1,2-1-1,1-1 42,0 2 1,1 1 0,2-2 0,4 0 0,1-1 82,1-3 0,1-4 1,3-5-1,2-1 1,3-1 21,1-2 0,2-1 0,3-4 0,1-2 0,1-3-3,-3-3 0,0 0 0,-2-1 0,-2-3 0,-3-2 1,1-3 0,-3-2 0,1 0 0,-2-2 1,-1 1-113,-2 2 1,-1 0 0,0 1 0,-2 2-116,-1 0 0,-1 5 111,1-1 0,0 6 0,-4 7 0,1 7 0,-1 4 102,-1 3 0,-1 0 0,0 5 0,1 1 0,1 4 0,2 1 36,1-1 0,0 1 0,3-4 0,-2-2 0,1-1-28,1-4 0,2-1 0,-1-6 1,0-2-1,1-3 10,-1-1 0,3-4 0,1-2 1,-1-5-1,1-5-42,-1-4 1,0-5-1,-2-2 1,-2-3 0,-2-2-86,-3-1 0,-2 0 0,-1 5 1,0 3-1,-1 3-304,-2 2 1,-3-1 0,-6 4 0,-4 1 0,-3 1-334,-2 3 1,0 5-1,-4 2 1,0 2 685,2 1 0,0 4 0,4 1 0</inkml:trace>
  <inkml:trace contextRef="#ctx0" brushRef="#br0" timeOffset="46">6881 14683 7797,'9'0'471,"0"0"214,1 0 1,-3 1 0,-4 2-515,-6 4 0,-7 1 0,-4 1 0,0 0 0,-3 1-153,-1-1 0,1 3 0,1 1 0,4-2 0,3 0-81,2-2 0,3 4 1,6 2-1,4-1 13,3-1 0,7-3 0,2-1 1,4 1-1,0-1 387,1 0 0,-1 1 0,-3 0 0,-2 1 1,-2 3 143,-6 0 1,-1-1 0,-5 1-1,-2 0 1,-3-3-284,-4-1 0,-3-1 0,-5-3 0,-4-3 1,-6-3-494,-3-3 0,2-2 0,0-5 295,0 1 0,-2-4 0,-1-2 0</inkml:trace>
  <inkml:trace contextRef="#ctx0" brushRef="#br0" timeOffset="47">7290 14693 7797,'10'0'448,"-1"0"1,0 0 0,1-2 0,-1-1 0,0-3 0,1-1 0,-1 0-148,0 0 0,1 5 1,-1-2-1,0 1 1,1 0-354,3 1 0,-3 1 1,3 1-1,-3 0 0,-1 0 1,1 1 166,-1 2 0,-3 2 0,-1 5 0,0-1 0,0 1 40,-1 3 1,-1 1 0,-3 5 0,-1-1 0,-1 2-36,-1 2 1,-8 1 0,2 1 0,-2-2 0,-2-2-113,1-2 0,-5-3 1,2-3-1,-2-2 0,1-4-200,0-3 0,8-2 0,0-2 0,2-2 1,5-3-10,3-3 1,9-1 0,7-1 0,6-2 0,2 3 104,-1 3 1,2-1 0,-3 5 0,-1 1-1,-2 1 387,-4 1 0,-1 5 0,-3 4 0,-2 3 0,-2 2 110,-3 3 1,-1 4 0,-5 0 0,0 1 0,0 0-59,0 0 1,-5-1 0,-1-2-1,-3 0 1,-2-1-357,-2 1 0,-2-5 0,2-1 0,2-4 0,-1-3-617,0-3 1,2-2 0,-3-2 0,4-2 0,3-3-2648,3-2 2897,2-6 0,5 0 0,1-5 0</inkml:trace>
  <inkml:trace contextRef="#ctx0" brushRef="#br0" timeOffset="48">7886 14748 7837,'19'-9'534,"-2"1"1,0 1 0,-2 1 466,-2 2 1,-1-2 0,-2 3-267,-1 1 1,-5 2 0,-4 2-573,-5 1 1,-4 7-1,-3 0 1,-1 1 0,-2 3-189,-1 1 1,2 3-1,2 1 1,2 2-1,1 2-32,3 1 1,2-1 0,4 3 0,0-2-1,1-1 142,2-3 0,5 0 0,6-2 0,0-3 0,3-2 51,0-3 1,2-5-1,1-2 1,0-2 0,2-1-85,-1 0 1,-5-5 0,-1-3-1,-1-5 1,0-2-156,-1-5 0,-1 1 0,-6-5 0,-3 0 0,-2 0-326,-1-2 0,0 4 1,-1 0-1,-2 2 1,-4 2-1211,-5-1 1,-3 1 1375,-7 3 1,-2-3 0,-4 4 0</inkml:trace>
  <inkml:trace contextRef="#ctx0" brushRef="#br0" timeOffset="49">8259 14571 7963,'14'0'104,"0"-4"1,-5-1 411,0 0 0,-3-2 0,0 3 1732,-2-2-1960,-1 4 0,-7-1 1,-2 5-1,-2 2-148,2 2 1,-1 0 0,4 3 0,1 0-1,1 1 245,1-1 1,4 0 0,2 0-1,3-3-171,4-3 1,-2-2 0,4-2 0,-2-2 0,-1-3-184,2-3 0,-4-3 0,3-1 1,-3-1-1,-2 0-532,-2-1 1,-1 7 0,-5-1-1,-1 1-307,-3 3 0,-5 1 0,-7 4 808,-5 0 0,-3 4 0,-4 1 0</inkml:trace>
  <inkml:trace contextRef="#ctx0" brushRef="#br0" timeOffset="50">8734 14171 7963,'9'0'1451,"0"0"-1073,1 0 0,-6 0 1,-4 0-1,-6 0 0,-2 0-334,-1 0 1,0 0 0,-1 0 0,1 0 0,0 0 0,-1 0-412,1 0 1,0 0 0,-1 0 0,1 1-758,0 2 1,-1 1 1123,1 3 0,0 1 0,0-3 0</inkml:trace>
  <inkml:trace contextRef="#ctx0" brushRef="#br0" timeOffset="51">8724 14274 7963,'10'0'1053,"-1"0"147,-4 0-915,-1 0 0,-4 1 0,0 2 0,0 3-112,0 2 1,0 6 0,0 2-1,0 5 1,-1 6-10,-2 6 1,2 2-1,-2 10 1,2 1-1,0 4-131,-2 1 1,2-23 0,1 0 0,-2 3 0,1-1 0,0 2-1,1-1 1,-1 3 0,1 0-81,-2 0 0,0 1 1,2-1-1,-1-1 1,0 1-1,-1 0 0,2-2 1,-1 0-1,1-2 1,0 1-50,0-1 0,0 0 1,1-3-1,-1-1 0,2 20 1,1-8-1,0-6 148,-2-3 1,-1-5 0,0-3 0,0-5 342,0-3 1,-1-4-1,-3-3-59,-2-3 1,-2-2 0,-2-2-1,-3-1 1,-2-2-251,-3-1 1,-5 0-1,-1-1 1,-4 3 0,-3 1-648,-4 2 1,-1-1 0,-1-1 0,1-2 560,2-1 0,2-5 0,4-5 0</inkml:trace>
  <inkml:trace contextRef="#ctx0" brushRef="#br0" timeOffset="52">4832 14320 8010,'19'0'655,"-5"-3"0,-1 0 1,-3 1-1,-3 2 0,-3 2-109,-8 1 0,-4 3 0,-4-3 0,-4 0 0,-2 1 0,-3-1-457,-1-1 0,-3 0 0,3 0 0,-2 1 0,-1-1-684,1-1 1,-1 0 0,6 1 0,1 2 0,2 0-64,1 1 1,5 1 0,5-2 565,0 1 0,4-3 0,7 2 0,3-1 0,1 0 431,1 0 0,-1-2 0,1-1 1,2 1-1,-2 1 123,-1 1 0,-3 4 0,-1-1 0,0 4 0,-1 2-162,-2 3 0,1 4 0,0 4 0,-2 4 0,-1 4-31,-1 2 1,1 5-1,1 6 1,1 2-1,-1 5-146,-1-23 0,-1 0 0,0 0 0,0 1 1,0 2-1,0 0 0,0 0 0,1 0 0,0-1 1,0 1-80,1-2 0,-1 1 0,1-2 0,-1 1 0,-1-2 0,0 1 0,0 24 0,0-3-45,0-5 1,0-2 0,0-7 0,0-2 0,0-4-237,0-2 1,-1-1 0,-1-6 0,-1 1-1,1-2 11,1-3 1,1-4 0,0 0-1,0-2 357,0 0 1,0-4-1,1-1 1,2-1 126,3-2 0,6 3 0,1-2 0,2-1 0,2-1 16,4-1 0,1 0 0,5 0 1,3 0-1,1-1-328,1-2 0,-2-3 1,-6-3-1,-2-1 1,-4-3-3224,-6-2 3187,1-3 1,-8-5 0,4 0 0</inkml:trace>
  <inkml:trace contextRef="#ctx0" brushRef="#br0" timeOffset="53">9562 14069 7723,'10'0'531,"-1"0"0,-1-1 1,-1-1-1,-1-3 124,-2 0 0,-2-1 1,-5-2-1,-4 1 0,-1 1-109,-1 2 0,-1 0 0,-3 2 0,-2-1 0,-3 1 0,-1 1-61,1 1 0,-2 0 0,-2 0 0,-2 0 0,-2 0-587,1 0 0,-2 3 0,3 0 0,1 0 0,4 0 1,4 1-719,5 2 1,0-3 0,6 3 0,4 1 163,6 1 1,4 2-1,9-2 1,0-1 0,2-2 968,1 0 1,-1-1-1,-3-2 1,-2 1-1,-3 0 157,0 1 0,-5-3 0,0 3 1,-3 0-360,-3 3 1,-1 1-1,-1 1 1,0 0-95,0 1 0,-1 2 1,-1 2-1,-2 1 1,-1 4 51,-2 1 1,-2 6 0,1-1 0,1 3 0,1 3 206,-2 3 0,0 7 0,0 3 0,1 5 0,4-23 0,0 1-118,1 0 1,0 0 0,0 2 0,1-1 0,1 2 0,0 1 0,0 3 0,0 0 0,0 2 0,0 1 0,0 1 0,1 0-101,1-1 0,-1 1 1,0 1-1,0 0 1,2 0-1,-1 1 1,1 0-1,0 0-171,-1-1 1,1 1 0,-2-2 0,0 0-1,1-5 1,0-2 0,0-1 0,-1-1-1,1 0 1,-1-1 0,0-1 0,0-1-244,0 26 1,-1-3 0,0-2-1,1-3 267,2-3 0,-1-1 0,2-7 0,-1 0 0,0-3 0,0-4 182,1-4 1,-3-7 0,2-2-517,-2-3 1,-1-6 0,-1-4 0,-1-5-32,-1-3 0,0-6 1,3 0-1,1-2 349,2 1 1,-1 2 0,4-1 0,3 0 0,1 3 0,2 2 276,0 3 0,2-2 0,1 5 0,0 1 73,1 1 0,0 1 1,5 1-1,1 1 1,-1 1-1,2 0-41,2 2 0,-1-4 0,0 2 0,-1-3-803,1-3 1,-2-4 0,2-5 0,-1-5 598,-3-3 0,4-4 0,0-4 0</inkml:trace>
  <inkml:trace contextRef="#ctx0" brushRef="#br0" timeOffset="54">10065 14292 14087,'1'-5'208,"2"1"1,3 0 0,3-2-1,1-3 1,2 0 0,4 0-1,2-1 1,0 1 104,1 0 1,-2 0-324,-1 3 1,1 2-1,-2 4 1,-1 0 43,-1 0 0,-3 1 1,-1 3-1,1 6 1,-2 3-1,-1 4 261,0 1 0,-5 0 0,1 7 0,-2 1 0,-3 4 0,-4 5 83,-3 1 1,-6 7-1,-2 1 1,-4-3-474,-3-2 1,-4-10-1,-2-4 1,-2-5 0,0-5-1,-1-3-501,3-5 1,9 0-1,3-4 1,4-1 284,2-1 0,8-1 1,8 0-1,11-1 1,9-2 552,6-3 0,6 1 0,4-1 0,-1 0 0,0-1 413,-2 1 0,-7 4 1,-2-1-1,-2 1 0,-2 0-975,-3-1 1,-4 0 0,-3 3 0,0 0-2958,-3 0 3015,-1 0 1,-4-5 0,-2 0-1</inkml:trace>
  <inkml:trace contextRef="#ctx0" brushRef="#br0" timeOffset="55">10773 14078 7778,'9'-4'1092,"-3"3"0,-1-3 0,1 0-546,-1-3 0,-7 8 0,-1 7 0,-6 8 0,-3 9 0,-3 5 0,1 4 0,0 6 0,5 5 0,1 3 0,2 1 0,3 1 109,1 1 0,4-7 1,1 2-1,3-4 0,3-5-557,4-5 1,1-3 0,6-10 0,1-6 0,5-4-3376,4-6 2537,-1-11 0,16-6 0,-2-10 0</inkml:trace>
  <inkml:trace contextRef="#ctx0" brushRef="#br0" timeOffset="56">11089 14292 9788,'6'0'327,"1"-1"1,0-2 0,1-4-1,1-4 1,3-2 0,2-2-1,5-1 1,2-2 0,0 0-1,2-1 219,1 0 0,-6 4 0,0 0 0,0 2 0,-2 3 0,0 2-420,-4 5 0,-1 2 0,-3 2 0,-1 3 0,-2 7 0,-1 6-31,-2 7 1,-5 7 0,-3 3 0,-3 2-13,-4-2 0,3 1 0,-2-4 0,1-2 0,2-3 1,1-5 145,2-1 0,1-4 1,6-2-250,3 0 0,5-6 0,7-5 0,5-3 0,4-4 0,2-5-395,1-6 1,0-4 0,0-1 0,0-3 79,-1-1 1,1-1-1,0-3 1,-1 2-1,-2 2 1,-3 4 69,-3 3 0,-3 9 0,-2 0 0,0 3 460,-3 3 1,-5 5-1,-2 4 1,-3 4-1,-1 5 1,0 2 140,0 0 1,0 5 0,-1 2 0,-1 2-134,-2 1 0,1 1 0,4 0 0,1-1 0,3-3 1,0-4 48,2-7 0,4-3 0,3-5 0,-1-4-158,1-4 0,1-8 0,-2-9 1,-2-5-1,-1-3-128,0-1 1,-1-4 0,-1-2 0,-2-1-1,-2 0-256,-3 1 1,-2 1 0,-3-2 0,-2 5 0,-3 4-1,-3 2-1349,-4 1 1,-7 1 1247,-5 4 0,0 3 1,-4 2-1</inkml:trace>
  <inkml:trace contextRef="#ctx0" brushRef="#br0" timeOffset="57">11918 14013 7796,'14'-5'631,"0"-3"0,-4 4 0,2 0 24,0 0 0,3 0 1,-1 2-1,1-1 0,4 2 0,2 3 0,5 3 1,-2 6-1,3 5 0,1 7 0,0 6 0,-5 8 1,-4 6-1,-6 3 0,-4 1-583,-2 3 0,-3 2 0,-4-24 1,-1 1-1,-1-1 0,0 1 1,-2-1-1,-2-1-755,0 0 0,-2-2 0,-18 20 0,-6-7 408,-6-6 0,15-18 0,-1-1 0,-2-4 0,0 0 0</inkml:trace>
  <inkml:trace contextRef="#ctx0" brushRef="#br0" timeOffset="58">12765 14264 7838,'6'-1'163,"1"-1"0,-1-2 1,-1-1-1,-1-2 1,0-2-1,1 0 1,1 0-1,-2-1 1,-1 1 655,0 0 0,1-1 0,-2 1 0,1 0-469,-1-1 0,-1 1 0,-1 0 0,0 0 1,-1-1-341,-2 1 0,-2 3 0,-4 1 1,-2 0-1,0 3 0,-2 1-208,-2 1 1,0 1-1,-4 2 1,1 4-66,3 1 0,-2-2 0,4 0 0,-1 2 0,2 0 0,3 1 236,1 0 1,10 2 0,3 0 0,5 2 0,7-1 265,3 1 1,1-2 0,3 1 0,-1 0-1,0-1 83,0 1 1,-1 4 0,-4-3-1,0 2 1,-4 1 0,-3 2-96,-4 1 0,-5-1 0,1 1 0,-4 1 0,-4 0-227,-4 2 1,-7 0-1,1-5 1,-4-1-1,-2-4-399,0-1 1,-4-6 0,3-2 0,1-2 0,2-2-1241,0-2 1,1-2 1218,3-5 0,2 1 0,3 0 1</inkml:trace>
  <inkml:trace contextRef="#ctx0" brushRef="#br0" timeOffset="59">13045 14255 7838,'12'-8'92,"0"0"0,0 3 561,-2 1 1,-1 1 0,1 3 1,-1 0 0,-3 0 1,-1 1-1,0 2 0,-3 3-339,-1 3 0,-2 3 1,-1 1-1,-3 3 1,1 3-1,-1 2-240,0 3 1,2 0-1,-2 2 1,0-2-200,3-2 0,1 0 0,1-4 0,0-3 0,0-2-970,0-3 1,1-8 0,1-8 892,2-12 1,3-11-1,-2-4 1</inkml:trace>
  <inkml:trace contextRef="#ctx0" brushRef="#br0" timeOffset="60">13110 13799 7826,'10'-15'1118,"1"4"-463,2 4 0,-1 2 1,-3 6-1,-3 3 0,-2 2-840,0 2 0,-3 6 0,2 2 0,-2 4-1074,-1 1 0,0 1 1259,0-3 0,-4 4 0,-1 0 0</inkml:trace>
  <inkml:trace contextRef="#ctx0" brushRef="#br0" timeOffset="61">13296 14208 7822,'19'0'253,"-5"0"1,-2-1 0,-1-1 814,-2-1 1,0 0-1,1 4-495,-1 2 1,-4-1 0,-2 5-1,-2 4 1,0 3-334,2 4 1,-2 2 0,3 1 0,-3 4 0,-1 1 0,0 0-65,0-1 0,-1-5 0,-1 1 0,-2-3-279,2-3 0,1-3-290,1 0 0,4-8 0,3-7 1,0-8-1,1-8-263,1-6 1,-1-1-1,5-8 1,0 0 0,0 2 366,2 4 1,-1 1 0,3 6 0,-3 4 0,1 4 271,-1 6 1,0 4 0,2 6 0,-3 4 0,0 6 648,-1 5 1,0 4 0,-5 4 0,-2-1 0,0 1 13,0 1 1,-2-4-1,0-1 1,-2-3 0,-1-4-1228,0-2 0,4-4-2541,2-3 3122,-2-10 0,9-6 0,-3-9 0</inkml:trace>
  <inkml:trace contextRef="#ctx0" brushRef="#br0" timeOffset="62">13836 14125 7925,'9'0'1225,"1"0"413,-1 0 0,-4-1-1211,-2-3 1,2-1-1,2-3 1,1 1-247,1 1 0,0 3 0,2 0 0,0 2 0,2 2-104,-2 2 0,-1 4 1,0 5-1,-1 4 1,-1 1-110,-2 2 1,0-1 0,-4 1 0,1 0 0,-2-2-135,-3-1 1,-2-3-1,-4-3 1,2-2-1,-1-1-463,-1-1 1,1-4 435,1 1 0,4-3 0,-1-3 0,3-3 1,4-2-1,4-1 30,4-1 1,4 1-1,0 1 1,2 0 226,4 2 0,-5 4 1,1-1-1,-1 3 0,-3 3 1,-2 4 254,-5 5 1,-3 9 0,-4 7 0,-1 2 6,-2 2 1,-6 5-1,-6 2 1,1-3 0,0-4-1,1-4-328,-3-3 1,3-6 0,0-8-1,3-4-654,1-4 1,1-4-1,1-5 1,4-7 0,4-7-2622,5-5 2898,5-2 0,16-5 0,2-1 0</inkml:trace>
  <inkml:trace contextRef="#ctx0" brushRef="#br0" timeOffset="63">14236 14301 7925,'28'-26'0,"0"1"319,0 3 0,-4 6 1,-2 5-1,-3 3 0,-1 3 1,-2 1 226,0 1 0,-5 8 0,1 3 0,-5 4 0,-4 3 0,-2 1-121,-1 2 0,-4 2 1,-2 0-1,-3 3-184,0 1 1,4-3-1,2 1 1,2 0-1,1 0-8,0-2 1,5-1-1,4-3 1,6-4-1,2-2 86,2 0 0,6-6 0,1-4 1,0-6-1,-1-7-51,-1-5 1,-1-9 0,-4-8 0,-2-1 0,-1-3-176,-4-4 1,-6 4 0,-3-1 0,-2 8 0,-3 6-712,-4 4 1,-5 8 0,-13 4-1,-7 8 1,-9 8 617,-8 6 0,22-2 0,0 1 0,-2 1 0,0-1 0</inkml:trace>
  <inkml:trace contextRef="#ctx0" brushRef="#br0" timeOffset="64">14823 14944 7968,'12'0'162,"1"0"1,-2 0 0,-1 0-1,0 0 1,-1-1 0,0-1-1,0-2 326,-3-1 0,-2 1 0,-5-1 0,-2 1 0,-4 2 0,-6 1-125,-5 1 1,-6 0-1,-8 1 1,-7 2-1,-9 5 1,17-1 0,-2 1-241,-8 2 1,-1 2-1,-7 1 1,-2 2 0,10-4-1,-1 0 1,-2 1 0,-2 1-1,-2 0 1,0 0-1,7-3 1,-1 1 0,-1-1-1,0-1 1,-3 1 0,0 0-1,0-1 1,-1 0-71,-2-1 0,0 1 0,-1-2 0,0 1 0,7-3 0,0 0 0,-1 0 0,0-1 0,1 0 0,0 1 0,0-1 0,0-1 0,0 1 0,0-1 0,0 0 0,0 0 0,1 0 0,-1-1 1,1 1-180,-1-1 1,0 0 0,0 0-1,0 0 1,-1 0 0,1-1-1,0 0 1,-1 0 0,1 0-1,-1-1 1,1 0 0,-1 0-1,1 0 1,-1 0 0,1-1-1,0 0 1,-1-1 0,1 1 0,0-1-1,0 0 1,0-1 0,1 1-1,0-1 1,0-1 0,0 1 65,-9-1 0,1 0 1,-1-1-1,1 1 0,-2-1 1,0-1-1,0 1 0,1-1 1,3 0-1,0 1 0,0-1 1,1 0-1,0 1 0,0-1 1,0 1-1,1-1 0,3 1 1,-1 0-1,1 0 0,1 1-42,-10-1 0,1 0 1,1 0-1,2 1 1,1 1-1,2 0 0,5 1 1,1-1-1,1 2 1,1-1-1,1 1 0,1 1 1,-12-1-1,2 1 20,5-1 0,2 2 0,3 1 0,1 1 0,5 0 0,0 2 0,-19 7 0,10 3 269,9 1 0,10 1 0,9 0 1,3-2-1,4 1 0,4-1 150,5 1 0,6-5 0,4 0 0,4-3-593,2-5 0,4-2 0,0-3 1,3-4-1,2-7 256,-1-3 0,-4-5 0,2-4 0,2-4 0</inkml:trace>
  <inkml:trace contextRef="#ctx0" brushRef="#br0" timeOffset="65">11601 15642 7774,'15'0'153,"-2"3"0,-3 0 1,-1 0-1,-1-3 1,-2-4-1,-3-3 1,-2-3-1,-1-4 352,0 0 0,0-1 0,-1-1 0,-2 0 1,-2 1-406,0 0 1,-3-1 0,2 3 0,-3 3 0,-1 3-221,-3 4 1,3 2 0,-3 2 0,0 2-1,1 4 1,-1 4 190,0 5 0,2 0 1,-4 1-1,2-1 0,1 0 0,3 3 0,3 1 1,3 3-1,2 1 17,1 2 1,1 0-1,3-3 1,5-3-1,6-5-89,2-5 1,2 0-1,0-7 1,2-2-1,1-3-139,-1-4 1,-3-3 0,-1-4 0,-2-2 0,1-3 111,-2 0 0,0-4 0,-5 0 0,0 3 0,0 2 102,-3 5 1,1 1 0,-3 3-1,1 2 230,3 3 0,-4 6 0,0 5 0,-1 7 0,0 7 19,-1 7 1,-1 5-1,-2 6 1,-2 1 0,-2-1-29,0-1 0,-2 0 0,2-5 0,1 1 1,0 0-125,2-4 0,1-6 1,1-2-1,0-2 1,0-5-776,0-1 1,0-6 0,1-4-217,2 0 1,1-3 0,2-7 0,-2-3 616,-3-3 0,7-6 1,2 3-1</inkml:trace>
  <inkml:trace contextRef="#ctx0" brushRef="#br0" timeOffset="66">11955 15996 7901,'31'8'827,"-1"0"0,-4-2 265,-6 1 0,-7-4 0,-7-3-1509,-3-5 1,-2-3 0,-1-2-1,0 1 417,0 0 0,-4-5 0,-1 0 0</inkml:trace>
  <inkml:trace contextRef="#ctx0" brushRef="#br0" timeOffset="67">12393 15679 7909,'28'-4'0,"-6"3"0,-3-2 0,-5 1 937,-4-1 0,-5 1 0,-2-4-631,-2-1 1,-2-1 0,-2 1 0,-3 2 0,-3 1-300,-4 2 0,-1 1 0,-5 2 0,0 2 0,1 3-75,-1 2 1,4 6-1,0 1 1,3 3-1,2 1-58,3 3 0,5-2 1,-1 3-1,3-2 1,3 1 211,3-1 0,7-2 0,2 0 0,4-1 0,3-2 0,2 0 0,3-1 0,1 3 1,0-2-1,-1-1 97,-2-2 0,0 4 1,-6-2-1,-2 2 0,-3-1-66,-2 0 1,-3-5-1,-3 2 1,-3-3-1,-2-1-184,-1 1 0,0-1 1,-1-1-1,-3-2 1,-5-1-139,-6-1 0,-5-3 0,-3 1 1,-1-3 23,-2-2 1,-3-6 0,0 1 0,4-4 0,1-2 0,4 0 41,4-1 1,6 4-1,7-2 1,3 0 329,3 1 1,8-4-1,8 2 1,7-3-1,6-4 27,4-1 0,0-3 0,3-3 0,-4 0 1,-5-1-171,-4-2 0,-4 2 1,-7-2-1,-3 3 0,-5 3-211,-4 4 0,-2 2 0,-1 3 1,-1 4-1,-2 3-420,-3 2 1,-7 0 0,-1 4 0,-2 1 0,0 1-1252,-4 1 1834,5 0 0,-6 0 0,6 0 0</inkml:trace>
  <inkml:trace contextRef="#ctx0" brushRef="#br0" timeOffset="68">12830 15642 7983,'43'10'1092,"-6"4"0,-7 4 0,-4 2-273,-4 1 0,-8-1 0,-4-1 0,-3 2-385,-3 1 0,2 5 0,-3 0 1,-1 4-1,0 1 0,0 1-720,1 0 0,1-2 0,-4 2 0,-2 0 0,0-2 286,-1-2 0,0 1 0,3-6 0</inkml:trace>
  <inkml:trace contextRef="#ctx0" brushRef="#br0" timeOffset="69">15233 13603 8075,'18'-4'256,"-3"3"0,-4-1 0,-5 3 0,-7 3 0,-7 0 0,-7 1 0,-3 0 233,-4-1 0,-2-1 1,-4-3-1,0-1 0,-1-1-726,-2-1 0,-1-5 0,-3 3 0,3-1 0,2 1 0,4 1-2835,2 2 3072,7-4 0,3 5 0,5-3 0</inkml:trace>
  <inkml:trace contextRef="#ctx0" brushRef="#br0" timeOffset="70">15186 13538 8097,'24'5'0,"-2"3"0,-7 0 0,-4 2 655,-3 2 0,-1 6 1,-4 1-1,-1 7 0,-1 7-246,-1 7 1,0 10-1,0-22 1,0 1-1,0 3 1,0 1 0,0 3-1,0 2-211,0 3 1,0 1 0,1 4-1,-1 1 1,1-12 0,-1 0 0,1 2-1,0 1 1,1 2 0,-1 0 0,1 2-1,-1 2 1,0 0-309,1 1 1,-1 0-1,1 0 1,0 4-1,0 0 1,1 0 0,-1 1-1,-1 0 1,1-1-1,0 0 1,0 0 0,0-1-1,0 0 1,0-1-1,0 0 14,1-1 1,-1 0 0,1-2 0,-1-2 0,1-1 0,0-1 0,0-3 0,0 0 0,-1-1 0,2 15 0,-1-2 0,0-5 0,0-2 30,-1-3 0,0-2 1,0-6-1,0-2 1,0 22-1,1-8 1,-1-8 460,-1-5 0,-2-5 1,-1-9-1,-3-5 0,-2-4-249,-4-4 1,-8-11 0,-3-7 0,-5-8 0,-5-5-219,-5-3 1,-4-1-1,19 14 1,-2 1-1,-1 0 1,-1 0 70,-3 1 0,-2 0 0,0 0 0,-2 0 0,-2 1 0,-1-1 0,0 0 0,0-1 0</inkml:trace>
  <inkml:trace contextRef="#ctx0" brushRef="#br0" timeOffset="71">4209 17327 8264,'14'-3'311,"-1"-1"1,0 0 0,-1-1-1,0 1 1,-2-1 1326,-1-1 0,-5 4-993,-4-1 0,-2 2 1,-6 1-1,-3 0 0,-4 0-651,-4 0 0,-4 0 0,-5 0 0,0-1 0,-1-1 0,-1-1-650,-1 1 1,0-2-1,3 1 1,1 0 0,3 0-2622,6-1 3230,-1 1 1,9 3 0,-4 0 0</inkml:trace>
  <inkml:trace contextRef="#ctx0" brushRef="#br0" timeOffset="72">4199 17523 8392,'33'4'1454,"-6"-3"1,-8 2-636,-6-2 0,-7 0 0,-3 1 0,-6 2-273,-3-2 0,-8-1 0,-8-1 0,-9 0 0,-7 1 0,-7 1-496,-3 1-50,0 0 0,1-3 0,6 0 0</inkml:trace>
  <inkml:trace contextRef="#ctx0" brushRef="#br0" timeOffset="73">5624 17085 7742,'5'0'327,"-1"-4"1,-3-2 0,1-2-1,2 0 1,0-1 0,2 1-1,-1-3 1,2-2 0,1-1-1,2-1 141,-1-1 0,3 1 0,1 1 0,-2 0 0,1 3 0,-1 1 0,1 1-384,0 3 0,-2 2 0,-1 5 0,1 3 0,-2 5 0,-1 6 11,-1 2 1,-4 7 0,2 3 0,-4 3 0,-4 1 0,-2 1 248,-2 2 1,-5-2 0,-2-1 0,0-2 0,0-2-221,2-2 1,-4-5-1,3-7 1,-2-1-1,2-5-525,0-2 1,3-3 0,5-5-1,2-3 1,4-2-89,4-2 1,5-3 0,7-3-1,5-1 224,4-2 0,1 5 1,0 1-1,-3 4 0,0 3 423,-2 3 1,-6 3-1,-2 4 1,-3 5 0,-2 7 361,-1 4 0,-3 7 1,-5 5-1,-1 0 1,-4 0-62,-2-2 1,0-1-1,-8-2 1,0-3 0,-2-5-475,0-6 1,-2-4 0,-1-2 0,-1-5 0,-1-4-403,0-5 1,1-5 0,5-4-1,1-1 417,4-2 0,1 1 0,2-1 0</inkml:trace>
  <inkml:trace contextRef="#ctx0" brushRef="#br0" timeOffset="74">6061 16946 7819,'18'-5'458,"-3"3"634,-2 4 0,-4 0 0,-3 4-273,-2 1 0,-3 1 0,-1 2 0,0-1-369,0 0 1,0 1-1,0-1 1,0 0-1,1 1-463,2-1 1,2 0 0,5 0 0,3 0 0,2-2-358,3-1 1,3-1-1,1 3 1,-1-2 269,-1 1 1,-2 5 0,0 3 0,-3 2 0,-2 1 0,-3 5 384,-1 3 0,-2 6 0,-2 2 0,-1 1 11,-2-1 1,-1-2-1,-2-5 1,-1-2-1,-2-4-185,-1-5 0,-3-2 0,-3-6 0,-3-2 0,0-3-767,-3-2 1,-4-5-1,-4-4 1,-1-5 0,0-6-984,1-1 1,9 1 1062,0 0 1,5-8-1,2-2 1</inkml:trace>
  <inkml:trace contextRef="#ctx0" brushRef="#br0" timeOffset="75">6443 16871 7846,'19'-9'1437,"-5"4"-618,-1 2 0,-7 1 0,-4-1 0,-5-3-164,-7 1 0,-3 1 1,-7 4-1,-1 0 0,-4 0-649,-2 0 0,-4 0 0,0 0 0,0 0 0,0 0-1148,0 0 0,1 0 1142,5 0 0,2 0 0,5 0 0</inkml:trace>
  <inkml:trace contextRef="#ctx0" brushRef="#br0" timeOffset="76">6685 17290 7846,'18'9'1404,"-7"-3"0,5 6 1218,-5-2-2414,-2-4 0,-4-2 0,-5-5-1301,-6-2 1,2 1 0,0-5 951,0 0 1,3-1-1,-3-1 1</inkml:trace>
  <inkml:trace contextRef="#ctx0" brushRef="#br0" timeOffset="77">7067 17011 7846,'13'-9'587,"-2"3"0,1 2 0,-2 0-696,0-2 1,-4 1 1746,0-1 0,-4 2-1288,1-2 1,-3 8 0,-3 1 0,-3 6-1,-2 2 1,-3 3-270,-1 0 1,2 1 0,-3 0 0,4-3-277,3-1 1,-1-2 0,2 0-154,0 1 0,4-2 0,1-2 0,5-3 267,4-2 1,0-2 0,1-1-1,2-2 1,0-1 48,-1-2 0,-3-2 0,-3 0 0,0 1-60,0 2 1,-4-2 0,0 4-202,-3-1 0,-2 3 0,1-1 135,-3 2 710,2 1-279,-1 0 0,5-1 0,0-2-140,0-3 1,5-4 0,0-1-1,1-2-62,0 2 1,1-2 0,5 0 0,1 1 0,2-1 28,1 1 1,-1 4 0,-1 5 0,1 2 0,-1 1 38,3 0 1,-4 5 0,0 4 0,-3 5-1,-1 4 28,1 1 0,-4 3 1,-1 3-1,-1 2 1,-2 1 67,-1 0 0,-5 0 1,-2-1-1,-2-2 1,-2-4-151,1-1 0,-4-5 0,-2-3 1,1-3-1,0-3-309,1-2 0,2-3 1,0-2-1,4-3 33,4-2 0,3-2 0,3-2 0,3-3-146,2-2 1,7 1 0,2 1 0,4 1 0,0 2 107,-2 2 1,3 5 0,0 0-1,-3 3 1,-1 4 486,-2 5 1,-5 7 0,0 8 0,-3 8 0,-5 6 88,-2 2 1,-1-3-1,0-4 1,-1-1-1,-3-3-33,-6-3 1,-3-3-1,-6-5 1,-1-3-1,0-2-968,-2-3 1,-6-5 0,2-2 0,2-2 0,3-1 653,3 0 0,2-8 0,-3-2 0</inkml:trace>
  <inkml:trace contextRef="#ctx0" brushRef="#br0" timeOffset="78">7802 17141 7944,'20'0'1022,"-4"0"1108,-5 0 462,-6-4-2190,-1 3 0,-4-2 1,0 6-1,0 4 0,0 5 1,0 3-65,0 3 1,0 8 0,0 3-1,1 2-166,2 1 1,-1 2 0,2-2 0,-1-1 0,0-2-157,-1-5 1,2-5 0,-1-3-297,-1-4 1,2-6 0,1-7 0,-1-8-78,0-5 0,3-11 1,-1-5-1,3-4 1,0-5-151,0 1 0,2 3 0,1 2 0,4 2 0,4 4 365,2 4 1,0 8 0,-4 3-1,1 5 1,-2 6 613,-1 6 0,0 10 0,-3 11 0,-3 5-84,-3 6 1,-2-3 0,-5 3 0,0-2 0,0-1-10,0-3 0,-1-7 0,-1-3 0,-3-4 0,1-5-417,0-2 1,-2-5 0,2-5 0,0-7-577,-1-4 1,2-7-1,4-6 1,3-4-1,2-6 28,2 0 0,5 4 0,3 3 1,3 8-1,1 6 515,2 6 1,1 4 0,-2 8 0,3 8 0,1 8 889,0 8 0,3 3 0,3 3 0,-1-5-164,-1-5 0,-1-6 1,-1-7-1,-1-2 0,-3-4-407,0-3 0,-2-9 1,-5-6-764,0-4 1,-2-10-557,2-11 1,-3-9 876,-8 20 1,0 0 0,1-4 0,1 1 0,0-2 0,1 1 0</inkml:trace>
  <inkml:trace contextRef="#ctx0" brushRef="#br0" timeOffset="79">2225 16638 7899,'15'-14'1325,"-3"2"0,-1 2-670,-2 4 0,-4 7 1,-3 9-1,-3 9 0,-2 9-246,1 8 1,1 11-1,1-18 1,0 1-1,0 4 1,1 1 0,0 4-1,0 1-240,0 0 0,1 0 1,1 2-1,1-1 0,-1 0 1,1 1-1,-1 2 0,2 1 1,-1-1-1,1 1 0,0-2 1,-1-1-231,1-3 0,0 0 0,-1-1 0,1-1 0,0-2 0,-1-1 0,1-3 0,0-2-596,4 19 0,-3-11 1,-1-12-1,1-6-163,-1-5 1,-3-12 0,0-14 0,-4-11 819,-4-9 0,-4-6 0,-2-5 0,-3 2 0</inkml:trace>
  <inkml:trace contextRef="#ctx0" brushRef="#br0" timeOffset="80">2225 17076 7899,'18'-33'195,"3"3"1,2 3 459,2 2 0,3 4 1,3-3-1,-1 0 0,-1 1 0,-1 0 0,0 3 1,0 3-1,0 4 0,-1 1-90,-2 4 1,-3 5 0,-4 1 0,-3 4 0,-2 5-300,-3 5 1,-5 7-1,-2 10 1,-3 7 0,-4 9-344,-5 7 0,2-26 1,0 0-1,-4 4 1,0-1-1,-1 0 1,0-1-1,0 0 0,-1 0-127,1 0 0,-1 0 0,2 1 0,-1-1 0,-1-1 0,0 0 0,1-3 0,0 0 0,-10 21-48,5-6 0,6 3 0,8-6 1,4 4-1,7 1 405,11 1 0,9-2 0,-8-21 0,1-2 1,2 0-1,0-2 0,1-1 0,2-2 128,-1-1 1,1-2 0,0-4-1,1-2 1,2 1 0,0-2-1,2-1 1,0-2 0,3-1-1,-1-2-178,2-1 0,0-2 0,-4-2 0,0-1 0,-3-1 0,-1-2 0,-2 0 0,0-2-372,-2 1 1,0 0-1,14-8 1,-9 4 0,-6 4-1,-6 3 269,-3 4 0,-7-5 0,-2 1 0</inkml:trace>
  <inkml:trace contextRef="#ctx0" brushRef="#br0" timeOffset="81">9013 17979 7933,'24'-4'252,"-7"4"0,-7 1 0,-8 7 0,-9 6 0,-9 1 0,-11 0 0,-9-1 0,-9 0 0,-5-1 0,21-7 0,0 0 0,-3-1 0,0 1 113,-4 0 0,-1 0 0,-3 1 0,-1 1 0,-2 1 0,-2 2 0,2-1 0,0 0-272,1 1 0,-1 0 0,-7 2 0,-2 0 0,2-1 0,0 0 1,15-4-1,-1 0 0,0 0 0,0 1 0,0-1 0,-1 0 0,0 1 1,-1-1-1,1 0-149,0 0 1,0 0-1,-1 0 1,0 1-1,0 0 1,0 0-1,0-1 1,1 0-1,0 1 1,-2-1-1,0 1 1,0 0-1,0-1 1,0 1-1,0-1 57,0 1 0,-1-1 1,1 0-1,1 0 0,-1 0 1,0 0-1,-2 1 1,-2-1-1,1 1 0,0-1 1,-1 0-1,1 0 1,-1-1-1,0 1 0,0-2 7,0 1 0,-1-2 1,0 1-1,-1 0 1,0 0-1,1 0 0,-1-2 1,0 1-1,0-1 1,-1 0-1,0 1 1,0-1-1,0 1 0,0 0 1,0 0-1,-1-1 1,1 1-1,-1-1 1,1 1-1,-1 0 0,1 0 64,-1 0 0,1 0 0,0-1 1,0 1-1,-1-1 0,1 0 0,0 0 1,0 1-1,0 0 0,0 0 0,1 0 1,0 0-1,0-1 0,0 1 0,1-1 54,0 1 0,0-1 0,0 1 0,0 0 0,0 1 0,0-1 0,1 0 0,1 1 0,0-1 0,-2 0 0,1 1 0,-1-1 0,1 1 0,0-1 0,0 1-85,-1-1 0,1 0 0,0 0 0,2 0 0,0 0 0,0 1 0,-1 0 0,0 0 0,-1 0 0,1 1 0,1-1 0,-1 0 0,0 0 0,-1 1 0,1-1 0,-1 0 0,0 0 0,-1 0-53,1 1 1,-1-1 0,0 0 0,3 0 0,1 0-1,-1 0 1,-1-1 0,0 0 0,0 0 0,1-1-1,0 0 1,0-1 0,0 0 0,-1 0 0,2-1-84,1-1 0,1 0 0,-1 0 0,-3-1 0,-1 0 0,1-1 0,4 0 0,0-1 0,1 0 0,-1-2 0,0 1 0,1-2-70,1 0 1,-1-1 0,1 1 0,0-1-1,0 1 1,0-1 0,0-1 0,1 0-1,0-1 1,-15-2 0,0 1 0,1-1 0,1 1-1,0-1 1,0 0-59,0 0 0,0-1 1,2 0-1,1-1 0,2-1 1,1-1-1,2 1 0,0-1 199,0 0 1,1-1 0,0-2-1,0-1 1,3 0 0,1-1-1,1-2 1,2-2 0,2 0-1,1-2 177,1-1 0,0-1 0,2 1 0,0 0 0,0 0 0,1-1 1,-1 1-1,2-1 0,1-1 0,0 1-76,2-1 0,1 0 0,2-2 0,2 0 0,0 0 0,2-1 1,0 0-1,2 0 0,1 0 0,0 1-88,1 0 1,1 0 0,0 0 0,0 0-1,1 1 1,0 0 0,2-1 0,0 1 0,1-1-1,0 1-45,0-1 0,0 0 1,1 1-1,0 1 0,1-2 1,0 0-1,1 0 0,1 0 1,0 0-1,2-1 57,0 1 1,1-1-1,0-1 1,2 0 0,2 1-1,1 1 1,0-1 0,1 1-1,1 0 1,0 0 46,-1 0 1,2 0 0,3-1 0,1 1 0,2-3 0,0 1 0,3-1 0,2 0 0,1 1 0,2 0 33,1 1 0,2 0 0,0 0 1,2 1-1,0 1 0,1 0 0,0 0 1,1-1-1,0 1 0,1 0 4,0 0 0,1 1 0,0 2 0,0 2 1,3 0-1,1 1 0,-2 2 0,1 0 0,0 0 1,0 1 53,1 0 0,0 0 0,2 0 0,0 0 1,1 1-1,-1 1 0,1 1 0,0 0 0,-1 1 1,1 1-15,1 0 0,1 1 0,2 1 0,1-1 0,0 2 1,-1 0-1,1 0 0,-1 2 0,0 0 0,1 0-128,0 1 0,1 0 0,0 1 0,1 1 0,3 1 0,0 0 1,-1 0-1,0 1 0,0 1 0,1 0-105,1 1 0,1 0 0,-1-1 0,0 1 0,0 1 0,1 0 0,-16 2 0,1-1 0,-1 0 0,1 1 0,0-1 0,0 0 62,-1 0 0,-1 0 0,1 0 0,2 1 0,0 0 0,-1-1 0,-1 0 0,0 0 0,0 0 0,1 1 0,1-1 1,0 1-1,1 0 0,-1 0 0,0 0 113,2 0 0,0 0 1,-1 0-1,0 1 0,0 1 1,-1-1-1,0 1 0,0 0 1,0 0-1,0 1 0,-1 0 1,1 0-1,-1 0 1,1 0-1,-1 0 7,0 0 1,-1 0-1,1 0 1,1 0-1,1-1 1,-1 1-1,-3-1 1,0 0-1,1 1 1,-1 0-1,1 0 1,0 0 0,16 1-1,1 0-74,-2 0 0,0 1 0,1 0 0,-1 0 1,1-2-1,-1 0 0,-1 1 0,-1-1 0,0 1 1,0 0-57,1-1 1,0 0-1,0-1 1,0-1-1,0 1 1,-1 1 0,0 0-1,0-1 1,-1 1-1,1 0 59,1 0 0,-1 1 0,-1-2 1,-1 1-1,1 0 0,1 0 0,-1 1 1,1-1-1,0 1 0,-1 1 0,0-1 0,0 1 1,-1 0-1,-1-1 1,1 1-1,1 0 1,0-1-1,1 1 1,-1 0-1,-1-1-16,-1 1 1,0 0 0,-1-2 0,-1 0 0,0 0 0,-1 0 0,1 0-1,0 1 1,0 0 0,-1 1 32,-1 2 0,0-1 1,-1-1-1,1 1 0,1 1 1,0 1-1,-1-1 0,-1 0 1,0 0-1,1 0-74,-1-1 1,0 1 0,-2 1 0,1 0 0,3-1 0,-1-1 0,-2 1 0,0 0 0,-3-1 0,0 1 14,0-1 0,0-1 0,1 2 0,0 0 0,1-1 0,0 0 0,-2 0 0,0 1 0,-1-1 1,0 1 33,-2 1 1,0 0 0,0 1-1,0 0 1,3 1 0,1 1-1,-1 0 1,-1 1 0,-1-1-1,-1 2 14,-2-1 0,-1 1 0,2 2 1,0 0-1,-3 2 0,0-1 0,0 2 1,1 0-1,0 1 0,0 1 3,0 0 1,-1 1-1,-4 1 1,0 1 0,-1 1-1,0 0 1,-1 2 0,-1 0-1,-2 1 1,-1 0 3,0 1 1,0 1 0,-3 0 0,-1 0 0,-1-1 0,0 1-1,-2-1 1,0 2 0,-3-1 0,0 2 99,-1-1 1,-1 1 0,-3-1 0,-1 2-1,-2 1 1,-3 0 0,-1 1 0,-3-1-1,-3 2 1,-3-2-49,-2 2 1,-3-2 0,-4 0 0,-3-1 0,-2-1 0,-1-1 0,-2-2 0,-3-1 0,-2-3-1,-3-2-281,-3-1 1,-2-3 0,-3-3 0,-2-3 0,-3-3 0,-2-3 0,16-3 0,0-1 0,-1-2 0,-1 0 0,0-2 0,0-1 211,0-1 0,0-2 0,0 1 0,0-2 0,1 0 0,-1 0 0,2-1 0,0-1 0,0 1 0</inkml:trace>
  <inkml:trace contextRef="#ctx0" brushRef="#br0" timeOffset="82">577 12951 7673,'13'-9'319,"0"1"1,1 2 0,-1 2-1,-2 4 1,-1 4 0,-3 2 0,-2 2-1,0 3 227,0 5 0,-2 4 0,0 9 0,-2 2 0,0 3 0,1 2 109,1 1 0,0 0 1,-4 0-1,-1-3 0,-1-3 164,1-2 0,-2-5 0,0-3 0,2-2 0,1-4 0,2-7 0,4-12 0,4-14-601,5-14 0,-3 9 0,0-3 0,2-7 0,0-3 0,2-4 0,1-3 0,-4 11 0,2-1 0,-1-1-394,3-4 1,0-1-1,1-1 1,3-5-1,1-1 1,1-2 0,-4 9-1,1 0 1,0-1-1,1-1 1,-1-2 0,1 0-1,0 0 1,0-1-1,1-1 1,1 0-1,0-1 1,0 0-645,1 0 1,1 0 0,0-1 0,0 1 819,0 0 0,1 0 0,-1 0 0,2 0 0,-5 9 0,1 0 0</inkml:trace>
  <inkml:trace contextRef="#ctx0" brushRef="#br0" timeOffset="83">17476 14041 8345,'5'-5'819,"-4"-1"0,3 4 0,-1 0 0,1 3-273,1 4 0,-3 8 0,1 2 0,-1 4 0,1 3 0,1 4 0,1 4 0,1-1 0,3 2 0,1-1 0,-1 0 0,0 1-372,1-1 1,-1-4-1,-1-3 1,-1-1-1,0-3-155,0-3 0,-2-5 0,0-3 1,0-8-1,0-9 0,0-10-177,0-8 0,2-6 0,4-8 0,3-8 0,-7 21 0,0-1 31,2-3 1,-1 0-1,-1-1 1,-1 1-1,1 1 1,0 2-1,-1 1 1,0 2-1,7-23-420,-2 7 1,-1 11 0,0 6 0,-1 5 0,0 6 0,1 5-1093,-1 4 1,0 6 1432,1 6 0,-1 3 0,0 9 0</inkml:trace>
  <inkml:trace contextRef="#ctx0" brushRef="#br0" timeOffset="84">17923 14367 7808,'9'-1'215,"-2"-2"614,-1-4 1,-4 2 0,1-1-329,-2-1 1,-2 3-1,-2 1 1,-3 6-1,-1 4-92,1 4 1,-2 4 0,4 3-1,0 1 1,0 1-11,2 1 0,1-1 1,1 2-1,1-3 1,2 0-169,3 0 1,5-5-1,3-2 1,0-1 0,2-3-618,-2-2 1,4 2 0,-2-5-1,1-1 1,1-1-673,-3-1 1,2-4 0,-5-3 1057,0-1 0,2-5 0,1-2 0</inkml:trace>
  <inkml:trace contextRef="#ctx0" brushRef="#br0" timeOffset="85">18110 14087 7851,'9'4'495,"0"2"0,0 0 223,-3 0 1,1 0 0,-4 4-719,-1-1 0,-1 4 0,-1 2 0</inkml:trace>
  <inkml:trace contextRef="#ctx0" brushRef="#br0" timeOffset="86">18212 13678 7860,'15'-10'1075,"-5"1"0,-4 0 0,1-1-529,2 1 0,0 1 0,0 1 0,1 1 0,-1 1 0,0 1-96,0 0 1,4 1-1,-1 3 1,1 0 0,-1 1-1,1 1-296,-2 1 0,2 4 0,0-2 0,-2 2-179,-1-1 0,-1 3 1,-2 6-1,-2 1 0,-1 5 1,-2 2 66,-1 3 1,-1-3 0,0 1 0,0-1 359,0-2 0,0-6 0,0-2 125,0-3 1,5-6 0,2-4-1,4-5-730,5-3 1,2-6-1,3-2 1,1-4 0,-2-3-1,-1-1-617,-3-2 1,0 4 0,-2 0 0,-1 2-1,0 2 1,4-1 0,-3 0 0</inkml:trace>
  <inkml:trace contextRef="#ctx0" brushRef="#br0" timeOffset="87">18976 14041 7876,'14'-10'158,"-3"1"1,-2 0 717,-3 0 1,-3-1 0,2 1 761,-1 0 0,-2 3-1421,-5 3 1,-5 6 0,-5 4-1,-2 1 1,-2 1 0,0 2-203,-2 1 1,2-2 0,1 4 0,5-1-189,4 3 1,2-2 0,5 1-1,1-1 1,3 1 0,3 0 9,4 0 0,4-1 1,3-2-1,1-1 110,0-3 1,-1 0 0,0-3-1,-2-1 1,-1 1 73,-2 0 1,-1 1 0,-5 4 0,-2-1 94,-1 0 1,-1 1 0,-3 0 0,0 1 0,-1 3 0,-2-1 169,-3 1 1,-3 1-1,-3-2 1,-1-2-706,-2-1 0,1-1 0,-2-2 0,4-2 0,2-1-2858,0-2 2953,5-1 0,5-5 0,5-1 0</inkml:trace>
  <inkml:trace contextRef="#ctx0" brushRef="#br0" timeOffset="88">19339 14087 7930,'14'0'0,"-2"-1"0,-4-1 1092,-2-1 0,-4 1 0,0 6-546,-4 5 0,0 1 0,-4 3 0,-1 1 0,-1 1 0,2 3 107,3 0 1,-1 4 0,1 0-1,1-1-690,1-2 1,1 3 0,1-1 0,1-3-1,2-2 1,1-2-1603,2 1 1,-3-7-1639,0 1 3070,-3-10 0,3-8 0,1-11 0</inkml:trace>
  <inkml:trace contextRef="#ctx0" brushRef="#br0" timeOffset="89">19395 13780 7930,'13'-13'183,"1"3"0,2 6 1,-2 4 209,0 3 0,-2 2 1,-2 6-1,-2 1 1,-1 4-601,-1 1 0,-4-1 1,2-1-1,-3 1 0,-1-2 207,0-1 0,-5 1 0,0 1 0</inkml:trace>
  <inkml:trace contextRef="#ctx0" brushRef="#br0" timeOffset="90">19562 14041 7930,'16'4'303,"-2"1"1,0 1 225,-3 0 1,2-3-1,0 1 1,-2-1-1,0 1-51,-2 1 1,-1 1 0,-2 4 0,-2-1 0,0 1 0,-1 3-98,-1 2 1,-1 0-1,-1 0 1,0 3 0,0 1-171,0 3 0,0 1 0,1-2 0,1-1 0,1-1-161,-1-2 0,0-3 0,0 2 0,2-5-316,1-4 0,-1-4 1,1-6-1,0-4 0,0-6-390,2-5 1,2-4-1,0-5 1,0 0 0,1-3 240,-1-2 0,0 2 1,0 0-1,1 5 1,-1 6 451,0 2 1,1 10 0,-1 1 0,0 4 0,1 4-1,-1 5 704,0 9 0,-3 6 0,1 8 0,-1 2-156,-1 1 0,-1 1 0,-4-1 1,0-4-1,0-5-649,0-1 1,0-5 0,0-6-1061,0-1 0,0-8 1124,0-6 0,0-7 0,0-8 0</inkml:trace>
  <inkml:trace contextRef="#ctx0" brushRef="#br0" timeOffset="91">20065 14013 7945,'12'0'225,"1"0"1,-2 0 236,-1 0 1,0 0 0,-1-1 0,0-1-1,2-2-75,1-2 0,-2 4 0,4-2 1,-2 1-1,1 0 0,-2 1-50,-1 1 0,0 1 0,-1 0 1,0 0-118,1 0 1,-2 7 0,-1 3 0,-2 4 0,1 2 0,-2 3 5,0 3 1,-1 3-1,-3 5 1,0 2-163,0 1 1,-4-3-1,-1 0 1,-2-3-1,2-2 1,0-1-43,0 0 0,3-4 0,-1-6 1,2 0 113,1-3 0,1-2 1,2-2-1,3-4 0,3-2 1,4-3 18,2-4 1,3-5 0,1-8-1,-1-3-354,1-3 0,4-3 0,1-2 0,2-2 0,0 1 0,-2 1-621,-1 3 1,-3 3 0,-4 3 0,-4 5-2458,-1 5 2952,-6 1 1,7 1-1,-1 0 1</inkml:trace>
  <inkml:trace contextRef="#ctx0" brushRef="#br0" timeOffset="92">20661 14031 8084,'9'0'393,"0"-3"0,1-1 1081,-1-1 0,-3 2-695,0-3 0,-3 2 0,0 2-506,-2 8 0,-4 6 1,-2 8-1,1 3 1,0 3-145,2 4 0,1 1 1,1-2-1,0 1 0,1 1-11,2-1 0,-1-4 0,4-2 0,2-1 0,0-2 2,1-2 0,1 0 1,0-2-1,1-2 1,3-5 5,0-2 0,1-6 0,1 0 0,0-4 0,1-7-49,4-5 0,0-3 0,2-9 1,-3-1-1,-2-5 1,-1-1 1,-3-2 0,-2-4 0,-2-1 0,-3 0-221,-1 2 1,-4 5-1,1 2 1,-2 3-1,-1 4-509,0 5 0,-2 6 0,-3 7 0,-5 3 0,-4 2-169,-2 1 1,-6 7 0,-3 3 0,-3 4 611,-3 2 0,2 6 1,-3 2-1</inkml:trace>
  <inkml:trace contextRef="#ctx0" brushRef="#br0" timeOffset="93">20987 14236 8092,'19'-4'927,"2"2"0,-10-4-272,-2-1 0,-4-2 1,-7 0-1,-3 0 0,-7 0-109,-4 3 0,-7-1 0,-11 4 0,-7 1 0,-2 1 0,0 1-638,2 0 1,4 3 0,2 1 91,1 1 0,4 1 0,-2 4 0</inkml:trace>
  <inkml:trace contextRef="#ctx0" brushRef="#br0" timeOffset="94">21089 14404 8119,'9'-3'321,"1"0"1,-2 2-1,-1 3 1,-2 4 0,1 3-1,-2 4 1,0 2 224,-2 3 0,0 3 0,0 1 0,1 0 0,-1 0 0,-1-1-48,-1 0 0,0-4 1,0-3-1,0 1 0,1-3 1,1-1-647,1-2 0,5-3 1,-2 0-1,2-3-672,1-2 1,2-3 0,0-4 0,3-8 650,0-5 0,2-13 0,2-7 0</inkml:trace>
  <inkml:trace contextRef="#ctx0" brushRef="#br0" timeOffset="95">21313 14264 8102,'0'-24'0,"0"3"0,1 1 819,2 1 0,-2 8 0,3 3 0,-1 4 133,0 5 0,-1 1 1,-6 6-953,-5 2 0,-5 2 0,-4-3 0</inkml:trace>
  <inkml:trace contextRef="#ctx0" brushRef="#br0" timeOffset="96">21154 15093 8063,'10'0'132,"0"1"0,1 1 0,2 1 1,-2-1 441,-1-1 1,-4-2-1,-3-2 1,-3-2-272,-3 0 0,1-3 0,-5 4 0,0 0 1,-1 0-1,-3 2 89,-1 1 1,2-2 0,-4 0-1,1 1 1,-3 2-105,-1 3 0,-2 2 0,-2 4 0,-3 1 0,-7-1-100,-5 0 0,-9 1 0,-5-2 0,23-5 0,0 0 0,0-1 0,-1-1-64,0 0 1,0-1-1,-5 0 1,-2-1-1,-2 0 1,-2-1-1,-5-1 1,0-1 0,-4-1-1,0-2-96,-4 0 0,0-1 0,16 2 1,0 0-1,0 0 0,-4 0 1,-1 0-1,1 0 0,-2-1 1,1 1-1,-1 0 0,0 0 1,-1-1-1,0 0-170,-1 0 1,-1 0 0,1 0-1,-1-1 1,1 0 0,0 0-1,2-1 1,0-1 0,0 1 0,1 0-1,0 0 1,1 0 0,1 1-1,0-1 1,1 1 131,1 1 0,1-1 0,-1 1 0,-13 0 1,0 0-1,1 2 0,1 1 0,5 2 1,1 2-1,5 1 0,2 3 2,2 1 1,1 2-1,4 3 1,1 1-1,2 1 1,1 1-1,-19 15 1,6 2 328,8 1 0,6-3 0,6-5 0,4 0-471,3-2 0,8-6 0,3-3 1,9-7-1,8-8-3127,9-9 3277,5-12 0,5-2 0,1-8 0,-1-1 0</inkml:trace>
  <inkml:trace contextRef="#ctx0" brushRef="#br0" timeOffset="97">19534 15558 7857,'15'-9'222,"0"0"0,-4-1 0,-3 1 0,-1 0 0,-2 0 0,-2-1 0,-3 1 0,-4 1 1,-4 0 223,-3 2 0,-7 1 0,0-1 1,-3 3-1,-3 3 0,-2 3-425,-1 3 0,-4 6 0,-1 4 0,0 3 0,1 1 0,4 3-239,4 1 0,8 1 0,3 2 0,5-2 0,5-1 140,4-1 1,7-4 0,8-6 0,4-3 0,3-4 114,3-4 1,1-4 0,0-5-1,-1-5 1,-2-5 0,-3-1 174,-3-1 0,-1 4 1,-2 0-1,-1 2 78,-2 1 0,0 5 0,-4 2 0,0 1 1,1 2-1,-1 1 103,0 1 0,0 5 0,-2 3 0,-2 5 285,-1 1-532,-1 10 1,0 1-1,0 7 1,0 0-1,-2 2 52,-1 2 0,0 4 0,0 2 0,0 1 1,0 6-130,0-22 0,0 1 1,0-1-1,0 1 1,0 0-1,0 0 1,-1 0-1,1-2 1,-1 1-1,-1-1 88,-1 26 0,0-25 1,-1 0-1,-2 20 1,-2-4-1,-2-9-5,1-7 0,-4-7 1,-3-7-1,-3-7 1,-1-6-94,-2-6 1,-1-11 0,4-13-1,0-8 1,6-7 0,4-5 149,7 23 1,1 0 0,3 0 0,1 0 0,3 0 0,1 0 0,3 0 0,1 1-90,3 0 1,1 1 0,2 2 0,2 2 0,2 2 0,2 1 0,3 2 0,1 1 0,2 2 0,2 1-351,1 2 1,0 2-1,1 2 1,-1 1-1,0 3 1,-1 1-1,0 0 1,-2 1-1,-1 0 1,-1 1-864,25 2 1,-8 2 0,-7 5 456,-8-1 0,-6 0 0,-4 1 1</inkml:trace>
  <inkml:trace contextRef="#ctx0" brushRef="#br0" timeOffset="98">21853 14935 8193,'17'-9'655,"-1"3"0,-4 3 1,-2 2-1,0 1 0,-2 1-109,-2 2 0,-3 2 0,-6 5 0,-4-1 0,-3-1 0,-4-1-537,0 0 1,-3-4 0,-4 2-1,-1-1 1,-1-2 0,-1-1-1649,0-1 1,4-3 1249,-2 0 1,2-8-1,2 0 1</inkml:trace>
  <inkml:trace contextRef="#ctx0" brushRef="#br0" timeOffset="99">21908 15139 8054,'28'19'214,"-1"0"1,-3-2 0,-5-1 604,-6-4 0,-7-1 0,-5-3 0,-6-2-273,-7-3 0,-7-2 0,-7-1 0,-6-1 0,-5-2 0,-2-4 262,-4-5-808,-1 2 0,19 1 0,-1 0 0,0 2 0,0 0 0</inkml:trace>
  <inkml:trace contextRef="#ctx0" brushRef="#br0" timeOffset="100">22290 13678 7825,'9'-10'1014,"1"1"0,-5 3-428,-2 0 0,-2 3 1,-2-2-1,-2 4-285,-3 5 1,-3 5-1,-1 3 1,-1 5-1,-3 2 1,0 4-113,-3 1 0,1 4 1,-1 4-1,2 1 1,-1 2-68,2 1 1,-3 2 0,6-1-1,1 0 1,4 0-32,2 1 0,1-5 1,5-2-1,4-3 1,7-5-157,3-4 0,4-2 0,1-7 0,0-3 0,0-2-591,-1-2 1,-2-3-1,1-4 1,-2-2 0,0-2 405,-1-1 0,-5-5 0,2 0 0</inkml:trace>
  <inkml:trace contextRef="#ctx0" brushRef="#br0" timeOffset="101">22430 13855 7766,'9'0'254,"-1"-1"0,0-2 0,-2-1 237,1-1 1,-2 3-1,1-2 1,2 1-1,0-1 1,2 0-59,3-1 1,-2-1 0,4 3 0,-1 1 0,0 0-276,-1-1 1,-1 2 0,-2-2 0,-1 3-125,0 3 0,1 5 0,-2 6 0,-2-1 0,-3 1-31,-2 1 0,2 2 0,1 3 0,-2 2 0,-2 0-77,-4 0 1,2-1 0,-3 3 0,0-1-1,1-3-20,0 0 1,-2-4 0,2-2 0,2-1 99,1-1 0,2-3 1,3-3-1,2-3-16,2-2 0,1-6 0,2-3 1,1-4-1,3-2-40,-1 1 0,4-5 0,-3 2 0,3-4 0,1 0-88,3 0 0,-2 0 0,1 3 1,-2 3-1,-2 1 58,-2 5 1,-3 0 0,0 5 0,-2 1 175,0 1 1,-2 6-1,-2 4 1,-2 6-1,-1 2 135,0 2 1,1 1 0,-4 0 0,0 2 0,1-1 98,2-2 1,-1 0-1,3-1 1,0-3-1,0-4 68,3-3 1,0-1 0,1-4 0,0-2-338,1-3 0,-1-6 0,0-7 0,1-2 0,-1-5 0,-1-2-365,-2-1 1,2 0 0,-5-2 0,-1 0-221,-1 2 0,-2 2 0,-2 4 0,-2 2 0,-2 0 1,0 4-2596,-3 2 3119,0 0 0,-7 10 0,2-3 0</inkml:trace>
  <inkml:trace contextRef="#ctx0" brushRef="#br0" timeOffset="102">23100 13724 7807,'15'-8'561,"-3"2"0,-1 2-128,2-1 1,-3 4 0,3-2 0,-2 2 0,0 1 0,2 1-28,-2 2 1,3 3-1,-1 4 1,1 2-1,0 4-38,1 1 1,-1 3 0,3 2 0,-3 3 0,0 2-185,-3 0 0,-1 2 1,0 2-1,-2 3 1,-1 0-243,-1 0 1,-4-4 0,1 1 0,-3-3 0,-3-3-444,-3-4 1,-5-2 0,-3-2 0,-1-4 0,-4-3 0,-2-4 500,1-4 0,4-2 0,3 0 0</inkml:trace>
  <inkml:trace contextRef="#ctx0" brushRef="#br0" timeOffset="103">23398 13473 7888,'15'0'287,"-5"-1"0,-4-1 368,1-1 0,2-5 1,0 3-1,0-1 0,1 1-73,-1 1 1,0 1 0,2 2-1,0-2 1,1 0-303,0 1 1,1 5 0,0 4-1,-2 1 1,-1 1 97,0 0 0,-2 5 0,-2 1 0,-3 3 0,-2 1 0,-1-2 243,0-1 1,-1-3-1,-1-3-271,-1-1 0,2-2 0,6-4 0,6-7-411,2-6 0,4-5 0,5-3 1,6-2-760,5-2 1,-4 3 0,-1-3 0,-1 3 709,0 4 1,1-3-1,0 4 1</inkml:trace>
  <inkml:trace contextRef="#ctx0" brushRef="#br0" timeOffset="104">23836 13836 7950,'9'-5'403,"0"1"0,1 4 0,-1 0 0,0-1 0,1-1 0,-1-2 109,0 2 0,-5 1 0,-4 2 0,-6 1 0,-5 3 1,-5 0-385,-1 2 0,-2 1 1,0 1-1,1-2-262,-1-1 1,5-1-1,1 2 1,4 0 0,3 0-33,3 1 0,6 1 0,4 0 1,4-3-1,5-3 103,2-2 0,-3-1 0,0 0 0,-1 0 0,-1 0 56,1 0 1,-3 1 0,-3 2 0,-2 3 0,0 3 92,-1 0 0,-1 3 0,-4 2 0,0 1 0,-1 4 67,-2 2 0,-2 1 1,-4-1-1,-1 0 1,1-4-178,0-3 0,-1-4 0,1-1 1,0 0-373,-1-3 1,4 1 0,2-4 0,2-2-2681,3-3 3076,5 1 0,4-7 0,4 3 0</inkml:trace>
  <inkml:trace contextRef="#ctx0" brushRef="#br0" timeOffset="105">24050 13938 7938,'14'-4'353,"3"3"1,-5-2 0,0 2 0,-2 1 201,-1 0 1,-2 0-1,-2 1 1,-1 2 0,-2 3-289,-1 3 1,-1 4 0,-1 3 0,-2 1 0,-2 2 0,-1-1-201,-1 1 0,4 0 1,-2-2-1,1 0-775,2-2 0,1-6 0,1 0-2569,0-1 3178,0-8 0,8-5 0,2-9 1</inkml:trace>
  <inkml:trace contextRef="#ctx0" brushRef="#br0" timeOffset="106">24180 13696 7938,'10'-17'168,"-1"1"0,0 4 452,1 1 1,-1 6 0,-1 3-1,-1 4-877,0 4 0,-5 3 1,1 0-1,-2 1 1,-2 2-1,-1 1 257,-1 2 0,-5-4 0,3 3 0</inkml:trace>
  <inkml:trace contextRef="#ctx0" brushRef="#br0" timeOffset="107">24273 13873 7938,'10'6'60,"-1"0"0,0-1 0,1-1 387,-1 0 1,0 2 0,0-2 0,-3 2 0,-2 1-3,0 1 0,-3 2 0,2 3 0,-2 2 1,-1 3-1,-1 2-107,-2 1 0,2 3 1,-2 3-1,2-2-210,1-3 1,-3-3 0,0-1 0,1-3-1,1-2-352,1-3 1,1-7-116,2-6 0,2-7 1,4-12-1,2-3 1,0-3-1,2-1 7,2 1 1,-1 2 0,3 9 0,-2 1 491,2 4 1,1 6-1,0 5 1,0 6 0,-2 8 426,0 7 1,-1 5 0,4 5 0,-1 0 0,-3-4-1,-3-7 0,0-5 0,-1-8 1,2-4-1,-1-5-1718,2-6 1,-3-9 1130,4-7 0,-3-6 0,1-2 0</inkml:trace>
  <inkml:trace contextRef="#ctx0" brushRef="#br0" timeOffset="108">24934 13817 7928,'9'-1'724,"-2"-1"1,-2 0-1,-1 3 1,-3 4-275,-3 4 0,-3 0 0,-4 1 0,-2 2 0,0 1 0,-1 2-484,0 1 1,-1 2-1,0 0 1,3 1-1,2 0 1,3 0-31,0 3 0,2-2 0,3 1 0,0-1 1,1-1-1,1-1 80,2 1 1,3-5-1,0-1 1,3-3-46,3-1 1,0-3 0,-1-3 0,0-3 0,0-3-1,1-4-137,-1-1 1,1-5 0,-4-3 0,0-1 0,0-1 133,-3 2 1,1 0 0,-4 2 0,-1 1 0,-1 0 213,-1 1 0,0 5 0,-1 2 86,-2 1 0,-2 2 1,-4 6-1,-1 4 0,1 4-92,0 3 1,0 0 0,3 3 0,3-1-1,2-3-513,1-1 0,0 3 1,0-4-1,1-1-2686,2-4 3023,2-3 0,9 0 0,0 1 0</inkml:trace>
  <inkml:trace contextRef="#ctx0" brushRef="#br0" timeOffset="109">25093 13864 7928,'9'0'991,"0"0"0,0 1 968,-3 2-1549,-2-2 0,-5 7 1,-2-1-1,-2 1 0,-2 2-308,1 3 0,1-2 0,-1 4 0,2 3 0,1 2-39,0 1 1,-1 8 0,4 0-1,1 2 1,3 0 53,2-4 0,-1-1 0,1-7 0,0-5 0,2-3-98,1-5 1,-2-2 0,6-6 0,-2-5 0,0-9-113,2-7 1,-1-5 0,-3-3 0,0-1-1,-3 0-47,-3 1 0,-2 7 0,-2-1 1,-2 4-1,-3 7-805,-3 6 945,-4 4 0,-1 4 0,-5 0 0</inkml:trace>
  <inkml:trace contextRef="#ctx0" brushRef="#br0" timeOffset="110">24804 14665 7928,'23'9'236,"-3"0"1,0-1-1,-3 0 1,-5-3 0,-1 0-1,-2-1 1,0 0 2026,0-2-2057,-3 4 0,-6-6 0,-7 1 0,-2-3 1,-3-1-1,-4 1 46,-1-1 0,-6 2 1,-2-1-1,-2 3 0,-2 3 1,-2 1 15,-3-1 1,-7 2 0,-8-2 0,20-2 0,-1 0 0,-4 0 0,-1 0-168,-3 0 1,0-2 0,-2 1 0,-1-1-1,-1 1 1,-1-2 0,-5 1 0,-2-1 0,-2 0-1,-1-1-176,18 0 0,-1 0 0,0 0 1,-2-1-1,-1 1 0,0-1 1,1 0-1,-1 0 0,1-1 0,-2 1 1,0 0-1,1 0 0,-2 0 1,1-1-1,0 1 0,-2-1 0,0 0 1,0 0-91,0 0 1,0 0 0,0 0 0,0 1 0,0-1-1,0 2-226,1-1 0,1 1 1,0 0-1,3 2 0,1-1 1,0 0 93,-15 0 0,0-1 0,4 2 1,1 0 90,0 1 0,2 1 0,3 2 0,1 1-155,1 1 1,0 0 0,8 0-1,0 1 332,-18 2 0,5 0-61,7 0 1,8 0 361,4-3 687,9 2-1057,6-7 1,14 2 447,9-6 0,3-3 1,4-5-351,2-2 0,2-7 0,4 0 0</inkml:trace>
  <inkml:trace contextRef="#ctx0" brushRef="#br0" timeOffset="111">23072 15233 8293,'19'0'187,"-5"0"1,-1 0 0,-4-1-1,-3-3 1,-3-2 0,-2-2-1,-1-1 1,-1-2 0,-2 0-1,-3-3 147,-2 0 0,-3 3 0,0-3 0,-2 2 0,-2-1-426,-1 2 0,1 2 0,0 1 0,-3 3 0,-1 1 97,1 2 1,-3 4 0,7 2-1,-1 1 1,3 4 0,2 1 174,4 2 0,2 2 1,4-3-1,0 2-130,0-2 1,7 1 0,3-2 0,1-4 0,1-2 0,2-1-309,0-1 1,1-4 0,0-2 0,-2-1-20,-3-2 0,-1 1 0,1 0 0,-1 0 172,0 1 1,1 1 0,-2 6 0,-1 3 252,-1 4 1,-4 11 0,2 2 0,-3 6 0,-1 5 0,0 5 465,0 3 1,0-1 0,0 0-1,0-2-237,0 0 0,0-5 0,0-2 0,0-3 0,0-4 0,0-2-354,0-2 1,0-3 0,1-1 0,1-4-1117,1-1 1,1-6 0,-2-1 945,1 0 0,4-11 0,-1 1 0</inkml:trace>
  <inkml:trace contextRef="#ctx0" brushRef="#br0" timeOffset="112">23296 15503 7919,'28'9'0,"-9"1"0,-3 2 857,-5 0 1,-2-3-1,-4-3-1154,-5-2 1,-4-2 0,-6-5 296,1-4 0,0-5 0,-1-3 0</inkml:trace>
  <inkml:trace contextRef="#ctx0" brushRef="#br0" timeOffset="113">23696 15233 8036,'20'-4'989,"-5"1"-435,-3 1-341,-3 1 1,-1-3 0,-2-3 0,-2-3 0,-4-3 229,-4 2 1,-1 1 0,-6 3-1,-4 2 1,-3 0 0,-3 1-313,-2 0 0,3 1 0,-4 6 1,2 1-1,4 1-157,1 2 0,7 4 0,0 3 0,6 0 0,3 3 222,1 1 0,5 0 0,4 2 1,3 2-118,2 2 1,5 0 0,3 0 0,0 0 0,-1 0 0,1 0 52,-1 0 1,-2 0 0,-1-3 0,-2 0-89,0 0 1,-6 2 0,1-1 0,-5-2 0,-1 0 0,-1-1-31,0-1 1,-1 1-1,-3-2 1,-1 0-83,-2-2 0,1-4 0,-4-1 1,-2-4-1,-3-2 0,-2-1-281,-2-2 1,0-2 0,-4-3 0,0-3 121,-3-4 0,2-5 0,0-3 0,3-1 1,6 2-1,3 2 134,5 1 1,3-1 0,4 3-1,7 2 316,6 1 0,6-4 0,5 0 0,0-2 0,-1 2 174,-2 0 1,-2-2 0,-5 0-1,0-1 1,-3-3-251,-2-2 0,-6-2 0,-2-3 0,-1-1 0,-2 0 0,-2 0-617,-3 0 1,-2 1-1,-3 2 1,1 3-351,0 3 1,1 4 0,-3 3 0,-1 2 668,1 4 0,0 6 0,0 5 0</inkml:trace>
  <inkml:trace contextRef="#ctx0" brushRef="#br0" timeOffset="114">24096 15177 8059,'22'0'285,"-1"0"0,-4 0 370,-3 0 0,-4 0 1,-1 1-1,-3 3 0,-3 5-187,-2 6 0,-1 9 0,0 11 0,0 10 0,0 7 0,0-25 0,0 0 0,0 25 0,-1 1 0,0-25 0,0-1 0,-1 0 0,0-1 0,-2 22-1201,-1-3 1,-1-6 732,3-8 0,4 4 0,4-6 0</inkml:trace>
  <inkml:trace contextRef="#ctx0" brushRef="#br0" timeOffset="115">9134 17644 7843,'28'0'228,"-5"1"1,-5 1 0,-4 2 0,-4 1 0,-2 3 0,-1 0 0,-6 0 0,-6 0-1,-6-2-43,-5 1 1,-5 1 0,-6 1 0,0-2-1,-2-1 1,-6 1-94,-7 1 1,-4 2 0,-3 0 0,-1 2 0,-1 1-102,0 1 1,25-6 0,1 0 0,-1 2-1,1 0 1,-3 0 0,0 0 0,-1 2-1,0-1 1,-2 1 0,0 0 20,0 1 1,0 0 0,3 0-1,0 1 1,0 0 0,-1 0-1,0 0 1,0 1 0,-2 0-1,0 1-68,-2 1 0,-1 0 0,2-1 0,1 0 0,-2-1 0,1 1 0,0-1 0,-1-1 0,1 0 0,-1-1 67,-1-1 1,0 1 0,-2-2 0,0 0 0,-2-1 0,0-1-1,1 0 1,0 1 0,-1-2 0,0 1 0,-1 0 0,-2-1 51,-2 0 0,1-1 0,1 0 0,1 1 0,-4 0 0,1 0 0,1 0 0,1-1 0,-1 0 0,-1 0-106,0 0 1,-1 1-1,2-1 1,1 1 0,0 1-1,1 1 1,-1-1-1,-1 0 1,-2 1 0,0-1 2,-1 0 0,0 1 0,4-1 0,-1 0 0,0 1 0,-1-1 0,-2 0 1,0-1-1,-1 1 0,1-1-9,-1 0 1,1 0 0,0-3-1,1 1 1,0 1 0,0-1-1,-2 1 1,0-1 0,-1 0-1,0 0 68,3 0 0,-1 0 0,-2-2 0,-1-1 0,3 0 1,0 0-1,-1 0 0,-1 0 0,0 0 0,1 0 32,1 1 0,0-1 0,-1 0 0,0 0 0,1 1 0,1 1 0,0 0 0,1 0 0,1-1 0,0 1-45,1-1 1,1 1 0,0 0 0,1 0 0,-4 1 0,0 0-1,2 0 1,1 0 0,2 0 0,0 0 0,0-1 0,-1 1-67,-1 1 1,-1-2 0,0-1 0,1 0-1,-1 0 1,0 0 0,3-1 0,0 0 35,-1 0 1,1-1 0,-2 0-1,0-2 1,-1 2 0,-1 0 0,0-2-1,2 1 1,1-1 0,1 0 0,1 0-1,-1 0 13,-1 0 0,1 0 0,0-2 0,1-1 1,-2 1-1,0-2 0,1 0 0,1 0 1,-1-1-1,1 0 20,0-2 1,0 1 0,-1 0-1,1 0 1,0-3 0,1 0 0,0-1-1,0-1 1,2 0 0,0-1-44,1-2 0,0-1 1,-2 0-1,0-1 0,-1-2 1,0-1-1,-1 1 0,1 0 1,-1-1-1,1 0 3,2 0 1,1 0-1,-1-1 1,1-1-1,-1 2 1,-1 0-1,2 1 1,-1 1-1,1 0 1,1 0-1,1 1 1,1 0 28,2 0 0,0 0 0,1-1 1,1-1-1,2 2 0,1 0 1,-2 0-1,1-1 0,0 0 1,1-2-33,-2 0 0,1-1 1,1 1-1,1-1 1,2 0-1,1 0 0,-16-18 1,3 0 47,0-3 1,6 2 0,-2-5 0,1 0 0,1-2 113,1 0 0,0 2 0,3 1 0,1-1 0,1-2-23,2-1 0,3 3 0,3-2 0,2-2 0,1-2-79,3-1 0,2 2 0,5 2 0,3 0 0,5-3 0,-2 24 1,1-1-64,0 0 1,2-1 0,-1 2 0,1 1 0,1 0 0,0 0 0,1 1 0,2 0 26,1 1 1,0 0 0,0 0 0,0-1 0,2 1 0,0 0 0,0 0 0,1-1 0,0 0 0,1 1 0,2-2 0,0 1 67,1-1 1,2 0-1,3-1 1,1 0 0,2 1-1,1 1 1,0 1-1,-1-1 1,0 2 0,0 0-71,0 0 1,0-1 0,1 0 0,0-1 0,3 0 0,1 0 0,-1 2 0,1 1 0,-1 0 0,0 1-9,-1 2 1,-1 0 0,2 2-1,0 1 1,1 0 0,2-1-1,1 1 1,1 1 0,0 1-1,0-1 4,-1 2 1,1 0-1,1-2 1,1 2-1,-1 0 1,-1 1 0,3-1-1,1 1 1,0 0-1,1-1 1,-1 2 0,0 0 23,-1 0 1,-1 0 0,1 1 0,0-1 0,4 1-1,0 0 1,-1 0 0,0 0 0,-1 1 0,0 0 22,0 0 0,0 0 1,1 2-1,-1 0 1,1-1-1,0-1 1,-1 1-1,0 1 1,-1 0-1,0 0 20,2 1 0,0 0 0,2 2 1,0 0-1,0 0 0,-1 1 0,0-1 1,-1 0-1,2 1 0,0 0-29,1 0 1,1 0-1,-2 0 1,1 1-1,0 1 1,0 0 0,0 0-1,-1 0 1,1 0-1,0 0-54,2 0 1,0 0 0,-1 0 0,1 0 0,1 0 0,0 1 0,2 0 0,-1 1 0,0 1 0,-1 2-7,-1 0 1,0 1 0,-15-2-1,1-1 1,-1 1 0,1 1-1,-1 0 1,0 0 0,17 2-1,0 0 1,-1 0 0,-1 0-1,0 0 1,1 0 37,-16-2 0,1 0 0,0 0 0,13 1 0,0 0 0,-15-1 0,1 0 1,0 1-1,0-1 0,0 0 0,0 0 0,0 0 0,0 0 0,0 0 7,17 1 1,0 0-1,-1 0 1,0-1-1,-1 1 1,1-1-1,1 0 1,0 0 0,0-1-1,0 0 55,-2 0 0,1 1 1,0-1-1,0 0 1,2 0-1,-1 1 1,-1 0-1,-1 0 1,0-1-1,0 1 1,-1 0-1,0 0 104,1 1 0,-1 1 1,-1-1-1,-2 2 1,-1 2-1,-1 0 1,2 0-1,0 0-105,1 1 0,-1 0 0,0 2 0,-2 0 0,0-1 0,-2 0 1,0 0-1,0 1 0,0-1 0,-1-1 0,0 1 0,0 0-96,-3 0 0,-1 0 0,0 0 1,0 0-1,-6 1 0,0 0 0,1-1 1,1 0-1,0 1 0,1 0-26,0 0 0,0 1 1,-1 1-1,-2 1 1,-1 0-1,-1 0 1,0 1-1,0 1 1,1 0-1,-1 2 62,3 0 1,-2 2-1,1 3 1,-2 1-1,0 0 1,-1 2-1,-2-1 1,-2 2-1,-3-1 1,-1 0 93,-1 3 0,-1-1 0,-4 2 0,-2 0 0,2 4 0,-2 1 0,-1 1 0,-1 0 0,-3-2 1,-1 1-91,-1-2 0,-1-1 1,-2 2-1,-1 0 1,-3-4-1,-1 1 1,-3 0-1,-1 0 1,-3 0-1,-1-1-236,-3 0 1,-1-2 0,-6 1 0,-3-2 0,-4-1 0,-3-2 0,-4 0-1,-2-2 1,-3-2 0,-2-2 230,-1-1 0,-1-2 0,-2 1 0,0-1 0,-3-3 0,0 0 0</inkml:trace>
  <inkml:trace contextRef="#ctx0" brushRef="#br0" timeOffset="116">21825 16964 8831,'-7'0'696,"3"0"0,2-1 0,5-2 0,4-3-415,3-2 0,5-2 1,1 2-1,1 1 0,1 2 1,-1 0-1,-3 0 0,1 1-294,-1 2 1,-3 2 0,1 3 0,-4 5-1,-3 3 1,-1 6 0,-1 3 57,-2 5 1,-6 2 0,-2 1 0,-3 1 0,-4 0 0,1-1 142,-1-4 1,-2-4 0,1-2-1,0-2 1,-1-2 0,1-4-355,0-5 0,2-3 0,4-2-120,-1 0 1,6-1-1,4-2 1,6-2 188,6 0 0,2 1 0,5 4 0,-2 0 0,0 0 0,-3 1 117,0 2 1,-2 7 0,-2 9 0,-2 5-1,-2 3 190,-3 0 1,-2 1 0,-2 1 0,-2 1-1,-3 1 43,-2-1 0,-2-5 1,2-3-1,1-3 0,1-5-629,-2-5 0,-3 0 0,-1-6 0,0-2 0,2-3-1263,1-4 1,3-4 1464,3-2 0,2-7 0,1-5 0</inkml:trace>
  <inkml:trace contextRef="#ctx0" brushRef="#br0" timeOffset="117">22262 17095 7663,'18'-9'125,"-3"2"1,-1 2 1429,-1 1 0,-6-2-1094,3 3 1,-7 1 0,-1 5 0,-4 3 0,-4 2 0,-4 2-354,-2 3 1,2-2 0,-3 4 0,3-1 0,2 1 0,1 1-75,4 2 1,2 1 0,2 3 0,2 3 0,4 2-60,1 1 0,5 0 0,4-1 1,3-2-1,1-4-17,0-1 0,-1-5 1,-2 0-1,1-2 1,-2-1-1,-1-2-106,-4-1 0,-2 1 0,-3-1 0,-2 0 59,-1 1 1,-1 2 0,-4 2 0,-2-1 0,-4 0 0,-4-1-117,-5-2 0,-3-2 0,-1-1 0,-3-4 0,-1-3-408,-2-3 1,3-4-1,-1-5 1,1-4 612,2-1 0,2-6 0,0-1 0</inkml:trace>
  <inkml:trace contextRef="#ctx0" brushRef="#br0" timeOffset="118">22542 16964 7661,'28'-18'644,"-6"4"0,-3 4 1,-6 4 447,-2 2 0,-7 1 0,-5 4-979,-7 2 1,-7-1 0,-8 4 0,-5 0 0,-5-1 0,-4-2-828,-3-2 1,4-1 713,-1 0 0,6 0 0,-1 0 0</inkml:trace>
  <inkml:trace contextRef="#ctx0" brushRef="#br0" timeOffset="119">22793 17514 7659,'30'13'0,"-3"-2"0,-6-5 2830,-7-2-2885,-4-1 0,-9-6 1,-3-1-1,-3 0 1,-1-2-1,-1 1 55,-2-2 0,0-1 0,0-2 0</inkml:trace>
  <inkml:trace contextRef="#ctx0" brushRef="#br0" timeOffset="120">23165 17216 7659,'5'-5'0,"0"0"432,0 1 0,2 2 184,-4-4 0,1 0-388,-1-3 0,0 3 0,3 2 0,1 1 0,2 0 0,3 0-126,0-1 1,5 3 0,-2-2 0,3 2-278,0 1 144,1 0 0,-1 1 0,-2 2 0,-2 4 0,-3 4 67,-3 5 1,-5 1 0,0 3 0,-3 1 0,-4 2 4,-5 0 0,-1 0 1,-7 1-1,-2-4 1,-1-3-45,-1-3 0,1-4 0,1-4 1,-1-3-1,2-2-466,3-1 0,5-1 309,3-2 0,8-1 1,9-3-1,5 2 1,6-1 61,4 1 1,1 3-1,0-1 1,-3 2-1,0 2 256,-2 2 0,-6 5 0,-2 6 0,-4 0 1,-3 4-1,-3 3 204,-2 4 0,-1 0 0,-1 1 0,-3-2-344,-5-1 1,0-1 0,-5-5 0,1-1-1,-2-4 1,1-3-491,1-2 0,0-3 0,0-5-1513,2-2 1985,5-3 0,6-7 0,5-2 0</inkml:trace>
  <inkml:trace contextRef="#ctx0" brushRef="#br0" timeOffset="121">23780 17197 7664,'23'0'433,"-5"0"1,-4 0 97,-4 0 0,-4 0 0,-1 1 0,0 2 0,-3 3-260,-1 3 0,-4 5 0,-2 5 1,0 5-1,-2 4 0,-1 2-111,-2 1 0,1-3 0,1-5 0,1 0 0,1-2 1,2-2-173,2 0 1,1-4 0,1-3 0,0-2-131,0 0 1,0-4 0,1-1-1,2-1 1,4-2 0,0-2-180,-1-3 0,2-6 0,-2-7 1,3-2 13,0-4 0,0-2 1,1-3-1,-1 2 1,0 4-1,2 1 136,1 1 0,-2 6 1,3 4-1,-3 5 0,0 4 430,-1 3 0,0 7 0,-1 8 1,-1 4-1,-4 4 114,-2 3 0,-1 2 0,0-2 1,0 0-1,-1-4 282,-2-4 0,1-2-733,-5-6 1,5-7 0,-1-9 0,2-9 0,1-5 0,1-5-381,2-3 1,6-2 0,4-1 0,1 2 277,3 1 0,1 6 0,0 8 0,2 3 0,1 5 314,0 2 0,1 10 0,-3 3 0,-2 6 0,0 2 1352,-2 2-1204,-3 4 1,1-6 0,-4 1 0,1-2 0,-2-4-257,-2-2 1,1-6-1,-2-2 1,-1-3-469,0-6 1,2-2 0,-3-10 0,0 0 441,1-2 0,2-4 0,3-2 0</inkml:trace>
  <inkml:trace contextRef="#ctx0" brushRef="#br0" timeOffset="122">24115 18147 7659,'17'15'292,"-5"0"1,-6-1 0,-4 0 0,-4-1-1,-4 0 1,-6-1 311,-5 0 0,-7 2 1,-4-3-1,-6 3 0,-4-1-398,-2 1 0,-6 2 1,-3-1-1,22-8 0,-2 0 1,-4 0-1,0-1 1,-1-1-1,-1-1-110,-1-1 1,0 0 0,-2 0 0,0-2 0,-2 0 0,-1-2 0,-1 1-1,-1 0 1,-2 0 0,1 0-194,-1 0 1,0 0-1,-4 0 1,0 0 0,14 0-1,0 0 1,-1 0-1,-1 0 1,-1 0 0,0 0-1,0 0 1,-1 0-1,0-1 57,-1 0 1,0 0-1,0 0 1,2-1-1,1 0 1,-2 0-1,-2-1 1,-1-1 0,0 0-1,1-1 1,0 1-1,0-1-79,-2 1 0,0-1 1,0 0-1,2-1 1,2-1-1,-1 0 1,-1-1-1,0-1 1,1 0-1,-1 0 1,0-2-1,1 1 1,1-1-1,0 0 1,1 0-1,1 0 1,0-1-1,1 0-19,2 0 1,1-1 0,0 1 0,-14-6 0,2 0 0,-1-1-1,1-1 1,3 2 0,2 0 0,4 1 0,0 1 66,4 0 1,0 0 0,1 0-1,0 0 1,3 1 0,-1 0-1,2-1 1,1 1 0,0-1-1,1 1 104,2-1 0,0-1 0,-15-17 0,9-5 0,6-2 0,9-2 38,6-1 1,5-2-1,6 0 1,4-2-1,4-2-49,-3 24 0,0 0 0,1-2 0,1 1 0,2-1 0,1 1 0,2 0 0,1 0 0,2 1 0,2-1 0,1 0 0,2 0-54,3-2 1,1 0-1,0-2 1,2 0-1,2-3 1,1 0-1,1-1 1,2 0 43,-10 10 0,0 0 0,2 2 1,0 0-1,2 1 0,0 0 0,4-1 1,0-1-1,1 0 0,1 0 1,2 0-1,-1 1 0,2-1 0,1 1 1,0 0-1,2 1 0,0-1 0,0 2-167,0 0 1,1 1 0,-1 2 0,3 2 0,0 1 0,1 1 0,1 0 0,0 0 0,1 2 0,-2 2 0,1 0 0,0 1 0,-1 2 0,-1 0 0,0 2 163,-2 0 1,0 0-1,-1 1 1,-3 1 0,0 0-1,0 0 1,-3 0 0,1 1-1,-1 0 1,1 0-1,0 0 1,0 0 0,-1 1-1,1-1 1,-1 0 32,16-1 1,0 1-1,-15 1 1,0 1-1,0-1 1,0 0-1,1 0 1,-1 0-1,1 0 1,0 0 0,1 1-1,-1-1 1,0 1-1,0-1-21,2 0 1,-1 0 0,0 0 0,-1-2 0,0 1 0,0-1 0,0 2 0,1-1 0,0 0 0,-1 0 0,0 0 0,0 0 0,0 0 0,-1 1-1,-1-1-32,14-1 1,0 2 0,0 2-1,-2 4 1,-4 2 0,-2 2 0,2 3-1,-1 2 1,-1 2 0,-1 3 0,-4-1 0,-1 3 0,0 1 1,-3 3-1,-5 3 0,-3 1 1,1 3-1,0 0 0,-2 3 0,-2 0 38,-1 0 1,0 0 0,-1 3 0,0 2 0,-3-1 0,-1 1 0,-1 3 0,0 1 0,-2 4 0,-1 0 37,-3 4 0,-1 0 0,-4-16 1,0 0-1,-2 1 0,0 3 0,0 1 1,-2 0-1,0 1 0,-1 0 0,-1 0 1,-2 0-1,-1 0 0,-1 0 43,-3 0 0,-1 1 1,-1-2-1,0 0 1,-2-1-1,-2-1 1,-2-1-1,-1-2 1,-1 0-1,1-3 1,-1-1-1,-1-1 1,-1-2-1,-1-1 1,-1-2-93,-2-2 1,-2-1-1,-1-3 1,-13 5-1,-2-6 1,-5-7 0,-2-7-1,0-4 1,0-7-1,16-2 1,-1-2-1,0-3-269,-3-2 0,0-3 1,0-1-1,-3-1 0,-1-2 1,1-1-1,-3-2 0,1-2 1,-2 0 251,10 7 0,0-1 0,-1 0 0,0 0 0,-1-1 0,-2 0 0,1 0 0</inkml:trace>
  <inkml:trace contextRef="#ctx0" brushRef="#br0" timeOffset="123">16713 2858 7734,'4'-9'546,"-3"0"0,2-1 0,-1 2 0,0 1 0,1 1 0,0-1 109,-2-2 0,-1 5 1,0 4-1,0 5 0,0 5-328,0 2 1,1 4 0,2 5-1,3 6 1,2 4 0,3 4-1,0 1 1,2 0 0,2-1-1,0 0 219,0-1 0,2-1 0,-2 3 0,0-3 0,0-1 0,-2-3-373,-1-3 0,-2-4 0,-1-4 1,1-3-1,-1-3 0,0-4-153,1-2 1,-4-4-1,0-1 1,1-6-80,2-7 0,0-10 1,0-6-1,1-6 1,-2-4-1,-1-5-368,-1-2 0,-3 0 0,3-5 0,-2 1 1,-2 2-1,-1 6-393,-1 5 1,0 5 0,1 6 0,1 4-2458,1 5 2821,4-2 0,3 8 0,4-4 0</inkml:trace>
  <inkml:trace contextRef="#ctx0" brushRef="#br0" timeOffset="124">17179 2607 7748,'9'-4'0,"0"3"0,-1-3 0,0 0 655,-2-3 0,-3 3 1,3 0-1,1 0 0,2-1-109,0 0 0,4-3 0,3 5 0,2 0 0,0 0 0,2-1 109,2-1 0,-3 3 1,3-1-1,-3 2 0,-4 1-377,-2 0 0,-3 1 1,-1 3-1,-1 5 1,-1 6-257,-4 2-1,-1 2 1,0-2 0,1 0 0,-1-3 17,-1 0 0,-1-2 26,0-2 0,1-5 0,2-2 0,3-4 0,3-5 0,0-7-855,0-3 0,2-4 0,1-2 1,4-2-31,1 1 1,-1-3 0,-2 5 0,0 2 438,-3 3 0,4 5 0,-1-3 0</inkml:trace>
  <inkml:trace contextRef="#ctx0" brushRef="#br0" timeOffset="125">17234 3296 7761,'10'3'546,"-2"1"0,-1 1 0,-2 3 0,0 0 0,-3 2 0,-1 3 109,-1 2 0,0 3 1,0 0-1,0 1 0,0 0-109,0-1 0,0 1 0,0 0 0,1-1 0,2 0 0,3-2-540,2 0 0,2-6 0,0 1 1,1-5-376,2-2 1,2-1 0,-1-3 0,-1-2-1,1-3 1,-3-6 368,-1-2 0,0-7 0,-1-3 0</inkml:trace>
  <inkml:trace contextRef="#ctx0" brushRef="#br0" timeOffset="126">17383 3156 7761,'-4'-14'1985,"3"0"-893,-2 5 0,2 5 0,1 5-482,0 7 0,3 2 0,0 2 0,0-2-610,1 0 0,2-1 0,3 0 0</inkml:trace>
  <inkml:trace contextRef="#ctx0" brushRef="#br0" timeOffset="127">18138 3017 7777,'18'0'819,"-3"0"0,-2 1 0,0 1 0,-1 1-273,-1-1 0,-9-1 0,-6-1 0,-7 1 0,-7 1 0,-3 2-238,-3 1 1,-1-1 0,-3 2 0,1 1 0,1 0-814,1-1 0,8 3 0,-1-3 1,5 2-1,3 2 58,3-1 0,6 0 0,2 0 0,7 0 0,7-2 894,3-1 1,4-4-1,4 1 1,3-1-112,2 2 0,-1-3 1,-5 2-1,-3-2 1,-4 0-1,-2 1 88,-4 1 1,-1 4 0,-3-1 0,-2 3-194,-3 0 1,-2 4 0,-1 3-1,0 3 1,0 1 0,-1 4-103,-2 3 1,-2-2 0,-4 3 0,-1-6-584,1-2 0,0-2 1,-2-3-1,1-2 1,0-3-1,1-2-2823,1-2 2699,4-1 0,0-5 0,4 0 0</inkml:trace>
  <inkml:trace contextRef="#ctx0" brushRef="#br0" timeOffset="128">18389 3063 7754,'14'-5'0,"3"-2"0,-5 4 819,0 1 0,-2 2 0,-2 4 0,-1 4-273,-4 3 0,-2 6 0,-1-1 0,-1 1 0,-1 3 0,-3 0 216,0 2 0,3 0 1,-1-3-1,2 0-1167,1 3 0,0-2 1,0 0-1,0-3 1,1-4-689,2 1 1,-1-8 0,5 0 528,0-4 0,1-14 0,1-4 0</inkml:trace>
  <inkml:trace contextRef="#ctx0" brushRef="#br0" timeOffset="129">18473 2756 7754,'13'-10'819,"1"-2"0,1 9 0,-1 1 0,-2 1-524,0 1 1,1 4 0,-5 2 0,-2 4-1,-3 1-617,-2 2 1,-1 3 0,0-1 321,0-1 0,-4 8 0,-1-3 0</inkml:trace>
  <inkml:trace contextRef="#ctx0" brushRef="#br0" timeOffset="130">18631 3147 7760,'9'5'639,"1"-1"0,-1-4 0,0 0 999,1 0 0,-1 0-1062,0 0 0,-3 1 0,0 3 0,-2 3 0,-2 4-461,-1 5 0,-1 2 1,0 4-1,0 4 1,0 3-1,0 1-83,0-3 1,0 0 0,0-5 0,0 0-239,0-2 1,0-4 0,0-6 0,1-2-509,2-2 1,-2-7 0,3-8 0,-1-7 261,0-4 0,5-5 0,-2-6 0,2-3 0,1-2 0,1 2 166,-1 3 0,3 6 0,2 4 0,-1 2 494,1 4 1,2 2 0,-1 7 0,-1 3 0,0 4 0,-3 4 610,-2 4 0,3 10 0,-6 1 0,1 2-279,-1 4 1,2 0-1,-5 1 1,-1-1-1,-1 0-499,-1-4 0,0-1 0,0-3 0,0-3 1,0-2-862,0-3 1,0-6 0,0-5 0,0-7 664,0-7 1,0-6 0,0-3 0</inkml:trace>
  <inkml:trace contextRef="#ctx0" brushRef="#br0" timeOffset="131">18957 2821 7863,'14'0'189,"0"0"0,-5-1 0,0-1 431,1-1 0,-1-3 0,0 3 0,1 0 0,-1-1-146,0 1 0,1-3 1,-1 2-1,1 0 1,3-1-150,2 0 1,3 2 0,0 0 0,1 2 0,-1 2-69,-3 2 1,2 4 0,-5 6 0,-2 6 0,-1 5-112,-3 2 0,-4 7 0,1 0 0,-2 0 1,-2-2-1,-1-4 27,-1-6 0,-1 0-28,1-9 0,3-3 0,0-8 0,5-6 1,4-9-106,4-5 1,1-6-1,4-6 1,-2-3-485,0-3 0,-4 1 0,3 1 0,-1 2 0,0 2 0,-1 3-649,-2 2 1,-3 8 0,-3 1 766,-1 2 1,3 3 0,-2 3 0</inkml:trace>
  <inkml:trace contextRef="#ctx0" brushRef="#br0" timeOffset="132">19590 3082 7833,'9'0'173,"-2"0"1,-2-1 0,0-1-1,-1-2 1,1 0 2467,0-1-1643,-3-2-683,3 6 1,-5-5 0,0 6 0,0 4-230,0 3 1,-4 7-1,0 2 1,-1 4-1,-1 3 1,0 0-68,0 3 0,3 2 0,0 1 1,2 1-20,1 0 1,0-6 0,0 3 0,1-3 0,2-5 0,5-1 141,3-3 1,0-4-1,5-2 1,1-5-20,0-3 1,5-1 0,0-1 0,-1-3-1,0-6 1,-1-8 2,-3-6 1,-3-5-1,0-4 1,0-4-232,-3-1 0,-5-4 0,-3 4 0,-2 4 0,-1 6 0,0 4-715,0 4 1,-4 4 0,-3 4 0,-3 2-1,-3 4 1,-4 2 0,-2 4 0,-5 1 756,-3 2 1,-1 6 0,0 6 0</inkml:trace>
  <inkml:trace contextRef="#ctx0" brushRef="#br0" timeOffset="133">19851 3203 7926,'9'0'1390,"0"0"0,1 0 248,-1 0 0,-6-1-1350,-6-2 1,-4 2 0,-11-2-1,-4 2 1,-3 0 0,-8-1-836,-2-2 1,-4-2 0,2 3 0,4 1 0,5 1 0,5 1 393,4 0 0,7 0 0,-2 0 0</inkml:trace>
  <inkml:trace contextRef="#ctx0" brushRef="#br0" timeOffset="134">20009 3361 7830,'9'0'374,"1"0"0,-4 0 0,0 0 71,1 0 1,-3 4 0,0 3 0,-3 1 293,-1 1-644,0 0 1,-1 2-1,-2 0 1,-1 3 49,-1 0 0,2 2 0,-2 2 0,1 0 1,2-2-1,1-1 74,1-2 0,0 4 0,1-3 0,1 1-540,1-3 0,1-1 0,-1-3 0,3-2 321,3-3 0,0-6 0,0-2 0</inkml:trace>
  <inkml:trace contextRef="#ctx0" brushRef="#br0" timeOffset="135">20251 3184 7836,'3'-15'3276,"0"-1"-3034,5 9 0,-7 0 0,2 10 0,-2 3 0,-2 2-1510,-2 2 1,-6-1 1267,-3 0 0,-1 1 0,4-1 0</inkml:trace>
  <inkml:trace contextRef="#ctx0" brushRef="#br0" timeOffset="136">20028 4069 7907,'33'11'152,"-3"0"0,-5-4 1,-7-2-1,-4-3 1,-4-1-1,-2-2 503,-2-2 0,-1 1 1,-7-4-1,-4-2 0,-4 1-63,-3 1 1,-4-1 0,-5 3 0,-4-1-1,-4 1-233,-4 2 1,-2 1 0,-3 0 0,-8-1-1,18 1 1,-3-1-224,-6 1 0,-2 0 0,-2 0 1,-1 1-1,-5 0 0,-2 0 1,-2 0-1,-1 1 0,15 0 1,-1-1-1,-1 1-310,-2 0 0,-1 0 1,-1 0-1,-4 1 1,-1 0-1,1 0 1,0 0-1,0-1 1,0-1-1,-1 1 1,-1 0-1,1-1 1,1 1-1,0-1 1,-1 1-28,1-1 0,-1 0 0,1 0 0,3 0 0,-1 0 0,1 0 0,1 0 0,1 0 0,1 0 0,0 0 0,2 0 0,0 0 0,2 0 0,2 0 0,0 0-127,-12-1 0,2 2 0,1-1 1,2 1-1,3 0 0,2 1 1,3 0-1,0 2 0,3 0 1,2 0 328,3 1 0,1-1 0,-19 3 0,3-1 0,4 0 0,7-1-613,7-2 0,6-2 0,12-1-1439,12-4 2051,13-1 0,0-4 0</inkml:trace>
  <inkml:trace contextRef="#ctx0" brushRef="#br0" timeOffset="137">17886 4562 7718,'17'3'819,"1"1"0,3-1 0,-2-5 0,0-4-112,3-3 1,2-6 0,4 0-1,0 0-409,0-1 1,0 5 0,-1-2 0,0 3 0,-2 2 0,-4 0-28,-5 2 1,-2 4 0,-6 1 0,-2 7-1,-3 10 1,-1 9-88,-2 8 0,-2 2 1,-1 8-1,-4 2-38,-4 0 1,0-2-1,-1-3 1,2-3-1,1-2 1,2-5 125,1-5 0,4 0 1,-1-6-1,2-4-213,1 0 1,5-9-1,3 0 1,6-4-1,3-3 1,6-3-379,3-5 0,6-8 0,2-5 1,2-2-229,1-2 1,5 0 0,0 0 0,0 2 0,-4 2 0,-4 1-110,-2 1 1,-5 3-1,-5 1 1,-3 4 0,-1 1-1,-2 2 1,-2 4-1,-3 1 1,2 1 0,-2-2 676,0 0 1,1 2-1,0-3 1,0-1-1,-3-2 634,-3 0 0,2 0 1,-5 0-1,-1-1 0,-3 1 164,-6 0 0,0 3 0,-9 3 0,-4 2-641,-4 1 1,0 5 0,0 5 0,-1 4 0,1 4 0,2 0-320,3 1 0,4 3 0,4 1 0,3-1 0,5 1 0,2-2-54,1-2 0,5-4 0,5-4 0,5-3 201,6-5 0,3-3 0,4-5 0,0-7 0,0-6 0,-1-5-257,-3-3 0,-1-2 0,-5-1 0,-2 0-52,0 2 0,-6 5 0,0 2 0,-2 3 532,-1 5 1,-2 15 0,0 9-1,-1 11 180,-2 7 1,3 7-1,-2 9 1,-1 5-1,-2-21 1,1 1 0,-1 1-1,0 1-82,0 1 1,0 0 0,0 3-1,-1-1 1,0 1 0,-1 0-1,-1 1 1,-2 0 0,1 0-1,-2 0 82,0-1 1,0-2-1,-2-3 1,-1-2-1,2-2 1,-1-2 0,-11 23-1,-3-8-81,-3-5 0,-1-8 1,-3-7-1,-2-5 1,-4-7-1,-2-6-1967,-3-5 1,-7-16 1169,21 6 1,-1-4 0,-4-4 0,-1-2 0,-1-2 0,0 0 0</inkml:trace>
  <inkml:trace contextRef="#ctx0" brushRef="#br0" timeOffset="138">16508 3901 7821,'19'10'591,"-1"-1"1,0-1-1,-3-1 1,-2-1 63,-3-2 0,-6-1 1,-5-3-1,-7 0 0,-7 0-109,-6 0 0,-4-3 0,-6 0 0,-3-1 0,-2 1 0,-1-1-1639,3-1 1,3 3 0,6-1 1012,4 2 1,1 1 0,1 0 0</inkml:trace>
  <inkml:trace contextRef="#ctx0" brushRef="#br0" timeOffset="139">16406 4171 7787,'13'14'3276,"-2"-5"-2621,1 0 0,-7-3 1,-6-6-1,-7 0 0,-7 0-602,-2 0 0,-3-2 1,-2 0-1,-4-3 0,-4-3-431,-4-5 378,-10-4 0,-4-2 0,20 10 0,0 0 0</inkml:trace>
  <inkml:trace contextRef="#ctx0" brushRef="#br0" timeOffset="140">14748 3380 7688,'10'-28'1245,"-4"4"-965,0 2 0,-4 3 864,1 0 0,-2 2-514,-1 1 1,0 3 470,0 3 0,-1 2-531,-2 2 0,1 2 456,-4 4 1,1 9-200,-1 6 0,1 14-259,5 15 0,0-18 0,0 2-43,0 6 1,0 3-1612,0 2 1,0 2 1227,2 3 1,1 1 0,-1 3 0,1 1-79,1 0 1,1 1-1,-1 0 1,0 1-55,-1-2 0,0 1 1,1-3-1,0 0 0,-2-4 1,-1-2-1,0-4 0,0-2 1,0-3-1,-1-3 1,0 21-805,0-8 0,0-9 1,-1-6-27,-2-7 1,2-11 0,-2-11 0,3-10 819,3-12 0,1-4 0,2-6 0,-2 0 0</inkml:trace>
  <inkml:trace contextRef="#ctx0" brushRef="#br0" timeOffset="141">15093 3371 7724,'9'-18'1178,"1"2"1,-2 3 932,-2 4 690,-2-1-1530,-4 1 0,0 5-643,0 4 0,0 9 482,0 10 1,0 8-510,0 7 0,0 9-27,0 4 1,0-20 0,1 2-545,1-2 1,-1 2-1,0 3 1,0 1 234,2-1 0,1 1 0,-3 0 0,1 0-120,1-2 1,0 0-1,-1 1 1,1-1-141,0-1 0,0-1 0,1-1 1,-1 0-358,-1-1 0,0-1 0,1 22 0,-3-2 0,0-7-1287,0-7 1,3-5-1639,0-8 3277,0-9 0,0-1 0,3-9 0</inkml:trace>
  <inkml:trace contextRef="#ctx0" brushRef="#br0" timeOffset="142">15288 3817 7711,'10'0'3276,"-5"0"-1638,-22 5 0,-4 0 0,-20 4 0,-3 5-546,-6 1 0,20-6 0,-1 1-683,-6 1 1,0-1-1,-2 0 1,1-1-1,-1 1 1,-1-1 0,4-2-1,0-1-99,2 0 0,1-2 0,-1-1 0,1 0 0,2-1 0,0 0 0</inkml:trace>
  <inkml:trace contextRef="#ctx0" brushRef="#br0" timeOffset="143">16462 6890 8104,'9'0'546,"0"-1"0,1-1 0,-2-2 0,-2-1 0,-5-2 0,-6 2 0,-8 2 0,-3 2 0,-4 1 0,-1 0 0,-3 0 0,-1 1-777,0 2 0,1-1 0,-2 5 0,2-1 231,-2-1 0,-1 3 0,-1-3 0</inkml:trace>
  <inkml:trace contextRef="#ctx0" brushRef="#br0" timeOffset="144">16350 7086 8068,'36'14'859,"-3"-2"0,-5-2 779,-5-4 0,-11-1-983,-2-2 0,-12-2 1,-6 2-1,-8-2 0,-8-1-250,-3 0 0,-2 0 1,-1 0-1,-2 0-405,-1 0 0,-1-4 0,-3-1 0</inkml:trace>
  <inkml:trace contextRef="#ctx0" brushRef="#br0" timeOffset="145">16992 6713 8099,'-1'5'946,"-2"-2"0,2-1 1,-3 1-46,0 0 0,3-1-433,-2-5 0,3-3 0,3-3-411,3 0 1,5-5 0,3-1 0,0-2 0,3 1-211,0 0 1,1 5 117,-2-2 1,0 3-5,-3 1 1,2 4 68,-3 1 1,1 3 76,-4 1 1,1 5-78,-1 1 0,-1 4 21,-2 6 0,-2 3 155,-4 9 0,0 4-46,0 2-1124,-4 3 1123,3 4 0,-6-3-51,4 3 1,-3-7-178,3-3 0,0-3 100,3-3 1,0-4-144,0-5 1,0-3 71,0-3 0,4-5 53,2-2 0,6-2-95,4-1 1,1-8 561,2-5 1,3-1-544,-1-5 0,4-1 42,-3-4 0,3-3 34,-3 2 0,-2 2-25,-4 1 1,-2 1-77,-1 2 1,-3-1-10,2 8 42,-1-5 0,-2 8 77,0 0-45,-3 4 1,1 10 16,-4 4 0,0 6-23,-3 6 1,0 4 253,0 6 1,0-1-66,0 4 1,1-1 154,2 2 1,-1-3 14,4-4 1,-2-5 39,2-1 0,1-5 105,5-2 0,0-7-115,3 2 1,-2-7-45,2 0 0,-2-3-59,2-3 0,-3-7-226,0-9 1,-2-2 103,0-7 1,-4 0-420,0-9 1,-4 1-184,1-8 0,-7 8-427,-5-1-1,-2 3-744,-4 0 1,-1 2 711,-2 4 0,-4 1-1847,0 2 2629,-4 6 1,7 2 0,-4 2 0</inkml:trace>
  <inkml:trace contextRef="#ctx0" brushRef="#br0" timeOffset="146">17616 6359 8070,'19'-4'597,"-4"2"-418,1-4 0,-1 3 870,4-3 1,0 4-415,-1-2 0,0 0-184,-3 1 0,2 0-65,-5 3 1,1 1 62,-4 2 0,-3-1-235,0 4 1,-4 2 33,2 4 0,-3 3 119,-1 3 0,0 4-94,0 0 0,-4-1 204,1-2 0,-3-4-92,3-3 1,0-5 794,3-1-685,0-4 1,5-5-215,4-6 1,5-10-646,5 1 0,0-4 313,3 0 0,-2 2-1588,1-5 1,2 4 1465,-1-1 0,4-1 0,-3-1 0</inkml:trace>
  <inkml:trace contextRef="#ctx0" brushRef="#br0" timeOffset="147">18724 6769 8023,'9'0'359,"1"-1"0,-1-1 0,-1-2 0,0 0 0,-2-2 0,0 1 0,-1-2 1,-2-1-1,-2-2 153,-1 1 1,-4 0 0,-3 1 0,-4 1 0,-5 4 0,-2 2-785,0 1 1,2 1 0,1 2 0,-2 4 0,1 1-5,0 1 1,1 1-1,4 2 1,4 1-1,2 2 1,3 1 196,1 2 1,2 1 0,2-1 0,3 1 0,3-1 0,3 0 270,0-2 1,5 0-1,-3-2 1,2-1-101,-1 0 1,-3 1 0,1-3-1,0 2 1,-1-2 0,-1 0 10,0 2 1,-3-3 0,-1 3 0,-2-2 0,1 0 0,-2 2 63,0-2 1,-1-1 0,-4 1-1,-2 0-414,-3 2 1,-1-1-1,-1-3 1,-2 1 0,-1-2-1,0-2-646,-1-3 0,1 1 0,-1-1 893,1 0 0,2-2 0,0-1 0</inkml:trace>
  <inkml:trace contextRef="#ctx0" brushRef="#br0" timeOffset="148">19013 6853 8222,'9'-5'0,"0"2"0,1 1 819,-1 2 0,-3 0 0,-1 2 0,1 1-292,-1 3 1,-3 6 0,1 4 0,-2 2 0,-1 4-358,0 3 0,0 2 0,0 2 0,0 0 0,0 0 1,0-3-221,0-3 1,0-1 0,0-4-771,0-3 1,0-3 0,0-10 0,0-9 743,0-6 0,-4-9 1,-1-2-1</inkml:trace>
  <inkml:trace contextRef="#ctx0" brushRef="#br0" timeOffset="149">19078 6601 8198,'10'-17'118,"2"1"0,0 4 143,-1 2 0,3 4 1,-2 3-278,0 2 0,-3 5 0,-3 4 0,-3 2 16,-2 2 0,-1 5 0,0-3 0</inkml:trace>
  <inkml:trace contextRef="#ctx0" brushRef="#br0" timeOffset="150">19311 6806 8116,'18'5'528,"0"3"1,-3-5 87,-2-1 1,-4 3-1,-2 0 1,-1 1-327,-2 1 1,-1 3-1,-3 5 1,0 3-1,0 2 1,0 1-101,0 4 0,0-1 1,0 1-1,1 1 0,1 0-106,1-2 0,0-1 0,-3-5 1,0-3-385,0-2 1,3-5-1,0-6-140,-1-8 0,0-5 0,1-7 1,0-5-1,0-3-96,1-2 0,0-4 0,3-1 1,-1 0 389,2 2 1,1 6 0,2 4 0,2 5 0,-2 4 0,0 2 658,-2 4 1,3 4 0,1 8 0,-1 7 32,2 3 0,-4 10 0,2 3 0,-2 2 0,-3 1 0,-2-2 141,-1-1 1,0-2 0,-2-3 0,1-6-1484,0-4 0,-2-4 0,-1-3 796,0-4 0,4-12 0,1-11 0</inkml:trace>
  <inkml:trace contextRef="#ctx0" brushRef="#br0" timeOffset="151">19869 6741 8231,'7'0'795,"-2"-1"1,-1-2 0,-1-2-258,1 0 0,0-4 0,5 3 0,-1-2 1,2 0-1,2 1-446,1 4 0,0-1 1,4 1-1,-3 2 1,0 3-1,-2 5-89,2 5 1,-7 2-1,1 5 1,-3-1 11,-2 1 1,-2 3 0,-2 0 0,-3 1-1,-2 1 1,-3-1 135,-3 0 1,0-3 0,-2-4 0,-1-4-221,1-1 0,2-6 1,-1-2-1,0-3 1,2-3-1,2-5-273,1-3 1,6 0-1,-1-5 1,3 0-18,3-2 0,4-1 1,5 1-1,4 0 1,3 3-1,5 2 60,4 3 0,2 5 0,-3 2 0,-2 2 578,-4 1 1,1 8 0,-3 5 0,-5 7 0,-3 5 0,-5 3 519,-3 3 1,-2-1-1,-1 3 1,-1-2-713,-2-4 0,-2-3 0,-6-7 0,0-1 0,-2-5-895,2-4 1,-2-3 0,0-4-1,3-1-2361,3-2 3169,3-6 0,8-5 0,1-5 0</inkml:trace>
  <inkml:trace contextRef="#ctx0" brushRef="#br0" timeOffset="152">20288 6881 8231,'16'-10'-435,"-2"1"0,0 1 947,-3 2 0,3-3 1,-2 3-1,-1-2 80,0-1 0,-5 3 0,-2 3 0,-3 4 0,-5 6-314,-3 5 1,-3 4 0,1 3-1,1 1 1,1 0-174,0 2 1,5 3 0,-1-3 0,3-2 0,3 0 153,4-1 1,2-1 0,2 0 0,4-3 94,2-2 1,0-4 0,5-3-1,-2-3 1,0-2 0,1-2 14,-1-2 0,-5-5 0,2-5 1,-2-2-1,-5-2-477,-3-4 1,-2-3 0,-5-4 0,0-1 0,-2-1-538,-5-1 0,-3 0 1,-10 3-1,-2 0 0,-6 0 645,-5 0 0,-8 0 0,-1 1 0</inkml:trace>
  <inkml:trace contextRef="#ctx0" brushRef="#br0" timeOffset="153">20512 6592 8278,'24'-9'103,"0"-1"1,-4 0 0,-3-1 305,-3-2 1,2 1 0,-3 4-1,2 0 137,1 2 0,-1 4 0,1 0 0,3 6 0,1 9 0,1 8-104,-1 8 0,-3 5 0,0 7 1,-2 1-1,2 3 0,0 0-292,-2 3 1,-9-21 0,-3 1 0,0-2 0,-2 0-1,-1 26-535,-4 0 1,-5-6 0,-7 2 0,-5-5 0,-5-2-709,-4-5 1,0-3 0,-4-6 887,-1-2 1,-2 2-1,0-3 1</inkml:trace>
  <inkml:trace contextRef="#ctx0" brushRef="#br0" timeOffset="154">18584 6462 8143,'10'-4'682,"-1"-2"1,0 0 0,1 0 0,-2 2-215,-2 5 0,-8 7 0,-10 18 0,-9 7 0,-6 6 0,12-17 0,-1 0-59,-1 1 1,0 1-1,-1 2 1,0 0-1,0 3 1,1 1 0,0 1-1,1 0-302,2 1 1,1 0-1,3 1 1,3 0-1,0-1 1,1 0-1,1-1 1,2 1-1,1-2 1,1 1-1,2-1 1,0 0-419,3-1 0,1 0 1,1-2-1,3 0 1,2-2-1,3 0 1,1-1-1,3-2-1206,2-3 0,1-2 1224,4-3 1,2-3 0,1-5 0,1-3 0,1-1 0,0 0 0</inkml:trace>
  <inkml:trace contextRef="#ctx0" brushRef="#br0" timeOffset="155">21024 6229 8228,'5'1'1638,"-1"1"0,0 1-1092,3-1 0,1-1 0,1 0 0,0 2 0,2 4 0,0 2 273,2 3 0,-1 3 0,-3 3 0,0 2-273,-3 2 0,1-3 0,-4 3 0,-1-3 0,0-4 0,0-2 316,1-3 0,2-2 0,-2-1-524,3-4 1,3-4 0,5-6 0,3-5 0,5-5 0,3-2-459,4-3 0,-1 1 1,3-2-1,-2-2-1519,-1-2 1,4-1 1307,2-9 0,-16 16 0,0-2 1,1-3-1,-1 1 0</inkml:trace>
  <inkml:trace contextRef="#ctx0" brushRef="#br0" timeOffset="156">21219 7747 8409,'28'9'379,"-5"3"0,-4 2 1,-6-1-1,-2 1 0,-3-3 1,-1-1 166,-1 0 0,-6-5 0,-2-2 0,-7-2 0,-6-1 0,-5 0-144,-7 0 1,-2-1 0,-6-1-1,-3-2 1,-2 0 0,-3 0-238,-5 1 1,18 3 0,-2-1-1,-3 1 1,-1 0 0,-2 1-1,0-1 1,-3 2 0,-1 1-71,-4 1 1,-1 1-1,-3 0 1,-1 0-1,11 0 1,-1 0-1,0 1 1,-3-1 0,1 1-1,-2-1 1,-1 1-1,-1 0 1,0 0-195,-2 0 1,0 0 0,-1 1 0,7-1 0,0 0-1,-1 1 1,1-1 0,-1 1 0,1 1 0,-1-1-1,0 0 1,-1 1 0,-1 0 0,0 0 0,-1-1-1,-2 1 1,0 1 0,0-1 0,-1-1 92,1 1 1,0 0-1,-1 0 1,1-2-1,0 1 1,1-1-1,0-1 1,-1 0-1,1 0 1,0-1 0,0 0-1,0 0 1,0-1-1,1-1 1,0 0-1,0 0 1,0 0-1,1-1 1,0 0 0,-1 0 33,1 0 1,-1 0 0,0-1-1,1 0 1,2 1 0,0-1 0,1 0-1,-1 0 1,3 0 0,0 0-1,1 0 1,-1-1 0,0 1 0,0-1-1,1 1 1,-1-1 0,-11 0-1,1 1 1,-1-1 0,1 1 0,0 0-1,1 1-42,2 0 1,1 1 0,-1 0 0,0 2 0,-1 0-1,2 1 1,4 0 0,1 0 0,0 0 0,2 1-1,-1 0 1,1 1-6,2 0 0,1 0 1,0 1-1,-15 2 0,2 0 1,1 2-1,2 0 1,6 0-1,2 0 0,8-1 1,1 0-1,-15 9-545,9-2 1,12-6 0,9 1 0,9-4 132,9-3 1,8 2 0,11-4 0,7 0 0,7 1-1,8 0-38,5 2 1,-23-2 0,0-1 0,3 0 0,0 0 0,1 0 0,-1-1 468,0 1 0,0-2 0,0 0 0,-1-2 0,0 3 0,0-1 0</inkml:trace>
  <inkml:trace contextRef="#ctx0" brushRef="#br0" timeOffset="157">18110 8659 13820,'-5'0'409,"5"0"1,6 0-1,3 0 1,3 0-1,5-1 1,3-1 0,2-2-1,1 0-218,0 0 1,-1-3 0,-4 4 0,0 1 0,-3 2-310,-2 3 0,-3 4 1,-2 6-1,-1 6 1,-4 6 26,-2 9 1,-5 0 0,-4 8-1,-3 2 1,-4 2 0,0 0 107,-1-5 1,2-2-1,-3-9 1,3-2 218,0-2 1,3-9 0,4-2 0,2-3 0,1-3 304,1 0 0,8-4 0,4-2 0,5-3-508,4-3 1,5-6 0,2-6 0,2-4 0,2-2-1,1-2-569,0 0 0,-3 2 0,3-1 0,-3 3-11,-2 0 1,-5 1 0,-1 3 0,-3 1 0,-2 2 0,0 0-259,-1 0 0,4-2 0,-3-1 1</inkml:trace>
  <inkml:trace contextRef="#ctx0" brushRef="#br0" timeOffset="158">18976 8575 8024,'14'-13'193,"-1"2"0,-3-1 0,-2 2 1445,-2 0 0,-1 2-1168,-1 2 0,-12 3 0,-2 7 0,-9 6 1,-6 8-1,-2 7-114,-4 5 0,2 2 1,-1 3-1,4-2 1,5 0-206,4 0 1,8 2 0,6 5 0,3 0 0,3-1-57,3 0 0,5-9 1,3-2-1,6-2 0,4-4-751,5-3 1,-1-6-1,4-5 1,-2-3 0,-1-1-165,-3-2 1,-4-2 0,0-2 0,-1-3 598,0-4 1,3-2 0,4-8 0</inkml:trace>
  <inkml:trace contextRef="#ctx0" brushRef="#br0" timeOffset="159">19422 8780 8024,'13'-24'-200,"-1"4"1,0 2 760,-2 3 1,-1 3 0,0-1 0,-3 0-23,-3 1 0,-2-1 1,-2 5-1,-2 2 1,-4 2-305,-5 0 0,-2 3 1,-6 0-1,-1 5 1,-1 5-131,-2 1 1,0 5 0,0 0 0,6 3-1,4 1 40,4-1 0,5-2 1,3-1-1,4 1 0,4-2 11,2-1 0,7-4 0,2-3 1,5-3-1,1-2-401,-1-1 1,0-1 0,-3-2 0,-2-4-101,-1-4 1,0-5-1,-3-5 1,-2 0 0,0-1-1,-3 0-245,-2 1 0,1 3 0,-4 6 746,-1 1 0,-1 4 0,-1 5 0,0 8 0,0 9 663,0 5 0,0 7 0,0 5 0,0 2-352,0 5 0,0-1 0,0 4 1,0-1-1,0-5 0,2-4-378,1-3 0,-1-6 0,3-4 0,0-4-1728,0-5 1,-2 0 1620,4-6 1,-1-1 0,3-3 0</inkml:trace>
  <inkml:trace contextRef="#ctx0" brushRef="#br0" timeOffset="160">19804 8929 8321,'24'8'-2,"-3"0"0,-5-3 1640,-3-1 0,-6 2-983,-1-3 0,-4-1 1,0-5-1,-4-3 0,-4-3-3932,-2-4 3264,-2-1 1,1-9-1,0-1 1</inkml:trace>
  <inkml:trace contextRef="#ctx0" brushRef="#br0" timeOffset="161">20084 8622 8238,'25'-9'201,"-2"-1"1,-5 1 493,-4 0 0,-4 0 1,-5 2-272,-1 1 1,-3 1-1,-7-2 1,-7 4-278,-3 2 1,-4 2 0,-1 2 0,0 4 0,0 1-88,1 1 1,6 5 0,2 1 0,5 3 0,4 0 67,2 1 1,2 3 0,3 0-1,4-1 1,4 1-121,-1 0 0,4-1 1,0-2-1,4 0 0,2-1-230,0 1 1,1 2-1,-3-2 1,-1-1-1,0-1 134,-3 1 0,2-2 0,-5-2 0,0-1 0,-2-1 89,-1-2 1,-3 3-1,-3-1 1,-2-1-96,-1 0 1,-8-6 0,-2-2-1,-2-2 1,-3-1-54,1 0 0,-5-5 1,-4-4-1,2-5 47,1 0 0,1 0 1,9 5-1,3 0 1,2-1-1,4 1 249,3 0 0,7-2 0,7 0 1,4-3 168,2 0 1,3 0-1,-4-3 1,1 2-1,0 1 1,0 0 201,-2-3 0,0-1 0,-3 0 1,-1-1-491,-4 1 0,-2-2 0,-4-1 0,-3-1 0,-2 1 1,-1-1-752,0 0 1,-4-4 0,-2 3-1,-3-1-2556,0 2 3041,0 2 1,0 2 0,-1-1 0</inkml:trace>
  <inkml:trace contextRef="#ctx0" brushRef="#br0" timeOffset="162">20484 8519 8238,'24'0'240,"-5"0"0,-3 1 0,-1 3 415,0 2 0,-2 2 1,-3 1-1,-1 2 0,-1 1 0,-2 4 0,2 5 1,-5 5-1,-1 4 0,-1 3-112,-1 0 0,0 4 0,0-4 0,1 0 1,1-2-1271,1-2 0,0-3 0,-2-4 1,2-3-2551,4-1 3131,-3-9 0,8 3 0,-2-6 1</inkml:trace>
  <inkml:trace contextRef="#ctx0" brushRef="#br0" timeOffset="163">20866 8380 8404,'18'-4'428,"1"2"0,-2-4 0,-1 2 1,-3 1-1,0 0 0,-1 0 0,0 1 118,-2 1 0,0 5 0,2 3 0,0 5 0,-1 5 0,0 9 0,-2 11 0,0 8 0,-4-17 0,-1 2 0,-1 1 0,0 1-460,-1 0 0,-1 1 0,0 2 0,-1 1 0,0 1 0,-1-1 0,0 1 0,-2-1 0,-1-1 0,-1-1 0,-2-3 0,-1-1-633,0-4 1,-1 0 0,-3-1 0,0-2 0,-16 19 0,-6-5 488,-6-8 1,-6-10 0,20-12 0,0 0 0</inkml:trace>
  <inkml:trace contextRef="#ctx0" brushRef="#br0" timeOffset="164">22253 7411 8295,'24'0'546,"-4"1"0,-2 2 0,-4 1 0,0 0 0,-5 0 0,-5-2 109,-7-1 0,-8 2 1,-5 0-1,-1 0 0,-3 0-242,-2 1 0,-2 3 1,-6-1-1,-2 2 1,-1 2-1,1-1-2052,2 0 1,2 1 1105,4-1 0,1 4 1,4 2-1</inkml:trace>
  <inkml:trace contextRef="#ctx0" brushRef="#br0" timeOffset="165">22290 7719 8180,'36'14'819,"-1"-1"0,-9-7 0,-7-3 0,-7-1 0,-4 1 0,-5-2 0,-7 3 0,-6 0-273,-4 3 0,-9-2 0,-5 1 0,-6 0 0,-6-1 0,-8-1-78,21-1 0,-1-1 0,-1-2 0,-2 1 0,-1 1 0,-1 0 0</inkml:trace>
  <inkml:trace contextRef="#ctx0" brushRef="#br0" timeOffset="166">23007 7225 8142,'0'-6'655,"0"0"0,0-1 1,0-2-1,-1 1 0,-2 2-187,-3 3 0,-3 6 0,1 3 0,1 3 0,2 4 0,1 2 0,2 2-286,1-2 0,1 3 0,1-3 0,2 3 0,3 0 0,3-2-175,4 0 0,-2-2 0,3 2 0,1-3 0,-1 0 1,3 0 71,1 1 1,-1-1-1,0 1 1,-2 1-1,2-1 1,-1 3 153,0 0 1,-3 2-1,-4 1 1,-3 0 25,-3 2 0,-2 4 0,-1-1 0,-1 2 0,-3 0 0,-5-3-253,-2-2 1,-4-3-1,1-3 1,0-2-291,-3-4 0,-4-3 1,0-7-1,0 0 1,0-1-1,0-2-1355,-4-3 1,-1-6 1318,1-4 1,2-1 0,5-2 0</inkml:trace>
  <inkml:trace contextRef="#ctx0" brushRef="#br0" timeOffset="167">23212 7179 8058,'19'0'829,"-5"0"1,-3 1-209,-3 2 1,-4-1 0,-6 3-1,-4 0-254,-7 0 1,-4 2 0,-6 1 0,-4-2 0,-4-3 0,-1-2-1230,0-1 1,-5 0 0,2-1 861,-1-2 0,-3-6 0,6-6 0</inkml:trace>
  <inkml:trace contextRef="#ctx0" brushRef="#br0" timeOffset="168">23473 7737 8108,'17'15'316,"-1"-4"1,-4-4 667,-1-3 0,-6-4 1,-2-4-1180,-2-2 0,-1-2 0,0-1 1,-1-1-1,-1 0 0,-2-1 195,-2-2 0,4 1 0,-2 2 0</inkml:trace>
  <inkml:trace contextRef="#ctx0" brushRef="#br0" timeOffset="169">23826 7421 8355,'10'-4'660,"-2"2"1,-1-5-1,-2 0-74,0-1 0,1-1 0,-2-2 0,0-1-340,0-4 0,2-1 0,-1-3 0,0-1 0,2-1 0,1-2-98,2-2 0,-4 3 1,1 0-1,2 2 0,3 0-144,-1 3 1,-1 1 0,0 5 0,-1 3 0,0 3 87,1 2 1,-1 1 0,0 4 28,1 2 1,-4 3 0,-1 6 0,-1 4 0,-2 3 0,-1 2 104,-1 4 1,0 3 0,0 3 0,0 4-39,0 5 0,0-2 0,0 2 0,0-2 0,0-1 0,0-2-65,0-1 1,0-4-1,0 1 1,0-2-365,0-1 0,-3-3 0,-1-1 0,0-1 0,-1 0 0,0 0-579,-3-2 1,3-6 0,-1-3 0,-1-2 329,-2-4 0,0 2 0,0-3 0</inkml:trace>
  <inkml:trace contextRef="#ctx0" brushRef="#br0" timeOffset="170">24078 7914 8408,'18'10'477,"-3"-5"1,-4-1 0,-2-1 614,-3 0 0,-5 0 0,-2-3-546,-7 0 0,-7 0 0,-7 0 0,-4 0 0,-5-1 0,-4-2-1130,-1-3 1,-3-4 0,6-1 583,0-1 0,5-1 0,5 4 0</inkml:trace>
  <inkml:trace contextRef="#ctx0" brushRef="#br0" timeOffset="171">24385 7411 8068,'18'-8'560,"-3"2"1,-3 2 260,-5 0 0,1 3 0,-2-2-369,3 2 0,-4 2 1,-2 3-1,-2 4 1,-1 5-110,0 5 1,0 1-1,0 6 1,-1 2-1,-1-1 1,-1 1-181,1 0 1,1 4-1,1-1 1,-1-2-240,-3-2 0,3-2 0,-2-1 0,2-3 1,1-4-1354,0-3 964,0-1 1,3-12 0,2-7 0,0-9 0,2-8 7,1-3 1,3 0 0,0 1 0,2 1-1,1 1 295,-1 0 0,4 1 0,-2 5 1,2 3-1,-1 3 265,0 1 1,-5 6 0,2 2 0,-3 4-1,-1 4 403,1 4 1,-2 10 0,-2 1 0,-3 2-54,-2 4 1,-1 5 0,0 2 0,-1 1 0,-1-4 0,-2-4-78,-1-1 0,0-8 1,-2-2-768,0-3 0,5-5 1,-1-4-1,2-7 1,1-7 18,0-8 1,1-1-1,2-4 1,5 2 21,3 1 1,2 2-1,5 5 1,0 5-1,3 4 659,5 4 1,0 10 0,5 3 0,-2 5-1,-2 1 237,-2 1 0,1 0 0,-4-2 0,1-1 0,0-5 0,-4-4-208,-2-4 0,0-2 1,-4-3-1,1-4-1158,-1-6 1,-1-9 0,-2-5 0,-2-3 776,-2-2 0,-2-4 0,-4 2 0</inkml:trace>
  <inkml:trace contextRef="#ctx0" brushRef="#br0" timeOffset="172">24758 8398 8370,'37'6'409,"-8"2"1,-4-3-1,-6 1 1,-2-1-1,-3 1 1,-1-1 0,-7 2-1,-9 1 410,-12 2 0,-12-1 0,-11 1 0,-8 2-585,19-6 0,-1 0 0,-4 2 0,-1 1 0,-7-2 0,-1 0 0,-6 1 0,-2 0 0,13-3 0,0-1 0,-1 1 0,-2 0 0,-1 0 0,0 0-193,-2 0 1,-1 0 0,1-1 0,0-1 0,1-1 0,0 0 0,-3 1 0,1-1 0,-1-1 0,1 1 0,-1-2 0,1 1 0,1-2 0,0 1 0,0-2 0,1 1 0,1-1 0,0-1-340,0 0 0,1-1 0,0-1 0,3 0 0,1-1 0,0-1 0,-1 0 0,0 0 1,0 0-1,-15-5 0,2 0 28,2 0 1,0 0-1,2 1 1,1 0 0,3 3-1,2 1 1,4 1-1,1 0 1,4 2 0,1 1-1,3 1 1,0 1 41,-24 0 1,4 1-1,6 0 1,6 0 471,4 0 0,7 0 0,3 0 1,5 0-1,1-1 0,4-2 381,3-3 1,0-6-1,2-1 1,0-2-426,-2-1 0,-1-5 0,-2-2 1,0-2-1,-2-4-152,-4-4 1,1-1 0,-3-3 0,-3-3 0,-1-3-435,-4 0 0,3 3 0,1 1 1,4 3-1,2 3-229,4 1 0,7-3 0,6 0 0,8-2 0,9-2 748,5-1 1,4-4 0,0 3 0,-2-2 0,-3-1 318,-3-2 1,0 0 0,-1-1 0,-2 1 0,0 0 119,0 3 0,1 1 1,-1 5-1,0 0 1,0 0-415,2-1 1,2 0-1,0-1 1,2-2-1,-1 2-192,-2 1 0,4 0 0,2-2 0,1-1 0,0-2-13,-2-1 0,-11 20 1,0-1-1,2 1 0,1 0 1,1 0-1,2 2 0,0 1 1,2 2-81,2 0 1,0 3-1,2 1 1,0 2-1,2 1 1,0 2-1,-2 0 1,1 0-1,22-8 140,-2-1 0,-5 4 0,3-1 0,0 1 0,3 0 125,2 3 1,-1 1 0,2 2-1,-3 0 1,0-1-96,-1 1 0,-19 6 1,1 0-1,2 0 1,0 1-1,2-1 1,0 2-1,1-1 1,0 0-141,-1 0 0,1 0 1,0 2-1,2-1 1,1 0-1,0-1 1,2 1-1,-1 1 1,-2 0-1,0 0-27,-3 0 0,0 0 1,2 0-1,-1 1 1,-3 0-1,-1 1 1,2 1-1,-1 0 1,2 1-1,0 1 89,-3-1 1,1 1-1,-3 0 1,0-1-1,18 6 1,-3 0-1,0 1 1,-2 3 82,1 0 1,-1 2-1,1 2 1,-2 2 155,-2 2 0,-6-1-117,0 3 0,-7 1 1,-2 3-1,-3 2-82,-4 4 1,0 0 0,-4 8 0,3-2-39,0 0 0,-1 5 0,1 0 1,1 6-1,-9-23 0,1 1 0,0 1 1,0 1 56,1 2 0,-1 0 1,1 0-1,1 1 1,0 2-1,2 1 1,1 2-1,0 0-1399,1 2 0,1 0 1375,-1 4 0,0 0 0,3 0 0,1-1 0,-2 3 0,-1-1 0</inkml:trace>
  <inkml:trace contextRef="#ctx0" brushRef="#br0" timeOffset="173">25270 8389 11442,'-30'21'409,"0"-1"1,-4 0-1,-3-1 1,-7 1-1,-3-1 1,11-7 0,-2-1-1,-2-2 57,-2 0 0,-2-2 1,-1-1-1,5-2 0,-1-1 1,-2-1-1,2-1-719,-1-1 1,0-2 0,0-1 0,0-1 0,0-1 0,1 0 0,0-2 0,-1 0 0,2-2 0,0-1 0,-1 0 0,1 1 0</inkml:trace>
</inkml:ink>
</file>

<file path=ppt/ink/ink22.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10T05:08:39.623"/>
    </inkml:context>
    <inkml:brush xml:id="br0">
      <inkml:brushProperty name="width" value="0.05292" units="cm"/>
      <inkml:brushProperty name="height" value="0.05292" units="cm"/>
      <inkml:brushProperty name="color" value="#FF0000"/>
    </inkml:brush>
  </inkml:definitions>
  <inkml:trace contextRef="#ctx0" brushRef="#br0">1463 3994,'0'0,"0"24,0-24,-24 25,24 0,0-25,0 25,-25 49,25-49,0 0,0 0,-25 49,25-49,0 0,0-1,25 26,0-25,-25 0,24-1,1 1,-25 0,25 0,0-25,0 25,-1-25,1 0,0 0,25-25,-25 25,-25-25,24 0,-24-24,25 24,-25 0,0-25,25-24,-25 24,0 26,0-26,0-24,-25 49,25-25,0 50,-25-49,25 49,-24-25,24 25,-25-25,0 25,0 0,25 0,-74 0,74 0,-25 0,0 0,0 25,0-25,1 25</inkml:trace>
  <inkml:trace contextRef="#ctx0" brushRef="#br0" timeOffset="441.02">1860 4291,'0'0,"-24"0,-1 0,-50 0,1 0,-1 0,26 0,-26 0,1 0,24 0,50 0,25 0</inkml:trace>
  <inkml:trace contextRef="#ctx0" brushRef="#br0" timeOffset="857.04">1984 4514,'0'0,"0"25,0-25,0 50,0-50,0 49,0-24,0 0,0 0,25-25,-25 25,25-25,0 0,-25 0,25 0,-25 0,24-75</inkml:trace>
  <inkml:trace contextRef="#ctx0" brushRef="#br0" timeOffset="994.05">2084 4341,'0'0,"24"0</inkml:trace>
  <inkml:trace contextRef="#ctx0" brushRef="#br0" timeOffset="1459.08">2704 4217,'0'0,"-25"0,25 0,-25 0,-25 0,26 0,-1 0,-25 0,25 0,1 0,24 0,-25 0,50 25,-25-25,24 0</inkml:trace>
  <inkml:trace contextRef="#ctx0" brushRef="#br0" timeOffset="1784.1">2679 4390,'0'0,"-25"25,0-25,-24 0,49 0,-50 0,25 0,0 0,25 0,-24 0,48 0,1 0</inkml:trace>
  <inkml:trace contextRef="#ctx0" brushRef="#br0" timeOffset="2764.15">3051 4118,'0'24,"0"-48,25-1,0 25,-1-25,1 0,0 25,-25 0,50 0,-50 0,24 0,-24 25,25 0,-25-25,0 49,-25 26,25-26,-24-24,-1 50,0-75,25 24,-25-24,25 0,25-24,-25-1,25 0,0 25,-1 0,1 0,0 0,0 0,0 25,-1 24,-24-24,0 25,0-1,0-24,-24 50,-1-51,0 1,0-25,0 0,-24 0,49-25,-25-24,50-26</inkml:trace>
  <inkml:trace contextRef="#ctx0" brushRef="#br0" timeOffset="3323.19">3597 4093,'0'25,"-25"24,25 1,-25 24,25-49,-25 74,25-74,0 49,25-24,-25-25,25 0,0-25,-25 0,24 0,26-25,0-25,-25 25,24-49,-49 49,25-49,-25-50,-25 74,25 1,-49 24,24 0,0 0,-25 0,25 25,1 25,24-25,0 25,0 25</inkml:trace>
  <inkml:trace contextRef="#ctx0" brushRef="#br0" timeOffset="3511.2">3994 4539,'-25'-25</inkml:trace>
  <inkml:trace contextRef="#ctx0" brushRef="#br0" timeOffset="4010.22">4192 4118,'0'24,"0"1,0 25,0-1,-25 26,25 24,0-49,0-1,25 1,0-1,24-49,1 25,-25-50,24 1,-24-51,25 1,-50-25,0 24,-25 1,-74-50,49 99,25 50,1-25</inkml:trace>
  <inkml:trace contextRef="#ctx0" brushRef="#br0" timeOffset="4375.25">4589 3845,'0'0,"0"25,-25 24,25 1,0-1,25-24,0 0,-1-25,1 0,0 0,0-50,-25-24,0 24,-25 1,0-1,0 50,1 0,-26 25</inkml:trace>
  <inkml:trace contextRef="#ctx0" brushRef="#br0" timeOffset="6754.38">1463 5407,'25'25,"-25"-25,25 50,0 24,24 1,-24-26,25 50,-25-74,0 75,24-51,-24-24,-25-25,0-25,25-24</inkml:trace>
  <inkml:trace contextRef="#ctx0" brushRef="#br0" timeOffset="7107.4">2009 5333,'-49'25,"24"24,0 1,0 24,25-24,-49 49,24 0,0-24,25-50,-25 24,25-24,-25 0,75-75</inkml:trace>
  <inkml:trace contextRef="#ctx0" brushRef="#br0" timeOffset="7495.42">2505 5606,'-25'25,"25"-25,-49 24,24-24,0 25,-24-25,24 25,0-25,25 0,-25 0,25 0,0 0</inkml:trace>
  <inkml:trace contextRef="#ctx0" brushRef="#br0" timeOffset="7767.44">2505 5779,'-25'25,"1"-25,-26 0,50 0,-50 0,50 0,-24 0,24 0,49 0</inkml:trace>
  <inkml:trace contextRef="#ctx0" brushRef="#br0" timeOffset="8509.48">1960 5904,'0'24,"0"-24,0 25,-25 0,25 0,0 0,0-1,0 1,0 0,25 0,-25-25,24 25,-24-25,25 0,0 0,0-25,0 25,-1-75</inkml:trace>
  <inkml:trace contextRef="#ctx0" brushRef="#br0" timeOffset="8654.49">2084 5705,'0'0,"24"0</inkml:trace>
  <inkml:trace contextRef="#ctx0" brushRef="#br0" timeOffset="10606.6">3076 5507,'0'-25,"25"25,-25-25,0 0,24 25,-24-25,25 25,0-24,-25 24,25 0,0 0,-25 0,24 24,-24 26,0 0,0 24,-24 50,-1-25,-25-24,25-50,-24-1,24-24,0-24,25-1,25-50,0 50,24 25,-24 0,25 25,-25 0,24 0,1-25,-25 0,24-25,-24-25,0-24,24 24,-24-24,-25 49,25 0,-25 25,-50 50,50 24,0-24,0 0,25-1,25 1,-1-25,-24-25,0 0,25-50,-50 25,25-24,-25-26,0-24,-25 74,0-49,0 49,-25 0,1 0,-1 50,25 0,-24 0,49 24,49-49</inkml:trace>
  <inkml:trace contextRef="#ctx0" brushRef="#br0" timeOffset="11407.65">4043 5507,'0'24,"0"1,0 0,0 49,0 1,0-26,0-24,0 0,25-50,-25-24,25-1,0-24,-25-1,24 26,1 24,0 0,0 25,0 25,-1 24,-24 75,0-49,0-26,0-49,25-49,0-1,0-24,0-1,-1 26,1 49,25 0,-50 25,25 24,-25 26,0-1,0 0,-25-49,50-50</inkml:trace>
  <inkml:trace contextRef="#ctx0" brushRef="#br0" timeOffset="11803.67">4862 5432,'0'0,"0"25,-50 0,25 0,0-1,1 26,24-50,0 25,24 24,1-49,25 50,0-25,-26 0,1-1,0 26,-25-25,0 25,-25-26,0 26,1-50,-26 0,25 0,-25-25,1-74</inkml:trace>
  <inkml:trace contextRef="#ctx0" brushRef="#br0" timeOffset="12080.69">5011 5159,'-25'0,"-25"0,25 0,-24 0,24 0</inkml:trace>
  <inkml:trace contextRef="#ctx0" brushRef="#br0" timeOffset="12369.7">5159 5110,'0'74,"0"25,0 25</inkml:trace>
  <inkml:trace contextRef="#ctx0" brushRef="#br0" timeOffset="13979.79">3870 5556,'0'0,"0"0</inkml:trace>
  <inkml:trace contextRef="#ctx0" brushRef="#br0" timeOffset="14398.82">3944 5209,'0'-25,"0"25,0 0,-25 25,25 0,0 0,0-1,0-24,25 50,0-50,-25 0,25 0,-1 0,1 0,0-25,-25 25,25-49,-25 24,0 0,-25 0,-25-24,26 24,-1 25,25 0,-75 49</inkml:trace>
  <inkml:trace contextRef="#ctx0" brushRef="#br0" timeOffset="19173.09">1166 7615,'0'0,"0"0,0 0,-25-25,-25 25,26 0,-1 0,0 0,-25 25,26-25,-1 25,0 0,-25-1,50 26,-24-25,-1 24,0 26,25-26,0-24,0 25,25 24,-25-49,25 0,-1 0,1 0,0-25,0 0,0 0,-1-25,1 0,50-25,-51 26,1-51,-25 50,25 0,-25 1,25-51,-25 26,0-26,0 75,0 0,-50 25,25 25,25-1,0 1,50 24,0-24,-1-25,1-25,49 0,-49-25,-26-74</inkml:trace>
  <inkml:trace contextRef="#ctx0" brushRef="#br0" timeOffset="19560.09">1538 7367,'49'25,"-24"49,25 25,-50 50,0-74,0-26,0 50,0-24,-25-1,0 26,0-26,1-24,-1-1,0-24,0 25,0-50,25 0,0 0</inkml:trace>
  <inkml:trace contextRef="#ctx0" brushRef="#br0" timeOffset="19973.14">2084 7417,'-25'74,"25"25,0-24,0 49,0-75,0 75,0-74,25 49,-25 0,0 1,0-51</inkml:trace>
  <inkml:trace contextRef="#ctx0" brushRef="#br0" timeOffset="20543.16">1960 7640,'49'-75,"1"1,-1 24,26 26,-1 24,-24-25,-1 50,-24-1,25 26,-50 0,0 24,-25 0,0 26,-24-26,24-24,0-1,0-24,-24 0,24-25,0-50,50 50,-25 0,25 0,-1 25,26 25,-25-25,49 24,1 26,-26-51,-49 1,50-25,-25 0,49-74</inkml:trace>
  <inkml:trace contextRef="#ctx0" brushRef="#br0" timeOffset="20898.18">3249 7764,'-99'0,"74"0,-49 0,24 0,-24 0,49 0,-24 0,49 0,-25 0,25 25</inkml:trace>
  <inkml:trace contextRef="#ctx0" brushRef="#br0" timeOffset="21161.21">3299 7987,'-149'25,"100"-25,-1-25,50 25,-25 0,0 0,25 25</inkml:trace>
  <inkml:trace contextRef="#ctx0" brushRef="#br0" timeOffset="22255.27">3646 7689,'0'25,"25"0,0 25,0 24,24 25,26 25,-1-74,-74 0,50-1,-50-49,25 25,-25-50,0-24</inkml:trace>
  <inkml:trace contextRef="#ctx0" brushRef="#br0" timeOffset="22662.29">4242 7714,'0'25,"-75"74,50-49,1 24,-1-49,-25 25,25-1,1 1,24-25,-25 24,25-49,0 25,-25 0,50-50</inkml:trace>
  <inkml:trace contextRef="#ctx0" brushRef="#br0" timeOffset="23116.32">4366 8111,'0'0,"0"25,0 0,-25 49,0-49,0 0,0 0,1-1,24 1,-25 0,25-25,-25 25,25-75</inkml:trace>
  <inkml:trace contextRef="#ctx0" brushRef="#br0" timeOffset="23371.33">4242 8161,'24'25,"1"-1,0 1,0 25,0-25,-25 24,24-24,-24 0,0-25,0 25</inkml:trace>
  <inkml:trace contextRef="#ctx0" brushRef="#br0" timeOffset="24631.4">4862 7243,'0'0,"-25"25,25 24,0 26,0-1,0 25,0 1,-25-1,25 0,0-25,0 26,0-51,25 26,-25-26,25-24,0 0,-1-25,1 0,50 0,-26 0,-24-25,0 0,0 25,-1-24,1-1,0-74</inkml:trace>
  <inkml:trace contextRef="#ctx0" brushRef="#br0" timeOffset="24942.42">5085 7714,'-124'0,"50"-25,-26 25,26 0,24 0,1 0,-1 25,50 0,0-25,-25 0</inkml:trace>
  <inkml:trace contextRef="#ctx0" brushRef="#br0" timeOffset="28629.62">744 9500,'25'25,"-25"25,25-26,24 51,-49-50,50 24,-25 26,24-1,-49-49,50 24,-25-24,0 0,-1 0,-24 0,25-25,-25 0,0-50</inkml:trace>
  <inkml:trace contextRef="#ctx0" brushRef="#br0" timeOffset="29021.66">1364 9500,'-25'25,"25"0,-49 24,49-24,-50 50,1-1,-1 0,50-24,-50 0,50-26,-24 1,24 0,-25 0,74-50</inkml:trace>
  <inkml:trace contextRef="#ctx0" brushRef="#br0" timeOffset="29380.68">1488 9996,'0'50,"-25"-25,1 24,24-49,-50 75,0-50,26 24,24-24,-25 0,25-25,-25 25,25-25,0 24,0-48</inkml:trace>
  <inkml:trace contextRef="#ctx0" brushRef="#br0" timeOffset="29632.69">1290 10145,'25'50,"-25"-50,49 49,-49-24,50 25,-25-25,-1-1,1-24,0 0</inkml:trace>
  <inkml:trace contextRef="#ctx0" brushRef="#br0" timeOffset="30052.71">2108 9872,'-24'0,"-1"0,-25 0,1-25,-1 25,0 0,26 0,-1 0,0 0,25 0</inkml:trace>
  <inkml:trace contextRef="#ctx0" brushRef="#br0" timeOffset="30338.73">2108 10046,'-24'25,"-26"-25,25 0,0 0,1 0,-1 0,25 0,-25 0,50 0</inkml:trace>
  <inkml:trace contextRef="#ctx0" brushRef="#br0" timeOffset="32722.87">2877 9798,'0'0,"25"-25,-25 25,25-25,0 0,-25 25,25 0,-25 0,24 0,1 0,0 0,-25 0,25 0,-25 25,25-25,-1 50,-24-25,0 49,25-24,-50 24,25 1,0-26,-49 75,49-74,-50 24,50-74,-99 50,99-50,-25 0,0-50,25 50,-24-74,24 49,24-49,-24 74,25 0,25 0,-25 0,24 0,-24 24,25 26,-26-25,26 24,-25-49,0 25,-1-74</inkml:trace>
  <inkml:trace contextRef="#ctx0" brushRef="#br0" timeOffset="33222.9">3398 9922,'0'0,"0"25,-25 24,25 1,0 0,0 24,0-24,25-1,0-24,0 0,0-25,24 0,1 0,-25-25,-1-25,1 1,0-26,-50-49,0 99,1-24,-1 24,-50 25,26-25,-1 50,1 0,49 24,0-49,24 75</inkml:trace>
  <inkml:trace contextRef="#ctx0" brushRef="#br0" timeOffset="34135.95">4118 9872,'0'0,"-25"0,0 0,-25 25,26 49,24-49,0 25,0-25,0 24,0 1,24 0,1-26,25 1,-50 0,49 0,-24-25,0 0,25-25,-1 0,-24-24,0-1,0 0,-25-24,0 49,0 50,-25 25,25-26,0 51,25-26,-1 26,1-50,0-1,0 1,24-25,-24 0,0-25,0 1,0-1,-25-25,0 1,-50-51,25 51,-24 24,24 0,-25 0,25 25,50 0</inkml:trace>
  <inkml:trace contextRef="#ctx0" brushRef="#br0" timeOffset="34584.97">4837 9872,'0'0,"0"0,-50 25,25-25,1 25,24 0,-25-1,25 1,0 0,25-25,-25 50,49-1,-24-24,0 0,25 25,-50-26,24 26,-24-25,-24 0,24-25,-50 24,25-24,-25 0,26-24,24-26</inkml:trace>
  <inkml:trace contextRef="#ctx0" brushRef="#br0" timeOffset="35401.01">5135 9922,'0'25,"0"-25,-25 24,25-24,25 0,-25 0,24-24,1-1,0 25,0 0,0-25,-1 25,1 25,-25 0,0-1,-25 51,1-25,-1-26,0 1,0-25,0 0,50-25,0 25,0-24,0 24,-25-25,49 25,-49 0,25 25,0-25,0 49,-1-24,-24 0,0 49,0-24,0 24,-24-49,-1 25,0-26,25-24,0-24,0-26</inkml:trace>
  <inkml:trace contextRef="#ctx0" brushRef="#br0" timeOffset="35876.05">5606 10021,'0'0,"0"75,-25-51,0 51,25-50,-25 24,25 1,0-25,0 24,25-49,0 25,0-25,-25 0,49 0,-24 0,0-25,0 0,24-24,-24-26,-25 26,0-1,0 25,-25 1,-74-51,50 50,24 0,0 1,25-26</inkml:trace>
  <inkml:trace contextRef="#ctx0" brushRef="#br0" timeOffset="36274.07">5804 9575,'0'24,"-25"26,25 0,25-26,0 1,0 0,0-25,0 0,-1 0,1-50,0 26,-25-26,0 25,-25 0,0 1,1-1,-26 25,0 25,-74 123</inkml:trace>
  <inkml:trace contextRef="#ctx0" brushRef="#br0" timeOffset="41046.34">2133 11336,'0'25,"-25"-25,25 0,-24 0,-26 0,0 0,26 0,-26 0,50 0,-50-25,26 25,-1 0,25 25,25-25,-25 24,49 1</inkml:trace>
  <inkml:trace contextRef="#ctx0" brushRef="#br0" timeOffset="41318.36">2108 11534,'-24'0,"24"0,-50 25,25-25,0 0,-24 0,24 0,-25-25,26 25,-1 0,25 0,0 0,-25 0,75 0</inkml:trace>
  <inkml:trace contextRef="#ctx0" brushRef="#br0" timeOffset="47674.71">2654 11286,'0'25,"0"0,0 0,0-1,0 26,0 0,0-1,0 50,0-74,0 74,0-49,0-25,0 49,0-49,0 25,0-50,25 24,-25-24,25-74</inkml:trace>
  <inkml:trace contextRef="#ctx0" brushRef="#br0" timeOffset="48197.75">2828 11410,'49'0,"-49"0,50 0,-25 0,0 0,24-25,-24 25,0 0,0 0,-1 0,1 25,0-25,-25 25,0-25,0 25,0 0,0 24,0 1,0 24,-25-49,25 25,0-26,0 26,-25 0,25-1,0-49,-24 25,24-25,0 0,0-74</inkml:trace>
  <inkml:trace contextRef="#ctx0" brushRef="#br0" timeOffset="48489.77">3200 11658,'-25'0,"-25"0,1 0,-1 0,25 0,1 0,-26 0,25 0,50 0</inkml:trace>
  <inkml:trace contextRef="#ctx0" brushRef="#br0" timeOffset="48714.78">3349 11857,'0'0,"0"-50</inkml:trace>
  <inkml:trace contextRef="#ctx0" brushRef="#br0" timeOffset="49521.83">3646 11559,'0'0,"0"-25,25 25,-25-25,25 1,0 24,-25-25,25 25,-1 0,-24 0,25 25,0-25,-25 24,25 1,-25-25,0 25,0 0,-25 0,25-1,-25 1,0-25,25 25,-49 0,49-25,-25 25,0-25,50 0,0-25,0 25,-1-25,1 25,0 0,0 0,0 25,-1 0,-24-1,25 1,-25 0,0 25,-25 24,25-24,-24-26,-1 1,0-25,0 25,-24-50,24 0,25 25</inkml:trace>
  <inkml:trace contextRef="#ctx0" brushRef="#br0" timeOffset="50416.88">4242 11609,'24'74,"-24"25,0-24,0-26,25 1,-25-25,0-1,0-48,25-26,0-24,-25 24,25 0,-1-24,-24 49,25 0,0 25,0 0,0 50,-25-25,24 49,-24-24,0-25,0 24,0-24,-24 0,24-25,24-50,-24 1,25-1,0 0,-25 1,25 24,0 0,-1 25,-24 0,25 0,25 75,-50-26,0 1,0-1,0-24,0 0,0 0,49-75</inkml:trace>
  <inkml:trace contextRef="#ctx0" brushRef="#br0" timeOffset="50922.91">5110 11633,'-25'0,"0"25,25-25,-25 0,-24 25,24 0,25-25,0 0,0 25,0-1,50-24,-26 25,1 0,25 0,-50 0,25-1,-1 26,1-25,0 0,-25-1,-25-24,0 25,1-25,-1 0,0 0,0-25,0 25,-24-24,24-76</inkml:trace>
  <inkml:trace contextRef="#ctx0" brushRef="#br0" timeOffset="51268.93">5159 11286,'-24'0,"-1"0,25 0,-25 0,0 0,25 0,-25 0</inkml:trace>
  <inkml:trace contextRef="#ctx0" brushRef="#br0" timeOffset="51583.95">5358 11212,'0'25,"0"49,-25 0,25-24,0-25,0 24,0-24,0 0,0-25</inkml:trace>
  <inkml:trace contextRef="#ctx0" brushRef="#br0" timeOffset="53216.04">670 12998,'0'74,"0"-24,25 49,-25-49,0 24,24 25,-24-24,0-51,0 51,0-50,25-1,-25 1,25-25,-25 25,25-25,0 0,-1-25,1 25,0 0,25-25,-26 25,1-24,0 24,25-25,-26 0,1-49,0 24,-25-49</inkml:trace>
  <inkml:trace contextRef="#ctx0" brushRef="#br0" timeOffset="53513.06">967 13246,'-24'0,"-26"0,0 0,-24 0,49 0,-49 0,49 0,-25-25,1 25,24 0,-25 0,25 0,1 0,48 0,26-25</inkml:trace>
  <inkml:trace contextRef="#ctx0" brushRef="#br0" timeOffset="53966.08">1712 13246,'0'0,"-25"0,0 0,-50 0,26 0,-1 0,1 0,-1 25,25-25,0 0,50 0,25 0</inkml:trace>
  <inkml:trace contextRef="#ctx0" brushRef="#br0" timeOffset="54238.1">1736 13419,'-24'0,"24"0,-50 0,25 0,-25 0,26 0,-26 0,50 0,-25 0,0 0,1 0,24 0</inkml:trace>
  <inkml:trace contextRef="#ctx0" brushRef="#br0" timeOffset="58528.34">6176 4093,'25'0,"-25"0,0 0,0 0,0 0,0 0,0 0,0 0,0 0,0 0,0 0,0 0,0 0,0 0,0 0,25 0</inkml:trace>
  <inkml:trace contextRef="#ctx0" brushRef="#br0" timeOffset="61986.54">6474 4242,'0'0,"0"-25,-25 25,25-25,-25 0,1 25,-1-25,0 1,0-1,0 25,1 0,-1-25,0 25,0 0,0 25,25-25,-24 25,24-1,-25 1,25 0,0 0,0 24,0-24,0 0,25 0,-1 0,1-1,0 1,-25-25,25 0,0 0,-1 0,1-25,0 1,0-1,-25 0,25 0,-25-24,24 24,-24-25,25 1,-25 24,0 50,-25 49,25 0,25 1,0 74,25 24,-50-98,0 24,0 0,-25-49,-25-25,1-25,-75-50,74-24,25 49,25-50,75-98</inkml:trace>
  <inkml:trace contextRef="#ctx0" brushRef="#br0" timeOffset="62344.56">7169 4142,'-50'0,"25"0,-49 0,49 0,-49 0,24 0,25-24,0 24,50 24</inkml:trace>
  <inkml:trace contextRef="#ctx0" brushRef="#br0" timeOffset="62567.57">7169 4341,'-25'0,"-25"0,25-25,-24 25,24 0,25 0</inkml:trace>
  <inkml:trace contextRef="#ctx0" brushRef="#br0" timeOffset="62857.59">7838 4217,'-49'0,"24"0,-50 0,1 0,24 0</inkml:trace>
  <inkml:trace contextRef="#ctx0" brushRef="#br0" timeOffset="63482.63">8285 4018,'0'-24,"0"-1,-25-25,0 25,-24 1,24-1,0 25,0 25,0-1,1 51,24-26,0 1,0-25,24 0,1-25,0 0,0-25,0 0,-1-25,-24 26,25 24,-25 24,0 51,0-1,0 25,0 1,0 24,0-75,0 26,25-75,0-100</inkml:trace>
  <inkml:trace contextRef="#ctx0" brushRef="#br0" timeOffset="63656.64">8434 4390,'49'-24</inkml:trace>
  <inkml:trace contextRef="#ctx0" brushRef="#br0" timeOffset="64302.67">8880 3994,'-25'-25,"0"25,1 0,-51 0,75 25,-25-1,25 1,0 0,0 0,25 24,0-24,25 50,-1-26,1 26,-25-26,24 26,-49-51,25 26,-25 0,-25-26,0-24,1 25,-1-25,-50-49,51 24,24-25,0 25,24-24,-24 24,50-25,0-24,-26 24,51 1,-50-1,0 25,-25-24,-25 24,-25-25,0 26,-24-1,49 50</inkml:trace>
  <inkml:trace contextRef="#ctx0" brushRef="#br0" timeOffset="64596.68">9277 4018,'25'50,"-25"49,0 0,0 50,0 25,0-25,0-75,0-74,74-124</inkml:trace>
  <inkml:trace contextRef="#ctx0" brushRef="#br0" timeOffset="65304.73">9674 4167,'0'25,"0"49,0-24,0 74,0-25,0-49,0-50,0-25,25 25,-1-74,1-26,0-24,0 75,0 24,-25 0,24 25,1 0,-25 50,25-25,-25 74,0-25,-25 75,25-149,50-74,-50 49,49-74,-24 49,0-24,0 74,0 0,-25 24,25 26,-25 0,-25 49,0 0,25-49,0-50,25 0,49-50</inkml:trace>
  <inkml:trace contextRef="#ctx0" brushRef="#br0" timeOffset="65654.75">10542 4266,'-25'25,"25"-25,-49 50,24-25,0 24,25 1,25-1,0-24,24 25,-49-25,25-1,0 26,-25-25,0-25,-25 25,25-25,-50 0,26 0,-26-25,25 25</inkml:trace>
  <inkml:trace contextRef="#ctx0" brushRef="#br0" timeOffset="66043.77">10691 4068,'25'0,"-50"0,-25 0,1 0,-1 0,25 0,75 0</inkml:trace>
  <inkml:trace contextRef="#ctx0" brushRef="#br0" timeOffset="66571.8">10840 3944,'0'0,"24"0,1-25,0 25,0 0,0 0,-1 25,1-25,-25 50,25-26,-25 1,0 25,-25-1,0 1,25-25,-24 0,24-25,0 0,24 0,-24 0,50-25,-25 0,49 0,-49 0,0 1,25-26,-26 50,1 0,-25 0,0 25,-25 0,1 24</inkml:trace>
  <inkml:trace contextRef="#ctx0" brushRef="#br0" timeOffset="85340.88">6573 5730,'0'0,"25"25,-25-1,0 1,25 75,-25-76,25 51,-25-26,24 26,1-26,-25 1,50 0,-50-26,25 1,-25-25,24 0,-24 0,0 0,25 0,-25-25,25-49,0 24,0-49,0 25,-25 24,24-49,-24 49,50-49,-75 99</inkml:trace>
  <inkml:trace contextRef="#ctx0" brushRef="#br0" timeOffset="86041.92">7020 6152,'0'24,"0"1,-25 25,25 24,0-24,25-25,-25-1,25 1,-1-25,26-25,-25 1,-25-1,25-25,-1 1,-24-1,0 50,0-25,0 25,0 25,25 49,-25-49,0 50,0 24,0-50,0 1,0-25,-25 0,25 24,-24-24,24-25,-25 0,0 0,25-25,0-24</inkml:trace>
  <inkml:trace contextRef="#ctx0" brushRef="#br0" timeOffset="86403.93">7392 6226,'0'0,"0"25,0 24,0-24,0 25,0-25,25 24,-25-24,24 0,1 0,-25-25,25 0,0 0,-25-25,25 0,-1 0,1-99</inkml:trace>
  <inkml:trace contextRef="#ctx0" brushRef="#br0" timeOffset="86574.95">7640 6003,'-25'0,"25"25</inkml:trace>
  <inkml:trace contextRef="#ctx0" brushRef="#br0" timeOffset="88434.05">8458 6176,'-24'25,"-26"-25,25 25,0-25,-24 0,24 0,-25 0,1 25,24-25,0 0,0 0,25 0,-24 0,-1 0,50 0,-1 25</inkml:trace>
  <inkml:trace contextRef="#ctx0" brushRef="#br0" timeOffset="88758.07">8359 6424,'0'25,"-25"-25,1 0,-1 0,-25 0,1 0,24 0,0 0,0 0,25 0,-25 0,25 0,25-25</inkml:trace>
  <inkml:trace contextRef="#ctx0" brushRef="#br0" timeOffset="96027.49">14635 4638,'0'0</inkml:trace>
  <inkml:trace contextRef="#ctx0" brushRef="#br0" timeOffset="97698.58">14660 4887,'0'-25,"0"25,0-25,24 0,-24 0,25 0,0-24,0 24,0-25,-1 26,1-26,0 0,0 26,24-51,-24 50,25-49,-1 49,26-49,-50 49,-1-25,76-24,-76 24,150-74,-149 75,74-26,-24 51,-26-1,50-50,-49 50,49-24,-24 24,24-25,-25 26,1-1,49-25,-75 25,75 1,-49 24,49-25,-50 25,-24-25,99 25,-100 0,100 0,-99 0,98 0,-98 0,49 0,25 25,-49-25,173 25,-174-1,50 1,-74 0,24-25,50 50,-74-26,49 26,-24-25,24 24,50 26,-50-25,0 24,50 0,-25 26,-50-26,1 0,49 50,-50-24,50 24,-74-50,-1 25,26-24,-50-26,-25 1,24 0,1-1,0 1,-25-1,25 1,0-25,-25 0,24-1,-24 1,0 0,25-25</inkml:trace>
  <inkml:trace contextRef="#ctx0" brushRef="#br0" timeOffset="100258.73">9029 5928,'25'-24,"0"-1,-1 0,1 0,-25 0,25 25,0 0,0 0,-1 0,-24 50,25 0,-25 24,0-49,25 24,-25 26,-25-26,0 51,25-76,-49 51,24-50,-25-1,26 1,-1-25,-25 25,50-25,-25-25,25 25,0-25,25 1,-25-1,50-25,-25 50,24 0,-24 25,25-25,-1 25,-24 0,25-1,-26-24,26 0,-25-24,-25 24,49-50,-24 0,0-24,0 49,0-24,-25 24,0 25,24-25,-24 25,0-25,0 50,-24 25,24-26,0 1,0 25,0 24,24-24,1-25,0 24,0-49,24 0,-24 0,25-49,-25-26,-1 1,-24-1,-24 1,-1 0,-25 49,25 0,-24 25,-26 25,51-25,-1 25</inkml:trace>
  <inkml:trace contextRef="#ctx0" brushRef="#br0" timeOffset="100723.76">10220 6028,'-25'0,"-25"0,1 0,-1 49,25-49,25 25,0-25,0 25,0-25,25 25,25-1,-1 1,-24-25,25 25,-26-25,1 50,-25-1,0 1,0-25,-25 24,1-24,-1 25,0-26,50-48,49-26</inkml:trace>
  <inkml:trace contextRef="#ctx0" brushRef="#br0" timeOffset="100973.77">10517 6152,'0'24,"0"1,0 50,0-51,0 51,-25-1,25-24,0-50,25 0,0-99</inkml:trace>
  <inkml:trace contextRef="#ctx0" brushRef="#br0" timeOffset="101097.78">10567 6003,'25'-50,"-25"50</inkml:trace>
  <inkml:trace contextRef="#ctx0" brushRef="#br0" timeOffset="101607.81">10815 6226,'0'74,"-25"1,25-26,-25 1,25 0,25-26,-25-73,25-26,0 1,-1 0,1-1,0 50,0 1,0 24,-25 0,24 0,-24 24,0 51,0 24,0-25,0-24,50-124</inkml:trace>
  <inkml:trace contextRef="#ctx0" brushRef="#br0" timeOffset="102190.84">11286 6052,'25'-24,"-25"-1,25 0,0 0,-1 0,1 25,0 0,0 25,0-25,-25 50,24 24,-24-49,-24 49,24-49,-25 25,0-25,0-25,25 0,0-25,0 25,25-25,49 0,-49 25,0 0,0 50,-25-25,0 49,-25 0,0 1,25-50,-25-25,1 0,24 0</inkml:trace>
  <inkml:trace contextRef="#ctx0" brushRef="#br0" timeOffset="102603.86">11807 6077,'25'0,"-25"25,-25 49,0 1,0-1,1-24,24-1,24 1,-24 0,50-26,-25-24,0 0,24-49,-24 24,25-99,-26 50,-24 49,0-50,-24 26,-26-1,25 25,-24 25,-26 25</inkml:trace>
  <inkml:trace contextRef="#ctx0" brushRef="#br0" timeOffset="102931.88">12105 5779,'0'0,"0"50,0 0,0-1,24-24,1 0,25-25,-25 0,0-50,-1 1,-48-1,-1 0,0 26,-50 24,26 24</inkml:trace>
  <inkml:trace contextRef="#ctx0" brushRef="#br0" timeOffset="108106.18">8458 7169,'0'0,"-49"24,24-24,-25 0,1-24,24 24,-25 0,-24-25,124 50</inkml:trace>
  <inkml:trace contextRef="#ctx0" brushRef="#br0" timeOffset="108384.19">8458 7342,'25'25,"-50"-25,1 0,-26 0,25 0,-24 0,24 0,-25 25,1-25,24 0,0 0,25 0,25-25</inkml:trace>
  <inkml:trace contextRef="#ctx0" brushRef="#br0" timeOffset="110878.34">9103 7069,'25'50,"-25"0,0 49,0-50,0 26,-25 49,25-50,0 25,0-49,0 0,0-26,0-24,0 0,25-24</inkml:trace>
  <inkml:trace contextRef="#ctx0" brushRef="#br0" timeOffset="111373.37">9376 7243,'25'74,"-25"-49,0 25,-25-1,25 26,0-1,25-24,-25-25,25-1,0 1,-1-25,26-25,0 25,-26-24,26-26,-50 25,25-24,0-26,-25 1,0 49,0-49,0 49,-50-25,-49 50,24 25,51 0,-26 0,25-1,0 1,25-25</inkml:trace>
  <inkml:trace contextRef="#ctx0" brushRef="#br0" timeOffset="112350.42">10145 7367,'0'25,"0"0,0 24,0-24,0 25,0-1,0-24,25 0,-25 0,0-1,0 1,0-50,25-24,-25 24,25 0,-25-49,24 49,-24-25,25 26,25-1,-50 25,25 0,-25 0,0 49,24 1,-24 24,0-24,0 0,0-50,0 24,0-24,25-24,-25-26,25 0,-25 26,25-51,0 26,-1 24,-24 25,50 0,-50 0,25 49,0 26,-25 24,0-49,0-26,0 1,0 0</inkml:trace>
  <inkml:trace contextRef="#ctx0" brushRef="#br0" timeOffset="112803.45">11013 7367,'-25'25,"25"-25,-49 25,24-1,0 26,0-50,25 25,0-25,25 49,0-49,0 25,0 0,-1 0,-24 0,0-1,0 1,0 0,0 25,-24-26,-1-24,0 0,25 0,-50-99,75 50</inkml:trace>
  <inkml:trace contextRef="#ctx0" brushRef="#br0" timeOffset="113043.46">11162 7144,'0'-25,"-25"50,-24-25,-1 0,0 0,50 0</inkml:trace>
  <inkml:trace contextRef="#ctx0" brushRef="#br0" timeOffset="113264.47">11385 7094,'0'75,"-24"-1,-1 0,25 1</inkml:trace>
  <inkml:trace contextRef="#ctx0" brushRef="#br0" timeOffset="113690.5">11311 8310,'-99'24,"49"-24,-99 0,75 0,-75 25,0 0,-24 0,73-25,-48 25,48-25,-73 24,24-24,0 25,75-25,-26 0,51 0,-1-25,25 1,125-76</inkml:trace>
  <inkml:trace contextRef="#ctx0" brushRef="#br0" timeOffset="114085.52">11088 8781,'-25'0,"-25"49,-24-49,-50 25,49-25,-49 0,-24 0,-1 0,0 25,0-25,0 25,50-25,0 25,49-25,25 0,25 24</inkml:trace>
  <inkml:trace contextRef="#ctx0" brushRef="#br0" timeOffset="115688.61">5234 12601,'-50'0,"1"-25,-51 0,-24-24,0 24,-49 0,-1-25,-24 26,-26-1,1 0,0 0,-25 0,25 25,24 0,26 0,24 25,25-25,49 25,50 0,149 0,50-1</inkml:trace>
  <inkml:trace contextRef="#ctx0" brushRef="#br0" timeOffset="116097.64">4713 12750,'-99'-25,"-1"0,26 0,-75 0,50 1,-75-1,-24-25,-25 25,123 1,-98 24,99 0,-75 0,25 0,50 24,50-24,-26 25,75-25,-25 25</inkml:trace>
  <inkml:trace contextRef="#ctx0" brushRef="#br0" timeOffset="159758.13">2208 12973,'24'49,"-24"-24,0 0,25 25,0-1,0 26,0-1,-1 1,1-51,25 51,-50-50,49 24,-49 26,25-26,0-24,-25 0,25-25,-25 0,25-50</inkml:trace>
  <inkml:trace contextRef="#ctx0" brushRef="#br0" timeOffset="164511.4">2431 13022,'0'0,"0"25,-50-25,25 25,-24-25,-1 0,1 25,24-25,0 0,25 0,25 0,24 25,26 24,-50-24,49 25,-49-50,0 25,-50-25,-50 24,51-24,-26 0,25-24,0 24,1 24,48-24,-24 25,50 25,0-25,-1 24,1 1,-1-25,-49-25,-24 0,-1 0,0 0,-25-25,26 25,24 0,49 49,-24-24,25 25,-1-25,-24-1,-25 1,-25-25,0-25,1 1,-1-26,0-74</inkml:trace>
  <inkml:trace contextRef="#ctx0" brushRef="#br0" timeOffset="165383.44">3026 13122,'0'24,"0"-24,0-24,25 24,0 0,0 0,24 0,-24 0,25 0,-50 24,24-24,1 25,-25 0,0 25,-25 24,25-49,-24 49,-26 1,0-26,1 26,-1-26,25-24,1 0,-1 0,-25-25,25 0,1 0,24 0,0-25,0 25,0-25,24-24,1 24,0 25,25-25,-50 25,49 0,-24 0,25 25,-26-25,51 49,-50-24,-25-25,24 0</inkml:trace>
  <inkml:trace contextRef="#ctx0" brushRef="#br0" timeOffset="166528.51">3572 13221,'0'-25,"0"50,0-25,0 25,25 0,-25 24,0-24,24 49,-24-49,0 25,25-1,-25 1,25-25,-25 0,25-1,-25-24,0 25,25-25,-25 25,0-25,25 0,-25 0,24-25,-24 25,0-25,25 1,-25-1,0 0,25-25,-25 1,0 24,25 0,-25-24,0-26,0 50,25 1,-25-1,0-25,0 25,0 0,0 1,24 24,-48 0,24 24</inkml:trace>
  <inkml:trace contextRef="#ctx0" brushRef="#br0" timeOffset="167363.57">4341 13221,'-25'0,"0"0,0 0,-24 0,24 25,0 0,0-25,1 24,-1-24,25 0,25 25,-1-25,26 25,-25 0,24 0,-24-1,25 26,-25-25,-25 74,0-74,-25 24,0-24,0 25,0-50,1 25,24-25,-25 24,50-73</inkml:trace>
  <inkml:trace contextRef="#ctx0" brushRef="#br0" timeOffset="167674.59">4564 13370,'0'0,"0"25,0-1,0 1,0 25,0-1,0 1,-25-25,25 0,0-25,0 24,0-48</inkml:trace>
  <inkml:trace contextRef="#ctx0" brushRef="#br0" timeOffset="167859.6">4688 13022,'25'25,"0"0</inkml:trace>
  <inkml:trace contextRef="#ctx0" brushRef="#br0" timeOffset="168423.63">4787 13568,'0'75,"-25"-26,25 1,0-25,0 24,0-24,25-50,-25 0,25-49,-25 49,25-24,0-1,0 0,-25 1,24-1,-24 25,25 1,-25 24,25 0,-25 24,25 26,-25-25,0 24,25 1,-25 0,0-1,0 1,0-50,0 25,0-25,49-50</inkml:trace>
  <inkml:trace contextRef="#ctx0" brushRef="#br0" timeOffset="168970.66">5184 13295,'0'25,"0"0,0 49,0-49,0 25,0-1,25 1,-25 24,25-24,-25-25,25 24,-25-49,24 50,1-50,0 0,0 0,0-50,24 1,-24-1,-25-24,25-1,-50-73,0 73,-24 26,24 24,-25 0,25 0,-24 25,24 0,-25 25,26 0,24 24</inkml:trace>
  <inkml:trace contextRef="#ctx0" brushRef="#br0" timeOffset="169312.68">5581 13543,'-25'0,"0"0,1 0,-26-24,-24 24,24-25,0 25,-24-25,24 25,1 0,24 0,0 0</inkml:trace>
  <inkml:trace contextRef="#ctx0" brushRef="#br0" timeOffset="170253.73">5655 14287,'0'0,"-24"0,-1 0,-25 0,25 0,1 0,-1 0,-25-24,-24 24,24 0,1-25,-26 25,26 0,-26-25,-24 25,25-25,24 25,-25-25,26 25,-50-24,-1 24,-73-25,123 0,-49 25,49 0,-74-25,50 0,-25 25,49 0,-24 0,24-24,-24 24,24 0,-24 0,74 0,-25 0,25 0,-25 24,25-24</inkml:trace>
  <inkml:trace contextRef="#ctx0" brushRef="#br0" timeOffset="171964.83">4415 14560,'25'0,"-25"0,0-24,0 24,0 0,0-25,0 25,0-25,-25 25,0-25,25 25,-24 0,24 0,-50 0,25 0,25 0,-25 0,-24 25,49-25,-25 25,25 0,-25-1,25 1,-25 25,25-25,25-1,-25 1,25 0,25 0,-26-25,26-25,-25 25,-25-25,49 0,-49 1,25-26,-25 25,25-24,-25 49,0-25,0 25,25 0,-50 25,25-1,0 26,0 0,0-26,-25 51,25-26,-25 51,25-51,0 50,-24-24,-1 24,0 25,0-99,0 49,1-24,-1 0,0-26,25-24,-25 25,0-25,1-25,-1 25,0-49,25 24,-25 0,25 0,0-24,0-1,25 0,0-24,24 49,1-24,-25 49,49 0,50 24,-74 1,24-25,-49 25,49 49</inkml:trace>
  <inkml:trace contextRef="#ctx0" brushRef="#br0" timeOffset="180708.33">7268 10046,'0'0,"0"50,0 49,0 50,0-25,0 24,25 1,-25-74,0 49,0-25,0-50,0-24,0 0,0-75</inkml:trace>
  <inkml:trace contextRef="#ctx0" brushRef="#br0" timeOffset="181224.36">7193 10344,'100'-124,"-1"74,-50 25,51 25,-76 0,51 0,-26 50,-49-25,0-1,-49 51,24-50,-49 49,-1 0,26-24,-1-25,25 24,0-24,1 25,24-1,49-24,-24 0,49 25,26-1,24 75,-100-99,-24 0,0 0,0-50</inkml:trace>
  <inkml:trace contextRef="#ctx0" brushRef="#br0" timeOffset="181517.37">8533 10542,'0'0,"-50"0,-24 0,-25 0,24 25,1-25,49 25,25-1</inkml:trace>
  <inkml:trace contextRef="#ctx0" brushRef="#br0" timeOffset="181695.39">8508 10740,'-50'0,"1"0,-50 0,49 0,0 25,1-25</inkml:trace>
  <inkml:trace contextRef="#ctx0" brushRef="#br0" timeOffset="181713.39">8161 10765</inkml:trace>
  <inkml:trace contextRef="#ctx0" brushRef="#br0" timeOffset="181722.39">8161 10765</inkml:trace>
  <inkml:trace contextRef="#ctx0" brushRef="#br0" timeOffset="184643.56">8855 10319,'0'0,"0"49,0-24,0 99,0-25,0 25,0-49,0 24,0-49,0-1,0 1,25-75</inkml:trace>
  <inkml:trace contextRef="#ctx0" brushRef="#br0" timeOffset="185088.58">9079 10393,'24'0,"51"-25,-1 25,-49 0,25 0,-26 0,1 25,0-25,0 25,-25-25,0 74,0-49,0 50,-25-1,25 25,0-74,-25 74,0-49,25 24,0-24,-24-50,24 25</inkml:trace>
  <inkml:trace contextRef="#ctx0" brushRef="#br0" timeOffset="185294.59">9252 10840,'75'0,"24"0,0-25,-49 50</inkml:trace>
  <inkml:trace contextRef="#ctx0" brushRef="#br0" timeOffset="185505.61">9723 10914,'0'25,"0"0</inkml:trace>
  <inkml:trace contextRef="#ctx0" brushRef="#br0" timeOffset="186335.65">9971 10517,'0'0,"25"0,0 0,50 0,-26 25,-24-25,0 25,-25-25,25 25,-50-1,0 1,0 0,-24 0,24 0,-25-1,25 1,0 0,25 0,25 0,-25-1,75 1,-1 25,50-1,-99-24,0 0,-25 0,0 0,-50-1,25 1,1 0,-26 0,25-25,-24 25,24-25,25 25,0-25,0 0</inkml:trace>
  <inkml:trace contextRef="#ctx0" brushRef="#br0" timeOffset="187863.74">10815 9971,'49'-49,"-98"123,-1 26,1 48,-26 51,50-1,1 1,48 24,26-74,0-50,24 0,-74-74,0-25</inkml:trace>
  <inkml:trace contextRef="#ctx0" brushRef="#br0" timeOffset="189791.84">10840 10393,'24'0,"1"0,0-25,25 25,-1 0,1 0,-1 0,26 0,-50 25,24 0,-49 0,-24 49,-1-49,0 0,-50 24,51 1,-76 0,76-26,-26 26,25 0,25-26,0 1,50 0,-25-25,99 0,99 0,-149 25,-49-25,25-25,-50 25,0-50,0-24</inkml:trace>
  <inkml:trace contextRef="#ctx0" brushRef="#br0" timeOffset="191318.94">11906 10195,'0'0,"-49"25,24-1,0 1,-49 50,49-26,0 75,0-74,25 99,25-100,-25 1,50 49,-50-49,49 49,-49-74,25 24,0-49,-25 25,0-50,0-49</inkml:trace>
  <inkml:trace contextRef="#ctx0" brushRef="#br0" timeOffset="192513.01">12030 10542,'0'0,"0"0,0 0,0 0,0 0,0 25,0-25,0 0,0 0,0-25,0 25,0 0,0-25,0 25,25 0,-25-25,25 1,-25 24,25-25,-1 25,1 0,25-25,-25 25,0 0,-1 0,-24 25,25-25,-25 25,0-1,0 1,0 0,-25-25,25 50,-24-26,-1-24,-50 75,50-50,1-1,24-24,-25 25,25-25,0 25,0-25,0 25,25-25,-25 25,24-25,-24 24,50-24,-25 0,0 0,0 0,-1 25,1-25,0 0,-25-25,74-24</inkml:trace>
  <inkml:trace contextRef="#ctx0" brushRef="#br0" timeOffset="193012.03">12452 10542,'0'0,"0"50,25-1,-25 26,25-1,24-24,1-1,-25-49,24 0,1-25,-1 1,1-51,-25 26,-25-1,-25 0,0 1,0 24,-49 25,-25 0,74 25,0 0,0-25,25 0,0 24,25-24,0 0</inkml:trace>
  <inkml:trace contextRef="#ctx0" brushRef="#br0" timeOffset="193799.08">13295 10418,'0'0,"-24"0,-1 25,-25 24,25-24,-24 0,49 25,0-26,0 1,24 0,51 0,-25 0,-1-1,-24-24,0 25,-25 0,-25 25,-25-1,-24-24,49 0,0-25</inkml:trace>
  <inkml:trace contextRef="#ctx0" brushRef="#br0" timeOffset="194063.09">13543 10468,'0'49,"25"1,-25 49,0 0,0 0,0-24,0-50</inkml:trace>
  <inkml:trace contextRef="#ctx0" brushRef="#br0" timeOffset="194213.1">13444 10319,'25'0,"0"0</inkml:trace>
  <inkml:trace contextRef="#ctx0" brushRef="#br0" timeOffset="194683.13">13791 10542,'0'50,"25"49,-25 0,0-74,0 24,0-24,0-25,0-25,25-49,-25 24,25-49,-25 74,49-49,-24 49,0 0,-25 1,25 24,0 0,-1 24,26 51,-25 98,-25-123,0 0,0-26,-25 1,25-50</inkml:trace>
  <inkml:trace contextRef="#ctx0" brushRef="#br0" timeOffset="195279.16">14312 10492,'0'-24,"0"-1,25 0,25 25,-25 0,-1 25,26 0,-25 24,-25 1,-25-1,0-24,-24 25,-1-25,50-25,0 0,50 0,-1 0,26 49,-51-24,-24 0,25 24,-25-24,-25 25,1-1,-26-24,25-25,-24 0,24 0,0-99</inkml:trace>
  <inkml:trace contextRef="#ctx0" brushRef="#br0" timeOffset="195707.19">14734 10542,'0'25,"0"24,0 26,0-26,0 1,0 24,0-24,25 0,0-26,-1-24,1 0,50-49,-51 24,26-49,0-1,-26 26,-24-1,-24 0,-1 26,0-1,-25 0,-24 0,49 25,-49 25,74-75</inkml:trace>
  <inkml:trace contextRef="#ctx0" brushRef="#br0" timeOffset="196071.21">14908 10195,'24'49,"-24"1,25 0,0-50,0 24,24-24,-24-24,0-1,-25 0,0-25,-25 26,0-1,-24 25,24 25,-25 24</inkml:trace>
  <inkml:trace contextRef="#ctx0" brushRef="#br0" timeOffset="197384.28">15354 9971,'0'0,"0"25,0-25,25 25,0 0,-25 0,25 0,-1-1,1 26,0-25,0 24,0 1,-1 0,1 24,25 0,-25-24,-25 24,24 1,1-1,-25-24,0 24,0-24,0-1,0 1,-25 49,1-24,-1-26,-50 26,26-50</inkml:trace>
  <inkml:trace contextRef="#ctx0" brushRef="#br0" timeOffset="199168.39">15429 9575,'49'0,"-24"49,49 26,1-1,-1 25,-24 25,49 25,-49 25,-1-1,-24 1,0 0,-25-1,-25-49,25-24,-25-1,0-50,1 1,-1-50,-25-25</inkml:trace>
  <inkml:trace contextRef="#ctx0" brushRef="#br0" timeOffset="200409.46">10666 11559,'0'0,"0"0,25 25,0-25,-1 0,1 0,25 25,-1-25,1 0,24 0,26 0,-51 0,26 0,-26 0,51 0,24 0,-25 0,-25 0,50 0,-49 0,173 0,-99-25,24 25,-98 0,73 0,-48 0,73 0,1 25,0-25,-75 0,74 0,-73 0,73 0,26 24,-26-24,-98 25,123-25,-123 25,98-25,1 25,-50 0,-50-1,50-24,-49 0,98 25,-98 0,-50-25,-50 0</inkml:trace>
  <inkml:trace contextRef="#ctx0" brushRef="#br0" timeOffset="201715.53">12427 12005,'0'0,"-25"-24</inkml:trace>
  <inkml:trace contextRef="#ctx0" brushRef="#br0" timeOffset="202655.59">12601 12080,'-25'-25,"25"25,-50 0,-24 0,24 25,1 0,24-1,0 26,0-25,25 0,0 24,25-49,25 0,-1-24,-24-26,25 0,-1 1,-24-1,0 25,-25 25,0 0,25 50,-25 49,25-24,-25 24,24 0,1-25,-25 26,0-51,0-24,0 0,0-25</inkml:trace>
  <inkml:trace contextRef="#ctx0" brushRef="#br0" timeOffset="202849.6">12898 12477,'25'0</inkml:trace>
  <inkml:trace contextRef="#ctx0" brushRef="#br0" timeOffset="203535.64">13295 12055,'-24'0,"-1"25,0 0,0-1,25 1,0 0,25 0,0 25,0-26,49 26,-49-25,24 24,1 1,-25 0,-25-26,0 26,0-25,-50 0,-24-1,-1-24,51 0,-26-24,25 24,25-50,0 25,50-49,-25 49,49-49,0-1,1 1,-1 24,-24-24,-50 49,0 0,0 0,-25 0,-25 25,1 0,-26 25,51 0,-26 25</inkml:trace>
  <inkml:trace contextRef="#ctx0" brushRef="#br0" timeOffset="203859.66">13791 12005,'50'100,"-25"-1,-25 0,0 25,0-49,0-26,-25 1,25-1,0-49</inkml:trace>
  <inkml:trace contextRef="#ctx0" brushRef="#br0" timeOffset="-208763.11">14660 4936,'24'0,"-24"0,0 0,25-25,-25 25,0-24,0 24,0-25,25 0,-25 0,25 0,0 0,-1 1,51-51,-26 50,1-24,-25 24,49-49,-49 49,49-25,-49 25,25 1,49-51,-74 50,74-24,-49 24,49-25,-49 26,-1-26,50 0,-49 26,49-26,-24 0,24 1,-50 24,1 0,49-24,-24 24,24-50,-49 75,173-99,-174 99,1-25,74 25,-74-25,49 1,-50 24,51 0,-51 0,1 0,24 0,1 0</inkml:trace>
  <inkml:trace contextRef="#ctx0" brushRef="#br0" timeOffset="-208562.1">17562 3299,'-25'-25,"0"0</inkml:trace>
  <inkml:trace contextRef="#ctx0" brushRef="#br0" timeOffset="-207082.01">17462 3225,'0'0,"50"24,-25 26,0-25,-25 0,0-1,-25 1,0 0,-25-50,26 0,-1 1,25-26,0 0,0 26,25-1,-1 25,1 0,0 49,25 51,-50-51,-50-24,25 0,-24-50,-1 0,25-24,25 24,-25-25,25 25,25 1,0-1,0 25,0 0,-1 25,26-1,-25 26,-25-25,25 24,-25-49,-25 25,-25-25,1-25,49 1,0-1,0 0,0-25,24 26,1-1,-25 25,50 25,-50-25,25 49,0 1,-25-25,-25-1,0-24,0 0,0 0,-24-24,24-1,25 0,0 0,0 0,0 1,25 24,49 0,-49 24,0 26,-25-25,0 0,-25-25,0 24,-25-24,26-24,-1-1,25 0,0-25,25 26,-1 24,1-25,-25 50,25-1,0 1,-25 25,-25-25,-25-25,26 0,-1-25,25 0,0-25,25 26,-1-1,-24 25,25 25,25-1,-25 26,-25-25,0 0,-25-25,25 0,0-25,0 0,0 25</inkml:trace>
  <inkml:trace contextRef="#ctx0" brushRef="#br0" timeOffset="-206645.99">17537 3423,'0'50,"0"-26</inkml:trace>
  <inkml:trace contextRef="#ctx0" brushRef="#br0" timeOffset="-206509.98">17512 3646,'0'25</inkml:trace>
  <inkml:trace contextRef="#ctx0" brushRef="#br0" timeOffset="-206367.97">17512 3870,'0'74,"25"-24</inkml:trace>
  <inkml:trace contextRef="#ctx0" brushRef="#br0" timeOffset="-206238.97">17537 4217,'0'25,"0"24</inkml:trace>
  <inkml:trace contextRef="#ctx0" brushRef="#br0" timeOffset="-206087.96">17587 4564,'0'50,"0"-50</inkml:trace>
  <inkml:trace contextRef="#ctx0" brushRef="#br0" timeOffset="-205972.95">17611 4812,'0'25,"0"0</inkml:trace>
  <inkml:trace contextRef="#ctx0" brushRef="#br0" timeOffset="-205836.94">17587 4961,'0'0,"-25"25,25-50</inkml:trace>
  <inkml:trace contextRef="#ctx0" brushRef="#br0" timeOffset="-205807.94">17562 4961</inkml:trace>
  <inkml:trace contextRef="#ctx0" brushRef="#br0" timeOffset="-205792.94">17562 4961</inkml:trace>
  <inkml:trace contextRef="#ctx0" brushRef="#br0" timeOffset="-204557.87">20166 5308,'-49'0,"24"0,-25 0,1 0,-1-25,0 25,-24 0,24 0,-24-24,-25 24,-1 0,51 0,-50-25,24 25,-24 0,-25 0,0-25,50 25,-26 0,26-25,-50 25,-25-25,-223 1,248 24,0 0,-25 0,0-25,25 25,0 0,0 0,0 0,0 0,0 0,0 0,25 0,-25 0,0 0,25 0,-25 0,24 0,1 0,-25 0,-99 0,124 0,-1 0,1 0,0 0,-25 0,25 0,0 0,-1 0,26 0,24 0,26 0,-1 0,0 0,0 0</inkml:trace>
  <inkml:trace contextRef="#ctx0" brushRef="#br0" timeOffset="-204260.85">14734 4862,'0'-50,"25"0</inkml:trace>
  <inkml:trace contextRef="#ctx0" brushRef="#br0" timeOffset="-204125.84">14932 4514,'75'-49,"-50"-1,49 1,0-26,1 1,74-50</inkml:trace>
  <inkml:trace contextRef="#ctx0" brushRef="#br0" timeOffset="-203819.83">17289 3349,'74'0,"-49"0,25 0,-1 0</inkml:trace>
  <inkml:trace contextRef="#ctx0" brushRef="#br0" timeOffset="-202544.75">16743 5507,'0'24,"-25"1,25 50,0-26,0 26,0-26,0 26,25-1,-25-24,0-1,0 1,0-25,25 0,-25-1,25-24,0 0,49 0,-49 0,24-24,1-1,-25 25,-25-25</inkml:trace>
  <inkml:trace contextRef="#ctx0" brushRef="#br0" timeOffset="-202228.75">16966 5854,'-24'25,"-26"-25,0 0,-24 25,0-25,24 0,25 0,-24 0,24 0,0 0,25 0,25 24,24-24</inkml:trace>
  <inkml:trace contextRef="#ctx0" brushRef="#br0" timeOffset="-200505.64">17140 6325,'-25'0,"0"0,-49 25,24-25,-24 0,0-25,-1 25,50 0,1 0,24 0,-25 25</inkml:trace>
  <inkml:trace contextRef="#ctx0" brushRef="#br0" timeOffset="-199642.59">17239 6300,'0'0,"0"50,0-25,-25 24,1-24,-1-25,25 0,-50-25,25 1,1-1,-1 0,25 25,0 25,0 24,-25 1,0 0,0-50,-24 0,24-25,-25-25,26 1,-1 24,25 50,-25-1,25 1,-25 25,25-25,0-25</inkml:trace>
  <inkml:trace contextRef="#ctx0" brushRef="#br0" timeOffset="-198584.53">17289 5928,'0'0</inkml:trace>
  <inkml:trace contextRef="#ctx0" brushRef="#br0" timeOffset="-198410.52">17289 5928,'0'0,"0"0,0 0</inkml:trace>
  <inkml:trace contextRef="#ctx0" brushRef="#br0" timeOffset="-198379.52">17289 5928</inkml:trace>
  <inkml:trace contextRef="#ctx0" brushRef="#br0" timeOffset="-198363.51">17289 5928</inkml:trace>
  <inkml:trace contextRef="#ctx0" brushRef="#br0" timeOffset="-197896.49">17264 5928,'0'0,"0"25,0 0,0 0,0 24,0 1,25-25,-25 24,0-24,0 0,0 0,0 0,0-25,0 0,0 0,0-75</inkml:trace>
  <inkml:trace contextRef="#ctx0" brushRef="#br0" timeOffset="-197611.47">17438 5879,'0'25,"24"-1,-24 26,0 0,0 24,0-49,0 24,0-24,0-25,0 25,0 0,25-50</inkml:trace>
  <inkml:trace contextRef="#ctx0" brushRef="#br0" timeOffset="-197390.46">17512 6102,'-50'0,"26"0,-1 25,-50-25,51 0,-1 0,25 0,0 0,49 25</inkml:trace>
  <inkml:trace contextRef="#ctx0" brushRef="#br0" timeOffset="-192508.18">18380 5854,'-25'0,"1"0,-26 25,25-25,-49-25,49 25,0 0,-24 0,24 0,-25 0,50 25,-25-25,25 0,0 0</inkml:trace>
  <inkml:trace contextRef="#ctx0" brushRef="#br0" timeOffset="-192270.17">18405 6028,'-25'24,"-24"-24,-26 0,26 0,-1 0,25 0,0 0,1 0</inkml:trace>
  <inkml:trace contextRef="#ctx0" brushRef="#br0" timeOffset="-187617.9">18876 5606,'0'25,"0"-25,0 24,25 1,25 25,-25-25,24 99,1-99,-1 49,-24-24,0-1,-25-49,25 25,-25-25,0 25</inkml:trace>
  <inkml:trace contextRef="#ctx0" brushRef="#br0" timeOffset="-186134.82">19397 5581,'0'25,"-25"-25,25 25,0-1,-24 1,24 0,-25 0,25 0,-25 24,25 1,-25-25,25 24,0-24,-25 0,25 25,0-26,0 1,0 0,0-25,0 25,-24-25,24 0,0 0,24-25</inkml:trace>
  <inkml:trace contextRef="#ctx0" brushRef="#br0" timeOffset="-185729.79">19571 5978,'-25'-25,"25"0,-25 25,0 0,1 25,24 0,0 25,0-26,24 26,-24-25,25 24,0-24,-25 25,0-25,0 24,0-49,-25 25,0 0,-24-25,49 0,-50-25,50 25</inkml:trace>
  <inkml:trace contextRef="#ctx0" brushRef="#br0" timeOffset="-185477.78">19621 6127,'-25'25,"0"-25,0 0,-25 0,26 0,24 0,-25 0,74-25</inkml:trace>
  <inkml:trace contextRef="#ctx0" brushRef="#br0" timeOffset="-185109.76">20166 5953,'0'0,"-49"0,-1 25,25-25,0 0,1 0,-1 0,25 0,0-25</inkml:trace>
  <inkml:trace contextRef="#ctx0" brushRef="#br0" timeOffset="-184565.73">20414 5705,'25'25,"0"49,-25-24,25-25,-1 49,-24-49,25 49,0-49,-25 0,25-25,-25-25,0 0,25-24,-1-26,-24 1,25 49,-25-49,25 49,-25-25,25 1,-25 49,0 0,0 74</inkml:trace>
  <inkml:trace contextRef="#ctx0" brushRef="#br0" timeOffset="-184226.72">20836 6003,'0'25,"0"-1,0 1,0 0,0 0,0 0,25 24,-25-49,0 0,25 25,-25-25,24 0,-24-25,0 0,0-24,25-1</inkml:trace>
  <inkml:trace contextRef="#ctx0" brushRef="#br0" timeOffset="-184078.7">20886 5755,'-25'24,"25"1</inkml:trace>
  <inkml:trace contextRef="#ctx0" brushRef="#br0" timeOffset="-183411.66">21010 6524,'-50'24,"25"-24,-49 0,-25 0,-1 0,51 0,-51 0,26 0,-50 25,0-25,0 0,50 25,-50-25,49 0,-49 0,0 25,25-25,49 0,-24 0,49 0,-49 0,24 0,75 0,148 0</inkml:trace>
  <inkml:trace contextRef="#ctx0" brushRef="#br0" timeOffset="-182718.62">20141 6821,'-49'0,"-26"-25,1 25,24 25,1 0,24 25,0-1,25 1,25-25,0 0,49-1,-24-48,-1-1,1-25,0 25,-26-24,-24 24,0 0,0 25,0 75,0-26,0 26,25-26,-25 50,0-49,0 24,0 1,-25-1,25-49,-24 49,-1-74,-25 25,-24-25,49 0,0 0,-24 0,49 0,-25 0,0 0,75 0</inkml:trace>
  <inkml:trace contextRef="#ctx0" brushRef="#br0" timeOffset="-179709.45">19769 5531,'-24'50,"-26"24,25 1,0-26,-24 51,24-51,-50 51,26-1,-26 0,51-49,-26 24,-24-24,24-1,-24 1,49-25,0-1</inkml:trace>
  <inkml:trace contextRef="#ctx0" brushRef="#br0" timeOffset="-174035.12">14610 5011,'0'-25,"0"25,0 0,0-25,0 0,0 0,25 1,-25-26,49 25,-24-25,50-74,-51 75,51-1,-26-24,1-1,24 1,-49 49,50-49,-26 49,26-49,-26 24,51 0,-76 1,26 24,49-49,-49 49,24-25,-24 25,24-24,-24 24,-1 0,51-25,-51 26,50-26,-49 25,149-49,-150 49,-24 0,74 0,-49 25,49-24,-49-1,49 25,-50 0,1 0,49-25,-49 25,24 0,-49 0,25 0,-50 0,0 0</inkml:trace>
  <inkml:trace contextRef="#ctx0" brushRef="#br0" timeOffset="-165109.62">19124 8434,'-24'0,"24"0,-25 0,0 0,0 0,-24 0,24 0,0 0,-49 24,49-24,0 0,25 0,-25 0,25 0,-25 0,25 25,0-25,25-25</inkml:trace>
  <inkml:trace contextRef="#ctx0" brushRef="#br0" timeOffset="-164532.58">19323 8186,'0'0,"0"24,25 26,-25-25,24 24,-24-24,50 50,-50-51,25 1,0 25,-1-1,1-24,-25 0,25-25,-25 25,0-25,0 0,25-25,-25 0,0 0,0-24,0-1,0-24,0 24,25 1,-25 24,25-25,-1 1,-24 24,25 74</inkml:trace>
  <inkml:trace contextRef="#ctx0" brushRef="#br0" timeOffset="-164217.56">19794 8533,'25'49,"-25"1,25-25,-25 0,25-1,-1 1,1-25,0-25,-25-24,0-26,0-24</inkml:trace>
  <inkml:trace contextRef="#ctx0" brushRef="#br0" timeOffset="-164112.56">19918 8210,'0'0</inkml:trace>
  <inkml:trace contextRef="#ctx0" brushRef="#br0" timeOffset="-163694.53">20166 8855,'-49'25,"24"-25,0 0,-49 0,24 0,-49 0,74 0,-74 0,49 0,25 25,-74-25,74 0,-49 0,24 0,1 0,49 0,-25 0,0 0,25 0,50 49</inkml:trace>
  <inkml:trace contextRef="#ctx0" brushRef="#br0" timeOffset="-162711.48">19794 9203,'-25'0,"25"0,0-25,-24 25,-1 0,0-25,-25 50,1-25,24 49,0 1,0-25,25 24,25 26,0-75,25 0,-1-25,1-25,-25 26,-1-26,-24 25,25 0,-25 25,0 0,0 25,0 0,0 0,25 49,-25-49,25 25,-25-1,25 26,-1-51,1 100,-25-74,0 24,0-49,0 25,0-25,-49-1,24 1,0-25,-25 0,1 0,24-25,-25 25,26-24,-26-1,25 25,25-25,-25 25,50 0,-25 0,0 0,25 0</inkml:trace>
  <inkml:trace contextRef="#ctx0" brushRef="#br0" timeOffset="-162283.45">20762 8657,'-50'0,"25"0,-49 0,24 0,0 0,1 25,24-1</inkml:trace>
  <inkml:trace contextRef="#ctx0" brushRef="#br0" timeOffset="-162108.44">20786 8905,'-74'0,"-1"-25,1 25</inkml:trace>
  <inkml:trace contextRef="#ctx0" brushRef="#br0" timeOffset="-162072.44">20563 8880</inkml:trace>
  <inkml:trace contextRef="#ctx0" brushRef="#br0" timeOffset="-162052.44">20563 8880</inkml:trace>
  <inkml:trace contextRef="#ctx0" brushRef="#br0" timeOffset="-156321.12">21357 8086,'25'25,"-25"0,24 49,1-24,0-25,0 49,0-24,-1 24,1-49,0 25,0-26,-25 1,25 0,-25-25,0-25,24 0,-24-49,0 24,0 26,0-76,0 51,25-100,0 124,-25-24,25 49,-25-25,0 50,0-25,0 49</inkml:trace>
  <inkml:trace contextRef="#ctx0" brushRef="#br0" timeOffset="-155574.07">22151 8186,'0'0,"-50"0,0 0,1 24,24-24,0 25,25 0,0 0,25 0,0-1,-25-24,49 50,-24-50,25 25,-25 0,-25-25,0 24,0 1,0 0,-25 0,-25 24,25-24,1-25,24-49,49-26</inkml:trace>
  <inkml:trace contextRef="#ctx0" brushRef="#br0" timeOffset="-155332.05">22349 8235,'25'50,"-25"24,0 1,0-26,0 1,0-125</inkml:trace>
  <inkml:trace contextRef="#ctx0" brushRef="#br0" timeOffset="-155188.05">22349 8012,'0'0,"50"50</inkml:trace>
  <inkml:trace contextRef="#ctx0" brushRef="#br0" timeOffset="-154701.02">22572 8210,'25'25,"-25"25,25-1,-25 26,0-50,0 24,0-49,0 0,25-49,-25-1,24 0,1-24,-25 49,25-24,0 49,-25-25,25 25,-25 0,0 25,25-1,-25 51,24-1,-24-24,0-1,0-24,0 0,0-25,50-74</inkml:trace>
  <inkml:trace contextRef="#ctx0" brushRef="#br0" timeOffset="-154294.99">23044 8086,'0'25,"0"25,0-25,-25 49,25-24,0-26,0 76,25-76,-1 26,1-25,0 0,0-25,24-25,-24 0,25-25,-50 26,49-76,-49 26,0 24,0 26,-24-26,-1 25,-74-24,49 49</inkml:trace>
  <inkml:trace contextRef="#ctx0" brushRef="#br0" timeOffset="-154047.98">23391 8310,'-25'0,"-49"24,-26-48,51 24,-26 0,51 0,-26 0,0 0,50 0</inkml:trace>
  <inkml:trace contextRef="#ctx0" brushRef="#br0" timeOffset="-153350.94">23391 8855,'-25'0,"0"0,-24 0,-26 0,1 0,-25 0,49 0,-74 0,50 0,-51 25,-23-25,-1 0,50 25,-50-25,74 0,-73 0,24 25,-1-25,101 0,-51 0,75 0,-49 0,49 24,24-24,51 25</inkml:trace>
  <inkml:trace contextRef="#ctx0" brushRef="#br0" timeOffset="-152294.88">19323 9451,'-50'0,"1"0,-1 0,0 0,1 0,-1 0,50 0,-25 0,1 0,48 0,1 0</inkml:trace>
  <inkml:trace contextRef="#ctx0" brushRef="#br0" timeOffset="-151210.82">22448 9277,'0'-25,"0"25,-25 0,25-25,-49 25,24 0,0 0,25 0,-49 25,24-25,0 25,25-25,-25 50,25-26,0 1,0 0,0 0,25 0,-25-25,25 0,24 0,-24 0,0 0,0-25,0-25,-1 50,-24-25,25 1,-25-26,0 25,0 0,0 25,0 25,25 0,-25 0,0 24,25 26,-25-26,0 1,0 0,25 24,-25-24,0 24,-25-24,-25-1,25-49,-49 25,24-25,1 0,-1 0,25 0,1 0,48 0</inkml:trace>
  <inkml:trace contextRef="#ctx0" brushRef="#br0" timeOffset="-147259.59">14610 5085,'0'0,"-25"-25,25 25,0 0,0 0,0-25,25 25,-25-24,25-1,0 0,24-49,-24 24,0 25,24 0,1-24,-25-1,24 0,-24 26,25-26,49-74,-49 99,24-24,-24-26,24 26,-24-1,24 25,-24-24,24-1,50-49,-49 74,148-124,-149 100,1 24,-1-25,0 25,1-24,-1 24,50-25,-49 50,-26-49,26 24,-26 25,26-25,-26 25,75-50,-24 50,24-24,-25 24,-74 0,-25 0,-75 0</inkml:trace>
  <inkml:trace contextRef="#ctx0" brushRef="#br0" timeOffset="-145568.5">17512 3249,'0'-24,"25"24,0 0,24 0,26-25,24 25,0 0,25 0,0 0,25 25,25 24,-1 1,1 24,124 149,-150-98,1-1,-25 49,0-24,25 49,-25 1,-25-1,1-24,-51 0,26-50,-26-50,-24-49,-25 0,0-25,0 0,0-25,0 25,0 0,-25 25</inkml:trace>
  <inkml:trace contextRef="#ctx0" brushRef="#br0" timeOffset="-143969.4">20811 8235,'0'-25,"-25"25,50-24,-25 24,0 0,50-25,-50 25,74 0,-49 0,49 25,-49-25,25 24,24 26,-49-25,25 24,-50-24,0 50,0-75,0 49,-25 1,0-25,0 49,0-49,-24 24,-1 1,25 24,50-49,50-25,-1 0,0 0,-24 0,-25 0,24 0</inkml:trace>
  <inkml:trace contextRef="#ctx0" brushRef="#br0" timeOffset="-125059.32">20489 7813,'24'25,"1"0,50 49,24 1,-49-1,-1-24,1 49,-25-24,-25 24,0-50,0 100,0 25,24-50,-24 0,25 74,-25 100,0-224,-25 1,-24 24,24 0,0-74,0 0,1 24,24-24,-25 50,25-26,49-24,-24 0,25 25,-25-50,74 49,25 1,25-25,-100-1,100 1,-75 0,75 0,174 0,-199-25,-50 0,50 0,-49 0,73 0,-48 24,49-24,-100 25,100-25,-124 25,99-25,-50-25,25 0,-49 1,0-26,-1 0,26 1,-51-50,26-25,-25 49,0-49,-1 50,26-249,-25 174,-25-24,0 98,25-98,-1 49,1-25,0 25,25 25,-25-25,-1 24,-24-24,0 25,0 0,0 24,0 1,-49 0,24-1,-50 26,26-1,-125 0,100 26,-50 24,25 0,-1 0,-48 0,48 0,-24 0,0 0,0 0,-25 0,1 24,-1-24,0 0,0 25,-25-25,50 25,0-25,0 25,-24 0,-76-1,150-24,0 25,-1-25,25 0,26 25,-26 0,25 0,25 24,0 1,0-1,25 26,0-26,0 26,-25-50,24 24,1 26,0-26,0 26,74 98,-74-98,25 24,-1-25,-24 26,0-26,-25-24,-25 24,0-24,0-1,1 26,-1-1,25 25,-25 1,50 24,-25 0,25 0,-1 0,-24-25,25 0,-50 25,100-149</inkml:trace>
  <inkml:trace contextRef="#ctx0" brushRef="#br0" timeOffset="-103555.09">8657 13146,'-50'0,"25"0,-24 0,24 0,0 0,-24 0,24 0,-25-24,25 24,-24 0,49 0,-25 0,0 0,25 0,-25 0,50 0</inkml:trace>
  <inkml:trace contextRef="#ctx0" brushRef="#br0" timeOffset="-103217.07">8607 13395,'-49'0,"24"0,-25 0,1-25,24 25,-25 0,25 0,1 0,-1 0,25 0,-25 25,25-25,0 24,0-24,25 0,-25 0,0 25</inkml:trace>
  <inkml:trace contextRef="#ctx0" brushRef="#br0" timeOffset="-95131.61">7218 12774,'0'75,"25"-1,-25 25,25 25,0 1,-25-1,0 0,0 0,0-50,-25-24,0-75</inkml:trace>
  <inkml:trace contextRef="#ctx0" brushRef="#br0" timeOffset="-94500.57">7020 12923,'49'-74,"-24"49,25 0,-1 25,26 0,-1 0,1 25,-51 0,26 0,-25-1,0 1,-25 25,0-25,-25-1,0 26,0-25,-24 24,-1 26,25-25,0-26,1 1,-1 0,0 0,25 24,25-49,24 25,26 0,-1 25,-24-1,-1 1,-24-1,0 1,-25-50,0 25,-50-50</inkml:trace>
  <inkml:trace contextRef="#ctx0" brushRef="#br0" timeOffset="-93451.51">9054 13022,'0'0,"0"0,0-24,25 24,-25 0,24-25,-24 25,25-25,25 25,-25 25,24-25,-24 25,0-1,-25-24,0 25,-25 0,0 0,0 0,1-25,24 24,-25 1,25 0,25 50,-1-26,26 1,-50-25,25 24,-25-49,0 50,-25-25,25-1,-25 1,-24 0,24-25,-25 25,25 0,1-1,-1-24,25 25,0-25</inkml:trace>
  <inkml:trace contextRef="#ctx0" brushRef="#br0" timeOffset="-92110.44">9475 13519,'0'0,"0"0,0 0,25-25,-25 25,0-25,0 25,0 0,0 0,0 25,0-25,0 25,0-25,0 0,0 24,0-24,0 25,-25-25,25 25,0-25,0 0,0 0,0 0,0-25,0 50,0-25,0 0,0 0,0-25,0 25,0 0,0 0,0-25,0 25,0-24,0 24,0-25,0 25,0-25,0 0,0 25,0-25,0 1,0-1,0 0,0 0,25 25,-25-25,0 1,0-1,0 25,0-25,0 0,0 25,0-25,0 0,0 25,0-24,25 24,-25-25,0 25,0 0,0 0,0 0,0 0,0 0,0 0,0 0,0 0,0 25,-25-25</inkml:trace>
  <inkml:trace contextRef="#ctx0" brushRef="#br0" timeOffset="-91716.41">9525 13072,'0'0,"25"0,-25 0,25 0,-1 0,1 0,0 0,-25 0,25 0,0 0,-1 25,26-25,-25 0,0 0,-1 0,1 0,-25 25,0-25,25 0,-25 0,-25 0</inkml:trace>
  <inkml:trace contextRef="#ctx0" brushRef="#br0" timeOffset="-91017.38">9451 13469,'24'0,"1"0,-25 0,50 0,-1 0,1 25,-25-25,0 25,24-25,-24 24,25-24,-26 50,-24-50,0 50,0-50,0 24,-24 26,-1-25,25-25,-50 25,1-25,-1 0,0 24,-49-24,74 0,1 0,-1 0,25 0,74 0</inkml:trace>
  <inkml:trace contextRef="#ctx0" brushRef="#br0" timeOffset="-90778.36">10170 13742,'0'0</inkml:trace>
  <inkml:trace contextRef="#ctx0" brushRef="#br0" timeOffset="-89853.31">10319 13246,'25'-25,"-25"25,24 0,1-25,0 25,25 0,-1 25,1-25,-25 25,-1 0,1-1,0 1,-25 0,0 0,0 0,-25-1,25-24,-25 25,1 0,-1 0,0-25,25 0,-25 0,25 25,0-1,25-24,0 25,0-25,-1 25,1-25,25 25,-25 0,-1-1,1 1,-25-25,25 50,-25-25,0-1,0 1,-25-25,0 25,-24-25,-1 0,-49 25,74-25,-24 0,24 0,25 0,0 25,25-25,24 0</inkml:trace>
  <inkml:trace contextRef="#ctx0" brushRef="#br0" timeOffset="-86233.1">11038 13370,'25'0,"-50"25,25-25,25-25,-25 25,0 0,0 0,0 0,0 0,0 0,0 0,0 0,0 0,0 0,0 0,0 0,0 0,0 0,0 0,0 0,0 0,0 0,0 0,0 0,0 25,0-25,0 0,0 24,0-24,0 25,0-25,0 25,0-25,0 74,0-49,0 0,0 0,25-25,-25 25,0-1,0 1,0-25,0 25,0 0,0-25,0 25,0-25,0 0,0 24,0-24,0 0,0 0,0 0,0 0,0 0,0 0,0 0,0-24,0 24,0 0,0 0,0 0,0 0,0 24,0-24,0-24,0 24,0-25,-25 0,25 25,0-25,0 0,-25 1,25 24,0-25,0 0,0 0,0 0,0 1,0-1,0 0,25 0,-25 25,0-25,25 1,-25 24,24-25,-24 0,25 25,-25 0,25-25,-25 25,25 0,-25 0,0 0,25 0,0 25,-1-25,-24 25,25 0,-25-25,0 24,0 1,0 0,25 0,-25-25,0 25,0-1,0 1,0 0,0 0,0 0,0-25,-25 24,25-24,0 0,0 0,0 25,0-50,0 25,25-24,-25 24,0-25,0 0,25 0,-25 0,0 25,0-24,25-1,-25 0,0 0,24-24,1 49,-25-25,25 0,-25 25,25-25,-25 25,25-25,-25 25,24 0,-24 0,0 0,25 0,-25 0,0 0,25 25,-25-25,0 0,25 25,-25 0,0 0,0-1,25 1,-25 0,0 0,0 0,0-1,24 1,-24 0,0 0,0 0,0-1,0-24,0 25,0 0,0-25,0 25,0-25,0 0,0 25</inkml:trace>
  <inkml:trace contextRef="#ctx0" brushRef="#br0" timeOffset="-84465">11807 12874,'25'0,"-25"49,25 50,-1-49,-24 24,25 75,0 0,-25-50,25 25,-25 50,0-50,0-50,0-24,-50-25,25 0,-74-1,74 1,-24-25,24 0,-49 0,-1 0,1 0,24 0,-49-25,49 25,-74 0,0-24,25 24,25 0,-50-25,49 25,-74-25,1 25,-1 0,99-25,-124 25,100 0,-75 0,0 0,-223 0,298 0,-100 25,100-25,-100 25,1 0,24-1,74-24,-98 25,98 0,-74 0,1 24,-1-49,74 25,-73 0,98-25,-74 0,0 0,-25 0,100 0,-26-25,50 0,-24-74,24 25,25-1,0 1,0-25,0 0,-25-1,25-24,0 0,0 0,0 0,0-25,-25 25,25 25,0-25,0 25,0 0,25 24,0 26,49-50,1 74,24 25,-25 0,50 0,0 25,0-25,25 24,0-24,0 0,25 0,-1 25,26-25,-26 0,26 0,-1 0,1 0,-1 0,0 0,1 0,198 0,-224 0,1 25,0-25,-26 0,1 0,0 0,-25 25,0-25,0 25,-25-1,1-24,-1 50,-25-25,25 49</inkml:trace>
  <inkml:trace contextRef="#ctx0" brushRef="#br0" timeOffset="-68539.09">17066 11336,'0'-25,"0"25,0 0,0 0,0 0,0 25,24-25,1 25,-25-1,50 1,-50 25,25-1,-1-24,1 0,0 25,0-1,0 1,-1-25,-24 24,25-49,-25 25,0-25,0 25,0 0,0-25,0 0,25 0,-25-50</inkml:trace>
  <inkml:trace contextRef="#ctx0" brushRef="#br0" timeOffset="-68188.08">17686 11286,'0'0,"-25"25,25 0,-25 0,0 49,25-49,-24 24,24 1,-25-25,0 0,25-1,0 1,-25 0,0 25,25-26,-25-24,25 25,0 0,0-25,0 25,0-25,0 0,25 25</inkml:trace>
  <inkml:trace contextRef="#ctx0" brushRef="#br0" timeOffset="-67762.04">17934 11609,'-50'24,"1"1,24 0,0 0,0 0,25-1,0 1,0 25,0-25,0 24,25 26,-25-51,0 1,-25 25,25-25,-25-1</inkml:trace>
  <inkml:trace contextRef="#ctx0" brushRef="#br0" timeOffset="-67521.03">17661 11857,'25'-25,"24"25,-24 0,50 0,-26 0,1 0,-25 0,24 0,-49 0</inkml:trace>
  <inkml:trace contextRef="#ctx0" brushRef="#br0" timeOffset="-66950">18132 10889,'50'0,"-1"0,1 0,-50 25,25 0,-25-25,0 49,-25 1,-25 0,26-26,-26 26,50-25,0-25,25 0,49 0,1 0,-1 0,-49 0,24 0,1 0,0 25,-50-75</inkml:trace>
  <inkml:trace contextRef="#ctx0" brushRef="#br0" timeOffset="-66215.96">18554 11633,'0'0,"50"0,-1 0,1 0,-1 0,1 0,-25 0,0 0,-1 0,-24 25,25 0</inkml:trace>
  <inkml:trace contextRef="#ctx0" brushRef="#br0" timeOffset="-65977.94">18604 11857,'49'-25,"-24"25,49 0,-49-25,50 25,-51 25,1-25,-25 0,25 0,25 0</inkml:trace>
  <inkml:trace contextRef="#ctx0" brushRef="#br0" timeOffset="-65429.91">19124 11385,'50'50,"-50"-25,25 0,24 49,-24-49,0 49,-25-49,25 49,-25-24,0-25,25 24,-25-24,0 0,24 0,-24-25,0-25,25-25,-25 1,25-26,0 51,0-76,-1 26,1-25,25 24,-25 26,0 49,-1-25,1 0,0 100</inkml:trace>
  <inkml:trace contextRef="#ctx0" brushRef="#br0" timeOffset="-65101.89">19720 11881,'0'50,"0"0,0-26,25 1,-25-25,24 25,-24-25,25 0,0 0,0-50,24-24</inkml:trace>
  <inkml:trace contextRef="#ctx0" brushRef="#br0" timeOffset="-64944.88">19893 11559,'25'-99</inkml:trace>
  <inkml:trace contextRef="#ctx0" brushRef="#br0" timeOffset="-64467.86">20017 10988,'50'-24,"0"24,24 0,-49 0,24 0,-49 24,0 1,25 0,-50 25,1-26,-1 1,0 0,-25 0,50 0,0 0,0-25,0 24,25-24,25 0,-1 25,1-25,-25 0,24 25,-49-25,-49-74</inkml:trace>
  <inkml:trace contextRef="#ctx0" brushRef="#br0" timeOffset="-63727.82">20464 11733,'25'-25,"24"25,1 0,-1 0,1 0,0 25,-25-25,-1 24,-24-24,0 0</inkml:trace>
  <inkml:trace contextRef="#ctx0" brushRef="#br0" timeOffset="-63100.78">21034 11584,'25'-25,"-25"25,0 0,50-25,-25 25,49-25,-49 25,49 0,-49 0,0 0,24 25,-24-25,-25 25,0-25,0 25,0 0,-25-1,1 26,-1-25,-50 24,51-24,-51 50,50-51,-24 1,24 25,0-25,25-1,0 1,50-25,-25 0,24 0,26 0,-51 0,26 0,-25 0,0 0,-25 0,24-25</inkml:trace>
  <inkml:trace contextRef="#ctx0" brushRef="#br0" timeOffset="-62347.74">21779 11683,'-25'0,"-25"0,0 0,1 50,24-26,0 26,25 24,0-24,25-25,25 0,-1-25,1 0,0-50,-26 0,1 1,-25-1,0-24,25 24,-25 25,0 1,0 48,0 26,25 24,-25-49,0 0,25 49,-25-24,24 24,-24 26,0-26,-24-24,-26-1,25-24,-24 25,-51-1,-24-24,99-25,-49 25,49-25,0 25,75-100</inkml:trace>
  <inkml:trace contextRef="#ctx0" brushRef="#br0" timeOffset="-61848.71">22349 11336,'-25'49,"25"26,-25 24,1-25,-1 1,-25 24,25-25,1-24,-1 0,0-26,25-24</inkml:trace>
  <inkml:trace contextRef="#ctx0" brushRef="#br0" timeOffset="-61242.67">22374 11460,'49'49,"-24"26,25-1,-1-24,-24 24,-25-49,0 0,0-25,0 0,-25 0,1 0,-1 25,-25-25,1 0,24 24,-50-24,26 0,-1 25,25-25,1 0,48-49</inkml:trace>
  <inkml:trace contextRef="#ctx0" brushRef="#br0" timeOffset="-60389.62">22746 11336,'-25'49,"25"-24,0 0,-25 25,25 24,0-24,0-26,0 1,25 25,-25-25,0-1,25-24,0 0,0 0,-25 0,24 0,26-49,-25 24,-25 0,25-24,-1-1,-24 25,0 0,0-24,0-1,0 50,0-25,0 25,0-24,0 48,0 1,0 0,25 49,-25-24,0 0,25-1,0 50,-25-49,25 24,-1-24,-24 49,25-24,-25-26,0 1,-25 24,25-49,-24 0,-1 0,-25 0,25-1,-24-24,-26 0,26-24,-1 24,25 0,0 0,25 24</inkml:trace>
  <inkml:trace contextRef="#ctx0" brushRef="#br0" timeOffset="-59102.55">20613 11460,'0'49,"0"-24,0 0,0 25,0 24,0-24,0-26,0 26,0 24,0-49,-25 0,25 25,0-26,0 1,0-25,0 0</inkml:trace>
  <inkml:trace contextRef="#ctx0" brushRef="#br0" timeOffset="-54887.32">18901 10418,'0'0,"0"0,-25 50,-24-26,24 26,-25 0,1-1,-26 1,-24 49,-25 0,-25 25,75-74,-100 74,100-50,-75 50,25 25,25-50,49-49,-24 49,24-74,25 25,0-26,50-48,-25 24,25-25,49 0</inkml:trace>
  <inkml:trace contextRef="#ctx0" brushRef="#br0" timeOffset="-53497.23">17562 13146,'0'25,"0"-25,-25 50,25 0,25-1,-25-24,0 49,25-24,-1 0,26-1,-25-24,0 0,-1-25,1-25,0 0,0-24,0-26,-25 1,24-25,1 24,-50-49,1 99,-26 25,0 0,1 0,-1 50,1-25,24-1,25 26</inkml:trace>
  <inkml:trace contextRef="#ctx0" brushRef="#br0" timeOffset="-53060.2">18281 13345,'0'0,"50"0,-26 0,26 25,0-25,-26 0,1 25,0-25,0 0,0 0,-25 24</inkml:trace>
  <inkml:trace contextRef="#ctx0" brushRef="#br0" timeOffset="-52828.19">18281 13543,'0'25,"25"-25,24 0,-24 0,0 0,0 0,0 25</inkml:trace>
  <inkml:trace contextRef="#ctx0" brushRef="#br0" timeOffset="-44200.7">19050 13047,'-25'99,"0"1,1-75,-1 74,25-50,-25 51,0-51,25 26,-25-51,25 26,0-25,50-75</inkml:trace>
  <inkml:trace contextRef="#ctx0" brushRef="#br0" timeOffset="-43703.67">19199 13047,'25'25,"-1"-25,26 25,0-25,-1 25,1-1,-25-24,-25 0,0 25,0 0,0 0,-25 0,0 24,0 1,0 0,1-1,-1 1,25-1,-25 26,25-26,-25-49,25 25,0 0</inkml:trace>
  <inkml:trace contextRef="#ctx0" brushRef="#br0" timeOffset="-43477.66">19199 13494,'74'0,"-49"0,25 0,-26 25,26-1,-25 1,-25 0</inkml:trace>
  <inkml:trace contextRef="#ctx0" brushRef="#br0" timeOffset="-43279.64">19546 13618,'0'25,"0"-25</inkml:trace>
  <inkml:trace contextRef="#ctx0" brushRef="#br0" timeOffset="-43238.64">19546 13643</inkml:trace>
  <inkml:trace contextRef="#ctx0" brushRef="#br0" timeOffset="-43217.64">19546 13643</inkml:trace>
  <inkml:trace contextRef="#ctx0" brushRef="#br0" timeOffset="-42677.61">19819 13320,'0'0,"0"0,50 0,-1 0,1 25,-25-25,24 25,-49-25,0 25,0 24,-25-24,1-25,-51 25,50 0,1-1,-1 1,50-25,-1 25,1-25,0 0,49 25,-49 0,0 24,-25-24,-25 25,25-26,-74 26,-1 0,26-50,-1 24,25-24,1 0,48-99</inkml:trace>
  <inkml:trace contextRef="#ctx0" brushRef="#br0" timeOffset="-42275.59">20489 13022,'24'50,"1"0,-25 49,-25-25,1 1,-1 24,-25 0,-24 0,-1 1,26-26,-26 0,26 1,-26-26</inkml:trace>
  <inkml:trace contextRef="#ctx0" brushRef="#br0" timeOffset="-41746.56">19000 12824,'-99'99,"50"-24,24-26,-25 50,25-49,-24 74,24 0,25-25,0-49,25 49,0-49,-1 49,1-49,25 24,-50-74,25 50,-1-50,-24 0</inkml:trace>
  <inkml:trace contextRef="#ctx0" brushRef="#br0" timeOffset="-40990.51">20588 12824,'-25'0,"25"0,25-25,0 25,24-25,26 25,-26 0,-49 25,0 0,0 0,0-25,-24 49,-26 1,25-25,25 0,0-1,0-24,25 0,25 0,74-24,-100 24,26 0,-50 0,0-25</inkml:trace>
  <inkml:trace contextRef="#ctx0" brushRef="#br0" timeOffset="-38147.36">20637 13643,'25'0,"-25"0,100 0,-26 0,0 0,-24 0,0 0,-26 0,1 0,-25 0,0 24,0-24,-25 25</inkml:trace>
  <inkml:trace contextRef="#ctx0" brushRef="#br0" timeOffset="-37391.32">21282 13345,'25'0,"0"-25,0 25,49-25,1 25,-51 0,51 0,-50 25,24-25,-24 25,-25 25,0-26,-50 1,1 25,-26 24,1 1,0-1,-1-24,26 24,24-49,99-50,-24 25,24-25,1 0,-26 25,-24 25,0 25,0-50</inkml:trace>
  <inkml:trace contextRef="#ctx0" brushRef="#br0" timeOffset="-36965.28">22250 13246,'-25'0,"0"0,-24 49,-26 26,1-1,24-24,1 49,24 0,25-24,25-26,-1 26,1-51,25 26,24-25,-24-25,-50 0,49 0,-24-75</inkml:trace>
  <inkml:trace contextRef="#ctx0" brushRef="#br0" timeOffset="-36447.25">22473 13271,'-74'0,"24"49,25 1,0-1,1 1,24-25,0 24,24-49,-24 25,25-25,0-25,0 1,0-1,-1-25,1 25,-25 1,25-1,-25 50,0 24,0-24,25 49,-25 75,0-74,-25-1,0-24,25-1,0-24</inkml:trace>
  <inkml:trace contextRef="#ctx0" brushRef="#br0" timeOffset="-36269.24">22622 13692,'-25'25,"-25"-25</inkml:trace>
  <inkml:trace contextRef="#ctx0" brushRef="#br0" timeOffset="-35657.21">22895 13295,'-25'25,"0"0,25 0,0 24,25-49,0 50,0 0,24-1,-49-24,25 25,0-26,-25 26,-50 0,1-1,24-24,-25 0,25-25,1 25,24-50,0 0,0 0,24-49,1 49,74-149,-49 100,0 0,-26 49,1-25,-25 25,0 25,0-24,-25 24,1 0,-51 24,75-24,-25 25,25 25</inkml:trace>
  <inkml:trace contextRef="#ctx0" brushRef="#br0" timeOffset="-35357.19">23292 13271,'0'74,"0"-49,0 74,0-74,-25 49,25 25,-25-49,25-25,0 0,0-1,25-98</inkml:trace>
  <inkml:trace contextRef="#ctx0" brushRef="#br0" timeOffset="-34903.17">23540 13047,'49'50,"-24"-1,0 1,0 25,-25-26,0 26,0-1,0 25,-25-74,0 49,0-49,-24 50,24-26,-25 1,50-25,-25-25,25 0,0 24,0-73</inkml:trace>
  <inkml:trace contextRef="#ctx0" brushRef="#br0" timeOffset="-34549.15">24061 13122,'-25'74,"-25"1,1 24,24-50,-25 75,25-99,-24 99,-1-25,25-24,25-50,25-100</inkml:trace>
  <inkml:trace contextRef="#ctx0" brushRef="#br0" timeOffset="-34256.13">24036 13221,'25'0,"-25"74,24 1,-24 24,25-25,-25 1,25-1,-25 1,0-26,0 1</inkml:trace>
  <inkml:trace contextRef="#ctx0" brushRef="#br0" timeOffset="-34012.11">23788 13841,'49'0,"-24"0,50 0,-1 0,-24 25,-26-25,26 0,-25 0</inkml:trace>
  <inkml:trace contextRef="#ctx0" brushRef="#br0" timeOffset="-33103.06">24333 13295,'0'0,"0"50,-24 24,48 1,-24-50,25 24,0-24,-25 25,25-26,0-24,-25 0,24-24,1-1,0-25,-25-24,0-1,25 26,-25-1,0 1,0-1,-25 0,25 25,0 1,0 48,0 26,0 25,25-1,0 50,-1-25,1 25,-25-25,25 25,-50-49,0-1,-24 1,-1-51,-24 1,-1-25,1 25,24-25,26 0,-1 0,25 0,0 0,0 25,0 0</inkml:trace>
  <inkml:trace contextRef="#ctx0" brushRef="#br0" timeOffset="-19839.3">17090 14932,'0'25,"0"25,0-1,0 75,25-74,-25 24,0 1,0 49,0-50,0-24,0 24,-25 1,25-50,0-1,-24 1,24-25,0-25,0 25,0-74</inkml:trace>
  <inkml:trace contextRef="#ctx0" brushRef="#br0" timeOffset="-19549.29">17214 14883,'0'0,"25"25,0 24,-25-24,25 25,0 74,-1 74,1-24,-25-100,-25 1,1-51</inkml:trace>
  <inkml:trace contextRef="#ctx0" brushRef="#br0" timeOffset="-19277.27">17314 15478,'-75'0,"1"0,24 0,1 0,24-25,0 1</inkml:trace>
  <inkml:trace contextRef="#ctx0" brushRef="#br0" timeOffset="-18970.25">17909 15255,'-25'0,"0"0,-24 0,49 0,-50 25,50-25,-25 0,1 24,48 1</inkml:trace>
  <inkml:trace contextRef="#ctx0" brushRef="#br0" timeOffset="-18719.25">17983 15503,'-24'0,"-1"0,0 0,0 0,0 0,1 0,-1 0,25 0,25-74</inkml:trace>
  <inkml:trace contextRef="#ctx0" brushRef="#br0" timeOffset="-18184.21">18306 15106,'0'25,"0"0,-25 49,25-49,0 24,25 1,-25 0,49-1,-24 1,-25-25,50 0,-25-1,24 1,1 0,-25 0,-25-25,25 25,-25-1,0 1,0 0,-25 0,25-25,-50 25,-24-1,24-24,25 0,-24 0,24 0,0 0,25-24,0-100</inkml:trace>
  <inkml:trace contextRef="#ctx0" brushRef="#br0" timeOffset="-17883.19">18628 15180,'25'0,"-50"0,-24-24,-1 24,0 0,1 0,-1 0,25 0,1 0,-1 0,25 24</inkml:trace>
  <inkml:trace contextRef="#ctx0" brushRef="#br0" timeOffset="-17675.18">18901 15776,'0'-25</inkml:trace>
  <inkml:trace contextRef="#ctx0" brushRef="#br0" timeOffset="-17315.16">19174 15255,'0'74,"0"-24,-25 49,50-49,-25 74,0 25,0-25,-25-75,25 1,0-25,0-75,25 0,49-148</inkml:trace>
  <inkml:trace contextRef="#ctx0" brushRef="#br0" timeOffset="-16645.12">19422 15478,'25'50,"-25"-1,25 51,-25-51,0 50,24-49,-24 24,0-98,0-26,0-24,0-1,25-24,-25 25,25 24,-25 25,25 25,0 25,0 49,24 150,-49-125,25-25,-25-74,0-49,25-26,-25-24,25-25,-25 50,0 49,24 50,1 24,0 75,-25 50,0-1,0-98,25-75,0-75,-1-24,26-50</inkml:trace>
  <inkml:trace contextRef="#ctx0" brushRef="#br0" timeOffset="-15339.05">20092 15156,'0'-25,"-50"-25,25 25,-24 1,-1-26,1 25,-51-24,1-26,-25 26,50 24,-75 0,74 0,-98-49,-1 24,-24 1,99 24,-125-25,125 50,-149-49,0 24,0 25,149 0,-422 49,397-24,-75 25,1-1,24 51,100-51,-75 50,99-49,-49 74,25 0,24 0,25-74,25 99,0-25,50 0,24 24,1-48,24 24,0-25,50 0,0-25,0 26,248 73,-199-123,0 0,26-26,-1 1,0 0,0-25,1 25,-1-25,0 0,0 0,-24-25,-1 0,-24 0,24 1,-24-26,-25 25,0-24,-25-26,74-24,-99 24,-24 26,-26-1,1-24,-25-1,-25 26,-25-50,0 24,-24-24,-1 0,-24 24,-26-24,1 25,-25-1,-25 1,0-25,1 24,-51-24,1 0,-274-75,224 75,0 25,-74-1,-1-24,-49 24,0-24,0 50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5T06:10:39.017"/>
    </inkml:context>
    <inkml:brush xml:id="br0">
      <inkml:brushProperty name="width" value="0.09086" units="cm"/>
      <inkml:brushProperty name="height" value="0.09086" units="cm"/>
      <inkml:brushProperty name="color" value="#FF0000"/>
    </inkml:brush>
  </inkml:definitions>
  <inkml:trace contextRef="#ctx0" brushRef="#br0">12169 14841 7880,'10'-21'68,"-2"0"0,-3 5 1,-5 5-1,-5 9 1,-4 6-1,-4 7 1,-3 2-1,-6 5 213,-6 2 1,-4 3-1,-6 3 1,-2-2 0,-2-1-1,-5-4-146,21-10 0,-1-1 1,-3-1-1,0-1 1,-4-1-1,-1-2 1,0 1-1,0-1 1,-1-1-1,-1-1 1,0-1-1,-1 1-14,-3-1 0,0 0 0,-1 0 0,0 0 0,-1-1 1,-2 1-1,2-1 0,-1 0 0,-1-1 0,1 0 0,-3-1 1,-1 0-178,0 0 1,0-1-1,-1 1 1,0-1-1,0 0 1,1 1-1,-2 0 1,-1 0-1,1 1 1,0-1 78,3 1 0,-1-1 0,12 2 0,0 1 1,-1-1-1,2 0 0,-1 0 0,1 0 0,-1 0 1,0 1-1,0 0 0,0 0 0,1 0 1,-1 0-2,1 0 1,-1 0-1,0 0 1,-16 0-1,0 1 1,16 0 0,-1 0-1,0 0 1,0 1-1,0-1 1,0 1 0,-1 0-1,0 0 1,0 0-1,0 0 1,0 0-1,0 0 19,2-1 1,0 0-1,0 1 1,-4-1 0,0 0-1,1 0 1,1-1-1,0 0 1,0 0 0,-1 0-1,-1-1 1,1 1-72,0-1 0,-1 0 0,1 0 0,1-1 1,0 0-1,0-2 0,-2 0 0,0-1 0,-1 0 1,2-1-1,0 0 0,-1-1 0,2 1 0,-1-1 1,1 0-1,-2-1 0,0 1 0,1-1 12,0 0 0,1-1 1,-1 1-1,-3 0 1,1-1-1,0 0 0,2 1 1,0-1-1,1 0 1,-1 1-1,0 0 1,0 0-1,0-1 0,1 0 1,-1 1 15,0-1 0,0 0 0,0 0 0,1 0 0,1 1 0,-1 0 0,1 0 0,0-1 0,1 1 0,0 0 1,0-1-1,0 0 0,0 0 0,0 0 0,0 0-12,1 0 1,-1 0 0,1-1-1,-1 1 1,0 0 0,1-1-1,-15-3 1,1-1 0,15 4-1,0 1 1,-1 0 0,-15-6-1,-1 1-27,3-2 1,0 1 0,0-2-1,0 1 1,-1-3 0,0 0-1,1 0 1,0 0 0,1-1-1,1-1 35,0-2 1,0-1 0,14 7 0,0-2 0,1 0 0,-1-1-1,1-1 1,0 0 0,1 0 0,0 0 0,1-1 0,0 0 0,2 0-1,-1 0 1,-13-11 0,1 0 76,0 0 1,0 0 0,13 10 0,0-1 0,1 0 0,-10-9 0,2-1 0,1 0 0,1 0-79,3 1 0,2 0 0,2 1 0,1-1 0,2 2 0,1-1 0,1 0 1,0-1-1,2 0 0,0 0 0,2 1 0,1 0-48,1 0 1,2-1-1,2 2 1,2-1-1,3 1 1,1-1-1,2 1 1,1-1 45,1-1 1,2 0-1,4 0 1,2 1-1,2-3 1,2 1-1,2 1 1,2 0-1,3 0 1,1 1-1,1-1 1,2 1 61,1-1 1,1 1-1,3-1 1,2 2-1,-1-1 1,2 2-1,2 2 1,2 1 0,2 1-1,2 1 89,2 1 0,1 0 1,2 0-1,0 1 1,1-1-1,0 0 1,2 1-1,0 0 1,0 1-1,0 1-109,-2 1 0,0 1 0,-10 6 1,0 1-1,0 1 0,0-1 1,1 1-1,0 1 0,-1-1 1,1 2-1,0 0-1,-1 0 1,0 0 0,0 1-1,0 0 1,0 2 0,1-1-1,0 0 1,1-1 0,-1 1-1,0 1 1,0-1 0,0 1-1,1 0 1,-1 0 0,1 0 0,0 0-1,0 1 1,1 0-86,-1-1 1,1 1 0,0 0-1,-3 1 1,1 0 0,-1 1-1,1-2 1,0 1 0,0-1 0,0 1-1,1 0 1,0 0-26,1 0 1,-1-1 0,1 1-1,2 0 1,1 0 0,-1 1 0,-2 0-1,0 1 1,0 0 0,1 0-1,-1 0 1,1 1 0,0-1 0,0 1-1,0-1 1,0 1 0,1 0 0,0 0 20,1 0 0,1-1 0,-1 1 0,-1 1 0,0 0 0,0-1 0,1 0 0,0 0 0,0 0 0,1 1 0,-1 0 0,1 0 1,0 1-1,0 0 0,-1 0 80,1 1 1,0 0-1,0 0 1,-1 2-1,0 0 1,0 1-1,1 0 1,0 0 0,0 0-1,-1 1 1,0 0-1,0 1 1,-1 0-1,1 0 1,-1 0 76,1 0 0,0 0 0,-1 0 1,0 2-1,-1-1 0,0 1 0,0-1 1,0 1-1,0-1 0,0 0 0,-1 1 1,1 0-1,-2 0 0,1 0 0,-1 0 1,-2 0-1,1 0 0,-1 0-67,1 0 0,-1 1 1,1 0-1,-1 0 0,-1 1 1,1 1-1,-1-1 0,0-1 1,0 2-1,13 5 0,1 2 1,-1 1-1,1 0-78,-16-6 0,1 0 1,-1 0-1,16 7 1,-1 0-1,-3-1 1,-1 1-1,0 0 1,0 1-1,0 1 1,1 1-31,1 0 0,0 1 0,-2 3 0,-1 1 0,-14-8 0,1 1 1,-1 0-1,0 1 0,0 0 0,0 1 0,1-1 0,-1 0 0,-1 1-18,14 10 0,-2 0 0,-1 1 1,-2 1-1,-3-1 0,0 1 0,-1 1 1,1-1-1,-1 1 0,1 0 100,0-2 0,-1 1 0,-1 1 0,-2 0 0,-1-2 0,-1 0 1,-2 0-1,-2 1 0,-3 0 0,0 0 84,-2 0 1,-1 0-1,0-1 1,-2 1-1,-1 0 1,-1 0-1,-1 0 1,0 0-1,-2 1 1,-2-1 69,0-1 0,-2 0 0,-2 0 0,-2-1 0,0 4 0,-2 0 0,-1 0 0,-1 1 0,-2-1 0,-1 1-38,-2-1 0,-1 1 0,-2 0 1,-1 0-1,-2 1 0,0-1 1,-2 1-1,-1 0 0,-3 1 1,-1-1-37,-1 2 1,-3-1 0,-4 0-1,-2 0 1,8-14 0,-2 1 0,1-1-1,-2 0 1,-1 0 0,0 0-1,0 0 1,-1-1 0,0 0-95,0 0 1,0 0 0,-1-2-1,-1-1 1,-1-1 0,0-1-1,-2-1 1,-1-1 0,-1 0 0,1-2-1,-1-1 1,0-1 0,-1 0-1,0-2 1,-1 1-129,-1-1 1,-1 0-1,1-1 1,0-1-1,1 0 1,0-1-1,0 0 1,-1-1-1,0 0 1,1-1-1,0-1 1,0 1-1,-1-2 1,0 1-1,0-1-412,1 1 1,0-1 0,0 0 0,0 0 0,-1 0 0,1 1 546,1-1 0,-1 0 0,1 0 0,0 0 0,-1 1 0,0-1 0,-2 0 0,-1 0 0</inkml:trace>
</inkml:ink>
</file>

<file path=ppt/ink/ink24.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10T05:16:01.649"/>
    </inkml:context>
    <inkml:brush xml:id="br0">
      <inkml:brushProperty name="width" value="0.05292" units="cm"/>
      <inkml:brushProperty name="height" value="0.05292" units="cm"/>
      <inkml:brushProperty name="color" value="#FF0000"/>
    </inkml:brush>
  </inkml:definitions>
  <inkml:trace contextRef="#ctx0" brushRef="#br0">967 5110,'25'74,"0"1,0-26,0 1,-25-25,0-1,49 51,-49-50,25 24,-25-24,25 0,-25-25,25 0,-25 0,24-25,1 0,-25 0,25-24,0-1,-25 1,25-26,-25 50,24-49,-24 49,25-24,0 24,-25 25,0 0,-25 25</inkml:trace>
  <inkml:trace contextRef="#ctx0" brushRef="#br0" timeOffset="669.03">1439 5482,'0'25,"-25"24,25-24,0 0,25 0,-25-1,24-24,1 0,-25 0,25-24,-25 24,25-50,-25 0,0 26,25-1,-25-25,0 50,0-25,0 75,24 24,-24-49,0 25,0-25,0 49,0-49,0 24,0-24,-24 0,-1-25,25 25,-25-25,25 0,25-75</inkml:trace>
  <inkml:trace contextRef="#ctx0" brushRef="#br0" timeOffset="1009.05">1786 5507,'-25'24,"25"-24,0 50,0-50,25 50,-25-26,25 1,-25-25,25 25,-25-25,24 0,-24-25,25-24,0-26</inkml:trace>
  <inkml:trace contextRef="#ctx0" brushRef="#br0" timeOffset="1172.06">1860 5184,'-24'0,"24"-25</inkml:trace>
  <inkml:trace contextRef="#ctx0" brushRef="#br0" timeOffset="1629.09">2555 5234,'0'0,"-25"0,0 0,0 0,1 0,-1 0,-25 0,25 0,1 0,-1 0,0 0,25 25,-25-25,25 0</inkml:trace>
  <inkml:trace contextRef="#ctx0" brushRef="#br0" timeOffset="1915.1">2555 5432,'-25'0,"-25"0,26 0,-1 0,0 0,0 0,0 0,25 0,75 50</inkml:trace>
  <inkml:trace contextRef="#ctx0" brushRef="#br0" timeOffset="4988.28">3051 4887,'0'49,"-25"26,0-1,-24 0,24-24,25-25,0-25,25 25,24-25,1-25,0 0,-1 25,1 0,-1 0,-24 0,0 0,0 0,-25-25,25-24,-25-51</inkml:trace>
  <inkml:trace contextRef="#ctx0" brushRef="#br0" timeOffset="5218.29">3249 4862,'-24'0,"24"74,0 50,-25 0,25 25,0-25,0-50,25-24,-25-25,74-75</inkml:trace>
  <inkml:trace contextRef="#ctx0" brushRef="#br0" timeOffset="5737.32">3448 5135,'0'24,"-25"1,25 50,0-51,0 26,0-25,0 0,25-1,0 1,-1-25,-24 0,50 0,-25 0,0-25,-1 1,1-1,25-25,-25 25,0-24,-25-1,0 25,-25-24,25 24,-75-74,75 74,-49 25,24 0,25 0,-50 25,25 0,1-1,24 1,0 0,0-25,49 50</inkml:trace>
  <inkml:trace contextRef="#ctx0" brushRef="#br0" timeOffset="6557.37">4018 5159,'0'25,"0"25,25 24,-25 1,25-26,-25-24,25-75,0-24,-25 24,24 1,1-1,0 50,0 0,0 50,-25 49,-25-49,25-26,25-48,-1-76,26 26,-25 24,0 50,-1-24,-24 48,0-24,25 50,-25 0,0 24,0-49,-25 24,25-49,0 0,75-49</inkml:trace>
  <inkml:trace contextRef="#ctx0" brushRef="#br0" timeOffset="6952.39">4762 5184,'0'0,"-24"0,24 25,-25 25,0-26,25 1,0 0,0 0,25 0,0-25,-1 49,-24-24,25 0,0-25,-25 0,25 25,-25-25,0 24,0-24,-25 25,0-25,0 0,1 0,-1-25,0 1</inkml:trace>
  <inkml:trace contextRef="#ctx0" brushRef="#br0" timeOffset="7212.41">4862 4862,'-25'0,"-25"0,25 25,-24-25,49 0</inkml:trace>
  <inkml:trace contextRef="#ctx0" brushRef="#br0" timeOffset="7464.42">5060 4812,'0'75,"0"-1,0-49,0 24,0 26</inkml:trace>
  <inkml:trace contextRef="#ctx0" brushRef="#br0" timeOffset="8602.49">1067 6474,'0'0,"0"25,0 0,0-1,24 1,-24 25,0-25,25 24,-25 1,0-25,25 24,-25-24,0 0,25 0,-25 0,0-1,0-24,25 25,-25-25,0 0,24-25,-24 1,25-26,0 0,0-49,-25 49,25 1,-1-26,-24 51,25-26,-25 25,25 25,-25 50</inkml:trace>
  <inkml:trace contextRef="#ctx0" brushRef="#br0" timeOffset="8917.51">1612 6772,'-25'0,"1"24,-1 26,0-25,25 0,-50 24,50-24,-24 25,24-25,-25-1,25-24,0 0</inkml:trace>
  <inkml:trace contextRef="#ctx0" brushRef="#br0" timeOffset="9153.52">1439 6821,'0'0,"24"0,1 25,0 25,-25-25,25 24,-25-49,25 25,-25 0,49-25</inkml:trace>
  <inkml:trace contextRef="#ctx0" brushRef="#br0" timeOffset="9421.53">1736 6821,'0'25,"0"0,0 25,0-26,25 1,-25 0,25 0,-25-25,25 25,0-25,24-50</inkml:trace>
  <inkml:trace contextRef="#ctx0" brushRef="#br0" timeOffset="9624.54">1860 6573,'0'0,"-24"0</inkml:trace>
  <inkml:trace contextRef="#ctx0" brushRef="#br0" timeOffset="10048.57">2406 6697,'-25'0,"25"0,-49 0,-1 0,25 0,0 25,1-25,-1 0,-25-25,50 25,-25 0,25 0,-24 0</inkml:trace>
  <inkml:trace contextRef="#ctx0" brushRef="#br0" timeOffset="10310.58">2381 6871,'-25'0,"1"0,-26 0,25 25,25-25,-25 0,25-25</inkml:trace>
  <inkml:trace contextRef="#ctx0" brushRef="#br0" timeOffset="10958.62">2580 6449,'24'0,"-24"25,0 25,0-26,25 26,-25-25,25 49,0 1,0-1,0-49,-1 25,-24-26,25 1,-25 0,25-25,-25 0,25-25,-25 25,0-74,25 24,-1-49,1 49,0 1,-25 24,25-25,0 25,-25 25,24 0,-24 0,0 25</inkml:trace>
  <inkml:trace contextRef="#ctx0" brushRef="#br0" timeOffset="11302.64">3150 6846,'0'25,"-25"0,1 24,-1-49,0 50,25-25,0-25,-25 49,25-49,0 50,0-50,-25 25,25 0,-24-25</inkml:trace>
  <inkml:trace contextRef="#ctx0" brushRef="#br0" timeOffset="11572.66">2952 6896,'0'25,"0"-1,25 1,-25 0,49 25,1 24,-1-24,-24-26,0-24,0-49</inkml:trace>
  <inkml:trace contextRef="#ctx0" brushRef="#br0" timeOffset="11981.68">3696 6747,'-25'0,"-25"0,26 0,-26 0,0 0,26 0,-1 25,0-25,25 0,-25 0,50 24</inkml:trace>
  <inkml:trace contextRef="#ctx0" brushRef="#br0" timeOffset="12286.7">3621 6945,'-24'0,"-1"25,-25-25,25 0,-24 0,24 0,25 0,-25 0,25 0,25-25</inkml:trace>
  <inkml:trace contextRef="#ctx0" brushRef="#br0" timeOffset="13847.79">4068 6648,'0'0,"-25"0,25 0,25 0,-25-25,25 25,0-25,-25 25,24 0,1 0,-25 0,25 0,-25 0,25 0,-25 25,0-25,25 25,-25 24,0-24,0 0,0 0,-25 49,25-49,-25 25,25-26,-50 76,50-76,-24 1,-1-25,0 25,25-25,-25 0,0 0,25-50,0 26,0-1,0 0,0 0,25 25,0 0,-25 0,50 0,-26 0,1 25,-25 0,50 0,-50-1,25-24,-1 25,1-25,0 0,-25 0,25 0,0-49,-25 24,24 0,1-74,0 49,0 25,-25 0,0 1,0-1,0 25,25-25,-25 25,-25 50,25 49,0-25,25-24,-1 0,26-50,-25 0,24 0,26-124,-50 24,-25 26,-25 49,-25-25,-24 50,24 25,1 0</inkml:trace>
  <inkml:trace contextRef="#ctx0" brushRef="#br0" timeOffset="21713.24">5110 6672,'25'-24,"-1"98,-24 0,0 26,0-1,0-74,0-75,25 1,0-51,0 26,0 24,-1 50,-24 0,50 149,-50-99,0-1,0-24,-25-25,50-49,0-26,0 50,24-49,-49 74,50-25,-25 25,-1 25,-24 0,0 49,0-49,0 74,0-49,-24-25,24-25</inkml:trace>
  <inkml:trace contextRef="#ctx0" brushRef="#br0" timeOffset="22083.26">5928 6623,'-24'49,"24"-24,-25 0,25 25,-25-1,50-24,0 25,-1-25,1-1,0 1,-25 0,0 0,-25 0,0-1,-24-24,24 0,-25-24,1 24</inkml:trace>
  <inkml:trace contextRef="#ctx0" brushRef="#br0" timeOffset="22341.27">6003 6424,'0'0,"-50"25,1-25,-1-25,25 25</inkml:trace>
  <inkml:trace contextRef="#ctx0" brushRef="#br0" timeOffset="22631.29">6152 6300,'0'50,"0"-25,24 49,-24-24,-24-1,24-49,0 50,24-50,1 25</inkml:trace>
  <inkml:trace contextRef="#ctx0" brushRef="#br0" timeOffset="41377.36">943 8285,'0'49,"0"-24,0 50,0-51,0 51,0 24,0 0,-25-74,25 74,0-49,0 24,25 26,-1-26,-24-49,25 74,0-74,0 0,0-1,-1 1,1-25,-25 0,25-25,0 25,0-74,-25 49,24 25,-24-99</inkml:trace>
  <inkml:trace contextRef="#ctx0" brushRef="#br0" timeOffset="41756.38">1116 8756,'-25'0,"-24"0,-26 0,26 0,-26 0,26 0,-1 0,25 0,1 25,-1-25,25 0,0 0,49 25</inkml:trace>
  <inkml:trace contextRef="#ctx0" brushRef="#br0" timeOffset="42247.41">2009 8930,'-25'-25,"-24"25,-1 0,25 0,-49 0,49 0,-24 0,24 0,-25 0,50 0,-25 0,100 25</inkml:trace>
  <inkml:trace contextRef="#ctx0" brushRef="#br0" timeOffset="42546.43">2034 9103,'-25'25,"25"-25,-49 0,-1 0,25 0,0 0,-24 0,49 0,-25 0,0 0,25 0,50-49</inkml:trace>
  <inkml:trace contextRef="#ctx0" brushRef="#br0" timeOffset="43432.48">2456 8582,'0'0,"0"-24,24 24,-24-25,0 25,50-25,-25 25,0 0,-1 0,26 0,-50 0,25 0,25 25,-50 0,49 24,-49-24,25 25,-25-26,0 1,0 25,0-1,-25 1,25-25,-25 24,1 26,-76-1,51-49,-1-25,0-25,26 1,24 24,0-25,24 0,1 0,0 25,49 0,1 25,-25 0,-1 0,1-1,-1 1,-49 0,25-25</inkml:trace>
  <inkml:trace contextRef="#ctx0" brushRef="#br0" timeOffset="43851.5">3125 8533,'25'49,"0"1,0-25,0 49,-25-49,49 49,1-24,-1 24,-49-49,25 25,0-25,-25 0,25-25,-25 0,25 0,-25 0,24-75</inkml:trace>
  <inkml:trace contextRef="#ctx0" brushRef="#br0" timeOffset="44216.52">3597 8558,'-25'24,"25"26,-50 0,50-26,-25 26,1 0,-1 24,0-24,25-1,0 1,0-25,0 0,0-25,25-25,49-50</inkml:trace>
  <inkml:trace contextRef="#ctx0" brushRef="#br0" timeOffset="44678.55">3919 8682,'-25'24,"-24"1,24-25,0 25,0 0,25 0,0-25,25 24,0 1,25 0,-1 0,1 0,-50-1,25 1,-25 25,0-50,0 50,-25-26,-25 51,25-75,25 0,25-25</inkml:trace>
  <inkml:trace contextRef="#ctx0" brushRef="#br0" timeOffset="45017.57">4192 8731,'0'0,"0"50,0 24,0-49,0 25,0-26,0 26,0 0,0-25,0-25,0-25,0 0,0-124</inkml:trace>
  <inkml:trace contextRef="#ctx0" brushRef="#br0" timeOffset="45196.58">4242 8384,'24'-25</inkml:trace>
  <inkml:trace contextRef="#ctx0" brushRef="#br0" timeOffset="45702.61">4465 8657,'0'99,"0"-25,0 1,0-50,0 24,0-24,0 0,0 0,25-25,-25-25,0 0,24 0,-24-24,25-1,-25 25,25 0,-25-24,25 49,-25 0,49 0,-24 25,-25-1,50 76,-50-76,0 51,0-25,0-26,0-24,0 25,0-74</inkml:trace>
  <inkml:trace contextRef="#ctx0" brushRef="#br0" timeOffset="46196.64">4862 8682,'25'24,"-25"-24,0 50,0 0,0 24,0-49,-25 24,25-24,25 25,-1 0,-24-1,0-49,25 25,0-25,0 0,0 0,-1-25,1 25,0-49,-25 49,25-50,-25 0,0-49,0 74,-25 0,-25 1,26-1,-26 25,0-25</inkml:trace>
  <inkml:trace contextRef="#ctx0" brushRef="#br0" timeOffset="46518.66">5110 8855,'25'50,"-25"-25,0-25,-25 24,0-24,-25 25,1-25,-1 0,1-25,-1 25,-25 0,51 0,-1-24</inkml:trace>
  <inkml:trace contextRef="#ctx0" brushRef="#br0" timeOffset="47106.68">5085 9426,'-74'25,"-1"-25,1 0,49 0,-74 0,49 0,-49 0,-25-25,25 25,49 0,-99-25,100 25,-75 0,0 0,-25 0,74-25,-49 25,50 0,-50 0,0 25,-25-25,99 25,-74-25,-49 25,98-25,1 0,24 0,25-25,25 25,25 0,25 0</inkml:trace>
  <inkml:trace contextRef="#ctx0" brushRef="#br0" timeOffset="47842.73">3746 9798,'24'0,"-48"-25,-1 25,-25 0,0 0,1 25,24 0,0 24,25-24,0 0,25 0,25-1,-26-24,26 0,-25-24,0-1,0 0,-1 0,-24 0,0 50,0 74,0-74,25 50,-25-26,0 51,0-1,-25-25,25-24,-49 24,49-49,-50 25,0-50,1 0,-1 0,1-50,24 25,-25 0,1 1,24-1,0 25,25 25,99-25</inkml:trace>
  <inkml:trace contextRef="#ctx0" brushRef="#br0" timeOffset="53356.05">3473 8186,'-25'0,"0"0,0 0,-24-25,-1 25,25 0,0 0,1 25,-1-25,-25 24,25 1,1 0,-26 0,50 0,-25-1,0 26,1 0,24-26,0 26,0-25,0 49,0-24,0 24,0-49,24 25,-24-26,25 26,0 0,25-26,-26 1,1 25,25-25,-25 0,49-1,-24 1,-1 0,1 0,-25 0,74-1,-50 1,51 0,-75-25,49 0,-24 25,49-25,-25 25,100-1,-125-24,51 0,-76 0,76 25,-26-25,25 0,-74 0,49 0,26 0,-26 0,25 0,-24 0,-26-25,26 25,-1-24,-24-1,24 0,-24-25,-25 26,-1-26,51-49,-75 24,25 26,-25-1,-25 0,0 1,-25-26,1 26,-1-26,-24 1,24 24,-24 26,-25-26,24-24,-24 49,25-25,-26 25,26 1,-50-26,-99 0,123 26,1 24,0-25,0 25,0-25,-1 25,1 0,0 0,24 0,-24 25,25-25,-1 25,26-25,-1 24,25 26,1 0</inkml:trace>
  <inkml:trace contextRef="#ctx0" brushRef="#br0" timeOffset="59362.39">2381 11708,'-25'0,"1"0,-26 0,0-25,1 25,-26 0,51 0,-26 0,25 0,0 0,50 25</inkml:trace>
  <inkml:trace contextRef="#ctx0" brushRef="#br0" timeOffset="59597.4">2332 11906,'-25'0,"-25"-25,1 25,-26 0,26 0,24 0,0 0,25-24</inkml:trace>
  <inkml:trace contextRef="#ctx0" brushRef="#br0" timeOffset="60418.45">2654 11559,'0'-25,"0"25,0 0,0-25,25 1,0-1,0 25,24 0,-49 0,50 0,-25 0,24 25,-49-25,50 49,-25-24,-1 25,1-1,-25 1,0-1,0 1,0-25,-49 124,24-100,-25-24,25 0,1 0,-1-25,-25 0,25 0,-24-25,24 25,25-25,0 0,-25 0,50 25,-25-24,25 24,0 0,-1 0,26 0,0 0,-1 0,1 0,-1 24,26-24,-50 25,-1-25,1-25</inkml:trace>
  <inkml:trace contextRef="#ctx0" brushRef="#br0" timeOffset="60932.48">3547 11361,'-25'24,"0"1,1 25,-1-1,0 1,25 24,0-24,0 49,25-49,0 24,-25-24,24-25,1 24,0-24,0 0,0 0,-25-25,0 0</inkml:trace>
  <inkml:trace contextRef="#ctx0" brushRef="#br0" timeOffset="61422.51">3845 11435,'0'25,"0"24,0-24,-25 25,25-25,-25 24,0-24,25 25,0-50,0 24,0-24,25 25,0 0,25-25,-26 0,26 0,-25 0,24 0,-24 0,25 0,-25 0,-1 0,1-124,-50 0</inkml:trace>
  <inkml:trace contextRef="#ctx0" brushRef="#br0" timeOffset="61680.52">4043 11485,'0'74,"0"0,0 1,0 24,25-25,-25 1,0-26,25 1,-25-50,25-124</inkml:trace>
  <inkml:trace contextRef="#ctx0" brushRef="#br0" timeOffset="62179.55">4316 11584,'0'49,"25"-24,-25 0,0 49,0-49,25 25,-25 24,24-24,-24-50,25 25,0-1,0-24,0 0,24 0,-49-24,25-1,0 0,0-25,-1-24,-24 24,0 26,0-51,0 75,-74-74,49 49,-24 0,24 25,-25-25,25 25,1-24,-1 24</inkml:trace>
  <inkml:trace contextRef="#ctx0" brushRef="#br0" timeOffset="62529.57">4688 11311,'74'25,"-49"24,50 26,-50 49,24-50,-24 50,-25-25,0-24,0-1,-25 1,0-26,-24-24,-26 0</inkml:trace>
  <inkml:trace contextRef="#ctx0" brushRef="#br0" timeOffset="63173.61">5085 12502,'-25'24,"-24"-24,-1 0,0 0,1 0,-26 0,1 0,-25 0,24 0,-24 0,49 0,-49 0,-25 0,25 0,25 0,-26-24,26 24,-50 0,0 0,0 0,49 0,-197 0,222 0,-99 0,25 0,0 0,74 0,-49 0,50 0,-26 0,1 0,49 0,0 0,25 0,0 0,50 24</inkml:trace>
  <inkml:trace contextRef="#ctx0" brushRef="#br0" timeOffset="64025.66">3621 12898,'25'-24,"-25"-1,0 0,0 0,-25 0,1 1,-1-1,-25 0,1 25,24 0,-25 0,25 0,-24 25,24 0,25 24,0-24,25 0,0 24,-1-24,51 25,-50-50,-1 0,1 0,0-25,-25 0,25 0,-25 1,0 24,25 0,-25 24,0-24,24 75,-24-1,0 1,0-26,25 51,-25-76,0 51,0-1,0-24,0-50,0-25,25-49</inkml:trace>
  <inkml:trace contextRef="#ctx0" brushRef="#br0" timeOffset="64209.67">3870 13295,'49'-49</inkml:trace>
  <inkml:trace contextRef="#ctx0" brushRef="#br0" timeOffset="64976.71">4093 12874,'0'-25,"-25"25,0 25,0-25,25 24,-24-24,24 25,0 0,24 25,-24-26,25 26,25 0,-25 24,-1-49,1 25,0-1,0 1,-25 24,25-49,-25 0,0 0,-25-25,0 0,-25-25,26-25,-1 50,0-74,25 49,0-25,0 1,0-1,25 0,0 26,-25-1,49 0,-24 0,0 0,-25 1,25-1,-25 0,24 0,-24 25,0-25,-24 25,-1-24,-25 24,1 0,24 0,0 0</inkml:trace>
  <inkml:trace contextRef="#ctx0" brushRef="#br0" timeOffset="65319.73">4514 12998,'0'74,"0"0,0 1,0 24,25-24,-25-1,0-24,0-1,0-24,0 0,25-75</inkml:trace>
  <inkml:trace contextRef="#ctx0" brushRef="#br0" timeOffset="65882.75">5904 12452,'-25'0,"0"-25,-25 25,-24-25,49 25,0 0,-24 0,24-24,0 24,0 0,0 0,25 0</inkml:trace>
  <inkml:trace contextRef="#ctx0" brushRef="#br0" timeOffset="66089.78">5854 12601,'0'0,"-25"25,0-25,-49 0,49 0,-25 0,1 0</inkml:trace>
  <inkml:trace contextRef="#ctx0" brushRef="#br0" timeOffset="71179.07">7565 13097,'0'25,"0"-25,-24 24,-1-24,25 25,-50-50,25 25,1 0,-26 0,0 0,1 25,-1 25,25-25,-49 24,0-49,24 0,50 0,-50-49,50 24,-24-25,-26 25,25 25,-49 50,24 0,0-25,1-1,-26-24,26-24,24 24,-25-25,1 0</inkml:trace>
  <inkml:trace contextRef="#ctx0" brushRef="#br0" timeOffset="76668.38">9624 5110,'0'49,"0"1,0 74,0 25,25-25,-25-50,0 50,0-74,0 49,0-49,0-25,-25-25</inkml:trace>
  <inkml:trace contextRef="#ctx0" brushRef="#br0" timeOffset="77156.39">9550 5333,'99'-124,"-25"74,1 26,24 24,-25 24,-24 1,-50 25,0-1,0 26,-50-1,1 1,-26-26,26 1,-1-25,25-1,25 1,25 0,25 25,49 49,-49-49,-1-1,1-24,74-25</inkml:trace>
  <inkml:trace contextRef="#ctx0" brushRef="#br0" timeOffset="77381.42">10840 5655,'-75'0,"26"-24,-51 24,51 0,-26 49</inkml:trace>
  <inkml:trace contextRef="#ctx0" brushRef="#br0" timeOffset="77538.42">10815 5879,'-25'0,"-49"0,-1 0,-24 74</inkml:trace>
  <inkml:trace contextRef="#ctx0" brushRef="#br0" timeOffset="79719.55">11559 5283,'50'-49,"-26"24,1 0,0 25,0 25,0 0,-1 24,1 51,-25-51,-25 50,1-49,-26 74,0-50,-24 1,49-75,-24 25,24-25,0-25,0 0,0-25,25 50,25-24,-25 24,99 24,-49 1,24 25,-49-50,50 25,-26-25,26-25,-1-25,0-24,1 24,-50 1,-1-1,1 0,-25 1,0 24,0 25,-25 25,1 0,24 49,0 25,24-49,26-1,0-24,-25 0,24-25,1-50,-25-24,-1 0,-24-26,-24 26,-26 24,-24 1,24 24,-25 50,26 0,24-1</inkml:trace>
  <inkml:trace contextRef="#ctx0" brushRef="#br0" timeOffset="80173.58">13072 5060,'0'0,"-50"25,-24 25,-25 49,49 25,1 49,49-24,49 0,1 0,49-25,-25-25,1-24,-26-26,-24-24,0-25,-50 0</inkml:trace>
  <inkml:trace contextRef="#ctx0" brushRef="#br0" timeOffset="82396.7">13519 5159,'24'0,"-24"0,25 0,25-24,-25 24,-1 0,26 0,49 24,-74 1,0-25,0 25,-1 0,-24 0,0-1,0 1,-49 25,24-25,0 24,-24-24,-26 25,50-26,1 1,-1-25,25 25,0-25,0 25,25-25,24 0,1 0,-1 0,100 25,-99-25,24-75</inkml:trace>
  <inkml:trace contextRef="#ctx0" brushRef="#br0" timeOffset="82986.73">14461 5011,'-25'24,"-49"76,24 48,50-48,0-1,0-50,25 26,0-26,0-24,0 0,-1-25,51 0,-50 0,24-50,-24-49</inkml:trace>
  <inkml:trace contextRef="#ctx0" brushRef="#br0" timeOffset="83325.75">14784 5209,'0'0,"-25"50,25-50,0 49,-25-24,25 0,25 24,-25-24,25 0,-1 0,1-25,0 0,0 0,0 0,-1 0,1 0,0-25,25 0,-50 25,24-25</inkml:trace>
  <inkml:trace contextRef="#ctx0" brushRef="#br0" timeOffset="83559.77">15032 5135,'0'24,"0"26,0 24,24-24,-24 49,0-24,0-1,25-49,-25 0,0-25,25-75</inkml:trace>
  <inkml:trace contextRef="#ctx0" brushRef="#br0" timeOffset="83903.79">15280 5184,'0'25,"0"0,0 24,0 1,0 24,24 1,1-50,0-1,0-24,-25 0,50 0,-26-24,-24-26,25 25,-50-74,25 74,-49-24,-1-1,0 0,26 50</inkml:trace>
  <inkml:trace contextRef="#ctx0" brushRef="#br0" timeOffset="84153.81">15577 5011,'75'74,"-26"-24,-24 49,-25 0,0 25,-25-74,1 49,-26-50,-24 1</inkml:trace>
  <inkml:trace contextRef="#ctx0" brushRef="#br0" timeOffset="84609.83">15677 6003,'-50'25,"-49"-25,0 24,-26-24,51 0,-75 0,75 0,-75 0,-25 0,1 0,74 0,-100-24,125 24,-100 0,50 0,0-25,50 25,-1 25,50-25,-24 0,49 24,49 1</inkml:trace>
  <inkml:trace contextRef="#ctx0" brushRef="#br0" timeOffset="85118.86">14412 6251,'-25'0,"-25"0,0 0,1 0,-1 49,1-24,49-25,0 50,0-50,24 25,51-25,-1-25,1 0,-26-25,-24 26,0-1,-25 50,25 24,0 125,-25-75,24 25,-24-25,0-49,25-50</inkml:trace>
  <inkml:trace contextRef="#ctx0" brushRef="#br0" timeOffset="85267.87">14833 6598,'25'25</inkml:trace>
  <inkml:trace contextRef="#ctx0" brushRef="#br0" timeOffset="85823.9">15056 6325,'-49'50,"24"-50,25 49,0 1,50 0,-50-26,74 1,-49 0,24 25,26-1,-50 1,-1-25,-24-1,0 1,0 0,-24 0,-26 0,25-25,-24-25,49 25,-25-25,25-25,49-49,-24 74,50-49,-51 24,1 1,0-1,-25 25,0 25,-50-24,50 24,-74-25,0 25,24 25,50-25</inkml:trace>
  <inkml:trace contextRef="#ctx0" brushRef="#br0" timeOffset="86058.92">15577 6449,'25'75,"-25"49,25 0,-25-25,0-49,0-26,50-73</inkml:trace>
  <inkml:trace contextRef="#ctx0" brushRef="#br0" timeOffset="86545.95">15875 4862,'50'0,"24"74,25 50,-24 25,24 49,-50-24,1 24,-25 1,-25-100,-50 75,25-25,-24-25,-1-75,1 26,24-26,-25 1,25-25,25-25,-24 0,48-25</inkml:trace>
  <inkml:trace contextRef="#ctx0" brushRef="#br0" timeOffset="91376.22">12948 6846,'0'0,"0"25,0 25,0-1,0 1,25-25,-25 74,25-74,-1 49,1 0,25-24,-25-25,24 0,1-1,0 1,49 0,0 0,-49-25,49 0,-50 0,75 0,100 49,-125-49,-74 25,49 0,-49 25,49-1,-24 26,0-26,-26-24,1 49,0-49,-25 0,25 0,-25-75,0 25,0-24,25 24,-1-25,26 1,74-1,-99 50,49 0,-24 0,49 50,0-25,0-1,-49 1,74 25,-99-50,74 25,0-25,-24 0,-50-25,49-25,-49 25,24-74,-24 0,0 25,0-1,0 1,-25 49,0-25,0 1,-75 49,75 25</inkml:trace>
  <inkml:trace contextRef="#ctx0" brushRef="#br0" timeOffset="92031.26">14461 8409,'0'25,"0"49,0 0,-25-49,25 74,0-49,0 49,0 25,0 25,0-124,25 74,0-49,0-1,24 1,1 0,-25-50,24 24,1-24,0-24,-1-1,26 0,-75 0,74-49,-49 49,-25-124</inkml:trace>
  <inkml:trace contextRef="#ctx0" brushRef="#br0" timeOffset="92302.27">14610 9004,'-74'0,"-75"0,25 0,0 25,99-25,-50 0,51 25,24-25,0 0,24 25,51-25</inkml:trace>
  <inkml:trace contextRef="#ctx0" brushRef="#br0" timeOffset="93306.33">12427 6176,'-25'0,"25"0,-24 0,24 0,-25 0,25 0,0 0,-25 0,25 0,0 25,-25 0,25 0,-25 24,25 26,-24 24,24-49,-50 148,50-124,-25 51,0-1,0 0,25-75,-24 50,-1-49,0 49,0-49,0-1,25-24,-49 0,49-25,-75-74</inkml:trace>
  <inkml:trace contextRef="#ctx0" brushRef="#br0" timeOffset="93731.36">11435 6375,'25'49,"0"1,-1-25,26 74,-25-49,24 49,-24-50,50 51,-51-51,1 1,25 74,-25-74,24 49,-24-50,0 26,0-26,-25-24,24 25,-24-25,0 24,0-49</inkml:trace>
  <inkml:trace contextRef="#ctx0" brushRef="#br0" timeOffset="94469.4">11435 8285,'0'49,"0"51,0-26,0 25,25-49,-25 24,25-49,-1 25,26-1,0-24,24 25,0-1,1 1,-26-25,26-25,-50 0,-1 0,1-50,0 25,-25-24,25-100,-25 74,25 1,-25-25,0 74,0-49,0 74,0-50,0 25,0 25,24 0</inkml:trace>
  <inkml:trace contextRef="#ctx0" brushRef="#br0" timeOffset="95065.43">12353 8880,'0'25,"0"0,-25 24,25 1,-25-25,0 49,25-49,-49 25,49-26,-25 26,25-50,-25 25,0-50</inkml:trace>
  <inkml:trace contextRef="#ctx0" brushRef="#br0" timeOffset="95244.43">12154 9029,'75'50,"-50"-26,-1 1,51 74,-26-49</inkml:trace>
  <inkml:trace contextRef="#ctx0" brushRef="#br0" timeOffset="97398.57">11534 8483,'0'50,"0"-1,25 1,-25-25,50 49,-26-49,1 49,0-24,0-25,0 49,-1-24,26 0,-25-26,0 1,-1 0,-24-25,50 25,-50-25,50-25,-26 0,1-24,0 49,0-50,0-25,-1 26,26-125,-25 125,-25-26,25 50,-25-24,0-1,0 25,0-24,0 49,0-25,0 0,0 25,0 50,0-25,-25 24,25 1,-25 24,0-24,0-1,1 75,-1-74,0 24,0-24,-24 49,24-49,0-25,-25 49,1-24,-1-25,25-25,1-25,-1 0,0 0,0-49,0-1,1 1,-1-25,0 24,0 1,0-1,1 1,24 24,0 1,-25 24,25 0,25 50,-25 25,24 24,1 0,0 1,0 24,24-25,-24 1,0-1,25-24,-1 0,-24-26,25-24,-26 25,26-50,24-24,1-26,-50 51,-1-51,51-74,-50 25,0 50,-1-25,-24 49,25 0,-25 26,0-26,0 0,0 26,0 24,-25 49,25-24,-24 49,-1 1,0 24,0-49,0 49,0-25,1 1,-26 49,0 0,26-75,-26 1,50-25,-50-25,26 0,-26 0,0-25,1-25,24 26,0-51,-24 1,24-26,0 51,0-26,25 26,-25-26,25 51,-24-26,24 25,0 0,24 25,1 50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5T06:10:39.018"/>
    </inkml:context>
    <inkml:brush xml:id="br0">
      <inkml:brushProperty name="width" value="0.09086" units="cm"/>
      <inkml:brushProperty name="height" value="0.09086" units="cm"/>
      <inkml:brushProperty name="color" value="#FF0000"/>
    </inkml:brush>
  </inkml:definitions>
  <inkml:trace contextRef="#ctx0" brushRef="#br0">4823 5754 7854,'20'0'226,"-5"0"1,-3 0 0,-5 0 0,-4-1 0,-6-1 0,-5-2 137,-5-1 0,-1 2 0,-6-3 0,-1 2 0,-1 2 0,-2 1 0,-3 1 0,-3 0 0,-6 0-37,-7 0 1,-4 0 0,18 0-1,1 0 1,-1 0 0,1 0-1,-1 0 1,-1 0 0,-1 0-1,-1-1-200,-5 0 1,0-1-1,-1 0 1,-1 0 0,-4-2-1,0 1 1,1 0 0,1 0-1,0 1 1,-1 0-1,-1 1 1,-1 0-169,-2 1 1,0-1-1,3 1 1,-1 0-1,4 0 1,0 0-1,1 0 1,1 0 0,1 0-1,1 0 2,0 0 0,0 0 1,2 0-1,0 0 1,3 1-1,1-1 1,2 1-1,0 0 1,-21 2 14,4 0 0,4-1 1,4 0-1,4 1 0,5-1 35,6-1 0,3-1 1,4 0-1,2 0 1,3 0-1077,0 0 738,5 0 0,5 0 0,8-1 0,2-1 0,3-2-329,2-2 1,0 3-1,4-2 1,0 1 0,0 2-843,3 1 0,2 1 1498,4 0 0,2-3 0,-2 0 0,-3 0 0</inkml:trace>
  <inkml:trace contextRef="#ctx0" brushRef="#br0" timeOffset="1">4739 5940 7853,'28'1'0,"-6"1"0,-9 3 655,-5 0 0,-5-3 1,-7 1-1,-6-2 0,-5-1-109,-6 0 0,-5 0 0,-9-1 0,-10-1 0,19 0 0,-2 0-273,-4-1 0,0 1 0,-1-1 0,0 0 0,-1 0 0,0-1 0,0 1 0,0 1 0,-1 0 0,-1 0 0,-1 1 0,0 0 114,-1 0 0,0 1 0,1 0 0,-1 0 0,0 0 0,0 0 0,-1 0 0,0 0-304,-3 0 0,0 0 0,1 0 0,0 0 1,0 0-1,1 1 0,1 0 0,0 1 0,0 0 1,0 1 118,0-1 1,-1 1-1,0 1 1,1-1 0,4 0-1,2-1 1,1 0 0,2 0-1,1 0 1,0 1 33,1 0 0,0-1 1,-24 1-1,4 3 1,4 1-1,7-2-77,5-2 0,7 1 0,4-1 1,5 0-1,3 0-947,3 0-2489,5 0 0,1-3 2184,4 0 1,0 0 0</inkml:trace>
  <inkml:trace contextRef="#ctx0" brushRef="#br0" timeOffset="2">3277 8249 7720,'9'-1'289,"-3"-2"0,-3-3 1,-3-2-1,-3-2 1,-2 1-1,-1 1 1,0 1-1,1 0 803,0 0 0,2 2 0,-3 0-186,-2 1 0,3-2-663,-1 2 1,0 1-1,-3 3 1,-1 0-103,1 0 1,0 0 0,-2 0 0,0 0 0,-2 1-101,2 2 0,1 0 1,0 3-1,1 1 1,0 1-70,0 2 0,-1 2 0,1 0 0,0 1 1,-1-1 104,1 1 0,0 0 0,-1-2 1,1 2-1,-1-2 42,-3 0 1,3-2 0,-2 0-1,1 1 1,2-1-67,0 0 1,-1 1 0,2 2 0,1 1 0,2 2 12,0 1 1,1 3-1,2 2 1,-1 1 0,1 2-1,1 1 19,1-1 0,0 2 0,0-5 0,0 0 0,0-1-57,0-2 0,0 1 0,1 0 0,1-1 0,2 1-69,1 0 1,-1-1 0,2 0 0,0-2 0,0-1-14,0-2 1,-3 3 0,4-4-1,0 1 1,0 0 3,-1 3 0,4-2 0,-2 0 1,3 1-1,1-2 50,-2 1 1,2 1 0,1-2 0,-2-2 0,0 1 31,-2 0 1,0-2 0,1 3 0,-1-3-1,0-1-112,0 1 0,2-1 0,1 0 1,3 1-1,0-1 11,1 0 0,-4 0 1,3-2-1,-1-2 1,1 0 108,1 0 1,-1-2 0,0 3 0,2-2 0,0-1 135,2 1 0,-4-2 1,1 3-1,0 0 0,2 1-17,1 1 0,-1-2 0,1 1 0,1 1 0,0 1-211,2-2 1,1 2 0,-3-3 0,2 2 0,0-1 0,0 0 104,-1-1 0,1 3 0,-3-2 0,-1 0 488,1 0-424,-5-4 0,3 2 0,-4-4 1,2 0-1,1 0 33,2 0 0,4 0 0,1 0 0,0 0 0,3 0-54,1 0 1,2 0-1,1 0 1,2 0 0,1 0-107,2 0 1,-2 3-1,-2 0 1,-4-1-1,-1-1 55,-1-1 0,-4 0 0,1 0 0,-3 0 0,0 0-50,-1 0 0,2 0 0,2 0 0,3 0 0,2 0 16,1 0 0,3 0 1,1 0-1,-1 0 0,-1 0-2,-3 0 0,-3 0 1,1-1-1,-2-1 1,-1-2-50,-1-1 0,1-1 0,-2-3 0,2-1 0,2 2-22,3 2 0,1-3 0,-1 3 0,0-1 0,0 0-21,2 1 0,-2 2 1,-3-2-1,-1-1 1,0 0 8,0 1 1,0-3 0,-3 4-1,2-1 1,-1 1 72,-2 1 0,1-4 1,1 3-1,0-1 0,0 0-5,-1-1 1,-2-2 0,1 0-1,0 0 1,-1-1-6,1 1 0,-1-1 1,-3-3-1,-2-2 0,-1-3-20,-3 0 0,3-1 1,-7-1-1,1-3 1,-1-3-1,-1-4-96,-2 0 0,-1 4 1,-1 1-1,0-1 94,0-1 0,0-1 1,-1 1-1,-1 1 1,-2 2-1,-1-2 87,-2-1 0,-5-1 0,-1 0 0,-2 0 0,-2 1 67,-4 2 1,-3-1 0,-4 5 0,-1-1 0,-1 1-102,-1 3 1,-1-3 0,2 5-1,0-1 1,2-1-97,2 3 1,2-3-1,-4 4 1,0-2-1,0 2 28,0 0 0,-3-2 0,-1 0 1,0-1-1,0-1 75,2 3 0,-1-3 0,2 3 0,2 1 0,0 2 22,0 1 0,-1 2 0,0 0 0,0-1 0,0 2-60,0 2 1,0-1 0,0 2 0,2 1 0,0 0 0,2 2 0,0 1 49,0 1 0,4 0 0,-2 0 0,2 0 0,2 0 56,-1 0 1,-4 3 0,-1 1 0,0 0 0,-1 2-71,-1-1 1,-1-3-1,-2 2 1,-1-1-1,-1 1-84,1 1 1,-2-2 0,1 4 0,0-1 0,-1 0-109,-2 0 0,1 1 0,-1 3 0,2 1 0,2 2 121,1-2 1,6-1 0,1 1-1,3 0 1,4 0 422,2-2 0,3 0 2090,1-3-2712,4 3 1,1-5 0,8-3 0,3-4 0,4-2-412,5 1 1,1-2-1,2 2 1,-1 0 0,2-1 1,2 0 0,6 2 0,5-1 0</inkml:trace>
  <inkml:trace contextRef="#ctx0" brushRef="#br0" timeOffset="3">1266 11992 7140,'-6'0'-42,"0"0"1,-1 0-1,-2 0 42,0 0 0,0-4 0,-1-1 0</inkml:trace>
  <inkml:trace contextRef="#ctx0" brushRef="#br0" timeOffset="4">1034 11387 8095,'3'-11'899,"1"3"0,0 1 1,0 2-81,-2-2 0,2 5 0,-1 5 0,-1 8-164,-1 6 0,-1 6 1,0 1-1,0 4 0,0 4-398,0 6 0,-1 0 0,-1 7 1,-1 6-1,2-22 0,0 0 1,1 2-1,-1 1-179,1 1 1,0-1-1,0 1 1,0-1-1,0-1 1,0 1-1,1-1 1,-1 0-1,1-1 1,0 1-61,1-2 0,-1 0 0,1 0 0,0-1 0,1 18 0,0-4 0,-1-5-50,-1-3 1,0-8 0,1-2 0,1-7 0,-1-4-110,-1-3 1,0-5 0,2-2 0,3-4 0,3-4-109,0-4 1,3-10 0,2-1 0,0-1-1,2-2-113,-2 2 1,4-2 0,-3 3-1,3 1 1,1 4-5,-1 1 0,-2 1 0,-1 2 0,1 1 0,-2 2-170,-1-1 1,0 1 0,0 0 0,-3 1-932,-3 0 0,-3 4 1467,-4-3 0,-4 0 0,-1-3 0</inkml:trace>
  <inkml:trace contextRef="#ctx0" brushRef="#br0" timeOffset="5">1313 11937 8195,'28'-6'437,"-5"2"1,-5 4 0,-4 0 654,-4 0 0,-5-1 0,-3-1-546,-4-1 0,-3-3 0,-6 3 0,-4 1 0,-5 1 0,-2 1-145,-4 0 0,-4 3 1,-2 1-1,0 1 0,-1 1-340,-1-1 1,2 4 0,-4-4 0,-2 1 0,0-1-632,-1-1 1,3 3-1,3-3 1,5 0-524,5 0 1,8-1 0,2-3 670,3 0 1,5 0 0,1 0 0</inkml:trace>
  <inkml:trace contextRef="#ctx0" brushRef="#br0" timeOffset="6">1601 12523 7967,'13'0'-62,"-1"1"1,0 2 0,-3 3 0,-2 3 0,-2 0 0,0 1-1,-3 3-220,-1 2 0,-1 3 1,0 1-1,0 0 1,0 2 551,0 1 1,0 3-1,0-1 1,0 1-1,0-1-178,0-1 0,-3-2 0,-1-3 0,2-3 0,1-2-503,1-3 1,-4-5 0,-2-2 410,-2-1 0,3-11 0,0-1 0</inkml:trace>
  <inkml:trace contextRef="#ctx0" brushRef="#br0" timeOffset="7">1760 12411 7995,'9'0'-1318,"0"0"1844,1 0 1,-6 1 0,-5 1-1,-7 2 1,-8-1 0,-5 0 12,-4 0 1,-5 4 0,-2-2 0,0 2 0,-1-1 0,1 0-1014,0-1 0,-2 2 0,2-4 0,1 0 0,1-2 474,3-1 0,5 0 0,-1 0 0</inkml:trace>
  <inkml:trace contextRef="#ctx0" brushRef="#br0" timeOffset="8">6713 11843 8077,'5'-4'334,"-2"-2"0,-2-2 0,-1-2 1,0 1-1,0 0 0,0 0 449,0-1 1,-4 1 0,-2 0-821,-2-1 0,2 5 0,-1 2 0,0 3 0,-1 3-63,-1 3 0,-1 3 1,0 0-1,-1 0 1,-2 1-66,2-1 0,-1 0 0,2 2 0,0 0 0,1 1 121,1 0 1,4 1 0,1 1 0,2-1 0,1 0 128,0-1 0,1-1 0,2 1 0,2 0 1,2-1 53,3 0 1,-3-2 0,6 0 0,0 1 0,-1-1 11,0 0 0,1 0 1,-1-2-1,0-1 1,-2 1-68,0 2 1,-1-1 0,0-1 0,0 0-1,1 3 10,-1 1 0,0 2 0,1 0 0,-1 1 0,0 2-14,1-1 1,-4 0-1,-1 1 1,-1 0 0,-1-1-87,1 0 1,-3 1 0,3-3-1,-4-2 1,-4 0-57,-2-2 0,-2-1 0,-1-1 0,-2-1 1,0-2-163,-2-2 1,-2-1 0,2-2 0,-2-2 0,0-5-14,0-3 1,3 1 0,5-4 0,4 1 0,2-3 294,1-1 1,1-3 0,2-2 0,5-2 0,2-3 189,2-1 1,4 0 0,-4 0 0,1 0-1,-1 0 30,1 0 0,2 0 0,-2 1 0,-3 2 0,-2 4-109,-2 1 1,-4 1 0,2 1 0,-3 0 0,-2 3-344,-3 2 0,2 3 1,-4 1-1,-1 0 1,-1 3-439,-2 3 1,-2 2 0,-1 1 0,1 0 0,0 0-1388,-1 0 1999,1 0 0,-2 4 0,0 1 0</inkml:trace>
  <inkml:trace contextRef="#ctx0" brushRef="#br0" timeOffset="9">6983 12281 8548,'15'0'888,"-2"0"1,-5-1-889,-1-2 0,-3 2 0,-4-3 0</inkml:trace>
  <inkml:trace contextRef="#ctx0" brushRef="#br0" timeOffset="10">7188 11881 7998,'8'-7'818,"-1"1"1,-1-1-1,-1 2 1,-1 4-164,0 7 0,-1 13 1,-3 4-1,0 8 0,0 8-301,0 2 0,0 7 0,0 3 0,1 1 0,1-3-466,1-5 0,4-2 0,-4-7 0,-1-4 0,-1-6 1,-1-6-2263,0-3 1492,0-3 1,0-10-1,0-6 882,0-8 0,0-14 0,0-4 0</inkml:trace>
  <inkml:trace contextRef="#ctx0" brushRef="#br0" timeOffset="11">7328 11760 7947,'27'-10'0,"-3"1"1508,-2 0-956,-6-1 0,-3 1 0,-4 1 0,0 1 540,-3 0 0,1 6 0,-4 2-669,-1 8 0,-1 4 0,-1 7 0,0 0 0,-1 3-330,-2 1 0,2 4 1,-2 3-1,1 0 0,0 0-35,-1 0 0,0 0 0,4-2 0,1 1 0,2 2-103,1 1 0,1-3 1,3 0-1,-2-3 1,-1-3 6,1-1 0,2-6 1,0-4-1,0-3 0,2-2-198,1-2 0,-2-1 0,4-6 0,-1-4 1,2-4 17,-1-5 0,4-8 0,-3-5 0,2-4 0,-1-4 265,0 0 0,-4 3 0,2 0 1,-3 3-1,-4 5 297,-1 3 0,-2 7 0,-2 1 1,0 4 36,-3 3 0,-4 7 0,-8 8 0,-2 8 1,-3 6-36,-1 8 0,4 1 0,1 3 1,3-2-1,4-2-1177,2-3 0,2-7 0,3 1 831,0-2 0,4-6 0,1 0 0</inkml:trace>
  <inkml:trace contextRef="#ctx0" brushRef="#br0" timeOffset="12">8259 12011 8005,'4'-6'191,"2"0"1,1-2 0,1 0 0,-3-2 0,-1-2 0,-2 0 0,-1 1-1,-1 0 1,0 2 382,0 0 0,0-1 1,-1 1-1,-2 0 1,-2-1-371,-1 1 0,-2 4 0,1 1 0,-3 1 0,-4 1-232,0 3 0,-2 3 0,-1 6 1,0 2-1,3 5-189,0 4 1,3-1-1,5 5 1,4 1 155,8 1 1,4 1 0,9 0 0,-1-1 0,1-2 0,-1-5 336,1-3 1,-3-4 0,-2-4 0,0-3 0,-3-2 1658,-1 0-1860,0-3 0,-6 0 0,-4-4-208,-5 1 0,-4 1 1,-1 1-1,-4 1 1,-4 2-1,-6 3-626,-3 3 1,-5 0 0,-1 0 0,-1 0-2452,0 1 3210,4-1 0,-2 5 0,4 0 0</inkml:trace>
  <inkml:trace contextRef="#ctx0" brushRef="#br0" timeOffset="13">8305 12486 7868,'18'0'0,"-3"0"0,-2-1 819,-3-2 0,-1 2 0,0-3 0,-2 0 0,-1 1 0,-4-4 0,0 2 0,-4 0-164,-4 2 0,-11 3 1,-5 3-1,-8 4 0,-10 4-291,-8 5 0,19-7 0,0-1 0,-5 1 0,-1 0 0,-2 0 0,-1 0 0,-1-1 0,-1 0-189,-2 0 0,-1 1 1,-2 1-1,1-1 1,-2-1-1,1-1 1,0 1-1,0-1-1814,-1 1 1,1 0 1310,-2-2 0,1-1 0,3 2 1,0-1-1,3-2 0,1-1 1,5 0-1,1 0 0,3 1 1,2-1-329,0 1 1,1 1-1,-19 4 1,6 0 0,8 1-2622,6-1 2457,7 0 1,10 1 0,6-1 0,4 0 130,5 0 1,9-3 0,10-3-1,3-2 689,3-1 0,2-1 0,4-2 0,4 2 0,2-4 0</inkml:trace>
  <inkml:trace contextRef="#ctx0" brushRef="#br0" timeOffset="14">7961 12709 7838,'28'-9'343,"0"1"1,0 2 0,0 2 311,-1 3 0,-6 1 1,-3 0-1,-4 0 0,-2 0 164,-2 0 0,-6 0 0,-6 0 0,-10 1-164,-12 3 0,-12-2 1,-12 3-1,21-3 0,-1 1 983,-2 0 0,-1-1-1417,-8 1 0,-3 0 0,2 2 0,-2 0 0,-7 0 1,-1 0-1,2 1 0,-1-1 0,1 2 0,0-1-351,-1-1 0,1 1 0,3 1 0,1 0 0,0-1 0,1 1 0,3 0 0,1-1-280,2 1 0,2 0 1,4 1-1,1 0 1,-21 7-1,10 0 0,11 1 1,9 1-411,8 0 1,6-1 0,5-2 0,6 0 272,9-3 1,6-5 0,14-4 0,4-4 0,4-5 0,3-4-2731,-1-5 3277,0 3 0,5-8 0,-23 12 0,0-1 0,1 0 0,-1 0 0</inkml:trace>
  <inkml:trace contextRef="#ctx0" brushRef="#br0" timeOffset="15">7933 12765 7794,'41'-11'0,"2"0"0,-1 4 533,-2 2 0,-5-1 1,-5 3-1,-5 1 1,-4 1-1,-4 1 2743,-5 0-2621,-2 0 0,-14 1 1,-9 3-1,-14 4 0,-13 4-328,14-4 1,0-1 0,-4-1-1,0-1 1,-5 2 0,0-1-1,-4-1 1,0 0 0,-4 0-1,0-1 0,-2 1 1,-1 0 0,2-1-1,0 1 1,1 0 0,0-1-1,1 1 1,0 0 0,1-1-1,0 1-611,1 0 1,1-1-1,2 0 1,1-2-1,4 1 1,3 1-1,1-1 1,2 1-1,-20 4-372,8 2 1,11-1-1,3-1 1,8-1 0,6 0-1,6 0 1,4-2-1,5 0 1,8-1 0,8-2-1,4-1 1,5-3-1,5-3 1,7-5 0,9-4-165,-22 6 1,1 0 0,1-1 0,2 1 526,1 0 1,0 1 0,-1 0-1,0 0 1,2 3 0,0-1-1</inkml:trace>
  <inkml:trace contextRef="#ctx0" brushRef="#br0" timeOffset="16">7924 12830 7794,'44'0'611,"-3"1"0,-4 1 130,-4 2 1,-6 2-1,-6-3 1,-2 0 350,-4 1 0,-6-3 0,-10 2-624,-8-2 0,-9 0 0,-12 1 0,-9 3 0,-11-1 0,21-2 0,-1 1-141,-4-1 1,0 1 0,-7 0-1,0 0 1,-5 1 0,0 0-1,-1 0 1,0 0 0,-2-1-1,-1 0-30,15-1 1,-1 1 0,1-1 0,-14 1 0,2-1 0,0 1 0,0 1 0,6-1-1,1 1 1,2 0 0,1 0-227,1 0 0,1 1 1,6 1-1,1 1 1,-18 6-1,10 1 1,9 0-728,8 1 1,5-4-1,9 1 1,6-1 0,8-2-165,9 0 1,9-3 0,6-2 0</inkml:trace>
  <inkml:trace contextRef="#ctx0" brushRef="#br0" timeOffset="17">6750 13808 7745,'15'-3'521,"-3"0"0,-1 1 0,-3 2 0,-3 3 0,-4 3 0,-4 2 25,-2 2 0,-1-1 0,-4 0 0,1 1 0,0-1 0,-1 1-543,1 3 0,1-3 0,2 2 0,2 0 0,3-1 0,1 3-27,0 0 0,1 2 0,3 2 1,3 2-1,4 1 166,5 0 0,4 5 0,3-2 0,1 1 0,1 0 64,-1 0 0,2-2 0,-2-1 0,0-2 0,-2-2 0,-4 1-155,-2-1 0,-3 0 0,-4-1 0,-3-3-88,-3 0 1,1-1 0,-1-2 0,-2 2 0,-3-2-230,-4 0 1,-2-5 0,-3-1-1,0-1-17,-1-2 1,-6-1 0,0-1-1,-2-1 1,-2-2 0,0-3-47,1-2 1,2-2-1,4 1 1,2-1 209,2-3 1,3 3 0,3-4 0,2 1-1,4-4 199,4-3 0,5-1 0,2-4 0,4-2 0,2-2 97,4-2 1,-4-3 0,2 3-1,-3 1 1,-2 1-33,0 1 0,-3 0 0,-5 1 0,0 1 1,-1 3-140,-1 0 1,-1-2-1,-4 3 1,0 2 0,-1 0-72,-2 1 1,-2 5 0,-5 1 0,0 4 0,-1 3-511,-2 3 1,-3 6 0,0 3 0,-2 2 0,-3 2 574,-1-1 0,0 5 0,4 0 0</inkml:trace>
  <inkml:trace contextRef="#ctx0" brushRef="#br0" timeOffset="18">7300 14246 7786,'18'5'162,"1"-2"1476,-9-2 0,-2-1-1285,-12 0 1,-1-4 0,-5-2-1,-1-3-1139,-2 0 0,4 0 0,4-1 786,0 1 0,-2 0 0,2-1 0</inkml:trace>
  <inkml:trace contextRef="#ctx0" brushRef="#br0" timeOffset="19">7532 13929 7848,'13'-19'1002,"-2"1"-450,-2-1 1,-3 5 0,-4 1 0,1 3 0,-1 1 434,-1-1 1,-1 6-777,0 4 0,0 8 0,0 9 0,0 4 0,0 4 1,0 2 26,0 4 1,0 1 0,1 4 0,2 3-131,3 2 1,0 0 0,0 0-1,0-2 1,0-2 0,0-1-361,2 0 1,-3-3 0,0-3 0,-1-4-842,-2-4 1,0-3 0,0-1-475,1-2 0,1-8 1567,-4-8 0,0-8 0,0-7 0</inkml:trace>
  <inkml:trace contextRef="#ctx0" brushRef="#br0" timeOffset="20">7747 14041 7848,'13'-20'97,"2"0"1,-1 1 279,-2 1 1,2 6-1,-3-1 1,-1 3-1,-3 1 77,0-1 1,-3 4 0,-1 0-1,-1 0-127,1 1 1,-1 2-1,1 6-309,-2 3 1,-5 6 0,-2 4-1,0 1 1,0 2 0,-1 1-85,-2 1 0,0 2 0,0 2 0,1-3 45,1-3 1,3 0 0,4 0 0,0-2 0,1-1 0,3-4 187,6-2 1,0 0-1,6-2 1,0-1-2,2-1 0,-1-3 0,1 0 1,-1-2-1,2-1 9,-2 0 1,1 0 0,-3 1 0,0 1 0,0 1-44,-2-1 1,3 3-1,-4 0 1,-2 1 0,-1 1-1,-4 1-12,-1 3 1,-1 1 0,-3 2 0,-1 1-224,-2-1 1,-3-1-1,-7 1 1,-2-1-1,-3-4-469,0-2 0,-5-5 0,-1 1 1,-1-3-1,1-3-801,2-3 1,-3-5 1372,3-2 0,5-3 0,3 1 0</inkml:trace>
  <inkml:trace contextRef="#ctx0" brushRef="#br0" timeOffset="21">8091 13789 7982,'27'-12'0,"-3"1"0,-6 1 1638,-4 3 0,-4 1-983,0-3 0,-10 3 1,-7 3-1,-7 2 0,-7 1-777,-4 0 0,-3 0 0,-3 1 1,-3 1-1,-1 2-1203,1 2 0,5-3 1325,4 3 0,4 0 0,-1 3 0</inkml:trace>
  <inkml:trace contextRef="#ctx0" brushRef="#br0" timeOffset="22">8361 14059 7990,'28'-9'381,"-1"3"1,-3 1 196,-6 1 1,0-3-1,-7 3 1,-1-1 0,-4-2-174,-2-1 0,-2 1 1,-5 2-1,-3 1-398,-3 2 1,-4 2 0,-4 3-1,-2 3 1,-3 3-278,1 0 1,6 4 0,2 3-1,4 1 1,3 3 249,3 2 0,6 1 1,4 1-1,5-1 0,4-1 203,5 0 0,0-2 0,3-3 0,1-3 1,0 1 145,0-1 0,-4-2 1,-1 0-1,-3-2 0,-6 0 27,-4-1 0,-2 0 0,-6 1 0,-3-1-675,-2 0 1,-6-3 0,-5 1 0,-3-1 0,-5 0-502,-2 0 1,-1 1 0,0 2 0,0 0 800,0 0 1,0 1-1,0-1 1</inkml:trace>
  <inkml:trace contextRef="#ctx0" brushRef="#br0" timeOffset="23">8678 14804 7981,'33'0'1320,"-2"0"0,-7 0 1842,-6 0-2575,-3 0 779,-10 0-899,-1 0 0,-12 1-254,-5 2 0,-4-2 0,-6 3 1,-7-3-1,-11-1-47,14 0 1,-1 0-1,-7 0 1,-2 1 0,-5 0-1,-1 0 1,-4 0 0,-1 1-1,-4-1 1,-1 0-221,15-1 1,-1 1-1,0-1 1,0 0-1,0 0 1,-1 0-1,0 0 1,0-1 0,0 1-1,-1-1 1,0 0-1,0 0 1,0-1-1,0 0 1,1 0-200,0-1 1,0 0 0,1 0 0,2 1 0,1 0 0,-1 0 0,1 0 0,1 1 0,0-1 0,-12 0 0,2 0 0,5 1 0,2 1-217,4 0 1,1 2 0,6 0 0,1 1 0,-19 7 0,12 2 0,14 1 468,8 2 0,6 0 0,5 4 0</inkml:trace>
  <inkml:trace contextRef="#ctx0" brushRef="#br0" timeOffset="24">8538 15056 7837,'47'5'465,"-9"-1"0,-11-1 627,-11 0 0,-10 0 0,-11-3-624,-9 0 0,-18-1 0,-15-1 0,18 0 0,-2 0 0,-4 0 0,-2 0-234,-4 0 0,-2 0 0,9 0 0,-2 1 0,-1 1 0,-1-1 0,-2 2 0,1-1 0,-4 0 0,1 0 0,-2 0 0,-1-1 0,-2 1 0,1 0-122,-4-1 0,0 0 0,1 0 0,2 0 1,0 0-1,0 0 0,-2 0 0,1-2 0,-1 1 1,2 0-1,1 0 0,0 0 0,3 0 1,0 0-1,0 1 0,3 0 0,0 0 0,0 0-477,2 0 1,1 0 0,0 2 0,-10 2 0,1 2 0,10 0 0,1 2 0,4 2 0,1 0 364,2 1 0,2 2 0,1-1 0,2 3 0,-14 17 0,6 2 0</inkml:trace>
  <inkml:trace contextRef="#ctx0" brushRef="#br0" timeOffset="25">7951 11462 8045,'19'-16'332,"-1"2"1,-3 0 0,-2 3 0,-3 0 99,-1 2 0,-3 6 0,1 6 0,1 10 0,2 7 1,5 10-175,2 10 0,1 9 0,-5-17 0,0 2 1,1 5-1,0 1 0,1 4 0,0 1-184,0 2 1,0 1-1,-1 3 1,1 0-1,-2-2 1,1 1-1,-2-1 1,0 0 0,-1-3-1,-1-1-185,-1-2 1,-1-2-1,-2-6 1,0-2-1,-2-4 1,-2-3-1,1 16 1,-4-15-159,-5-10 1,-9-16 0,-15-21-1,10 3 1,-1-3 0,-5-6 0,-1-3 158,-6-5 0,-1-2 0,11 10 0,-1 0 0,0-2 0,-3-3 0,0-2 0,-1-1 0,0-1 0,-1-1 0,-1-1 0,0 0 0,-1 0 0,-1 0-1,0-1 0,-1 0 0,0 1 0,1 1 0,-1 0 0,2 1 0,2 4 0,0 0 0,1 0 1,1 3-1,1 1 0,0 1 0,-10-10 0,0 2 272,3 5 0,3 2 1,5 6-1,2 1 1,-7-4-1,14 14 200,14 14 0,18 13 0,22 17 0,-15-14 0,0 2 0,2 3 0,1 2-88,-1 3 0,1 2 0,2 4 0,0 1 0,0 5 0,0 0 0,-8-13 0,0 1 0,0-1 0,1 2 0,0-1 0,0 1-98,1 1 1,0 1 0,-1-2 0,9 13-1,-2 0 1,-8-13 0,-1 0 0,0-1-1,6 12 1,-2-2 0,-4-4 0,-1-1-224,-3-2 0,-1-2 0,-2-5 1,-1-1-1,3 17 0,-5-13 1,-7-13-224,-11-7 1,-15-21 0,-19-17-1,16 6 1,-2-2 0,-6-7 0,-1-1 100,8 9 0,0 0 0,0-1 0,-2-2 0,0-2 1,0 1-1,-1 0 0,1 0 0,-1-1 0,0 1 0,0-1 1,0 0-1,0 1 0,0 1 0,0 0 13,1 1 1,1 2-1,0 0 1,-11-7 0,3 2-1,9 7 1,1 1-1,4 3 1,1 3 0,-13-8 235,9 11 1,14 9 0,10 16 0,11 13 0,10 11 242,-4-14 1,0 1 0,3 4-1,1 2 1,6 5 0,0 0-1,2 2 1,0 1 0,3 3-1,1-1-61,2 1 0,-1 1 0,-2-2 0,0 0 0,1 0 0,-1 0 1,-2-1-1,-1 0 0,-2-3 0,-1 0 102,-2-2 0,0-2 0,-3-4 0,-2-2 1,10 14-1,-8-12 0,-10-10-476,-8-9 1,-14-17 0,-15-17 0,8 6 0,-1-2 0,-4-7 0,-2-3-76,-2-6 1,-1-1 0,7 12 0,-1-1 0,-1 0 0,-1-4-1,0 0 1,-1 0 0,-1 0 0,-1 1 0,0 1 0,0-1-1,-1 0 1,1 1 22,0-2 1,-1 1-1,1 1 1,-1 0-1,1 1 1,-1 1-1,2 3 1,1 1 0,-1 1-1,-9-8 1,1 3-1,4 4 1,3 1 44,4 3 1,2 2 0,-8-9 0,10 12 0,13 13 395,13 14 0,11 13 0,-1-5 0,3 2 0,2 4 0,0 0 0,5 4 0,0 1 51,3 3 1,1 1 0,1 2-1,1 1 1,1 1 0,0 1-1,-1 0 1,-1 1 0,-1-1-1,-1 1-134,-1 1 0,0-2 0,-5-4 0,0-1 1,0-3-1,-1-1 0,-3-4 0,-1-1 0,9 14-70,-10-10 0,-6-11 1,-14-10-1,-7-6 0,-14-10-398,-12-11 0,13 6 0,0-3 0,-1-6 0,-1-2 0,-2-2 0,-1-2 0,-4-5 0,0-1 28,-5-4 1,0-1 0,12 12 0,0-1 0,0 1 0,-12-10 0,0 0-1,1 0 1,0 0 0,2 0 0,-1 0 0,0 1 0,1 0 62,-1 1 1,1 2 0,5 4-1,0 2 1,5 4 0,2 2 0,-16-12 192,10 8 1,11 8 0,12 14 0,11 11 399,12 13 1,12 11-1,-11-11 1,1 1-1,1 5 1,2 0 0,2 4-1,2 1-136,1 1 0,-1 0 0,0 0 0,-1 0 0,-1 2 0,0 0 0,-3-1 0,0 0 0,-1 0 0,-1 0 0,-1-3 0,0-1 84,-2-3 0,1 0 0,-4-5 0,0-2 1,4 14-1,-6-8-453,-7-8 0,-6-7 0,-9-8 0,-11-11 0,-13-12 0,14 2 0,-1-2-269,-2-5 1,-1-2 0,-4-7 0,-2-3 0,-2-5 0,-1-1 0,11 13 0,-1-1 0,1-1 159,-1-1 0,0 0 0,0-1 0,3 1 1,0-1-1,0 0 0,1-2 0,0-2 0,0 1 1,2 2-1,0-1 0,1 1 0,-6-15 0,2 1 1,1 2-1,3 0-18,2 2 0,3 2 0,3 5 1,3 2-1,6 4 0,2 2 1,11-19-1,11 14 324,8 13 0,-7 14 1,2 4-1,4 4 0,2 3 1,4 3-1,1 3 0,4 3 1,0 3 49,1 3 1,0 3 0,-12-5 0,1 1 0,0 1 0,-1 1 0,0 1 0,0 0 0,3 1-1,-1 2 1,1-1-13,1 1 1,0 0 0,-1 1-1,0 0 1,0 0 0,-1 1-1,-2 0 1,0-1 0,-1 1-1,1-1 1,-1 1 0,-1-2 0,-1 0-1,0-1 1,-1 0 0,10 8-1,-1-2-116,-6-4 1,-2-1-1,-6-5 1,-2-2-1,10 9 1,-9-9-1,-10-9-271,-7-11 0,-13-19 0,-15-20 1,8 12-1,-1-1 0,-5-8 0,-3-1 29,6 9 1,-1-1-1,-1 0 1,0-1-1,-1 0 1,-1-1-1,-2-3 1,-1 1-1,1-1 1,0 2 0,1-1-1,1 1 1,1 0-1,0 1 1,1-1-41,1 2 1,0 0 0,0 1-1,-6-10 1,0 2 0,3 2-1,2 2 1,3 6 0,2 2-1,-6-14 243,11 13 0,17 12 0,16 16 1,17 11-1,-14 0 0,3 3 0,3 4 1,2 3 156,3 4 0,2 1 0,5 1 0,1 1 1,-13-6-1,0 1 0,0 1 0,1 0 0,0 2 1,0-1-1,0 2 0,0-1 0,0 1 69,0 0 1,0 0-1,0 0 1,-1-1 0,0 0-1,0-1 1,-1 0-1,1-1 1,-1 0 0,-3-1-1,0 0 1,0 0 0,9 10-1,0-2 15,-4-2 0,0-3 1,-3-5-1,-1-3 0,11 5 1,-9-9-1,-10-9-279,-10-10 1,-9-16 0,-14-20 0,0 14 0,-3-1 0,-4-6 0,-2-1-221,-4-3 1,0-1 0,7 10 0,-1-1 0,1 0 0,-1-1 0,1 0 0,-1 1 0,-9-15 0,0 2 0,0 2 0,0 2-41,-1 3 1,1 3-1,5 6 1,1 3 0,1 2-1,1 3 1,-9-8 0,10 13 276,7 9 1,9 18 0,9 10-1,12 14 1,-5-14 0,2 1-1,3 3 1,0 0 288,2 2 1,0 2 0,-2 2-1,0 0 1,1 1 0,-1 0 0,-1-1-1,-2 0 114,-1-3 1,-2 0 0,-3-3 0,-1 0 0,3 19 0,-7-3 0,-6-4 0,-8-7-312,-6-7 1,-14-13 0,-13-9-1,19-6 1,-2-2 0,-5-5 0,1-3-264,-3-3 0,-1-2 0,-1-3 0,-1 0 0,-3-4 0,-1 0 0,-2-1 0,0-1 0,0 0 0,-1-1-72,2 0 0,1 0 0,3 3 1,1 1-1,4 2 0,2 1 0,3 5 1,1 1-1,-17-4 67,8 8 0,15 8 1,6 10-1,8 9 1,8 7 399,7 4 1,7 4 0,5 0 0,2-2 0,-1-5-1,-3-5 68,-2-5 1,-3-5-256,-3-3 0,-1 2 0,0-2 0</inkml:trace>
  <inkml:trace contextRef="#ctx0" brushRef="#br0" timeOffset="26">6080 7393 7814,'10'-4'568,"2"-3"1,-2 1-1,-5 2 1,-7 5 0,-6 3-205,-5 4 0,1 0 0,-6 1 0,-2 0 0,-3 2 0,-3 0 0,-1 3 0,-1-1 0,-2 2-17,-4-1 1,-4 1 0,-9 0 0,1-3 0,-1-1 0,1-1-223,-1 3 0,1-3 1,-2 2-1,-1-1 1,-1-3-1,-1-1-74,0-1 0,25-3 0,0 1 0,-24 5 0,1-1 0,2-1 0,0 0-24,1 0 0,-1-2 0,0 1 0,3 0 1,3 0-72,3-3 0,4-2 0,-1-1 1,1 0-1,-1 0 62,-2 0 1,0-3-1,1-1 1,1-1-1,1 0 195,-1 0 1,2 2 0,3-2 0,4 1 0,2 2-5,1 1 1,-3-1 0,1 0 0,-2-1 0,0 1-144,-1 1 0,0-3 0,0-2 0,1-2 1,1-2-68,1 1 0,1-1 1,-2-2-1,3 0 1,-1-1-2,0 0 0,2-2 0,-1-3 0,-1-1 0,0 1-44,-2-1 1,-1-1-1,0 0 1,1-3 0,3-1 6,0-2 1,-1-1 0,4-1 0,3 0 0,0 1 22,3-1 1,0 3-1,6 1 1,2 0-1,3 0 65,2-1 1,1 1 0,1-2-1,3-2 1,5-3 32,6-2 1,2 3-1,2-2 1,0 1-1,-1 0 72,1 1 0,-1 4 1,1 1-1,-1-1 0,-2 0-101,0 1 0,-1-2 1,4 2-1,-1-4 1,2-3-50,2-2 0,-3 3 0,4-3 1,0 0-1,2 0-83,2 0 1,4 4 0,1-2-1,2 1 1,3 0 14,3 1 1,1 1 0,-3 2 0,2 2 0,-1 3-32,3 3 1,4 1 0,3 2 0,-23 8 0,0 1 0,0 0 0,0 1 56,24-6 1,-3 3 0,-1 2 0,-2 1 0,0 1 9,0 0 0,6 2 1,1-2-1,1 1 1,-2 2-73,-3 1 0,5 1 0,-24 0 1,0 0-1,2 0 0,1 0 1,1 0-1,0 0-18,1-1 1,-1 2 0,-3 0 0,-1 1 0,-1 0 0,-1 0 0,23 2 0,-3 0 51,1-2 0,-5 0 0,0 0 0,-2 2 0,-1 1 194,-3-1 0,2 3 1,-4-1-1,2 2 1,1 2 58,0-1 0,2 1 0,1 3 0,3 2 0,-1 4-193,-2 3 1,-2-3-1,-4 4 1,-3 0-1,-2 1 7,-1 0 1,0 2 0,-1-1 0,0 2 0,-1 0 103,-1-2 1,-4 5-1,-1-2 1,-2 2-1,-3 1 29,-2 0 1,-1 4-1,-2-1 1,-2 2 0,-1 2-88,-1-1 1,-4-3 0,2-1 0,-3-1 0,-2-2-47,-3-1 1,-2-4-1,-6-1 1,-3-1 0,-1-2 37,-3 2 0,2-3 1,-8 2-1,0 0 1,0 1 23,0 1 1,4-3 0,-3 3 0,0 0 0,1 0 38,0 2 0,1 1 1,0 1-1,-3-2 1,-3 0 2,-3-1 1,1-4 0,-3 1 0,0-3 0,1 0-90,0-1 1,0-2-1,2-2 1,-1 1 0,0-2-21,-1 1 1,-1 2 0,-4-1 0,1 0 0,0 0 32,-2-2 1,-1 3-1,3-3 1,1 1 0,0 0 46,3 1 0,-2-4 0,-2 1 0,-2-1 0,-2-2-31,0 0 0,2 1 0,1 0 1,1 1-1,2 2-101,3-2 0,2 0 0,0-2 0,-1 0 0,-1 1-43,1-1 0,-4-1 0,0-2 0,-2-3 0,0-2 13,2-1 1,-1 0 0,4 0 0,0-1 0,-1-1 21,1-1 0,-3-3 0,2 3 0,0 1 0,-1 1 12,0 1 0,3 0 0,0 0 0,3 0 0,2 0-38,-1 0 1,3 0 0,-2 0 0,-1 0 0,-1 0-83,-1 0 0,-1-4 0,-2-2 0,-2-4 0,-1-1-45,0-2 1,4 1-1,-2 2 1,2-2 0,2 0 147,4 0 1,0-1 0,2 1 0,1 0-1,-1 2 58,0 1 1,0-1 0,4 1 0,-1 0 0,0-1 10,-3 1 1,4-3 0,-2-2 0,-1 0 0,1-3-20,1 0 1,0-2 0,0-1 0,1 0 0,0-2-83,3 1 1,-3-2 0,4 2 0,-1-1-1,2 0 145,-1 0 0,4 1 1,-3 2-1,3 2 1,1 0 210,-1 1 1,1 2 0,0-3 0,0 2 0,2-3-86,1-2 1,4-1 0,-1-3-1,2 0 1,2 0-100,2-5 1,3 4 0,6-3 0,1 1-1,1 1-95,3 1 1,2-1-1,1 5 1,3-1 0,1 0 69,2 0 0,1 1 0,1 2 1,0 1-1,-1-1-25,1 0 0,0 1 0,0-2 0,0-1-18,0 0 0,-1-4 0,-2 3 0,-2 0 0,-1 2 0,2 0-18,0 2 0,3 2 1,-1-2-1,3 2 36,2 0 1,4 1 0,-1-3 0,2 1 0,0 2-58,-1-2 0,-3 1 0,-3-1 1,1 3-1,2 0 32,1 3 1,-2 4-1,2 2 1,0 0-1,-1 2 55,0-1 0,-1 3 0,-3-2 0,-1 2 0,-1 1-33,-1 0 1,-1 0-1,2 0 1,1 1 0,2 1 0,0 1 1,4 1 0,2-2 0,2 3 0,1 0-63,-1 2 1,-2 0-1,-7 0 1,0-1 0,0-1-31,0 0 0,0 1 1,0 2-1,0 0 0,0-2 53,0 1 0,3 1 0,0 3 0,-2 0 0,-2 2 19,-2-2 1,-5 2 0,2 1-1,-2-1 1,-2 2 68,1-1 0,-1-1 1,-2 2-1,-1 1 1,-2-1 12,-2 1 0,0 0 0,-2 5 0,-1 2 0,0 0-17,-2-1 1,-3 4 0,2-2-1,-1 1 1,-2 0-45,-1 0 1,-1-1-1,0 0 1,-1 0 0,-2 0-47,-3 2 0,-2-3 0,-3 1 0,0 0 0,-2-1 7,-2-1 0,1 3 1,-3-3-1,1 0 1,1-1 88,0 1 0,-3 0 0,0-2 0,-4 0 0,-4 3 32,-3 1 0,-5 1 1,-2 1-1,-2 0 1,-3-1-84,-2 1 0,3 0 1,-5 0-1,22-14 0,-1 0 1,-2-1-1,-1-1-65,-2 0 0,0-2 0,1 0 0,0-2 0,0-1 0,-1-1 0,3-1 0,0 0 0,-25 0 93,2-2 1,-2-2-1,-1-2 1,0-4-1,2-4-703,3-1 1,2-5-1,5 2 1,7-3 0,6-1-984,5-3 1,7 1 1303,2-4 1,3-4-1,1-4 1</inkml:trace>
  <inkml:trace contextRef="#ctx0" brushRef="#br0" timeOffset="27">10782 10894 7770,'4'-10'655,"-2"1"0,4 1 1,1 4-1,-2 7 0,-2 9 164,-2 8 0,-1 6 0,0 9 0,0 8-522,0 8 1,0-22 0,0 0 0,0 1 0,0 1 0,0 1 0,1 0 0,0 3-1,0-1 1,1 2 0,-1 1-57,0 0 1,0 0 0,0-1 0,-1 0 0,0-1-1,0 1 1,0 0 0,0-1 0,0 1 0,0-1-636,0-1 0,0 0 1,0-2-1,0-2 1,0-1-1,0-1 0,0 25 1,-1-7-263,-2-3 1,1-6-1,-3-13 1,0-6 0,-1-5-7,-1-6 1,-5-11-1,-3-6 1</inkml:trace>
  <inkml:trace contextRef="#ctx0" brushRef="#br0" timeOffset="28">10670 11359 7741,'0'-27'0,"1"1"0,2 3 247,4 0 0,-2-3 0,1 1 0,2-2 0,3-1 89,1 0 0,6 1 0,-1 0 0,5 1 0,2 2 203,2 1 0,0 1 0,3 5 0,1 1 0,2 4-56,2 2 1,-8 4-1,2 4 1,-2 5-16,-2 7-378,3 3 0,-10 7 1,0 2-1,-2 3 0,-4 5 90,-1 5 0,-4 2 0,-4 3 0,-4 5 0,-6 2-413,-3 3 1,-5-1-1,-4-6 1,-3-3 0,-1-2-378,-2-4 1,-5-2-1,-3-5 1,-1-2 125,1-4 0,2-2 0,5-4 0,3-2 0,4-3 285,4-1 0,9 1 0,0-1 0,6 0 1,5 1 636,6-1 0,4 5 0,8 0 0,4 2 0,4-2 217,4-1 0,-1 3 1,0-3-1,-1 1 0,-2-1-108,-1-1 0,-1-2 1,0-2-1,0 0-951,0-2 1,-1-1-1,-1 1 1,-1-3 0,0-2-1,1-2 404,-1-2 0,2-6 0,-3-6 0</inkml:trace>
  <inkml:trace contextRef="#ctx0" brushRef="#br0" timeOffset="29">12058 11415 7809,'27'1'2238,"0"2"225,-2 3-2181,-6-1 0,-8-1-253,-8-4 1,-5 3 0,-11 0 0,-6-1 0,-5-1-416,-3-1 1,-5 0-1,-2 0 1,-2 1-1,-1 1-1873,0 1 2259,-5 0 0,4 1 0,-3 2 0</inkml:trace>
  <inkml:trace contextRef="#ctx0" brushRef="#br0" timeOffset="30">12030 11639 7770,'23'9'1092,"2"3"0,-7 1 0,-7-2-558,-6-1 1,-4-3-1,-2-1 1,-2 1-1,-4 1-502,-4 2 1,-8-4 0,-7 0 0,-3 1 0,-2 2 0,1-1-1088,1-2 0,0 1 1055,-2-4 0,-2 1 0,-4-4 0</inkml:trace>
  <inkml:trace contextRef="#ctx0" brushRef="#br0" timeOffset="31">12318 11369 7807,'15'-10'362,"0"1"0,-4 1 350,-3 1-454,-1-1 1,2 3 0,2-4 0,1-1 0,3 1 169,-1 0 0,7-1 1,-3 1-1,3 0 0,1 1-28,0 1 0,2 0 0,-2 3 1,-1 0-1,-1 0-302,-2 2 1,0 2 0,-2 4-1,0 5 1,-1 7-6,0 4 1,-1 5 0,-2 6 0,-1 4 0,-2 4 16,-1 1 1,-6 3 0,1-1 0,-3 0 0,-3 1-108,-4-4 1,-2 0 0,-1-9 0,-1-3 0,4-4-73,2-3 1,-1-6 58,3-2 1,1-6-1,5-7 1,3-8-1,3-7-147,4-8 0,1-8 0,5-10 0,0 0-25,3-2 1,-1 2-1,4 2 1,0 3 0,-1 2 33,1 4 1,-4 8 0,0 4 0,-4 7 0,-2 4 200,-2 5 1,0 4-1,-5 6 1,-1 6 0,-1 7 72,1 4 1,-1 11 0,-1 2 0,0 2-1,0 3 88,2 1 1,2 2 0,0 0-1,0-4 1,1-4-70,-1-4 1,0-7 0,1-7-1,-1-4 1,0-5-48,0-5 0,4-9 1,0-9-1,1-13 0,-1-13-26,-1-9 1,-8 19 0,-1 0 0,0-1 0,-1-1 0,0 0 0,0 0 0,-1 0 0,0 0-73,0-1 0,-1 1 0,0-1 0,-1 2 0,0 0 0,-1 1 0,-4-23-434,-2 6 0,-2 7 0,0 8 0,-2 7 0,-4 7 0,-2 5-386,0 5 1,-5 3 0,-2 5 0,-2 3 377,-1 5 1,1 5 0,-1 4 0</inkml:trace>
  <inkml:trace contextRef="#ctx0" brushRef="#br0" timeOffset="32">13845 10866 8080,'10'-14'-159,"-6"6"1,-5 2-1,-8 10 1,-7 10-1,-7 12 1222,-5 9-818,9-11 1,0 2 0,3 1 0,2 1-1,-3 4 1,1 2 0,2 2 0,2 2-1,2 1 1,2 2-142,2 2 0,2 0 1,2 4-1,3-1 1,2 0-1,1-2 1,2 0-1,1-1 1,1-2-1,1-1-97,1-4 1,1-1-1,2-1 1,1-3-1,-1-3 1,2-2 0,1 0-1,1-2 1,0-2-1,2-2-1100,18 17 1,-3-11 0,1-7 1092,0-5 0,1-6 0,1 1 0,0 2 0</inkml:trace>
  <inkml:trace contextRef="#ctx0" brushRef="#br0" timeOffset="33">14301 11266 7962,'15'-13'321,"0"-2"1,-5-2-1,-5 1 1,-3 4 0,-2 1-1,0 2 1,0 0 0,0-1-1,0 1 184,0 0 1,-4 4 0,-2 2 0,-3 1 0,-1 4-1,-1 1-553,-2 3 1,1 6 0,3 4 0,-1 1 0,2 2-102,2 0 0,2 3 1,4 4-1,1 3 0,2 3 256,3 1 1,6 1 0,4 3 0,3-2 0,1-1 168,2 1 1,4-3-1,-1-1 1,0-3 0,1-2-195,-1-1 0,-4-4 1,0 0-1,-5-2 1,-3-2-141,-3-2 1,-2-4 0,-2 2 0,-3-3 0,-2-1-88,-1 1 1,-4 2 0,-3 2 0,-4-1-9,-5 1 0,-6-2 0,-2-4 1,-3-2-1,-1-2 0,0-3-80,0-1 1,1-5 0,1-1-1,2-3 131,2-3 1,5 1-1,8-2 1,5-1 0,3-2-1,3-6 319,4-6 0,5-5 0,10-7 0,2-4-128,1-1 1,-12 21 0,0 0 0,2 0 0,0 0 0,1 0-1,-1 0 1,1 0 0,0 0 0,0 0 0,0 0-233,-1-1 1,-1 2 0,13-15 0,-6 6 0,-4 7-331,-1 5 1,-3 5 0,-4 7 0,0 3 472,-2 1 0,-4 9 0,2 6 0</inkml:trace>
  <inkml:trace contextRef="#ctx0" brushRef="#br0" timeOffset="34">14786 11750 7916,'30'0'951,"-3"-1"1,-8-2-406,-7-3 0,-4-5 0,-5-3 0,-1 1 0,-2-1 0,-3 2-212,-3-2 1,-3 4 0,0-2-1,0 1-3307,-1 2 2973,-3 0 0,3 3 0,-4 2 0</inkml:trace>
  <inkml:trace contextRef="#ctx0" brushRef="#br0" timeOffset="35">15084 11266 8044,'21'-21'987,"1"2"0,-2 2-332,-4 3 0,-3 4 1,-6 5-1,-2 0 0,0 1 282,0 0 1,-3 3 0,2 7-698,-3 6 1,-1 10 0,0 7 0,0 7 0,0 8 0,0 4-138,0 5 1,0-1 0,0 1 0,0-1-224,0 0 1,0-25-1,0 0 1,-1 22-1,-1-5 1,-2-5-1,1-5-973,-1-1 1,3-10 0,-2-5 863,2-4 1,-3-5 0,-1-5 0</inkml:trace>
  <inkml:trace contextRef="#ctx0" brushRef="#br0" timeOffset="36">15400 11369 8126,'27'-27'987,"-3"2"1,-6 5-210,-4 7 0,-4 0 0,0 7 0,-1-1 81,0 1 0,-1 3 0,-2 7-689,-6 5 0,-6 9 0,-5 6 1,-1 3-1,0 1-237,2 0 1,1 0 0,0 0 0,3-1-64,3-2 1,2 1 0,2-4 0,2 1-1,4 0 1,4-2 267,1-2 0,5 0 0,-2-2 0,3 0-63,0-1 1,2-4 0,0 2-1,-2 0 1,-2-3-83,-2 0 0,-6-5 0,0 0 0,-3 1 0,-3 2-161,-1 0 0,-6-1 0,-3-1 1,-5-1-1,-1-2-110,-3-2 1,-1-1-1,-4-1 1,-3-1-1,-1-2-305,1-4 1,-2-2 0,3-3 0,-2-4 0,1 0 582,3 0 0,7-6 0,1 3 0</inkml:trace>
  <inkml:trace contextRef="#ctx0" brushRef="#br0" timeOffset="37">15745 11229 8077,'33'-15'559,"-4"4"0,-5 3 1,-8 2 532,-5-2 0,0 3 0,-8-1-273,-1-1 0,-1 2 0,-3-1 0,-4 2-1021,-7 2 1,-5 1 0,-7 1 0,-7 0 0,-6 0-1,-5 0-1176,1 0 1,0 4 1377,5 2 0,8 3 0,2 0 0</inkml:trace>
  <inkml:trace contextRef="#ctx0" brushRef="#br0" timeOffset="38">15996 11629 8039,'36'5'156,"-3"-1"0,-5-3 376,-5-1 1,-4-1 0,-4-2 0,-3-1 0,-5-1 0,-3-2 193,0-1 0,-3-2 0,1 2-581,-4 2 0,-3-1 1,-5 3-1,-2 2 1,-1 1-1,-1 2-126,1 3 1,-4 5-1,3 6 1,-2 3-106,1 1 1,7 0-1,-1 2 1,4 2 0,3 0-1,2 2 16,3-1 1,6 2 0,7-4 0,3-3 11,2-2 0,3-1 0,3-4 1,-2-3-1,-3-2 190,-3 1 0,-4-3 0,-3 1 1,-2 0-1,-1 0 182,-3 1 1,-2-1 0,-4 3 0,-1-1-437,-2-1 1,-5 0 0,-7-4-1,-2-1 1,-6-1-972,-3-1 1,-3 0 0,-1-1 1056,-1-2 0,-4-6 1,2-6-1</inkml:trace>
  <inkml:trace contextRef="#ctx0" brushRef="#br0" timeOffset="39">16275 11061 8167,'33'-24'447,"-1"2"0,-7 4 44,0 3 0,-1 1 0,1 6 0,-3 1 0,-3 1 0,0 2 164,-1 2 0,4 10 1,1 6-1,1 9 0,1 10-291,-2 8 0,-9-15 0,-2 1 0,0 5 0,-2 2 0,1 3 0,-1 0 0,-1 2 0,0 0-151,-1 1 0,0 0 0,-1 4 0,-2 1 1,-1-1-1,-2 0 0,0 0 0,-2 0-435,0-1 0,-2 0 0,-1-4 1,-3-1-1,-1-3 0,-2-1 0,-2-2 1,0 1-1,-2-2 0,-2 0 1,-2-2-1,-1-1-598,-3-2 1,-1-2 0,-2-1 0,-3-2 819,-4-5 0,-1-1 0,-1 1 0,-2-2 0,0-3 0,-1 0 0,-1-1 0,0 1 0</inkml:trace>
  <inkml:trace contextRef="#ctx0" brushRef="#br0" timeOffset="40">12653 13315 8113,'0'-19'313,"1"0"0,2 1 1,1-1-1,0 1 1,0 2-1,-2 0 0,-1 1 1,0 0-1,1 3 1,1 2 1324,-1 0 0,-2 7-914,-3 6 0,-2 9 0,-4 15 1,-1 12-552,6-13 1,-1 2-1,0 4 1,1 3-1,-1 4 1,1 2 0,-1 0-1,0 0 1,1 3-1,-1 0 1,0 1-1,1 0-348,-1 1 1,0-2 0,2-2 0,0-1 0,1-4 0,-1 0 0,0-4 0,0 0 0,0-4 0,-1-1-136,-3 19 1,-3-6 0,5-14-1</inkml:trace>
  <inkml:trace contextRef="#ctx0" brushRef="#br0" timeOffset="41">13007 13352 8014,'10'-4'1092,"-1"2"0,-1-5 0,-1 1 0,0 1 0,-6 1 0,0 5-726,-3 2 0,-5 6 0,3 7 1,-1 2-1,-2 5 0,-1 5-264,-2 5 0,-2 4 0,-1 4 0,1 3 1,1 4-156,1 2 0,4-24 1,1 0-1,0 24 1,0-1-1,1-2-37,3 0 1,2-2-1,3-2 1,3-5 34,4-3 0,4-7 1,3-2-1,1-7 1,1-6-1,1-5-225,4-4 0,2-8 0,0-4 1,-1-5 146,-1-5 0,-4 0 1,3-5-1,-2 0 1,-3 1-1,-4-1 204,-2-2 0,0 2 1,-5-1-1,-2 0 72,-3 0 0,-1 4 1,-2-1-1,-2 4 1,-1 5-1,-4 2 59,-4 0 1,-4 5 0,-3 4 0,-2 6-129,-2 8 1,3 3 0,-3 4 0,2 2-1,3 2 1,1 2-770,4-1 1,6 1 0,2-3-1,3-2-2311,1-1 3006,0 1 0,9-11 0,1 4 0</inkml:trace>
  <inkml:trace contextRef="#ctx0" brushRef="#br0" timeOffset="42">13585 13370 7937,'0'10'249,"-2"-2"0,0-1 1,-2-2-1,-1 0 1,-2-3 607,-1-1 1,1-1-1,2-1-642,1-3 0,4-1 1,4-4-1,2-1 0,5-3 1,3-2-148,4-3 1,5 0 0,1 0-1,3 2 1,0 4-53,-2 2 0,-2 1 1,-5 3-1,0 3 1,-2 3 46,-4 3 0,-2 3 0,0 8 1,-2 4-1,-2 6 77,-3 3 0,-2 2 0,-1 2 0,-1 2 10,-2 0 0,-6 3 0,-7-5 0,-1-1 0,-2-3 0,-1-2-40,-1-3 0,-2-6 0,-2-4 0,3-3-376,3-2 0,1-3 0,3-4-76,2 0 0,12-6 1,8-2-1,10-3 245,7-1 0,7-1 0,3 1 0,2 0 0,-1 3 0,-3 3 223,-4 3 1,-6 3 0,-1 4 0,-5 6 125,-3 8 1,-7 5 0,-3 8 0,-2 4 0,-2 2-1,-3 3 185,-5 4 0,-5-3 0,-5-2 0,1-3-162,-1-5-397,-4-7 1,-3-2 0,-6-7 0,-3-6 0,-1-5-699,0-3 1,-2-9 0,8-5 0,3-3 733,4-3 1,7 1-1,3-1 1</inkml:trace>
  <inkml:trace contextRef="#ctx0" brushRef="#br0" timeOffset="43">14097 14031 7984,'18'-4'378,"1"3"1,-8-6 0,-2 3-1,-4-1 1,-4-3 0,-3 0-1,-5 0-378,-1 2 0,-1-3 0,0 4 0</inkml:trace>
  <inkml:trace contextRef="#ctx0" brushRef="#br0" timeOffset="44">14115 13557 8070,'0'-10'1148,"0"3"1,0 4-494,0 6 0,0 5 1,-1 6-1,-1 4 0,-2 7-419,-1 5 0,3 6 1,-2 6-1,1 0 0,-1 3-223,2 0 1,1 1 0,1-3 0,1-1 0,1-2-1,2-1-33,-2-3 0,2-7 0,-1-8-92,-1-4 0,3-10 1,0-11-1,0-12 1,-1-9-180,-3-5 0,-1-5 0,0 1 1,0-2-15,0-1 1,0 4-1,1 2 1,2 3 0,3 2-1,2 2 294,1 1 0,5 2 0,1 6 0,4 3 318,3 1 1,-3 6-1,3 3 1,-3 4 0,-3 6-1,0 6 219,0 4 1,1 6 0,-1 0 0,-4 3-272,-2 5 1,-1-1-1,-3 0 1,-3-2 0,-2-2-1,-1-2-142,0-4 0,0-5 0,-1-4 0,-2-2-296,-3-4 1,-3-3 0,1-7 0,0-5 0,0-7 0,0-4-309,1-1 0,4-9 1,0 0-1,2-3 99,1-2 1,7 6 0,3 0 0,5 5 0,4 1 0,5 3 509,3 4 0,0 6 0,-1 9 1,-1 6 424,1 8 0,-4 4 0,-1 6 0,-4 5 0,-4 5 0,-2 2 117,-1 0 0,1 1 0,-5-4 0,2-2-326,-2-5 0,2-6 0,-2-3 0,4-5 0,1-5-473,1-6 0,5-8 0,-2-7 1,3-4-409,1-3 1,3-5 0,3-5 0,1-1 0,0-2 0,-2-1-2731,-1-1 2510,-2 4 1,2-4 0,1 4 0</inkml:trace>
  <inkml:trace contextRef="#ctx0" brushRef="#br0" timeOffset="45">15121 14618 8091,'21'-6'0,"-3"1"1092,-3 1 0,-6 0 0,-6 4-273,-6 0 0,-9 0 0,-7 0 0,-6 1-492,-5 3 1,-11 2 0,14-1-1,-1 1 1,-6 1 0,0 0-1,-4 0 1,-1 0 0,-2 1-1,-1 1-260,0-1 1,-2 1-1,10-2 1,-1-1 0,0 0-1,-2 0 1,-1 0-1,0-1 1,-1 1 0,0-1-1,-1 0 1,0-1-1,0 0 1,0 0 0,0 0-1,0-1 1,0 1-1161,2-1 1,0 0 0,0 0 702,-1 0 1,-2 1-1,1-2 354,1 0 1,0 0 0,0-1 0,1 2-1,-1 0 1,0 0-92,-2-1 0,1 0 0,0 0 0,1 0 0,0-1 0,1 0 38,-2 0 1,1 0-1,0 0 1,0 0 0,0-1-1,1 0 1,-1 0-1,0 0 1,0 0 0,-1 0-1,-1 0 1,1 0-1,0 0 1,-1 0 0,1 0 16,0 0 1,0 1-1,1-2 1,3 0 0,1 0-1,0-1 1,-1 0 0,-2 0-1,2 0 1,-16-2 0,1-1-1,3-1 1,0-1-29,1 0 0,0-1 1,3-2-1,1-2 1,2 0-1,2-2 1,4-1-1,2-1 1,3-2-1,2-1-111,2-2 0,1-1 1,3-2-1,2-1 1,1-1-1,2 0 1,2 0-1,2-1 0,2 1 1,2-1 88,2 1 1,1-1 0,2-1 0,3 0-1,0-2 1,2 1 0,1-2 0,2 1 0,1-2-1,2 1 198,2-2 0,1 1 0,-1 0 0,2 1 0,0-2 1,1 0-1,0 2 0,0-1 0,0 1 0,-1 0 172,0 1 0,1-1 0,0-2 1,1 0-1,0 2 0,0 1 0,2 0 1,1 2-1,3 0 0,1 1 8,2 0 0,1 0 0,3-1 0,2 0 0,3-1 0,1 0 0,3 0 1,0-1-1,3 1 0,0-1-66,3 0 1,1 0 0,-13 10 0,1 1 0,0-2 0,1 0 0,2 0 0,-1-1 0,0 1 0,0 0-1,1 0 1,1 0 0,1 0 0,0 0-102,0 1 1,2 0-1,-1 0 1,0 2 0,1 0-1,0 0 1,1 1 0,1 1-1,0 0 1,0 0 0,-1 0-1,2 1 1,-1 0 0,1 1-1,1 0-46,-1 0 0,1 0 0,1 1 0,0 0 1,1 1-1,0 0 0,-1 1 0,0 0 0,0 1 1,1 1-1,-1 0 0,1 1 0,-1 1 0,0 2 1,1 0-137,-1 0 0,1 1 1,0 1-1,-1 0 0,0 1 1,0 0-1,1 1 1,-1 2-1,1-1 0,-2 0 1,1 0-1,0 0 1,-2 0-1,1 0 0,-1 1-135,-2 0 0,0 0 1,1 0-1,-1 0 1,0 1-1,0 0 1,0 1-1,-1 0 1,-1 1-1,15 0 1,-2 1-1,-2 0 1,-1 0 143,-2 1 0,-1 1 1,0 1-1,-2 2 0,1 2 1,-1 1-1,-3 0 1,0 2-1,-3 1 0,-1 1 234,-1 2 1,0 2 0,-2 2 0,-1 3 0,0 5 0,-3 2 0,-1 3 0,-2 3 0,-3 2 0,-3 3 30,-2 0 1,-2 3 0,-3 3 0,-3 2 0,-4-16 0,-1 1 0,-1 0 0,-1 2 0,0 0 0,-1 1 0,-1 1 0,-1 0 0,-1 1-121,-1 0 0,-1 0 1,-2 0-1,-2 1 0,-2 1 1,-1-1-1,-2 2 0,-2 0 1,-1 0-1,-2 0 0,-1 0 1,-1-1-1,-2 1 0,-1 0 1,0 0-137,0-1 1,-2 1 0,0-2-1,4-10 1,-1 0 0,0-1 0,-1 0-1,-9 9 1,-1-1 0,-1-1 0,1-3-1,-1-2 1,0-1 0,0-4 0,-1-1-1,-1-2-18,0-2 0,-1-2 0,0-2 1,2-4-1,0-1 0,-1-3 1,-4 0-1,-1-2 0,0-2 1,1-1-1,0-2 0,-1-1 0,1-2 1,-1-1-1,0-2-181,1-1 1,0-1 0,0 0 0,-2-2 0,-1 0 0,1-3 0,4-2 0,1-1 0,0-1 0,0 0 0,1-1 0,0 0 273,2 0 0,1-1 0,0-1 0,1 0 0,1-1 0,1 0 0,-1-1 0,1-1 0,0 0 0</inkml:trace>
  <inkml:trace contextRef="#ctx0" brushRef="#br0" timeOffset="46">15335 14516 8061,'13'-28'266,"-2"5"1,0 4-1,-5 7 1,-7 6-1,-8 7 1,-10 8 0,-9 11-1,-8 9-47,15-12 1,0 2 0,-2 4-1,-1 2 1,0 1 0,0 1 0,-2 3-1,0 1 1,-2 3 0,-2 2-132,-4 2 0,-1 1 1,11-13-1,0 0 0,-1 0 1,-2 1-1,0 1 0,0 0 1,1-2-1,0-1 1,1 1-1,0-1 0,0 1 1,-1-1-211,-11 11 0,-2 0 0,12-12 1,0-1-1,0-1 0,-11 9 1,1-3-1,2-2 0,0-2 0,5-4 1,0-2-1,4-2 0,1-2-283,1-1 1,0-1 0,-18 8 0,2-6-1,5 0-180,4-3 0,7-1 1,6 0 584,4-1 0,8-4 0,2-1 0</inkml:trace>
  <inkml:trace contextRef="#ctx0" brushRef="#br0" timeOffset="47">15251 14860 8039,'29'-14'275,"-1"0"1,19-10 0,-15 4 0,-9 4 486,-7 7 0,-8 4 0,-4 5 1,-3 1-446,-5 2 1,-13 4-1,-12 10 1,-14 10 0,17-9-1,-1 2-114,-4 3 1,1 2 0,-3 4 0,-1 1 0,-2 3 0,-1 2 0,10-11 0,-1 2 0,0-1 0,-2 2-1,0 1 1,-1 0-134,0 0 1,-1 1 0,1-1 0,1-1 0,1 0 0,0-1 0,0 0 0,1-1 0,-1-1 0,1-1 0,0-1 0,-1-1 0,-11 7 0,1-1-251,2-3 1,1-1-1,7-6 1,1-1-1,-15 8 1,5-4 0,4-5-586,7-6 0,4-1-2512,7-5 3120,15-8 1,12-5-1,12-9 1</inkml:trace>
  <inkml:trace contextRef="#ctx0" brushRef="#br0" timeOffset="48">6927 15214 7898,'-9'1'70,"-1"2"0,-3 2 0,-2 1 0,-4 0 0,-4-2 0,-4-2 0,-4-2 0,-3-3 0,-4-5 0,-4-4 207,-4-7 0,21 9 1,0-2-1,0-2 1,1-1-1,0 0 1,0-1-1,1-1 1,2 0-196,0-1 0,1-1 0,3 0 0,0-2 1,-14-20-1,2-1 0,2 1 0,2 3-58,4 2 1,-2 1 0,1 4 0,2 1 0,0 1 0,1 1 74,1 0 1,0-4 0,1-2 0,3-3-22,1-3 0,0 1 0,4-1 0,1 1 0,1-2-51,4-2 0,3-3 0,3 0 0,5-1 1,3 2 88,4 1 0,7 0 0,4 3 0,5 2 0,5 1-20,-16 19 1,0 1-1,2-3 1,0 0-1,0-1 1,1 0 0,1-2-1,0 1 1,3-1-1,0 1-118,2-1 0,0 2 1,0 1-1,0 2 0,1-1 1,1 0-1,-1 2 0,0 1 1,-1 1-1,0 1 18,-1 1 0,1-1 0,-2 1 0,1 0 0,-1 0 1,-1 0-1,1 0 0,-1 0 0,0 0 0,0 0-83,-2 0 1,0 1-1,1-1 1,-1 1-1,17-13 1,1 1-1,0-1 2,1-1 0,-19 15 0,2 0 0,2 1 0,-1 1 1,1 0-1,-1 1 0,0 1 0,0 1 64,0 0 1,0 1 0,1 0 0,1 0 0,1 1 0,1 0 0,1 2-1,2 1 1,0 1 0,0 0-22,1 1 0,-1 0 1,0 0-1,0 1 0,-3 0 1,1 1-1,-1 1 1,0 0-1,0 1 0,0 1 31,-1-1 1,1 1 0,-1 1 0,0 0 0,-2 1 0,-1 0 0,0 0 0,0 0 0,-1 1 0,0 1 19,1 0 0,0 0 0,0 0 0,1 0 0,0 1 0,1 0 0,-1 0 0,1 2 0,-1 0 1,1 1-14,-2 2 0,0 0 0,-1 2 0,-1 0 0,1 1 0,1 2 0,0-1 0,1 1 0,0 1 0,1-1 7,0 2 0,1-1 1,-2-1-1,-2 0 1,-1 2-1,-1 0 1,-1 0-1,0 1 1,-2 1-1,0 1-6,0 1 0,-1 1 0,1 0 0,-1 0 0,-1 1 0,-1 0 0,0 0 1,0 0-1,0 0 0,-1 1 32,1 0 0,-1 1 0,-4 0 0,-1 1 0,1 1 1,-2 1-1,-1 0 0,-2 0 0,-2 1 0,-1 1 107,-1 0 0,-1 1 0,0 4 0,-1 1 0,-3 1 0,-1 0 0,0 0 0,-2 0 0,-2 1 1,-3-2-133,-3 0 1,-2-1 0,-1-2 0,-3-1 0,-6-1 0,-2-2 0,-2 0 0,-1-2 0,-2-2 0,-1-1-126,-1-2 1,-2-2 0,-5-4 0,-3-3 0,-3-4 0,-1-3 0,-4-2 0,-2-3 0,16-3 0,-1 0 0,0-2 120,-3-2 0,0 0 0,-1-1 0,-3 1 0,0-1 0,-1-1 0,0-1 0</inkml:trace>
  <inkml:trace contextRef="#ctx0" brushRef="#br0" timeOffset="49">1061 11052 7911,'-3'-12'34,"0"-1"0,0 2 0,0 0 0,-1 2 0,-1 0 1,-3-1-1,-1 2 0,-2 2 131,-2 3 1,-3 2 0,1 1 0,0 0 0,-1 2-1,0 3-87,-2 4 1,-3 6 0,2-2 0,1 3-6,1 4 0,0 2 0,1 7 1,1 2-1,2 4-51,1 5 0,2 9 0,5-20 0,2-1 0,-1 2 0,0-1 0,1 1 0,0 0-1,-1-1 0,1 0 0,0 0 1,1 0-1,-1 1 0,1 0 1,-1 2-1,1 0 0,1 2 1,0 0-4,1-1 0,-1 1 1,1-3-1,0-1 0,0-1 1,0 1-1,0-1 0,0 0 1,1-2-1,-1 1-6,2 0 0,-1-1 1,4 25-1,-2-23 1,2 0-1,-1-1 1,0 0-1,1 0 1,0 1-47,0-1 1,1 1 0,0 0 0,1 0-1,0-1 1,-1 0 0,0-1 0,0-1-1,7 22-19,-1-5 0,3-2 0,-1-4 0,-1-1 0,2-1 177,-1 0 1,-1-2 0,1 2 0,1-2-1,-1-1-181,3-2 0,1-1 0,3-1 0,2-1 9,1-2 1,-4 0-1,3-3 1,-1-1 0,1-1-17,0-2 0,-1 0 0,3-3 1,1-2-1,2-3 101,3-1 0,-1-2 0,3-2 0,-1-1 0,-1-2-15,1-1 1,-6-2-1,2-2 1,-1-3-1,0-4 1,1-2 0,3 2 1,1-4-1,1 1-2,2-3 1,0-1 0,0-3 0,-2-3 0,-1-5-65,-2-5 0,-4-4 1,-2-4-1,-1-2 1,-3-2 18,-4-2 0,1 0 1,-5 2-1,-1 0 1,0 1 17,-2-4 0,-4 2 1,-2-5-1,-2 2 0,-1 2-12,0 1 0,-4 2 1,-2-3-1,-2 0 0,-2-3-18,6 24 0,-1-1 0,0 0 0,1-1 0,-1 1 0,1-1 0,-1 0 1,0 0-1,0-1 0,0 1 11,-1-2 1,-1 1 0,2 0 0,0 0 0,-1-1 0,-1 0 0,0 1 0,1 1 74,0 2 1,0 0-1,-11-22 1,1 1-1,-5 2 1,-4 0 120,-2 2 0,0 3 1,2 0-1,0 3 1,-1 2-27,-1 0 0,-1 5 1,0-1-1,0 2 1,-1 2 32,-2-1 1,-3 0 0,-6 0 0,-4 1-1,21 14 1,0 0-126,-2 0 1,0 1-1,-19-9 1,-2 1-1,4 3 1,2 5-28,2 1 0,1 3 1,-2 2-1,0 4 0,-1 5-171,0 6 0,6 3 0,2 6 0,2 5 0,1 3-873,2 2 0,6 0 1018,-1 0 0,6 4 0,3 1 0</inkml:trace>
</inkml:ink>
</file>

<file path=ppt/ink/ink26.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10T05:18:50.389"/>
    </inkml:context>
    <inkml:brush xml:id="br0">
      <inkml:brushProperty name="width" value="0.05292" units="cm"/>
      <inkml:brushProperty name="height" value="0.05292" units="cm"/>
      <inkml:brushProperty name="color" value="#FF0000"/>
    </inkml:brush>
  </inkml:definitions>
  <inkml:trace contextRef="#ctx0" brushRef="#br0">1141 4018,'25'0,"0"50,-25-25,49 24,-24-24,0 25,24-1,-24-24,25 25,-25-1,-1-24,-24 0,0-25,25 0,-25 0,25-74</inkml:trace>
  <inkml:trace contextRef="#ctx0" brushRef="#br0" timeOffset="337.01">1761 3969,'0'0,"0"49,-25-24,1 50,24-26,-25 1,0 24,25-49,-25 49,0-49,0 25,1-50,24 0,0 25,24-75</inkml:trace>
  <inkml:trace contextRef="#ctx0" brushRef="#br0" timeOffset="1115.06">1984 4266,'0'25,"-24"25,-1-1,0 1,0-25,0 24,1-24,24-25,-25 0</inkml:trace>
  <inkml:trace contextRef="#ctx0" brushRef="#br0" timeOffset="1354.07">1836 4316,'24'25,"1"49,-25-49,25 0,-25 0,25-1,-25-24,25 25,-1-25</inkml:trace>
  <inkml:trace contextRef="#ctx0" brushRef="#br0" timeOffset="1606.09">2084 4291,'24'25,"-24"0,0 24,0-24,25 25,-25-25,25-25,-25 24,25-24,-25-24,25-76</inkml:trace>
  <inkml:trace contextRef="#ctx0" brushRef="#br0" timeOffset="1747.09">2232 4118,'0'0</inkml:trace>
  <inkml:trace contextRef="#ctx0" brushRef="#br0" timeOffset="2046.11">2679 4142,'0'0,"-25"0,-25 0,26 0,-1 25,-25-25,25 0,25 25</inkml:trace>
  <inkml:trace contextRef="#ctx0" brushRef="#br0" timeOffset="2219.12">2679 4266,'-25'0,"-25"25,1-25,24 0,-25 0</inkml:trace>
  <inkml:trace contextRef="#ctx0" brushRef="#br0" timeOffset="2222.12">2480 4291</inkml:trace>
  <inkml:trace contextRef="#ctx0" brushRef="#br0" timeOffset="2225.12">2480 4291</inkml:trace>
  <inkml:trace contextRef="#ctx0" brushRef="#br0" timeOffset="2655.15">2828 4018,'0'50,"25"0,-25 49,24-50,1 26,0-26,0-24,-25 0,25-25,-1-25,1-24,0-26,0 1,0-1,-1 26,-24 24,25 0,-25 25</inkml:trace>
  <inkml:trace contextRef="#ctx0" brushRef="#br0" timeOffset="2898.16">3349 4242,'-25'0,"0"49,0-24,0 25,1 24,-1-24,0-26,25 1</inkml:trace>
  <inkml:trace contextRef="#ctx0" brushRef="#br0" timeOffset="3119.17">3150 4366,'0'0,"0"49,25-49,0 50,0-25,24-1,1 1</inkml:trace>
  <inkml:trace contextRef="#ctx0" brushRef="#br0" timeOffset="4488.25">3994 4142,'24'-24,"-24"24,-24 0,-1 0,0 24,-25 1,1-25,24 0,0 0,0 0,1 0,-1-25,74 25</inkml:trace>
  <inkml:trace contextRef="#ctx0" brushRef="#br0" timeOffset="4798.26">3994 4291,'0'0,"-25"25,0-25,0 0,-24 25,49-25,-25 0,0 0,25 0,0 0,50 25</inkml:trace>
  <inkml:trace contextRef="#ctx0" brushRef="#br0" timeOffset="6786.38">4341 4118,'25'0,"-50"0,25 0,0 0,0 0,0 0,0 0,0 0,0 24,0-24,0 0,-25 0,25 0,0 0,0 0,0 0,0 25,0-25,0 0,0 0,0 0,0-25,0 25,0 0,0-24,0 24,0 0,0 0,0-25,0 25,0 0,0 25,0-1,0 1,0 25,0-1,0 1,0 0,0-1,0 1,0-1,0-24,0 0,0 0,0 0,0-25,0 0,25-50,-25 25,25-74</inkml:trace>
  <inkml:trace contextRef="#ctx0" brushRef="#br0" timeOffset="7268.41">4465 4217,'0'0,"0"0,0 0,0 25,0-1,0 1,0 0,0 25,0-26,0 1,0 0,0 0,0 0,25-25,-25 24,24-24,-24 0,25 0,-25 0,25 0,0 0,0 0,-1-24,1 24,25-25,-25-25,-1 1,-24-1,0-24,-24 24,-26-24,0 49,1 25,24 25,-25-1,26 1,24-25,0 25,24 0</inkml:trace>
  <inkml:trace contextRef="#ctx0" brushRef="#br0" timeOffset="8050.46">5085 4142,'25'25,"-25"0,0 49,0 1,0-1,0-49,25 0,-25 0,0-50,0 0,24-25,-24 26,25-26,0 0,0 1,-25 49,25-25,-1 25,-24 0,25 50,0-1,-25 1,0 24,0-74,0 25,0-25,0-50,25 26,0-26,-1 25,1-24,25 49,-50 0,25 0,-25 49,0-24,0 49,0 1,0-50,0-1,49-48,-24-1</inkml:trace>
  <inkml:trace contextRef="#ctx0" brushRef="#br0" timeOffset="8372.44">5904 4192,'-25'0,"25"25,-50 24,50-24,0 25,0-1,25 1,0-25,0 0,-25-1,24-24,-24 25,0 0,-24 0,-1 0,0-25,0 0</inkml:trace>
  <inkml:trace contextRef="#ctx0" brushRef="#br0" timeOffset="8619.49">6028 4018,'-50'25,"25"-25,-24 0,24 0,0 0,25-25</inkml:trace>
  <inkml:trace contextRef="#ctx0" brushRef="#br0" timeOffset="8901.5">6201 3845,'-25'25,"25"-1,0 51,0-50,0 24,0-24,0 0,0-25,25 0</inkml:trace>
  <inkml:trace contextRef="#ctx0" brushRef="#br0" timeOffset="9889.56">1315 5457,'24'25,"-24"-25,25 49,25 26,-25 24,-1-74,26 74,-50-49,25-1,0 1,-1-50,-24 0,50-74</inkml:trace>
  <inkml:trace contextRef="#ctx0" brushRef="#br0" timeOffset="10128.57">1811 5383,'0'24,"0"1,-50 50,1 24,24 0,0 0,0-24,25-26</inkml:trace>
  <inkml:trace contextRef="#ctx0" brushRef="#br0" timeOffset="10607.6">1836 5779,'0'75,"24"-50,-24 0,25-25,0 0,0-25,24-25,-24 0,-25 26,0-1,0 25,0 49,0 26,0-1,0 1,0-1,0 1,0-51,-25-24,25 25,0-25,0-74</inkml:trace>
  <inkml:trace contextRef="#ctx0" brushRef="#br0" timeOffset="10859.62">2183 5730,'0'49,"0"-24,0 25,0 24,25-24,-25-50,24 25,-24-25,50-75</inkml:trace>
  <inkml:trace contextRef="#ctx0" brushRef="#br0" timeOffset="11017.63">2282 5432,'0'0,"25"75</inkml:trace>
  <inkml:trace contextRef="#ctx0" brushRef="#br0" timeOffset="11234.64">2729 5581,'-25'0,"0"0,-25 0,-24 0,-1 25</inkml:trace>
  <inkml:trace contextRef="#ctx0" brushRef="#br0" timeOffset="11409.65">2778 5779,'-49'25,"-26"-25,25 25,26-25</inkml:trace>
  <inkml:trace contextRef="#ctx0" brushRef="#br0" timeOffset="11842.67">3051 5457,'-25'0,"0"50,1 49,-1-25,25-24,0 24,25-49,24 25,1-50,-1 0,1 0,0-25,-50-25,24-24,1-1,-50-24,1 50,-26-26,25 50,-49-24,24 74,1 24,24 1</inkml:trace>
  <inkml:trace contextRef="#ctx0" brushRef="#br0" timeOffset="17291.98">1463 6573,'25'0,"-25"50,0-1,0 51,0-51,0 51,0-1,0 25,0-99,-25 49,25-74,0 25,0-50,25-25,0 26,0-51,-25 50,25-24,-1 24,1 0,0 25,0 50,-25-25,0 49,25 0,0-24,-25-25,49-25,-24 0,0 0,24-25,-24-25,0 26,-25-26,0 25</inkml:trace>
  <inkml:trace contextRef="#ctx0" brushRef="#br0" timeOffset="17734">2431 6970,'0'0,"-50"0,25 0,-49-25,24 25,1 0,24 0,0 0,50 25</inkml:trace>
  <inkml:trace contextRef="#ctx0" brushRef="#br0" timeOffset="17926.02">2480 7094,'-24'25,"-1"-25,0 25,-49-25,49 25,-50-25</inkml:trace>
  <inkml:trace contextRef="#ctx0" brushRef="#br0" timeOffset="18232.04">2877 6623,'0'25,"0"24,-24-24,-26 74,25-49,-24 49,24-49,-25 24,50-24,-25-25,25-1</inkml:trace>
  <inkml:trace contextRef="#ctx0" brushRef="#br0" timeOffset="18625.06">2853 6722,'24'0,"1"50,0 49,0 0,0-24,24-26,-49 1,0-25,0-25,-49 0,-26-25,1 0,-1 25,26 0,-1 0,75 0</inkml:trace>
  <inkml:trace contextRef="#ctx0" brushRef="#br0" timeOffset="19205.09">3175 6796,'25'25,"-50"25,25 24,-25 26,25-76,0 76,25-100,0 24,0 1,24-25,26-25,-26 1,-49-1,25-25,0 25,-25-49,0 24,0 1,0 24,-25 0,25 25,-25 0,25 99,0 1,0-26,25 50,-25-74,-25 74,25-50,-25 0,1-49,-26 0,25 0,-24-25,-26-25,26-25,24 26</inkml:trace>
  <inkml:trace contextRef="#ctx0" brushRef="#br0" timeOffset="19513.09">3994 6970,'0'25,"-75"-25,1 25,-1-50,26 25,24 0</inkml:trace>
  <inkml:trace contextRef="#ctx0" brushRef="#br0" timeOffset="19696.12">4043 7218,'-49'0,"-26"0,-24 0</inkml:trace>
  <inkml:trace contextRef="#ctx0" brushRef="#br0" timeOffset="20823.18">4539 6821,'0'-25,"25"25,-25-24,25-1,0 25,24 0,-49 0,25 0,0 25,0 24,-25-24,0 74,0-49,-25 49,0 0,-25-49,26-25,-26 24,25-49,-24 0,-1-24,25-26,25 25,25-24,0 49,24 0,-24 0,25 24,-25 1,24-25,-24 0,0 25,0-50,24 0,-24 1,25-1,-25-25,-1 1,1-1,0 0,-25 26,0-26,0 25,0 50,0 49,0 1,0-50,25 49,-25-24,25-26,-1 26,26-25,-25-25,0 0,-1 0,1-25,25-25,-50 1,0 24,0-25,0 1,-50-1,1-24,-1 49,25 0,-24 0,24 25</inkml:trace>
  <inkml:trace contextRef="#ctx0" brushRef="#br0" timeOffset="21004.2">5432 7169,'-25'-25,"-24"-50</inkml:trace>
  <inkml:trace contextRef="#ctx0" brushRef="#br0" timeOffset="21455.22">5631 6921,'0'24,"-25"26,0 24,25-24,0 0,25-1,0-24,24 0,-24-25,25 0,-1-25,-24-25,0 26,0-26,-25-24,0-1,-75-49,50 99,-24-24,-50 24,49 50</inkml:trace>
  <inkml:trace contextRef="#ctx0" brushRef="#br0" timeOffset="22100.26">6102 6970,'0'25,"0"25,-25 24,25-24,-25-1,25 1,0-50,0 0,25 0,0-25,25 0,-26-24,26-1,-50 25,25 0,-25 25,25 0,-1 25,-24 25,0-25,0 24,0-24,0 49,0-74,50-49,-50 24,50-25,-50 26,49-51,-24 75,25 25,-26 0,1 49,-25-49,0 49,-25 1,-24-50,24-50</inkml:trace>
  <inkml:trace contextRef="#ctx0" brushRef="#br0" timeOffset="25260.44">1042 8607,'0'75,"0"24,0-25,-25 75,25-74,0 49,0-50,-25-24,25-50</inkml:trace>
  <inkml:trace contextRef="#ctx0" brushRef="#br0" timeOffset="25844.47">943 8657,'0'-25,"49"0,1-24,-1 49,26 0,-1 24,-24 26,-50-25,25 0,-25 49,-25 0,-25 1,1-1,-1-49,0 0,26-25,-1-25,50 0,24 0,-24 25,25 50,-1 25,-24-1,25 0,-26-24,1-25,25-25,-1-25,75-74</inkml:trace>
  <inkml:trace contextRef="#ctx0" brushRef="#br0" timeOffset="26174.49">2084 8880,'0'0,"-50"0,0 0,-24-25,49 25,-24 0,24 25,0-25</inkml:trace>
  <inkml:trace contextRef="#ctx0" brushRef="#br0" timeOffset="26363.5">2108 9054,'0'0,"-24"0,-51 0,1 0,49 0</inkml:trace>
  <inkml:trace contextRef="#ctx0" brushRef="#br0" timeOffset="26372.5">1910 9054</inkml:trace>
  <inkml:trace contextRef="#ctx0" brushRef="#br0" timeOffset="26380.5">1910 9054</inkml:trace>
  <inkml:trace contextRef="#ctx0" brushRef="#br0" timeOffset="26837.53">2307 8657,'25'-50,"-25"25,24 1,1-1,25 25,-50 0,49 25,-24-1,0 1,0 25,-25-25,0-1,-25 26,25-25,-50 24,1 26,-1-26,1 1</inkml:trace>
  <inkml:trace contextRef="#ctx0" brushRef="#br0" timeOffset="26987.54">2406 9525,'-25'50</inkml:trace>
  <inkml:trace contextRef="#ctx0" brushRef="#br0" timeOffset="30772.76">3225 8607,'0'50,"0"-25,0 74,-25 25,25 25,0-100,-25 51,25-51,0 1,0-25,0-25,0 0</inkml:trace>
  <inkml:trace contextRef="#ctx0" brushRef="#br0" timeOffset="31302.79">3423 8830,'25'0,"-25"50,0-25,0 49,0 1,0-26,0-24,25 25,-1-25,1-1,25-24,-1 25,-49-50,75 1,-50-1,24-25,-24-24,-25 24,0 25,0-24,0 24,-49-50,-26 51,1-1,49 25,-25 25,25-25,-24 24,24 1,25-25,0 25</inkml:trace>
  <inkml:trace contextRef="#ctx0" brushRef="#br0" timeOffset="31873.82">4366 8384,'0'25,"0"-25,-25 49,-25 1,1 0,-26 49,26-25,24 25,-25 25,25 1,25-1,0 24,25 1,25-25,-25 25,24-25,-24-25,25 25,-26 50,1-124,-50-1,25 1</inkml:trace>
  <inkml:trace contextRef="#ctx0" brushRef="#br0" timeOffset="35554.03">4539 8682,'25'-25,"0"0,0 0,-1 25,1-25,25 25,-25 0,-1 25,1 0,0 25,0-1,-25 26,0-1,-25 0,0 1,-24-25,24-26,-25 1,1-25,-1-49,25 24,25 0,25 0,0 0,0 25,24 0,1 0,24 25,-24 0,24 0,-49 0,0-25,-25 0</inkml:trace>
  <inkml:trace contextRef="#ctx0" brushRef="#br0" timeOffset="36080.06">5259 8607,'0'-25,"24"50,-24 0,25 25,0 24,25 0,-26-24,1 24,0-49,0 0,0 25,-25-25,24-1,1-24,0 0,-25 0,25-24</inkml:trace>
  <inkml:trace contextRef="#ctx0" brushRef="#br0" timeOffset="36374.08">5730 8607,'0'25,"-25"25,0 24,-24 25,24-74,0 49,0-24,0-25,25 0,25-25,0 0</inkml:trace>
  <inkml:trace contextRef="#ctx0" brushRef="#br0" timeOffset="36798.1">6003 8706,'0'0,"-25"25,-25 25,1-1,24-24,25 0,25-25,0 0,24 0,1-25,-25 25,-1 0,1 25,0 25,-25-1,0 26,-25-1,0 1</inkml:trace>
  <inkml:trace contextRef="#ctx0" brushRef="#br0" timeOffset="37066.11">6375 8855,'0'75,"-25"-1,25-24,-25-1,25-49,0 25,0-50</inkml:trace>
  <inkml:trace contextRef="#ctx0" brushRef="#br0" timeOffset="37217.11">6375 8533,'0'-25,"0"25</inkml:trace>
  <inkml:trace contextRef="#ctx0" brushRef="#br0" timeOffset="37690.15">6548 8731,'0'50,"0"24,0-24,0-1,0 1,0-25,0 25,0-26,0-24,25 0,-25 0,0-24,25-1,0-25,-25 0,25 26,-25-26,24 50,-24-25,25 25,-25 25,0 0,0 74,0-49,-25-1,1-24,24 0</inkml:trace>
  <inkml:trace contextRef="#ctx0" brushRef="#br0" timeOffset="38140.18">6846 8781,'0'25,"0"-1,-25 26,25-25,-25 49,25-24,0 0,0-26,25 1,-25-25,25 0,25 25,-25-25,-1-25,1 0,0 1,-25-26,0-25,0 26,-50-26,26 26,-76-1,75 75</inkml:trace>
  <inkml:trace contextRef="#ctx0" brushRef="#br0" timeOffset="38463.18">7069 8930,'0'0,"-24"0,-1 0,-25 0,1 0,-26 0,50 0,-24 0,24 0,-25 0,25 0</inkml:trace>
  <inkml:trace contextRef="#ctx0" brushRef="#br0" timeOffset="44826.56">6772 8607,'99'223,"-74"-148,24 74,-49-25,0-50,0-49,-24-25,24-25,-50-24,0-51,-24 1,24 25,-49-26,74 76,-74-51,49 75,1 0,49 50,0 24,0 50,0-24,-50-51,1-74,-26-49,-24-25,25-25,-50 0,49 74,1 25,-1 174,75 0,0-50,-25-24,1-51,-26-24,-24-74,-26-25,1-25,-25-25,-25 25,100 124,49 74,25 25,-1 50,-24-25,0-49,-49-50,-1-50,-24-50,-1-49,-24 25,25 0,24 49,25 50,25 25,25 74,0 50,0 0,-25-75,0 26,-75-76,26-98,-26 0,26-51,24 51,-50-25,51 74,24 25,0 99,24 25,-24-74,0 74,0-99,-49 0,24-25,-25-50,50 0,-49-49,49 25,-50-26,50 1,0 25,25 49,0 0,0 25,-25-25,24 25,-24 0,0-24,0-1,-24 0,-1-49,25 49,0 25,0 25,25 74,-1 50,26 74,-25-25,0-24,-25-100,-25-49,0-25,0-49,-24-100,-1 99,25 50,25 50,25 99,25 49,-1 50,-24 0,0-74,-25-50,0-124,-25-50,0-24,0-1,1 51,-1 48,25 51,0 74,0-25,0-25,-25-99,0-75,0-49,1-49,-26-51,-24 26,24 74,25 74,50 100,-25 0,50 24,-50-49,-25-75,0-74,-25-49,-24-26,-25 26,24-1,50 174,25 25,0 49,-24 25,24-24,-25-50,0-50,0-25,-24-49,-1-50,0 50,26 0,24 74,0 50,49-1,1 1,-25 0,-1-25,1 0,50-50,-1 26,-24 48,49 26,-49 24,-26-24,1 24,-25 1,-25-50,1-25,-26 0,0-25,-24-50,-25 51,24-26,50 50,1 25,24-25,0 74,0 26,24-1,1-50,-50 26,25-75,-24 0,-26-50,0 1,26 24,24 50,24-1,26 51,24 24</inkml:trace>
  <inkml:trace contextRef="#ctx0" brushRef="#br0" timeOffset="46178.64">3175 10790,'0'0,"0"0,0 74,0-49,0 74,0-49,0 99,0-99,0 24,0 50,0-99,0 49,0-49,0 0,0-25,0 0,25 0,0-25</inkml:trace>
  <inkml:trace contextRef="#ctx0" brushRef="#br0" timeOffset="46651.66">3398 11013,'0'25,"0"0,0 49,0-24,0 24,0-49,25 25,-25-1,25-49,0 50,-1-50,26 0,-25 0,0-25,24 0,-49 1,50-26,-25 0,-25-24,0 49,0 0,0-49,0 49,-50-25,25 26,-24-1,-51 25,76 0,-1 0,-25 0,1 25,49-1</inkml:trace>
  <inkml:trace contextRef="#ctx0" brushRef="#br0" timeOffset="47121.68">4118 11212,'-50'25,"124"-50</inkml:trace>
  <inkml:trace contextRef="#ctx0" brushRef="#br0" timeOffset="62118.55">4638 11013,'25'-25,"-25"1,0-1,0 0,25 0,-25 25,25-25,0 25,-1 0,1 25,0 25,-25-25,25 24,-25-24,0 49,0 1,-25-1,25-49,-25 50,0-51,1 26,-26 0,25-26,-49-24,49-24,0-1,0 0,25 0,0-24,0 49,25 0,-25 0,25 0,49 0,-24 24,0 1,-26 0,1-25,25 25,-25-25,0 0,-25-25</inkml:trace>
  <inkml:trace contextRef="#ctx0" brushRef="#br0" timeOffset="62513.57">5655 11137,'0'0,"-24"0,-1-25,-25 25,-24-24,24-1,-24 25,24-25,1 25,24 0,25 0,0 0</inkml:trace>
  <inkml:trace contextRef="#ctx0" brushRef="#br0" timeOffset="62788.59">5655 11261,'-24'0,"-1"0,-50-24,26-1,-1 0,1 25,24 0,0 0,25 0</inkml:trace>
  <inkml:trace contextRef="#ctx0" brushRef="#br0" timeOffset="64792.7">6375 10889,'0'-49,"25"24,-1 25,-24 0,25 0,0 0,25 25,-26 24,1 1,-25 24,0 1,0 24,-25 25,-24-50,24-24,-25-25,1-25,24 25,-25-50,26-25,24 25,24 25,26 0,0 25,-26-25,26 25,24-25,-24 0,0 0,-26-25,26 0,-25-24,24-1,-49 25,25-49,-25 49,0-25,0 26,0-1,0 50,0 74,0-74,0 49,25 1,0-26,0-24,0 0,-1 0,1-1,25-24,-25-24,-1-1,26 0,-50-25,25 1,0-1,-25-24,0 49,-25-25,0 25,0-24,-24 24,-26 25,1-25,49 25,25 0,-25 25</inkml:trace>
  <inkml:trace contextRef="#ctx0" brushRef="#br0" timeOffset="65002.71">7417 11361,'-25'-25,"25"-50</inkml:trace>
  <inkml:trace contextRef="#ctx0" brushRef="#br0" timeOffset="65486.74">7516 11013,'-25'50,"25"24,0 1,0-26,25 26,0-26,-1-24,26 0,0 0,-1-25,1-25,-25 0,-1-24,26-1,-25-24,-25 49,0-50,-25 50,0-24,-24-1,-26 25,-24 25,49 0,26 0,-1 25,0 0,75 0</inkml:trace>
  <inkml:trace contextRef="#ctx0" brushRef="#br0" timeOffset="66093.78">8111 11088,'25'0,"-25"49,0 1,-25 49,25 0,-25-49,25-25,25-25,-25-25,25-25,0-24,-25 0,25 49,-25-25,24 25,-24 25,25 25,-25 50,0-26,0 50,0-74,-25 0,50-25,0-74,-25 49,25-74,0 74,-1-25,1 50,0 25,-25 0,25 24,-25 1,0 24,-25 1,25-26</inkml:trace>
  <inkml:trace contextRef="#ctx0" brushRef="#br0" timeOffset="66560.8">8483 11733,'-49'49,"-26"-24,50-25,-99 0,75 0,-50 0,24 0,-74 0,0-25,1 25,-26 0,0 0,1 0,-1 0,25 0,25 0,0 25,25-25,25 0,-1 0,50 25,1-25,24 25,0-25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2T01:43:23.673"/>
    </inkml:context>
    <inkml:brush xml:id="br0">
      <inkml:brushProperty name="width" value="0.09086" units="cm"/>
      <inkml:brushProperty name="height" value="0.09086" units="cm"/>
      <inkml:brushProperty name="color" value="#FF0000"/>
    </inkml:brush>
  </inkml:definitions>
  <inkml:trace contextRef="#ctx0" brushRef="#br0">8585 3594 8026,'0'-5'-262,"0"-3"1,0 1 211,0-1 1,0 2 190,0 0 1,0-1 0,0-2 655,0 0-547,0 0 0,0 2 206,0 1-256,0 0 0,0 0-48,0-1 158,0 5-239,0-2 233,0 4-133,0 9 1,0-3-47,0 6 1,1 2 17,2-2 0,-1 5 35,4-2 0,0 3-33,4 0 0,-4 1-16,0 0 0,0 0 40,3 3 1,1-1-209,-1 3 1,-3 0-111,1 1 0,-2-2 100,1-5 0,1 3-54,-4-2 0,4 0 86,0-6 1,-3 2-183,-1-2 193,2-1 0,-3-4-37,4-1 35,-4 1 17,3-7 76,-1 3 1,-2-9-79,4-4 1,-4-6 37,1-7 0,2-7-144,2-8 1,-2-5-197,1-8 1,0-1 11,-1 25 1,-1 0-1,7-25-460,1 4 0,0 6 167,3 4 0,2 4 576,4 5 0,-1 3 0,4 4 0,2 6 0,3 1 0</inkml:trace>
  <inkml:trace contextRef="#ctx0" brushRef="#br0" timeOffset="1">8938 3864 8057,'0'-6'-121,"0"0"0,4-1 153,-1-2 179,0 0 0,-3-1 124,0 1-276,0 4 190,0 1-581,0 4 410,0 8 1,0-2-30,0 7 0,0-6 130,0-1 1,0 0-122,0 4 1,1-1-76,2 0 0,-2 1 106,2-1 1,-1 0-62,1 1 1,-2-1 9,2 0 0,1-3-107,0 1 0,3-2-27,-1 1 1,-1 1 115,1-4 0,-3 1-99,4 0 1,-4-3 75,3 2 0,-3-2-24,3-1 1,-3-4 19,4-3 0,-5-1-5,1-1 1,1-1 6,-1 1 1,0 0-2,-3 0 1,1-1 29,2 1 1,-2 0-29,2-1 1,-2 1 161,-1 0-152,5-1 1,-4 4 295,2 0-249,2 4 90,-4-2 1,4 4-47,-2 0 1,-2 4 6,2 2 0,-2 2 38,-1 2 0,3 0-62,1 2 0,0 2 137,-1 1 0,-1 4-121,4 0 1,-4-1 25,1 4 0,1-2-10,0-2 1,-1 1-155,-3 0 1,0-2 62,0-1 1,0-3-265,0-4 63,0 5 1,0-4 85,0 3-934,-5-7 696,0-2 0,-4-4-518,0 0 1,2-1 849,1-2 0,4-6 0,-2-6 0</inkml:trace>
  <inkml:trace contextRef="#ctx0" brushRef="#br0" timeOffset="2">9208 3864 7065,'1'-6'-268,"3"0"0,-3 2 297,2-2 146,-2 4 336,-1-2-179,0 4-309,0 8 1,0-5 35,0 7 0,0-6 152,0 2-158,0 0 1,0 4 14,0-1 0,1-3-8,2 0 1,-2 1-38,2 2 0,-2-3-72,-1 0 0,0 0 107,0 4 1,3-4-141,0 0 0,1-1 59,0 2-333,-3 1 282,3-3 1,-3 0-272,2-2 137,-2 2-449,3-3 657,-4 2 0,0-4 0,0 0 0</inkml:trace>
  <inkml:trace contextRef="#ctx0" brushRef="#br0" timeOffset="3">9208 3696 8071,'10'-5'-708,"-5"2"107,-2 6 0,-2-1 601,-1 5 0,0-1 0,4 3 0,1 0 0</inkml:trace>
  <inkml:trace contextRef="#ctx0" brushRef="#br0" timeOffset="4">9153 3613 8061,'9'-6'-492,"0"2"327,0 4 1,-2 0-332,-1 0 404,0 4 168,-1 2 1,3 3 231,-5 0 0,3 5-113,-3 1 1,3 5 167,-3 5 0,0 0-192,-3 6 1,0 2-50,0 1 1,-1-1 12,-2 1-358,-2-4 248,-4 2 1,3-5 66,-1-2 7,1 2 1,-3-12-178,-1 1 1,1-5 74,0-2 1,0-3-91,-1-3 0,1-4 67,0-6 0,2-3-71,1-8 0,0-6 15,-3-4 0,0-2 26,3-7 0,-1 0-67,4-6 0,-3-4-32,3-2 1,-4-1 172,4 3 0,0 8-54,3 2 1,-3 6 128,0 0 1,0 9-117,3 4 1,0 8 65,0 1 0,4 7 98,2 2 1,-1 5-80,2 7 0,-2 7 74,1 6 0,1 3-55,-4 3 0,3 3 142,-2 6 1,-1 3-54,-3 3 0,0 1 13,0-1 0,0-6-57,0-3 1,0-6-147,0 0 0,-1-7 79,-2-6 0,-2-3-127,-1-6 1,-2-4 36,2-2 0,-6-6 80,0-3 1,-2-6-198,2-4 1,1-5 84,-5-4 1,2-6-51,-2-3 0,2-6 47,1 0 1,4-5 96,0 2 1,0 5-72,6 0 1,0 7 67,3 0 0,0 7-17,0 2 0,0 6-37,0 4 1,4 5 35,3 0 0,1 5-18,1-1 0,-3 6 144,1 4 1,-1 5 100,3 3 1,-3 10-22,0 3 1,-3 7-48,0 3 1,-2 2 48,-1 3 1,3-1-107,0-5 1,-1-1 8,-5-2 1,-2-6-84,-5-6 1,-2-3 78,0-4 1,-5-2-173,1-7 0,-1-2 96,-2-4 1,1-1-130,-1-2 1,0-6 47,1-7 0,2-6-61,1-3 1,2-6-93,-2-3 1,3-3 119,0-3 0,2 1-84,0-1 1,5 2 69,2 1 1,2 4-99,1 6 0,0 0 110,0 5 0,4 4-8,2 6 0,3 3 50,0 2 0,0 3 207,1 4-63,-1 0 0,0 5-95,1 5 1,-2 0 220,-2 6 1,1 0-184,-4 6 0,4-1 122,-4 3 0,0 2-80,-3 5 1,0-2 31,0 2 0,-1-3-58,-2-3 1,1-3-20,-5-7 1,0 1-124,-5-7 1,0-2 139,-3-7 0,2-1-125,-2-2 0,-1-7 95,-2-9 0,-1-7-106,0-5 1,1-3 69,-1 3 0,4-4-252,-1 1 0,5-1 209,-2 1 1,4 2-5,3 4 0,2 0-88,4 0 1,1 3 58,2 0 0,3 5-11,6 2 0,0 3 33,3 6 1,-2 4 81,2 2 0,-2 4 22,2 5 1,-3 5 37,0 11 1,-2 2-79,0 4 1,-2 4 111,-2 2 0,2 2-8,-1 1 1,-2 0-90,1-3 1,-4-2 107,1-4 0,-1-4-89,1-3 1,-2-5-7,3-4 0,-4-6 16,-4-2 1,-1-3-118,-4-1 0,0-10 55,-1-5 1,1-7-127,0-6 1,-4-4-22,1-2 0,-1-2 83,4-2 0,3 1-128,0 0 1,4 0 133,-1-1 0,4 5-130,5 2 0,3 3 126,7 4 0,1 2 9,-1 6 0,4 3-24,2 4 1,1 3 206,-1 3 0,-3 6 79,3 4 0,-2 5-93,-2 4 1,4 6 76,0 6 0,-4 2-91,-2 7 0,-5-1 63,2 4 0,-3 2-137,-1 2 0,-3-3 53,-3 0 0,-2-1-31,-1-3 0,0 0-104,0-9 1,-4 0-28,-3-9 0,-2 0 85,-3-10 0,-3-2-173,-4-7 1,1-5 46,-1-4 0,-2-6-75,-1-7 0,1-2 93,6-7 0,-2 1-48,5-5 0,2 5 206,4-1 0,4 2-146,-1 1 0,2 5 89,1 1 0,5 0-93,4 4 0,6-2 172,7 7 1,-2-2-91,5 3 0,2 0 120,1 6 0,5 2-80,-5 4 0,-1 2 121,-2 4 1,-5 4-42,2 9 1,-6 3 66,-4 0 0,-2 7 15,0-2 1,-1 7-82,0-3 0,-4 7 43,-1-1 0,-3 4-42,-1-3 1,-1 0-115,-3-7 0,2-1 89,-4-5 1,-3-3-144,-4-7 0,-3-2 0,0-7 0,-2-2 32,-4-4 0,1-5-159,-3-5 0,0-4 40,-1-8 0,0-3-95,6-6 1,0-1 36,6-2 0,5 5 5,5 4 1,3 2 95,3-2 1,6 2 37,7 4 0,6 5 5,3 1 0,1 3 136,2 1 0,-3 0 5,0 3 0,-7 2-69,0 4 1,-2 4 221,-1 2 1,-1 4-48,-5 2 0,0 4 21,1 5 0,-2 3-22,-2 4 1,-2 1 49,-4 2 0,0 1-153,0 2 0,-4 2 28,-2-5 0,-2-5-140,-2-4 1,-3-2 123,-3-2 1,-1-6-111,-2-3 0,-4-6 103,-1 0 1,-1-3-189,-3-3 1,2-6 43,-5-7 1,2-2-63,1-4 0,1-3-242,2-6 0,3 1 207,3-4 1,5 4 113,5-1 0,1 2-12,5 1 0,0 3-82,3 1 1,5 3 60,4-1 1,5 6 6,4 0 1,5 5-17,2-2 0,2 3 126,1 1 0,3 3-33,0 3 0,-4 3 306,-6 3 0,-1 7-140,-1 5 1,-5 4-109,-2 3 0,-1-2 171,-2 5 1,-4 4-110,-2 5 0,2 2 51,-2 2 0,0-4-67,-3 0 0,-3-8-7,0-1 1,-6-3-41,0-3 0,-1-3-85,-6-10 1,-4 1-45,-4-4 0,-4-1 76,-3-5 1,1-2-159,-4-4 0,4-6 90,-2-4 0,4-3-221,0-6 1,1-1 257,2-2 1,2 2-130,4-2 0,1 0 53,-1 3 1,8-2 38,2 5 0,5 2 46,1 1 1,3 3-44,3 0 0,4 2-87,5 1 1,6 0 93,3 3 1,3 0-101,1 0 1,-1 4 237,4 0 1,0 0-57,-4 6 0,3 1-55,1 5 0,-4 3 101,-2 7 0,-3 2 69,0 7 1,-1-1-103,-3 4 0,-1 0 152,-5 2 0,-1 1-82,-2 0 0,-1 0 54,-5 0 0,-2-1-79,-5-2 0,0-1-89,-8-3 1,-4-5 29,-3-1 1,-4-4-85,2-5 1,-3-3-7,-1-6 0,0-3 89,0-7 1,4-1-146,2-5 0,3-3 106,0-3 1,0-2-83,1-1 0,-1 0 69,1 0 0,3 3-112,3 0 1,2 4 74,4-4 0,2 4 15,4-1 1,2 4 52,4 2 0,2 0-45,7 3 0,2 1 33,4 3 0,-3-1-33,4 1 1,-5 4 90,5 2 0,-2-2-46,-2 2 0,1 1 13,-1 5 0,-2 4 46,-1 5 0,-3-1 8,0 5 1,-1 0-12,-2 6 0,-4 2-44,-2 4 1,-2-1 85,-1-2 1,0 5-74,0-2 1,-1 2-21,-2-2 0,-3-2 33,-7-1 1,2-2-99,-4-4 0,2-1 43,-2 1 0,2-6-11,-2-3 1,-1-5-46,-2-5 0,2-1 67,1-2 0,0-7-180,0-5 0,-2-7 101,5-3 1,-1-2 39,4-1 0,4 1-4,2-1 1,2-3-88,1 0 0,7 0 99,2 3 0,7 3 0,-1 0 1,6 4-82,1-1 1,2 4 50,-2 2 1,1 4 109,-1 6 0,-3 2-84,3 4 1,0 2 137,-4 4 1,3 4-77,-5 9 0,0-1 46,0 1 0,-3 6-5,-4 0 1,0 4 157,-3-4 0,-2 2-81,-4 5 0,0-2-71,0 4 0,-4-1-108,-2 1 1,-4-3 99,-2-6 1,1-2-175,-5-5 0,0-4 93,-2-5 0,-1-4-108,1-5 0,-1-1-3,0-2 1,2-3 94,1-7 0,0-5-94,3-7 0,-2 1 74,2-1 0,4 0-70,3-3 0,4 2 65,-1 1 1,2-1-114,1 4 0,1 0 108,2 4 0,6 2 21,7 1 1,2 3 19,4 0 1,3 3 18,6 2 0,-1 0 30,4 4 0,-2 0-85,-1 3 1,-1 1 278,-8 2 1,-2 6-63,-4 7 1,1 2 96,-5 0 0,-3 5 13,-3 2 0,-3 2-116,0 1 1,-2 0-23,-1-1 0,-1 0-22,-2-2 1,-4-2-242,-5-4 1,-3-6 88,-3-4 0,-5-3-129,-2-6 0,-6-10 49,-3-5 1,-1-7-661,1-6 0,2 3 777,4 0 0,0-4 0,0-4 0</inkml:trace>
  <inkml:trace contextRef="#ctx0" brushRef="#br0" timeOffset="5">10484 4134 7979,'5'0'379,"-1"0"-14,-4-4-393,0 3 196,0-7 1,0 5-150,0-3 1,0 0 123,0-3 0,0-1-93,0 1 0,0 0 86,0 0 0,4-2-45,3-1 1,1-2 65,1-1 0,2-2-106,1 5 0,-1-1 99,5 4 1,-4 0-10,4-1 1,-5 2-33,2 2 0,-3-1 160,-1 4-79,1 0-56,-1 3 1,-4 5-83,-2 4 1,-2 4 63,-1 6 0,0 1-49,0 1 1,-1 4 7,-2 6 1,1-1-16,-4 4 1,1-3-126,-2 0 0,-1-4 93,2-2 1,-2-3-371,-2-6 0,-2-3 161,0-4 1,-1-2-295,4-1 0,0-4-108,-1 1 232,1-2 0,4-2-70,2-2 284,2 2 1,2-6 238,2 3 1,2 1-82,4 3 0,5-3 396,1 0 1,2 0-236,-2 3 1,3 1 261,-3 2 1,-1-2-177,-2 2 0,2 1-57,-2 0 1,4-1-288,-4-3 0,1 0-297,0 0 1,-3 0 99,3 0 1,0 0-186,-1 0 1,1 0 457,-4 0 0,5-5 0,0 0 0</inkml:trace>
  <inkml:trace contextRef="#ctx0" brushRef="#br0" timeOffset="6">10977 3994 8013,'6'-9'0,"1"3"576,-4 0 1,0 3 89,-3-4 104,4 5-281,-3-6 0,4 6 49,-1-4-49,-3 4-147,3-3-537,-4 5 375,0 0 162,-4 5-585,3 0 224,-8 4 0,8 4 40,-2-1-273,-2 4 163,4-5 1,-3 6 58,4-1-87,0 2 65,0-4 0,0 7-5,0-3 71,0 3 0,1-2 60,2-1 1,1-2-63,2-1 0,3-3 71,-3 0 0,2-3-61,1-2 0,1-3 77,-1-4 0,3-1-56,1-2 0,0-7-9,0-5 1,-3-4-51,2-3 1,-1-1 57,-2-5 1,-1 1-91,-1 2 0,0-2 78,-4 2 1,0 1-46,-3 0 1,0 0 4,0-1 1,-4 2-1,-2 5 1,-3 0-106,0 3 0,0 2-197,-1 7 1,-2-1 14,0 4 1,-4 0-213,4 7 0,-4 1-348,4 4 0,-4 1 328,4 3 1,-1-3-655,4 3 1183,0-3 0,-1 3 0,1 2 0</inkml:trace>
  <inkml:trace contextRef="#ctx0" brushRef="#br0" timeOffset="7">11713 4050 8067,'19'-6'206,"-1"0"0,-3 1 233,-3-2 422,-1-1-144,-2 3 0,-4-1 169,-2 0-297,-2 3-327,-1-1 1,-5 4-423,-4 0 0,-2 0 211,-4 0 0,-1 0-801,-2 0 1,-4 0-135,0 0 1,0 1 282,4 2 601,-1 3 0,1 3 0,-1 0 0</inkml:trace>
  <inkml:trace contextRef="#ctx0" brushRef="#br0" timeOffset="8">11797 4125 8334,'23'0'1438,"-5"0"1,-6 0 232,-6 0 274,-4 0-1411,2 0 0,-5 0-238,-2 0 1,-3 4-857,-7 2 1,-5 2 427,-7 2 0,-2-4-660,-1 0 1,-2-1 271,2 1 520,-2 3 0,6-4 0,-4 4 0</inkml:trace>
  <inkml:trace contextRef="#ctx0" brushRef="#br0" timeOffset="9">12216 3762 7112,'0'-7'214,"0"1"0,0 3 609,0-3-234,0 4-252,0-6 186,0 2-173,0 1-117,0 1 0,0 3 174,0-2 90,0 2-30,0-3-378,0 12 0,3-2 60,0 7 0,3-2-63,-3 1 0,1 0 180,0 3-320,1-3 67,0 5 0,2-3-130,-4 1 0,3 3 101,-2-3 0,3 2-61,-1-2 1,-1 3 70,1-2 1,-2-2 34,2 2 1,-3-5-2,3 1-12,-4-1 1,5-2-3,-4 0 1,1-3 0,-3 0 49,2-2-8,-2-1-30,3-3 4,0-4 1,-2-2-26,4-7 0,-3-1 1,3-6 34,-2-2 1,3-2-196,-1-3-21,-2-1-5,5-4 0,-5-1 0,3-2 63,-1 1 0,-3 8-164,3 1 1,-3 6-1484,0 3 1242,2 3 0,-3 5 523,4 1 0,0 7 0,4 6 0</inkml:trace>
  <inkml:trace contextRef="#ctx0" brushRef="#br0" timeOffset="10">12514 3994 8068,'5'-4'930,"3"3"-524,-7-3-320,3 0 371,-4 3-488,0-3 0,0 11 154,0 2-177,0 3 105,0-3 0,0 0-47,0 1 0,0-1 0,1-1 20,3-2 1,-2 3 15,4-3-43,-4 2 0,6 0-15,-2-1 0,0 0 62,0-4-165,0 0 132,-1-3 0,3 0-1,-1 0-71,1 0 60,-3-4 1,0 2-3,-2-4 1,-1-1-58,5-2 0,-5-1-5,1-3 1,-1 3 39,1-2 1,-2 1-29,2 2 34,-2 0-8,-1-1 217,4 5-91,-3-3 256,3 3-349,-4-5 199,0 5-132,0 1-500,0 4 523,0 8-85,0-6 0,0 14 139,0-7 1,4 3-1,-1-2-63,-1 2 0,-1 3 85,-1 4 1,0 0-49,0 3 1,3-1-97,0 3 1,0-2 118,-3 3-695,0-8 404,0 4 1,3-7-293,0 1 1,0-1-1237,-3-5 1672,0 0 0,5 1 0,0-1 0</inkml:trace>
  <inkml:trace contextRef="#ctx0" brushRef="#br0" timeOffset="11">12784 3966 8000,'5'-4'-492,"-1"3"0,-3-3 937,2 4-127,-2 0 650,3 0-888,-4 4 0,4-2 155,-1 5-111,0-1 0,-3 3-11,0 0 0,0 1 26,0-1-2,0 0-32,0 1-138,0-5 104,0 7 1,1-9 0,2 7-241,-2-3-123,3 2-640,-4 0-949,0-3 1881,0-2 0,0-4 0,0 0 0</inkml:trace>
  <inkml:trace contextRef="#ctx0" brushRef="#br0" timeOffset="12">12802 3827 8113,'10'-5'180,"-1"1"-792,-4-1 349,3 4 1,-6-2-246,1 6 0,-2-1 508,-1 5 0,-4-1 0,-2 3 0</inkml:trace>
  <inkml:trace contextRef="#ctx0" brushRef="#br0" timeOffset="13">13017 3668 8204,'9'-5'608,"-3"-2"-87,0 4 259,-4-4-299,7 6-308,-8-3 34,3 4 0,-4 1-300,0 2 0,0 2 101,0 4 0,0 4 0,0 0-17,0 2 0,0-3 98,0 3 1,0 1 31,0 3 1,0-1-26,0 1 0,0-1 24,0 1-35,0 0-14,0-1 1,1 1 16,2 0 1,-2-2-48,2-1 1,-1 1 33,1-1 1,-1 0-24,5 0 0,-5 0-77,1-3 1,1 2 0,0-2 104,1-2-195,1-1 50,4 0 0,-4-4-88,0 0-20,-4-4 157,6 2-525,-7-4 0,7-1 200,-5-2 1,3-2-678,-3-4 1,1-1 1017,-1 1 0,-2-4 0,4-2 0</inkml:trace>
  <inkml:trace contextRef="#ctx0" brushRef="#br0" timeOffset="14">13119 3817 8534,'0'-5'108,"-4"9"0,-1 3-474,-5 5 1,-3-3-168,-3-2 1,-1 0 532,-2-4 0,-4 8 0,0 0 0</inkml:trace>
  <inkml:trace contextRef="#ctx0" brushRef="#br0" timeOffset="15">13668 3715 8136,'15'-9'0,"1"0"483,-3 3-167,-1 2 1,-6 1 73,1 0 63,-5 0-92,6-1 57,-7 3-240,3-4 1,-4 7-199,0 1 0,0 0 134,0 6 0,0-1-36,0 8 1,0-1-1,0 4 1,0 0-162,0-1 0,0 1 118,0-1 1,0 4-142,0 0 0,3-1-208,0-6 1,1 3 145,0-3 1,-3 0-262,2 0 0,-1-3 0,0 0-208,1-2-489,0 0 483,-3-5 643,0 3 0,0-3 0,0 5 0</inkml:trace>
  <inkml:trace contextRef="#ctx0" brushRef="#br0" timeOffset="16">13827 3873 8159,'5'-14'0,"3"3"862,-2 5 0,-1 4 196,2-1-770,-5 2 17,2 1-917,-4 0 413,-4 4 1,-6 0-301,-5 3 1,-7 0-462,-3-4 1,-2 0 959,0-3 0,-6 4 0,0 1 0</inkml:trace>
  <inkml:trace contextRef="#ctx0" brushRef="#br0" timeOffset="17">14264 3547 8427,'10'-9'117,"-1"1"93,0 2 0,-3 2 1039,1 4-473,-5-5-151,6 4-553,-7-3 1,6 5 128,-4 2 0,0 3-165,-3 3 1,0 0 11,0 0 1,0 5-192,0 1 0,0 3 275,0 1-695,0-1 426,0 1 1,0 1-73,0 1 1,0 0-531,0 4 0,0-5-388,0 2 0,0-2 1127,0-2 0,-4 1 0,-1 0 0</inkml:trace>
  <inkml:trace contextRef="#ctx0" brushRef="#br0" timeOffset="18">14395 3948 8194,'22'0'391,"-6"0"1,1 0 1005,-7 0-447,-1 0-596,-4 4-108,-1-3-62,-4 3 1,-1-4-376,-2 0 64,-6 0 1,-9 3 0,-4 0-437,-2-1 0,-1-1 457,-3-1 0,0 0-310,0 0 0,0 0 81,0 0-1138,-4 0 37,3 5 1436,-3-4 0,4 7 0,0-3 0</inkml:trace>
  <inkml:trace contextRef="#ctx0" brushRef="#br0" timeOffset="19">14162 4190 8328,'14'0'1100,"0"-4"-687,-5 3 0,0-7-108,1 5 0,-4-3-102,0 3-190,0 0 1,0 0 0,1 0 135,0 1 1,1-3 1,2 3-203,-1-1 0,0 2 245,0 1-239,1 0 0,-1 4 50,0 3 0,-3 2 70,-3 3 1,1 3 46,-1 4-28,0-1-42,-3 1 14,0-1-6,-4 1 1,-1 1 38,-5 1 1,-2-1-158,0 2 0,-2-3-144,2 0-39,1 0 271,-2-5 1,4-1-85,-1-7 81,1 2-12,4-3-25,-3 0 194,6 0-39,-2-5 244,8 0-229,2 0 0,3-5 20,0-1 1,2-3-33,1-4 0,3 3-333,3-2 1,1 1 0,-1 2 144,1 0-1171,0-1 814,-1 5 0,1-3-1034,0 2 0,-4-3 1432,1 0 0,-5 0 0,2 0 0</inkml:trace>
  <inkml:trace contextRef="#ctx0" brushRef="#br0" timeOffset="20">14888 3827 8353,'8'-10'0,"-1"1"0,1 4 220,-7-3-8,7 7 112,-7-8 0,3 7 27,-4-4-368,0 4 58,0-2 0,-4 1-74,-2 0 1,-6 0 106,-4 3 55,3 0-273,-5 4 138,-1 1 1,0 4 0,-2 2-1,4 1 1,1-1 47,3 5 0,2-4-131,5 4 0,-1-4-11,4 4 200,-1-5-97,4 3 1,5-6-26,1-2 1,2 1 2,1-4 0,5 4-62,1-4 1,2 0 81,-2-3 1,5-4-6,-4-3 0,3-1 0,-3-1 3,-3 0-5,5-1 3,-8 1 0,4 0 0,-5-1-3,0 1 1,0 0 127,-3-1 35,-2 5-138,0 1 101,-3 4-86,3 0 15,-4 4 184,-4 1-98,3 5 0,-3 2 42,4 1 0,-3 3-106,0 0 0,0 1 163,3 2 1,0 3 46,0-1-30,0 1-162,0 1 1,0-4 76,0 3-78,4-2 1,-3 1 0,3 1-122,0-1 1,-3-1 96,2-2-321,-2-3 1,-1 1-35,0-3 233,-4-1 0,2-3-174,-4 1 0,-1-2 138,-6-2 1,2-2-617,-5-4 0,1-1-255,-4-2 1,1-3 416,3-6 0,-2 0 548,5-3 0,4-1 0,4-2 0</inkml:trace>
  <inkml:trace contextRef="#ctx0" brushRef="#br0" timeOffset="21">15149 3482 8306,'17'-5'0,"-1"2"0,-3 2-330,-3 1-36,-5 0 871,3 0 0,-4 4-166,2 2 1,-1 4 31,-5 2 1,0-1-299,0 5 1,-1 3 0,-2 2 274,0 0-112,-4 3-119,6 0 0,-6 5 76,4 2 0,0-2 1,3 2 43,0-2 1,0 2-159,0 0 1,0 0-1,0-4 2,0-3 26,0 3 0,1-7-162,2 2 57,-2 1 1,7-6 0,-2 2-146,3-2 0,-3-3 42,0-2 1,3 1-114,4 0 1,-4-2-203,-3-4 0,4-3-621,2-4 809,0 0 1,-5-1-714,-1-2 1,-1-4 360,1-5 0,-1-2 580,-2-1 0,3-7 0,3 3 0</inkml:trace>
  <inkml:trace contextRef="#ctx0" brushRef="#br0" timeOffset="22">15344 3883 8306,'0'-15'-441,"0"3"1,-3 1 947,0 2 1,-3 3-9,3 0 1,-4 4-468,0-2-8,-5 3 1,-3 1-292,-3 0 0,-4 0 0,-1 0 180,0 0 1,1 0-597,-3 0 0,4 4 683,0-1 0,5 0 0,3-3 0</inkml:trace>
  <inkml:trace contextRef="#ctx0" brushRef="#br0" timeOffset="23">15447 3380 8490,'9'-5'0,"0"-3"79,1 5 1,-1 0 317,0 3-153,1 0 0,-1 0 503,0 0-548,0 0 0,1 1 0,-2 2 182,-2 4 0,2 2-126,-5 3 1,0 3 54,-3 3 1,0 1 35,0 0-70,0-1-1,0 1-80,0 0 43,0-5 1,0-1 35,0-3 1,0-4 79,0 0 0,1-4-136,2 1 0,3-3-8,7-3 0,-1-2-318,7-4 0,-2-4 34,8 1 301,0-5-2519,3 3 1818,0-1 0,-1 2-294,-3 4 1,-1 2 0,-5 2-172,-3 1 939,-1 1 0,-6 3 0,-2 0 0</inkml:trace>
  <inkml:trace contextRef="#ctx0" brushRef="#br0" timeOffset="24">10214 4125 8102,'9'-5'1682,"1"-4"-258,-1 4-428,-4-4-363,-1-1 1,-4 1-153,0 0 0,-3 3 88,0-1 0,-7 5-104,0-1-443,-5 2 44,0 1 1,-4 1-1178,-3 2 801,2 3 1,-7 2-1330,3-2 1,0 2 1504,-1-2 1,4 3 0,-1 0 0</inkml:trace>
  <inkml:trace contextRef="#ctx0" brushRef="#br0" timeOffset="25">11974 4786 7900,'0'9'0,"0"0"0,0 1 0,0-1 1146,0 0-133,0-3-667,0-2 1,1-4 142,2 0 1,6-10-97,7-5 1,3-11-49,6-8 0,-10 9 0,0-1-151,5-4 0,1-2 1,0-4-1,0-1-440,2-6 1,1-1 0,-1-3 0,0 0 384,-8 13 0,0 0 1,2-1-1,2-2 1,1-1-1,1-1-466,1-1 1,0 0 0,2-1 0,3-3 0,0-1 0,2 0 333,-7 11 1,0-1 0,1 1 0,0 0 0,0 0 0,1 0 0,-1 0 0,1 0 30,-2 0 0,0 1 1,1-1-1,0 1 0,1 0 1,1 0-1,1 0 0,-1 1-153,0 0 0,0 1 0,0 0 0,-1 1 0,7-8 0,-1 0 0,-2 2 89,-3 5 1,-1 1 0,-1 1 0,8-9 0,0 3-141,-3 6 1,0 2 0,-3 3 0,-1 2 105,17-9 1,-9 5-191,-10 11 1,-7 4-387,-2 5 949,-3 4 0,-5 2-1082,-2 6 0,-6 3 1659,-3 0 0,-3 1-1633,-4 3 1,-1 1 703,-5 5 1,-4 0-779,-2 3 0,3-3 817,0-1 0,2 1 0,2-5 0</inkml:trace>
  <inkml:trace contextRef="#ctx0" brushRef="#br0" timeOffset="26">10884 6173 7861,'14'0'1513,"-4"0"-979,4 0-101,-5 0 108,-4 0 203,-1 0-232,0 0 0,-4 0-88,0 0 0,-5 0-78,-7 0 0,-6 0-392,-4 0 0,-3 0 103,0 0 1,-2 0-133,-1 0 0,4 3-2070,2 0 1052,3 5 1093,0-7 0,-4 7 0,0-3 0</inkml:trace>
  <inkml:trace contextRef="#ctx0" brushRef="#br0" timeOffset="27">10922 6089 7873,'18'0'38,"1"-3"-19,-1 0 0,0 0 685,-2 3 1,-3 0-177,-4 0 1,1-1 436,-1-2-441,0 2-304,1-3 1,-5 5-108,-2 2 1,1 2 100,-1 4 0,0 1-139,-3-1 0,0 4 0,0 3-28,0 1 0,-3 2-276,0 0 176,-4-1 1,2 0-134,-5-3 1,4 0-27,0-3 95,0-1 0,-4-2-81,1-6-12,0-2 202,-1-1 0,1-1-53,0-2 1,-1-6-104,1-7 0,3-2-119,0-4 0,0-2 55,-4-4 1,4 0-10,0 0 1,3 3 133,-3 1 1,3 6 56,0-1-30,2 7 409,1-2-38,0 9 1,0 5-122,0 7 0,0 5 39,0 3 0,0 4-70,0 3 1,0 1 0,0 3 285,0 2 1,0-2-97,0 5-200,-4-2 1,0-5-17,-2-2 0,-1-4-155,3-2 0,-2-3-236,3-3 220,-4-5 0,2-1-210,-5-4 1,4-4 129,0-2 1,0-4 8,-3-2 1,-1-3 0,2-4-44,2-3 0,-3 1-73,3-3 1,-1 2 95,1-3 0,-2 4 33,1 0 0,0 4 66,1 2 1,-2 6-77,1 0 0,2 6 316,-1 0-106,4 2-61,-6 5 1,6 5 258,-5 7 1,4 4 246,-3 2-359,0 4 1,0-5-45,-1 3 1,2 0 0,-2 1 0,2-3 109,1-3 1,-2-4-176,2-3-2,1-1 144,-1-6-684,3-1 304,-7-4-487,7 0 456,-3-4 0,4-5-72,0-7-47,0-2 1,0-1 50,0-3 0,0 1 73,0-3 0,0 0 62,0-1 1,1 2 110,2 5 1,-2 3 229,2 3-230,-2 5 639,-1 3-350,0 17 1,0-5 55,0 11 1,0-4-123,0 1 1,0 0-64,0-3 0,0-1-450,0-3 162,0 1 108,0-1 0,1-1-1954,2-2 1041,-2-1 959,3-5 0,0 4 0,2 1 0</inkml:trace>
  <inkml:trace contextRef="#ctx0" brushRef="#br0" timeOffset="28">11499 6080 7526,'5'-4'102,"-1"2"47,-4-4 1,1 2 303,2-2-144,-2 0-69,4-3 0,-2-1-25,0 1 0,0 3 198,-3 0-229,0 4 0,0-4 272,0 3-389,0 2 73,0 5 1,0 4 80,0 7-54,-4 5-100,-1 4 1,-2 4 44,1 0 1,1-1 95,-1 1-255,-3 4 42,8-7 1,-6 6 61,4-6 1,0-3-106,3-3 0,-3-2-212,0-4 107,0-1-328,3-7 130,0-1 103,0-4 0,3-7 137,0-2 0,4 0 141,-1 3 0,3 4-78,0-1 1,0 1 122,1-1 0,0 2-78,2-2 0,0 2 95,3 1 0,-2 0-117,2 0 1,0 0 0,1 1-116,0 2 0,0-2-1,6 2 127,-2-2 1,2-1-14,-3 0-1010,0 0 671,-5 0 1,3 0-180,-5 0 545,0 0 0,2 0 0,0 0 0</inkml:trace>
  <inkml:trace contextRef="#ctx0" brushRef="#br0" timeOffset="29">11694 6071 8041,'5'9'578,"1"0"-255,-2 1-19,0 3 1,-1-2-59,0 5-1,3 1 409,-2 4 1,2-1-286,-3 2 0,0 0 1,-2 1-76,2 1-294,-2-3 1,3 4 0,-4-3-35,0-1 1,0-1-665,0-2 504,0-3 1,0 2 139,0-1-1217,0-3 826,0 5 1,0-7-626,0 5 561,0-5-5,0 3-381,0-5 447,0-4 448,0-1 0,0 0 0,0 1 0</inkml:trace>
  <inkml:trace contextRef="#ctx0" brushRef="#br0" timeOffset="30">11899 6285 8016,'10'-11'-200,"-1"-1"1,0 2 874,1-3-233,-5 3-170,3-3 1,-6 5-94,4-1 207,-4 2-85,2 2-129,1 0-68,-4 5 0,3 1 0,-3 3 48,2 2 1,-2 5 107,2 2-111,-2-1-36,-1 1-12,0-2 1,0 6-170,0-1 163,0-3 0,3 5 0,1-4-9,1 1 1,-1 2-331,2-1 153,0 2 0,3-3 107,1 1 0,-1-5-17,0 1 0,4-4 32,-1-2 0,2-4-53,-2 1 0,-1-2 71,5-1 1,-2-1-30,2-2 1,1-3-1,-2-6-80,-1 0 1,3-5 87,-5 2 0,1-3-181,-4 0 1,-1-1 50,-1 0 0,-3 1 35,-4-1 1,0 4-77,0-1 0,-1 2 85,-2-2 1,-3 0-271,-3 3 0,-1 2 79,-3 5 0,-1-2-350,-5 5 1,-3 0-16,1 3 1,-5 0-478,1 0 1091,2 0 0,1 8 0,3 3 0</inkml:trace>
  <inkml:trace contextRef="#ctx0" brushRef="#br0" timeOffset="31">12840 6192 8061,'9'0'-781,"4"-4"1,-2 3 1055,1-3 1,-1 3 35,-2 1 1,-3-1-46,0-2 1,0 2 409,4-2-189,-1 2 0,-3-2-151,0 0-103,-3 0 0,1 3-74,-4 0-565,-9 0 332,3 0 1,-10 1-483,3 2 0,-4-2 294,-2 2 1,0-2-370,-2-1 430,1 0 0,2 1-797,3 2 730,-3-2 1,9 4 267,0-1 0,-1 1 0,5 4 0</inkml:trace>
  <inkml:trace contextRef="#ctx0" brushRef="#br0" timeOffset="32">12914 6331 8061,'15'0'-209,"2"0"0,-6 0 1788,1 0-178,-6 0-910,2 0 0,-8-3-385,0 0 0,-7 0 55,-5 3 0,-5-1-291,2-2 153,-7 2 1,1-3-1594,-4 4 1119,5-4 1,-4 3-1591,2-3 2041,7 3 0,-7 6 0,8 0 0</inkml:trace>
  <inkml:trace contextRef="#ctx0" brushRef="#br0" timeOffset="33">13473 6043 7644,'9'0'-60,"0"0"0,-2 0 242,-1 0 1,-3-1 449,3-2-218,-4 2-78,2-8-201,0 4 0,-2-1-179,1 0 1,-2-1 123,-1-2-219,-4 0 112,2 0 0,-6 2 195,2 1-356,-2 0 259,-2-3 1,-2 2-26,0 1 0,-4 4-223,4-1 1,-5 2 13,2 1 0,0 0-19,0 0 1,3 3 182,0 0 0,5 5-37,0 2 1,5-1 0,-1 5 33,2-1-32,5-3-15,1 8 22,5-8 1,3 8 13,3-3 0,1-1 9,2-2 1,-1-1-2,-3-2 0,3-1 0,-3-2 1,-1 0-66,-2-3 0,1-2 44,0 2 1,-1-5 48,-2-1 1,-4-5-25,0 2 1,-3-2-12,3-1-6,-4 3 208,3-2-1,-1 7 15,-3-3-190,3 8 0,-4-1 0,1 7 237,2 3 0,-2 1-116,2 5 0,-2-2 147,-1 4 0,3 2-110,0-1 1,1 1 125,0-2-299,-3-1 1,6 3 0,-3-5 22,1 1 0,-2-1 0,2-2-723,0 0 293,-2-5 230,-3-2-586,4 0 226,-3-4 538,3 0 0,0-1 0,1-4 0</inkml:trace>
  <inkml:trace contextRef="#ctx0" brushRef="#br0" timeOffset="34">13827 6285 8348,'14'0'-1447,"0"0"862,-5 4 323,-4 1 262,-1 0 0,-4 4 0,0-8 0,0 3 0</inkml:trace>
  <inkml:trace contextRef="#ctx0" brushRef="#br0" timeOffset="35">14069 6024 8174,'17'-4'-238,"-1"-2"1,-4 1 1088,-6-2-152,-1 5-359,-5-2-226,0 4 0,-5 3-1,-1 0 0,-3 5-99,-4-2 1,3 2-1,-2 1-95,1 1-28,2-1 86,0 0 1,0 1 99,3-1 1,2 3-22,4 1 0,0 2 100,0-2 0,4 3 0,2-1-47,3-1 1,4 3 1,3-5 1,1 2-18,2-2 1,0-2 7,-1 3 1,1 0-134,-1 0 0,-2 2 133,-1-2 0,-3 2-176,0-2-65,-6-1 210,3-3-247,-4 1 205,0-1 0,-1 0 20,-4 1-195,0-1 1,0-4 100,0 3 1,-1-7-14,-2 2 1,-2-2-106,-4-1 1,-2 0 122,-1 0 0,-3 0-100,-3 0 1,-1-4 84,0-2 0,-2-5-207,-1-2 0,3 1 162,4 3 0,7 0 0,-1 2-82,4 1 251,2 0 78,3-4-92,4 1 0,4 0 84,5-1-190,3 1 0,-1 0 183,4 0 0,-1-4 0,1 0-26,-1-2 0,1 3 57,0-4 1,-5 4-116,-1-4 0,-4 5-3,-3-1 1,1-2-425,-4 2 271,1-1 1,-4 4-600,0 0 337,0 3 145,0-2 0,-1 4-113,-3-2 1,-1 1-9,-4 2 0,2 2-150,-3-3 0,3 3 496,-5 1 0,1-4 0,2-1 0</inkml:trace>
  <inkml:trace contextRef="#ctx0" brushRef="#br0" timeOffset="36">14329 6033 8340,'10'0'-623,"2"-3"530,1 0 90,-5 0 1,0 0 258,-2 0 0,-1-1 1154,2 1-101,-1 2-600,-1-4-550,-1 14-64,-4-3 161,0 12-238,0-4 1,0 6 163,0 1 1,0 2 0,0 3-321,0-1 0,0-4-31,0 0 0,0-2-138,0-4 0,0-1-734,0-5 0,-1-1 147,-2-1 894,2-3 0,-7 0 0,3 1 0</inkml:trace>
  <inkml:trace contextRef="#ctx0" brushRef="#br0" timeOffset="37">14683 5605 8299,'4'-9'-456,"2"3"456,3-1-80,-4 5 69,3-2 1,-6 1 724,5 0-389,-5 0 0,3 3 318,-2 0-217,-2 0-245,3 4-260,-4 1 115,0 5 0,0 2 0,0 1-5,0 2 0,-1 1-7,-2 6 1,2-1 54,-2 4 1,-1-1-46,1 4 0,-1 0 34,4 0 1,0 3 0,0 0-178,0-1 152,0 3 0,0-4 36,0 2-633,0-2 625,0-1-96,0-4 0,1 2 0,2-4 26,0-2 0,1 0-131,-1-1 0,-2-5 165,2-1-145,2-3 1,0-2 58,5-2 1,-1-1 22,0-5 1,4 0 362,-1 0-557,1-5-407,0 4 359,-3-7 0,4 6 96,-5-4 1,0 3-427,1-3 1,-5-1-238,-2-2 837,-2 0 0,-1-5 0,0 0 0</inkml:trace>
  <inkml:trace contextRef="#ctx0" brushRef="#br0" timeOffset="38">14823 5996 8299,'0'-5'-86,"0"-3"1,0 6 128,0-5 1,-4 5 256,-2-1 1,-7-1-298,-2 1-62,-3 0 0,-1 3 193,1 0-875,-1 0 513,1 4 0,-4-3-42,0 2 270,-4-2 0,7 3 0,-4 2 0</inkml:trace>
  <inkml:trace contextRef="#ctx0" brushRef="#br0" timeOffset="39">14869 5605 8302,'9'-6'-778,"-3"0"389,2 4 721,-3-2 1,5 0-145,-1 1 1,0-3 0,1 3 79,-1 1 0,1-2-42,3 1 0,-2 0-31,5 3 0,-4-4-186,4 1 0,-4 0 92,3 3 0,-3 0 0,1 0 283,1 0-177,-4 0 121,4 0-203,-5 4 0,0 2 32,0 3 0,0 3 48,-3 1 1,-2 3 87,-4 0 0,0 1-109,0 2 0,0 0-56,0-1 0,-1-3 68,-2-3 1,2-2 397,-2 0-419,2-5-38,1-1 0,4-8 134,2-2-701,2-7 0,3 2 289,1-5 0,4-2-185,5-4 1,0 0-1,4 4-1047,1-1 1,-3 4 202,-2-1 1170,3 5 0,0-7 0,4 4 0</inkml:trace>
  <inkml:trace contextRef="#ctx0" brushRef="#br0" timeOffset="40">11555 7365 8036,'5'0'2,"-1"0"638,-4 0 1,3-4-492,0-2 1,1-6-237,0 0 37,-3-1 0,6 4 135,-4 0 1,4-1-8,-1 1 0,3 1 40,0 2-18,0-3 1,1 8-37,-1-2 0,0-1 152,0 1-182,1 0 16,-1 3 0,-1 1 228,-1 2-164,1-2 78,-7 7-86,3-3-28,0 5 0,-3 3 60,2 3-61,-6 1 0,-2 6 74,-4 2-227,-5 2 152,4 1 0,-7-3 68,5-1-234,-5-3 59,7 2 0,-3-5 15,3 1 1,1-4 96,0-3-456,-1-2 232,1-4 1,3-2 20,0-4-282,4 0 46,-7 0 130,8 0-44,-3-4 80,4-2 1,0-3-97,0 0 194,0-1 0,1 4 88,2 0-86,2 0 1,5-2 106,-1 1 0,0 3-79,1 4 1,-1 0 317,0 0 0,1 3-99,-1 0 0,-1 8 0,-1-2 232,0 1 0,-1 2-238,3 0 1,-3-1-53,1 1 1,-5-2-574,1 0 1,1-1 252,-1 0 1,4-4-1535,-1-2 1757,3 3 0,0-5 0,0 3 0</inkml:trace>
  <inkml:trace contextRef="#ctx0" brushRef="#br0" timeOffset="41">11881 7588 7827,'9'4'-11,"0"-2"-1131,1 2 481,-5-4 661,-1 0 0,-4 0 0,0 0 0</inkml:trace>
  <inkml:trace contextRef="#ctx0" brushRef="#br0" timeOffset="42">12048 7318 7862,'10'-9'1053,"-1"4"-810,0 2-485,-4-2 262,4 4 1,-7-4 1110,4 5-873,-4 0 1,3 1-7,-2 3-143,-2 1 0,3 4-176,-4 0 36,0 5 0,-3-4 232,0 3-465,0 1 198,-1-4 0,3 8-50,-2-3 86,-2-1 1,4 2 111,-2-3 0,1 3 0,2-1-59,0-1 1,2 3 137,1-5 0,1 4-131,2-4 0,2 0 132,-2-6 0,6 1-102,0-4 1,2 0 69,-2-3 1,-1-4-67,5-2 0,-5-2-115,2-2 0,-3-2-55,-1 0 0,0-5 53,-3 2 0,1-3-167,-4-1 0,0 1 61,-3-1 1,3 0-84,1 1 0,-1 2 6,-3 1 1,-1 0 86,-2 0 0,0 0-71,-3 3 1,3 2 85,-3-3 0,0 6-177,-4 1 151,1-1 0,1 1 112,2 0 75,-3 4 249,8-2-221,-3 4 1,5 1 119,2 2 0,3-2-34,3 2 0,0 1-86,0-1 1,4 4 158,-1-4 0,2 1-80,-2-1 1,-2-2 244,3 2-265,1-2-29,-3 3 276,6-3-280,-6 3 0,5-1 204,-3 1-200,3 3 1,-5-5 4,1 4 0,-2-1-21,0 2 0,-1 1 0,-1-2 1,-1 2 103,0 2-166,-5 3 1,2-3-4,-4 3 1,0 0-1,-1 1 41,-2 0 0,-2-2-46,-5 0 0,1 1 33,0 0 1,2-2 71,1-5 116,0 3 19,1-4 159,1 0-317,4-1 1,2-4 52,4 0 1,0 0 20,7 0-283,-3 0 81,3 0 1,-1-1 198,3-2-673,1-2 377,2 0 0,0-4-702,-2 3 0,0-1 408,-4 1 0,4-1-628,-4 3 0,1-2 465,-4 3 1,0-3 600,1 3 0,-1 0 0,0 3 0</inkml:trace>
  <inkml:trace contextRef="#ctx0" brushRef="#br0" timeOffset="43">13082 7356 8110,'15'-6'351,"1"3"1,-8-1-251,1 1 128,-1 0 503,-3-1 265,3 3-249,-7-3-696,3 4-61,-4 0-472,-4 4 1,-1-3 296,-4 2 0,-4 1-1306,1-1 766,-1 4 346,0-6-704,3 4 1082,-4-1 0,5 1 0,0 4 0</inkml:trace>
  <inkml:trace contextRef="#ctx0" brushRef="#br0" timeOffset="44">13138 7458 8093,'17'3'582,"-1"0"-582,-3 4 253,1-6-104,-8 8 0,6-7-23,-6 4 928,-1-4-411,-1 6-553,-4-7 100,0 4 1,-1-2 191,-2 0-1108,-3 0 560,-7-3 0,0 0 151,-3 0 1,-2 0-1002,3 0 0,-3 0 1016,0 0 0,3-4 0,2-1 0</inkml:trace>
  <inkml:trace contextRef="#ctx0" brushRef="#br0" timeOffset="45">13463 7048 8125,'10'-9'126,"-2"0"73,-2-1 601,3 5 1,-4 1 78,4 4-349,-4 0-223,-1 4 0,-1 2-111,1 7 14,-1 1 0,-3 5-221,0 0 48,0-1 157,-4 1-1,2-1-113,-2 5 72,4 1 0,-3 5 23,0 2 1,0-1-176,3 4 0,0-1-140,0 1-663,0 3 810,0-8 0,0 0-60,0-5 0,1-3 79,2 1 0,-2-6-126,2 0 1,1-5 81,0 2 0,2-6-161,-3-1 0,4-4-68,-1 1 521,3-2 0,0-1-328,0 0-409,1-8 245,3 2 0,-2-9-94,5 3 0,-4-3-413,4-3 1,-2-1-629,2 1 845,-3-1 0,-8 0-291,4 5 362,-8-4 437,3 8 0,0-4 0,1 5 0</inkml:trace>
  <inkml:trace contextRef="#ctx0" brushRef="#br0" timeOffset="46">13631 7346 8318,'-9'-9'1215,"-1"0"-734,1 3-330,-4-2 1,-2 6 49,-3-4 1,-2 4 124,-2-1-1232,-2 2 46,-4 1 860,1 0 0,-6 4 0,0 1 0</inkml:trace>
  <inkml:trace contextRef="#ctx0" brushRef="#br0" timeOffset="47">13687 7812 8025,'19'0'1511,"-5"0"-1280,-5 0-72,-4 0 0,-11 3 216,-3 0 1,-10 4-70,-9-1 1,-5 0-202,-7 0 1,-8 0 0,20-2-1,-3 0-145,-3 0 1,-2-1-257,-3 1 0,-2 0 0,-1-2 0,-1 1 389,1 1 0,0 1-1548,-3 0 0,0 0 1427,0-3 1,0 1-1,-3 1 1,1 0-450,3-1 1,1 0 79,-1 1 0,1 1 0,0-2 0,0 0 87,-2 0 0,0 0 1,3-1-1,2 1 0,4 0 1,2 0-27,1-1 1,2-1 0,0 2 0,1 0-113,0 0 1,1 0 447,2-1 0,1 0 0,-4 1 0,1 0 0,2 0 0,1 0 0,-1 3 0,-1-1 0</inkml:trace>
  <inkml:trace contextRef="#ctx0" brushRef="#br0" timeOffset="48">13501 8045 7966,'29'0'403,"-3"0"502,-11 0-334,-1 0-483,-5 4 0,-5-3 291,-4 2 0,-8-2 559,-8-1-463,-6 0-218,-10 0 1,-12 0-571,15 0 1,-1 0 0,-7 0 0,-3 0 396,-4 0 1,-2 0-500,0 0 1,-2 0 0,-4 0 0,-1 1 395,16 0 0,-1 0 1,1 0-1128,-15-1 1,-2 1 927,14 0 1,-1 1 0,0-1 13,4-1 1,1 0 0,0 0 0,-2 0 0,0 1 0,1-1 106,-15 2 1,2-1-427,-1 0 1,1-1 357,3 4 0,0 1 0,1-4 0,0 0-111,4 2 0,0 0 0,4-2 0,1 1-513,2 1 0,1 0 789,-1-2 0,0 0 0,1 2 0,0 1 0,-1-2 0,1 2 0,2 1 0,0 0 0</inkml:trace>
  <inkml:trace contextRef="#ctx0" brushRef="#br0" timeOffset="49">8696 10559 7837,'0'-7'256,"0"1"315,4 0-150,2 1-198,-1 1 1,0 4-436,-2 0-284,-2 4 1,3 1 281,-4 4 1,0 4 94,0-1 0,0 1 221,0 0 0,0 1-52,0 5 0,0 1-25,0 1 0,0 4-24,0 6 1,-3 0 11,0 7 0,-1 5-179,2-17 1,1 1-1,0 24 166,-1-24 0,1-1 1,-3 24-201,2-24 0,0 1 0,1-1 0,-1 1 151,2 3 0,0-1 1,0 0-1,0-1-66,0 2 0,0-1 0,0 24-140,0-3 1,0-8 105,0-5 0,0-6 54,0-9 1,4-1-143,3-9 0,1-4 298,1-4 1,0-11-62,-3-2 0,2-11 0,-3 1 0,5-9 0</inkml:trace>
  <inkml:trace contextRef="#ctx0" brushRef="#br0" timeOffset="50">8650 10354 7864,'13'-11'1750,"-3"-1"-1348,-5 6 1,-6-3-1121,-2 9 0,-6 0 234,-3 0 1,-6 0 247,0 0 1,-6 0 206,-7 0 1,-3 0 210,-7 0 0,2 0-29,-4 0 1,-1-3-206,-2 0 1,17 0-1,-1-1 131,-3 1 0,0 0 1,0 0-1,-2 2 4,0-1 1,-1 1 0,-2-2-1,-1 1 24,-2 1 1,-2-1 0,-2 1-1,-1-1-346,-2 2 1,0 0 0,2 0 0,0 0 222,0 0 1,-1 0-1,1 2 1,0-1-290,-5 1 1,0-1 0,3 1-1,0-1 256,3 0 1,0-2 0,2 0 0,-1-1-42,-1 1 1,0-1 0,3-1-1,1-1-261,0 1 1,1 0 0,-2-2 0,1-2 244,2 1 1,1 0-1,-1 0 1,0 0-68,0 1 1,0 0 0,4 1 0,1 0 6,3 1 0,0 0 0,-1-1 0,0 1 25,2 1 1,1 0-1,1 1 1,1-1-697,-26 2 837,5 5 0,0-2 0,0 6 0,2 4 0,1 4 0</inkml:trace>
  <inkml:trace contextRef="#ctx0" brushRef="#br0" timeOffset="51">6061 10195 7673,'9'2'0,"-3"5"0,2 0 344,-2 8 1,-2 5-444,0 5 1,0 3-427,-1 3 0,0 5 438,-3 11 1,0 1-344,0-19 1,0 1-1,0 4 1,0-1 503,0 1 1,0 1 0,-1 4 0,-1 0-56,0 0 1,1 0-1,-1 4 1,0 1-13,0-1 0,0 1 0,2 6 0,-2 0-1307,-1-2 0,0 0 1300,2 3 0,0 1 0,-2-1 0,-1 1 0,2-17 0,1 0 0,-1 1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3T23:56:30.222"/>
    </inkml:context>
    <inkml:brush xml:id="br0">
      <inkml:brushProperty name="width" value="0.09086" units="cm"/>
      <inkml:brushProperty name="height" value="0.09086" units="cm"/>
      <inkml:brushProperty name="color" value="#FF0000"/>
    </inkml:brush>
  </inkml:definitions>
  <inkml:trace contextRef="#ctx0" brushRef="#br0">14478 10167 9528,'24'9'499,"-2"-3"-862,-11 2 15,-2-7 79,-5 8 162,-3-8 1,3 2-579,-4-6 0,0 0 685,0-3 0,0 0 0,0-3 0</inkml:trace>
</inkml:ink>
</file>

<file path=ppt/ink/ink29.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10T05:20:36.026"/>
    </inkml:context>
    <inkml:brush xml:id="br0">
      <inkml:brushProperty name="width" value="0.05292" units="cm"/>
      <inkml:brushProperty name="height" value="0.05292" units="cm"/>
      <inkml:brushProperty name="color" value="#FF0000"/>
    </inkml:brush>
  </inkml:definitions>
  <inkml:trace contextRef="#ctx0" brushRef="#br0">2778 5904,'-99'0,"0"0,-25 0,-25 0,0 0,0 0,0 0,75 0,-50-25,0 25,25 0,74 0,-50 0,51-25</inkml:trace>
  <inkml:trace contextRef="#ctx0" brushRef="#br0" timeOffset="383.02">2753 5953,'0'50,"0"-1,0 26,0-26,-24-24,24 0,0 0,-25 0</inkml:trace>
  <inkml:trace contextRef="#ctx0" brushRef="#br0" timeOffset="611.03">2654 6251,'-50'0,"1"25,-1-25,-24 0,-1 0,1 0,-25 0,24 0,1 0,24 0</inkml:trace>
  <inkml:trace contextRef="#ctx0" brushRef="#br0" timeOffset="1135.06">1860 6350,'0'50,"0"-1,25 1,-25-1,0 1,0-25,0 24,0-49,0 25,-25-25,25 0,-24 0,-1-25,25 25,-50 0,25 0,1 0,-1 0,0 0,0 0,0 0,-24 0,49 0,-25-24,25-1,0 25,0-50,0 25,0-24,0 24</inkml:trace>
  <inkml:trace contextRef="#ctx0" brushRef="#br0" timeOffset="1646.09">1513 6648,'-25'24,"0"26,25 0,-24-1,24-24,0 50,0-1,0-24,0-26,0 26,0-50,0 25,-25-25,25 0,-25 0,-25-25,50 25,-49-25,-1 0,-24 1,49-1,-25 0,1 0,-1 25,1-49</inkml:trace>
  <inkml:trace contextRef="#ctx0" brushRef="#br0" timeOffset="2098.12">1116 5755,'-25'49,"1"26,24 24,-25-49,25 49,0-50,0 100,0-25,0 0,0-74,0 49,0-74,-25 49,25-49,-25 0,25-50</inkml:trace>
  <inkml:trace contextRef="#ctx0" brushRef="#br0" timeOffset="3944.22">7838 5482,'0'74,"-25"1,25-1,0 0,0 26,-24-1,24 0,0-24,0 24,0 0,0 0,-25 25,25-25,0 25,0 1,0-1,0 0,0-25,0 25,-25-25,25 0,0 0,0 1,0-26,0-24,0 24,0 1,0-51,0 1,25 25</inkml:trace>
  <inkml:trace contextRef="#ctx0" brushRef="#br0" timeOffset="4575.26">7764 4961,'0'25,"0"24,0 100,0 25,-25-1,0 1,0 124,25-1,-24-73,24-1,-25 124,25-99,-25-25,25-99,0 75,-25-100,25 75,-25-25,1 49,24-173</inkml:trace>
  <inkml:trace contextRef="#ctx0" brushRef="#br0" timeOffset="5666.32">2828 6052,'0'0,"25"0</inkml:trace>
  <inkml:trace contextRef="#ctx0" brushRef="#br0" timeOffset="5803.33">2952 6077,'0'0,"25"-49</inkml:trace>
  <inkml:trace contextRef="#ctx0" brushRef="#br0" timeOffset="5807.33">2977 6028</inkml:trace>
  <inkml:trace contextRef="#ctx0" brushRef="#br0" timeOffset="5810.33">2977 6028</inkml:trace>
  <inkml:trace contextRef="#ctx0" brushRef="#br0" timeOffset="5946.34">3101 6028,'24'0,"-24"-25</inkml:trace>
  <inkml:trace contextRef="#ctx0" brushRef="#br0" timeOffset="6100.34">3324 6028,'25'0,"-25"-25</inkml:trace>
  <inkml:trace contextRef="#ctx0" brushRef="#br0" timeOffset="6229.35">3497 6003,'25'0,"25"-25</inkml:trace>
  <inkml:trace contextRef="#ctx0" brushRef="#br0" timeOffset="6356.36">3746 6028,'0'0,"49"-50</inkml:trace>
  <inkml:trace contextRef="#ctx0" brushRef="#br0" timeOffset="6501.37">4018 6003,'25'0,"25"-25</inkml:trace>
  <inkml:trace contextRef="#ctx0" brushRef="#br0" timeOffset="6624.37">4242 5978,'24'0,"26"-25</inkml:trace>
  <inkml:trace contextRef="#ctx0" brushRef="#br0" timeOffset="6767.38">4514 5978,'25'0,"25"-50</inkml:trace>
  <inkml:trace contextRef="#ctx0" brushRef="#br0" timeOffset="6924.39">4837 5978,'25'-25,"24"0</inkml:trace>
  <inkml:trace contextRef="#ctx0" brushRef="#br0" timeOffset="7058.4">5060 5978,'50'0,"24"-25</inkml:trace>
  <inkml:trace contextRef="#ctx0" brushRef="#br0" timeOffset="7213.41">5432 5978,'50'0,"24"-50</inkml:trace>
  <inkml:trace contextRef="#ctx0" brushRef="#br0" timeOffset="7364.42">5804 5978,'25'0</inkml:trace>
  <inkml:trace contextRef="#ctx0" brushRef="#br0" timeOffset="7518.42">6077 6003,'75'-25,"-1"0</inkml:trace>
  <inkml:trace contextRef="#ctx0" brushRef="#br0" timeOffset="7665.42">6449 6003,'25'-25</inkml:trace>
  <inkml:trace contextRef="#ctx0" brushRef="#br0" timeOffset="7818.44">6747 6003,'25'0</inkml:trace>
  <inkml:trace contextRef="#ctx0" brushRef="#br0" timeOffset="7963.45">6995 6003,'25'0,"0"0</inkml:trace>
  <inkml:trace contextRef="#ctx0" brushRef="#br0" timeOffset="8158.46">7293 6052,'24'-24,"1"24</inkml:trace>
  <inkml:trace contextRef="#ctx0" brushRef="#br0" timeOffset="8246.44">7392 6077,'25'0,"-1"-25</inkml:trace>
  <inkml:trace contextRef="#ctx0" brushRef="#br0" timeOffset="8249.44">7441 6052</inkml:trace>
  <inkml:trace contextRef="#ctx0" brushRef="#br0" timeOffset="8281.44">7441 6052</inkml:trace>
  <inkml:trace contextRef="#ctx0" brushRef="#br0" timeOffset="8390.44">7565 6077,'0'0</inkml:trace>
  <inkml:trace contextRef="#ctx0" brushRef="#br0" timeOffset="8546.48">7640 6028,'25'0,"-25"24</inkml:trace>
  <inkml:trace contextRef="#ctx0" brushRef="#br0" timeOffset="8553.48">7665 6052</inkml:trace>
  <inkml:trace contextRef="#ctx0" brushRef="#br0" timeOffset="8557.48">7665 6052</inkml:trace>
  <inkml:trace contextRef="#ctx0" brushRef="#br0" timeOffset="10376.59">7888 6052,'0'0,"-25"0,0 25,25-25,-25 0,1 0,-1 0,0 25,0-25,25 0,-49 0,49 0,-25 0,25 0,-25 0,25 0,0 0,0 0,25 0,0-25,-1 25,1 0,25 0,-25 0,-1 0,1 0,50 0,-75 0,24 0,-24 0,-24 0,-1 0,-25 0,25 0,1 0,-51 0,50 0,-24-25,24 25,0 0,0 0,25-24,0 24,0 0,50 0,-25 0,49 0,-49 0,49-25,-24 25,-25 0,0 0,-1 0,1 0,-50 0,25 0,-49 25,24-25,-25 0,26 0,-26 24,25-24,0 0,1 0,-1 0,0 0,25 0,50 0,-50 0,24 0,51-24,-1 24,-24 0,-25 0,24 24,1-24,-25 0,-25 0,-25 0,25 0,-50 25,1 0,-1-25,25 0,-49 0,49 0,-25 0,26 0,24 25,0-25,24-25,1 25,74 0,-49 0,0 0,-26 0,1 25,0-25,-25 0,-25 0,-24 0,24 0,-25 0,1 0,-1 0,0 0,1-25,24 25,0 0,25 0,0 0,50 0,-1 0,-49 0,50 0,-50 0,25 25,0-25,-50 0,25 0</inkml:trace>
  <inkml:trace contextRef="#ctx0" brushRef="#br0" timeOffset="13780.78">6400 6648,'-25'0,"0"-25,-124-25</inkml:trace>
  <inkml:trace contextRef="#ctx0" brushRef="#br0" timeOffset="15725.89">6003 6524,'-50'0,"1"-25,24 25,0 0,0-25,0 25,-24-25,-1 25,25-25,0 25,-24-24,24 24,-25 0,26-25,-1 25,-25-25,25 25,-24 0,24-25,0 25,-24 0,24 0,-25-25,1 25,24 0,0 0,-25 0,26 0,-26-24,25 24,-24-25,24 25,-75-25,76 25,-51 0,50-25,-148 25,148 0,-25-25,-24 25,49 0,-49 0,49 0,-49-24,49 24,-25 0,-24 0,49 0,-25 0,1-25,-26 25,51 0,-1 0,-50 0,50 0,-24 0,-1 0,1 0,-1 0,25 0,-24 0,24 0,-25 0,-49 0,49 0,26 0,-26 0,25 0,0 0,-24 0,24 0,-25 0,26 0,24 0,-50 0,50 0,-25 0,0 0,25 0,-24 0,24 0,0 0,0 0,24 0,-24 0,25 0,25 0,-25 0,24 0,1 0,-25-25,24 25,1 0,24 0,-24 0,-1 0,26 0,-26 0,1 0,24 0,1 0,-26 0,26 25,-1-25,-24 0,24 0,50 0,-49 0,-1 0,-24 25,24-25,-24 0,24 0,1 24,-26-24,1 25,24-25,-24 0,24 25,1-25,-26 25,26 0,-1-25,1 24,-1 1,75 0,-75 0,1 0,-1-1,0-24,-24 50,24-25,1 0,-25-25,24 24,0 26,-24-25,24 0,1-1,49 26,-25 0,-25-26,-24 26,99 25,-100-51,150 76,-25-1,-26 0,-98-74,0 0,74 49,-124-49,74 24</inkml:trace>
  <inkml:trace contextRef="#ctx0" brushRef="#br0" timeOffset="15851.9">7640 7466,'49'25,"-49"-25,0 25,0-25,0 0</inkml:trace>
  <inkml:trace contextRef="#ctx0" brushRef="#br0" timeOffset="15861.9">7689 7516</inkml:trace>
  <inkml:trace contextRef="#ctx0" brushRef="#br0" timeOffset="15870.9">7689 7516</inkml:trace>
  <inkml:trace contextRef="#ctx0" brushRef="#br0" timeOffset="17345.99">8012 6201,'50'0,"-50"0,24 0,1 0,-25 0,25 25,-25 25,0-26,0 26,0 24,-25-24,25 0,0-26,0 26,25-25,0-25,0 0,-1 0,1 0,25 0,-50 0,0 0,-25 0,-25 0,26 25,-26 49,25-24,25-1,0 1,0 0,0 24,25-24,-25-26,0 51,0-26,25 1,-50 49,25-49,0-50,-50 49,26-49,-26 25,25-25,0 0,0 0,-24-25,24 1,0 24,50-50</inkml:trace>
  <inkml:trace contextRef="#ctx0" brushRef="#br0" timeOffset="17825">8607 6424,'25'0,"0"0,0 0,-1 25,1 0,-25 74,0-49,-25-25,-24 24,24-24,0 0</inkml:trace>
  <inkml:trace contextRef="#ctx0" brushRef="#br0" timeOffset="17981.02">8657 7094,'-25'50</inkml:trace>
  <inkml:trace contextRef="#ctx0" brushRef="#br0" timeOffset="25168.43">2778 6152,'0'24,"-25"1</inkml:trace>
  <inkml:trace contextRef="#ctx0" brushRef="#br0" timeOffset="25317.44">2803 6400,'-25'24</inkml:trace>
  <inkml:trace contextRef="#ctx0" brushRef="#br0" timeOffset="25450.45">2778 6598,'0'74,"0"-74,0 25</inkml:trace>
  <inkml:trace contextRef="#ctx0" brushRef="#br0" timeOffset="25577.46">2778 6921,'0'24,"-25"51</inkml:trace>
  <inkml:trace contextRef="#ctx0" brushRef="#br0" timeOffset="25713.47">2729 7342,'0'25,"0"25</inkml:trace>
  <inkml:trace contextRef="#ctx0" brushRef="#br0" timeOffset="25881.48">2704 7789,'0'0,"25"24</inkml:trace>
  <inkml:trace contextRef="#ctx0" brushRef="#br0" timeOffset="25997.48">2729 8012,'0'25,"0"-25,0-25</inkml:trace>
  <inkml:trace contextRef="#ctx0" brushRef="#br0" timeOffset="26150.49">2729 8136,'0'0,"0"0</inkml:trace>
  <inkml:trace contextRef="#ctx0" brushRef="#br0" timeOffset="26156.49">2729 8136</inkml:trace>
  <inkml:trace contextRef="#ctx0" brushRef="#br0" timeOffset="26161.49">2729 8136</inkml:trace>
  <inkml:trace contextRef="#ctx0" brushRef="#br0" timeOffset="26323.5">2729 8310,'-25'-25,"50"0</inkml:trace>
  <inkml:trace contextRef="#ctx0" brushRef="#br0" timeOffset="27209.55">2704 8409,'0'0,"-25"0,25 0,-25 0,25 0,25 0,-25 0,0 25,0-25,0 0,25 0,-25 0,0 0,25 24,-25-24,0 0,0 0,0 25,0-25,0 0,0 0,0 25,24-25,-24 0,-24 0,24 0,0 0,0 0,-25 0,25-25,0 25,0 0,0 0,0 0,0 0</inkml:trace>
  <inkml:trace contextRef="#ctx0" brushRef="#br0" timeOffset="28469.62">3969 8632,'0'0,"0"0,-25 0,0 0,0 0,1 0,-1 0,-25 0,25 0,-24 0,24 0,-25 0,1 0,-1 0,0-25,1 25,-1 0,1 0,-1 0,0 0,1 0,-1 0,-74 0,25 25,74-25,0 0</inkml:trace>
  <inkml:trace contextRef="#ctx0" brushRef="#br0" timeOffset="29854.7">4316 8582,'0'-24,"0"-1,25 0,0 25,24 0,-24 0,25 25,-50 0,0-25,0 49,0-24,0 25,-25-26,0 26,0-25,0 0,1 24,24-24,-25 0,25 0,-25-1,50-24,-25 0,25 0,-1 0,1-24,0 24,25-50,-26 50,1-25,0 0,0 1,24-26,-49 25,25 0,-25 1,25 24,-25 0,0 0,-25 24,25 1,0 25,0-25,0 24,0-24,25 0,25 24,-26-49,1 0,0 0,-25-24,25-1,-25 25,0-50,-25 25,25 1,-50-51,26 50,24 1,-25-1,50 25,-1 0,26 0,-25 0,0 0,0 0,-1 25,-24-1,0 51,0-26,0 1,25 0,-25-26,25-24,25 25,-26-25,26 0,-25-25,0 1,-1-26,1 0,-25 1,-25-1,1 25,-26 1,0-1,1 25,-1-25,50 50</inkml:trace>
  <inkml:trace contextRef="#ctx0" brushRef="#br0" timeOffset="30548.74">5383 8558,'0'49,"0"26,0-26,0 1,0-1,0-24,24 0,-24-25,25-25,-25 0,0 1,25-26,-25 0,25 1,-25 49,25-25,-25 25,24 0,1 25,0 24,-25-24,25 74,-25-74,0 50,0-75,0 0,25 0,-25-50,0 25,24-24,1-1,-25 25,25 25,-25 0,25 25,0 25,-1-1,-24 1,0-25,0-1,0-24,0 0</inkml:trace>
  <inkml:trace contextRef="#ctx0" brushRef="#br0" timeOffset="31310.79">5879 8781,'0'0,"0"0,0 0,0 0,25 0,-1 0,1 0,0 0,0 0,24 0,-24 0,50 0,-51 0,26 0,0 0,-1 0,50 0,-74 0,74 0,1 0,-51 0,50 0,-74 0,75 0,-51 25,26-25,-51 0,26 0,24 0,-49 0,50-25,-26 25,1 0,-25 0,24 0,1 0,-25 0,24 0,-49 0,50 0,-25-25,-25 25,24 0,-24 0,25 0,-25 0,-25 0,25 25,25-25</inkml:trace>
  <inkml:trace contextRef="#ctx0" brushRef="#br0" timeOffset="34047.94">819 10145,'24'0,"-24"50,25-25,25 49,-25-24,-1 49,26-50,-25 1,24 49,-49-49,50-1,-50-24,25 0,-25-25,0 0,25 0,-25-25</inkml:trace>
  <inkml:trace contextRef="#ctx0" brushRef="#br0" timeOffset="34371.96">1389 10220,'0'0,"-25"49,-24 1,-1-1,0 26,1-1,24 1,0-26,25 1,0-25,0-1,0-24</inkml:trace>
  <inkml:trace contextRef="#ctx0" brushRef="#br0" timeOffset="35562.03">1488 10616,'0'0,"-25"0,1 50,24-25,-25 0,0-1,25-24,-25 25,0 0,1 0,24-25,0 0,-25 0,25-25</inkml:trace>
  <inkml:trace contextRef="#ctx0" brushRef="#br0" timeOffset="35831.04">1339 10592,'0'0,"25"24,-25 1,25 0,-25 0,25 0,0-1,-25 1,0 0,0 0,24 0,-24-25,0 0,0 0,50-25</inkml:trace>
  <inkml:trace contextRef="#ctx0" brushRef="#br0" timeOffset="36123.06">1637 10691,'0'0,"0"49,0-49,0 25,0 0,0 0,25 0,-25-25,25 24,-25-24,25 0,-25 0,24 0,1-24,0 24,-25-25,25-25</inkml:trace>
  <inkml:trace contextRef="#ctx0" brushRef="#br0" timeOffset="36303.07">1736 10418,'0'0</inkml:trace>
  <inkml:trace contextRef="#ctx0" brushRef="#br0" timeOffset="36892.11">2406 10468,'0'-25,"-25"25,0 0,-24 0,-1 0,25 0,-24 0,24 0,-25 0,26 0,24 0,0 0</inkml:trace>
  <inkml:trace contextRef="#ctx0" brushRef="#br0" timeOffset="37156.11">2406 10616,'-50'-24,"26"24,-26 0,25 0,0 0,1 0,-1 0,25 0,-25 0,50-25</inkml:trace>
  <inkml:trace contextRef="#ctx0" brushRef="#br0" timeOffset="37651.15">2604 10294,'0'25,"25"49,-25-49,25 74,0-24,0-26,0 1,-1-25,1-1,-25 1,25 0,0-25,-25 0,0-25,25 25,-1-49,-24-1,25-24,-25 24,25-24,-25 49,25-25,0 25,-1-24,-24 49</inkml:trace>
  <inkml:trace contextRef="#ctx0" brushRef="#br0" timeOffset="38062.17">3175 10666,'0'25,"-25"0,0-1,1-24,-1 50,0-25,0 0,0 24,1-24,24-25,-25 25,25-25,-25-50</inkml:trace>
  <inkml:trace contextRef="#ctx0" brushRef="#br0" timeOffset="38268.18">2977 10691,'49'49,"-24"-49,0 50,0-25,-1 0,1-1,0-24,-25 25</inkml:trace>
  <inkml:trace contextRef="#ctx0" brushRef="#br0" timeOffset="38560.18">3621 10492,'-24'0,"24"0,-50 25,0-25,26 0,-1 0</inkml:trace>
  <inkml:trace contextRef="#ctx0" brushRef="#br0" timeOffset="38781.21">3671 10666,'-25'25,"25"-25,-49 0,24 0,0 25,-25-25,1-50</inkml:trace>
  <inkml:trace contextRef="#ctx0" brushRef="#br0" timeOffset="39293.24">3820 10344,'25'24,"0"26,-1 24,-24-49,25 50,0-51,-25 51,25-26,0 1,-25-25,24 0,-24-1,25-24,0 0,0-24,-25-1,25-25,-25 25,24-24,-24-26,25 26,-25 24,50-74,-25 74,-25 0,0 75</inkml:trace>
  <inkml:trace contextRef="#ctx0" brushRef="#br0" timeOffset="39851.25">4266 10815,'0'99,"0"-49,25-26,-25 1,25 0,0 0,0-25,-1 0,-24 0,25-25,-25 0,25-124</inkml:trace>
  <inkml:trace contextRef="#ctx0" brushRef="#br0" timeOffset="40006.28">4415 10542,'0'0,"0"25</inkml:trace>
  <inkml:trace contextRef="#ctx0" brushRef="#br0" timeOffset="40373.3">5035 10616,'0'-24,"-49"24,24 0,-25 24,26-24,-1 0,-25 0,25 0,0 0,50 0</inkml:trace>
  <inkml:trace contextRef="#ctx0" brushRef="#br0" timeOffset="40625.32">5110 10815,'-25'0,"-25"0,1 0,-1 0,25 0,1 0,-1 25,25-50</inkml:trace>
  <inkml:trace contextRef="#ctx0" brushRef="#br0" timeOffset="42316.42">5457 10517,'-25'0,"25"0,0 0,0 0,0 0,25 0,-25-25,25 25,-25-24,49-1,-24 25,0-25,0 25,-25 0,25 25,-1 0,1-1,-25 1,0 0,0 0,0 0,0-1,-25 26,25 0,-24-26,24 1,-25 25,0-25,25-1,-25 1,0 0,25 0,0-25,0 0,0 0,25 0,-25 0,50-25,-25 25,-1-25,1 0,-25 1,25-1,0 0,0 0,-1 25,1-25,-25 1,25-1,0 25,-25-50,0 50,0-25,25 25,-25 0,0 0,0 25,0-25,0 75,0-51,0-24,0 50,25 0,-25-26,24 26,1-25,0 0,0-25,-25 0,25 0,-25-25,0 0,0-49,-25-1,25 26,-25-1,0 0,25 26,0 24,25-25,0 25,0-25,-1 25,1 0,0-25,-25 25,0 25,0 0,0 0,0 24,0 1,0-1,0 1,25-25,0 0,24 24,-24-49,0 25,24-25,-24-25,0 0,0 1,-25-26,0 0,0 1,-99-50,74 49,-25 50,1 0,-1 0,25 25</inkml:trace>
  <inkml:trace contextRef="#ctx0" brushRef="#br0" timeOffset="43139.46">6672 10492,'0'50,"0"0,0-1,0 26,0-26,0-24,0 0,25-25,0 0,-25-25,25 0,0-24,-25-1,24 0,-24-24,0 49,25 0,-25 25,25 0,0 100,0-51,-25 26,0-51,0 26,0-25,25-50,-25 0,24 0,-24-24,25-1,0 1,-25 24,25 0,0 25,-1 25,26 24,-50 1,25 74,-25-99,0 24,-25-49,50-24</inkml:trace>
  <inkml:trace contextRef="#ctx0" brushRef="#br0" timeOffset="43626.49">7516 10567,'25'0,"-25"25,0-25,-25 0,0 24,0-24,0 25,1-25,-1 25,25-25,0 25,0 0,25-25,-1 24,1 1,25 0,-1 0,-24 24,-25-24,25 25,-25-50,0 25,-25 24,0-49,25 0,-49-25,49 25,-50-49</inkml:trace>
  <inkml:trace contextRef="#ctx0" brushRef="#br0" timeOffset="43919.51">7615 10220,'0'0,"-25"0,0-25,-24 25,-1 0,1 0,49-25,-25 0</inkml:trace>
  <inkml:trace contextRef="#ctx0" brushRef="#br0" timeOffset="44187.52">7863 10096,'0'74,"-25"25,0 0,1 1</inkml:trace>
  <inkml:trace contextRef="#ctx0" brushRef="#br0" timeOffset="60607.46">1067 12378,'0'74,"24"25,-24 25,0-25,0 1,25-1,-25-25,0 1,-25-26,25-24</inkml:trace>
  <inkml:trace contextRef="#ctx0" brushRef="#br0" timeOffset="60844.48">1017 12725,'25'-50,"0"25,-1-24,1-26</inkml:trace>
  <inkml:trace contextRef="#ctx0" brushRef="#br0" timeOffset="61278.5">1315 12502,'49'74,"-49"-49,0 0,0 49,0-49,-25 49,1-24,-1-25,0-25,-25 24,26-24,-26 0,25 0,0 0,25 0,25-24,0 24,0 24,49 1,-24 25,-25-25,24 24,1 1,-1-1,-24-49,0 25,-25-25,25 0,-25 0,25-49</inkml:trace>
  <inkml:trace contextRef="#ctx0" brushRef="#br0" timeOffset="61647.52">2133 12799,'0'0,"-25"0,-24 0,-1 0,25 0,-24 0,24 0,-25 0,26 0,-1 0,0 0,50 0</inkml:trace>
  <inkml:trace contextRef="#ctx0" brushRef="#br0" timeOffset="61935.54">2084 12998,'-50'0,"25"0,-49 0,49 0,-25 0,26 0,-1 0,0 0,25 0,25 0</inkml:trace>
  <inkml:trace contextRef="#ctx0" brushRef="#br0" timeOffset="62556.57">2356 12601,'25'25,"0"24,25 26,-26-26,1 26,25-26,-25 1,-1-1,1-24,-25-25,25 0</inkml:trace>
  <inkml:trace contextRef="#ctx0" brushRef="#br0" timeOffset="62964.6">2853 12601,'0'0,"0"25,-25 24,0 26,0-26,-24 1,24-25,0-1,25 1,0 0,-25 25,25-26,0-24,0 25,0-25</inkml:trace>
  <inkml:trace contextRef="#ctx0" brushRef="#br0" timeOffset="63372.62">2977 12948,'0'25,"-25"0,25-1,-25 1,0 0,25 25,-25-1,25 1,0-50,-24 50,24-50,0 24,-25-48</inkml:trace>
  <inkml:trace contextRef="#ctx0" brushRef="#br0" timeOffset="63613.63">2778 13047,'25'25,"25"0,-50-25,24 25,1-1,25-24,-25 25,-25-25,49-25</inkml:trace>
  <inkml:trace contextRef="#ctx0" brushRef="#br0" timeOffset="64186.67">3274 12526,'0'25,"0"25,0-1,0 26,0-1,0 1,0-1,0-24,0-1,25 1,-25-25,25-1,-25-24,25 25,-1-25,1 0,0-25,0 25,-25 0,49-24,-49-1</inkml:trace>
  <inkml:trace contextRef="#ctx0" brushRef="#br0" timeOffset="64422.68">3249 12799,'-49'-25,"-26"25,26 0,24 0,0 0,0 25,1-25</inkml:trace>
  <inkml:trace contextRef="#ctx0" brushRef="#br0" timeOffset="67912.88">1339 12452,'0'0,"-24"0,-1 25,0-25,-25 0,26 0,-26 0,50 0,-50 0,26 0,-1 25,0-25,25 24</inkml:trace>
  <inkml:trace contextRef="#ctx0" brushRef="#br0" timeOffset="68799.92">769 14139,'25'-25,"0"25,-1 0,-24 25,50-1,-25 1,0 0,-1 0,1 24,-25 1,0 0,0 24,-25 1,25-51,-24 51,-1-50,-25-1,1 1,24-25,0 0,0-25,25 25,0-49,0-1,25 1,-25 49,25 0,0 0,24 24,1 1,-25 25,24-1,-49-49,25 0,0 0,24-74</inkml:trace>
  <inkml:trace contextRef="#ctx0" brushRef="#br0" timeOffset="69643.98">1191 14337,'0'25,"0"0,0 0,0 24,0 1,0-1,24-24,1 0,0-25,0 25,-25-50,25 25,-25-50,-25 1,25-26,-50 1,25 49,1-25,-1 26,25 24,25 0,24 24,-24-24,0 25,0-25,-1 0,1 0,0 0,-25 0,25 25,-25-25,0 25,0-25,0 50,25-1,-25-24,0 25,24-26,-24 1,25 0,0 0,0 0,0-50,-25 25,24-50,1 1,-25-26,0 50,-25-24,25 24,-24-25,-1 25,-25 1,50 24,-49 0,24 24,-25 26</inkml:trace>
  <inkml:trace contextRef="#ctx0" brushRef="#br0" timeOffset="71749.1">2332 14536,'0'0,"-25"-25,0 25,0 0,-24-25,-1 25,0 0,1 0,24 0,-25 0,1 0,49 0,0 0</inkml:trace>
  <inkml:trace contextRef="#ctx0" brushRef="#br0" timeOffset="72057.12">2208 14684,'-25'0,"-25"0,25 0,1 0,-1 0,0 25,-25-25,26 0,24 0,24 0</inkml:trace>
  <inkml:trace contextRef="#ctx0" brushRef="#br0" timeOffset="73501.2">2530 14362,'-25'-25,"25"25,0 0,25-25,-25 25,25 0,0-25,-1 25,1 0,0 0,0 25,0-25,-25 25,25 0,-25 0,0 24,0-24,0 50,-25-26,0 26,25-51,-25 26,25-25,0 0,0-25,25-25,-25 25,50-25,-50 0,49 0,-24 1,0-26,0 25,-1 0,-24 1,25-1,0 0,0 0,-25 25,0 0,0 0,25 50,-25-1,49 1,-24 24,0-49,0 0,-25-25,0-25,0 0,-25-24,0-1,0 1,0 24,25-25,0 50,0-25,25 25,0 0,0 25,24-25,1 0,-25 0,0 0,-1 0,-24 25,0 0,0 24,0-24,0 25,25-1,-25-24,25 0,0 0,0-25,-1 0,-24-25,25 0,-25 0,0 1,0-51,0 50,-25 1,1-26,-26 50,50 0,-25 0,0 0,25 0</inkml:trace>
  <inkml:trace contextRef="#ctx0" brushRef="#br0" timeOffset="73995.23">3646 14015,'0'24,"0"26,25 24,-25-49,0 50,0-51,0 51,0-1,0 1,0-50,0 24,0-24,25 25,0-26,-25 1,25-25,-1 0,-24 0,25 0,0 0,0 0,-25 0,25-99,-25 74,24-49</inkml:trace>
  <inkml:trace contextRef="#ctx0" brushRef="#br0" timeOffset="74204.23">3721 14337,'-25'0,"-25"0,25 0,1 0,-26 0,0 25,26-25,-1 0</inkml:trace>
  <inkml:trace contextRef="#ctx0" brushRef="#br0" timeOffset="75606.32">2629 15329,'0'124,"0"-99,0 50,0-26,0 50,0-24,0 24,0-49,25 24,-25-49,25 0,-25 24,25-24,0-25,-1 0,1 0,25-25,-25 0,-1-24,1 49,0-99</inkml:trace>
  <inkml:trace contextRef="#ctx0" brushRef="#br0" timeOffset="75866.33">2778 15627,'-74'0,"24"0,-24 0,24-25,0 25,-24-25,24 25,-24-24</inkml:trace>
  <inkml:trace contextRef="#ctx0" brushRef="#br0" timeOffset="76167.35">2133 15503,'0'0,"-25"0,1 0,-1 0,-25 0,1 0,24 25,0-25</inkml:trace>
  <inkml:trace contextRef="#ctx0" brushRef="#br0" timeOffset="76472.37">2133 15825,'-25'0,"-24"-24,49 24,-50 0,1 0,24 0,0 0,-25 0,50 24</inkml:trace>
  <inkml:trace contextRef="#ctx0" brushRef="#br0" timeOffset="77062.39">769 15280,'25'124,"-25"0,25-25,-25 50,24-25,-24-25,0-25,0-24,0-25,0-50</inkml:trace>
  <inkml:trace contextRef="#ctx0" brushRef="#br0" timeOffset="77531.42">1315 15627,'0'0,"-25"0,0 25,0 0,0-1,25 1,0 0,-24 0,24 0,0-25,24 24,-24 1,25 0,25 25,-50-26,0 1,25 0,-25 0,-25-25,0 0,-25-25,26 0,-26-99</inkml:trace>
  <inkml:trace contextRef="#ctx0" brushRef="#br0" timeOffset="82410.7">2828 16644,'0'25,"-50"-25,25 0,-24 0,-1-25,0 25,1-25,-26 0,26 25,-50-24,-1-1,1-25,25 25,-25 1,24 24,-49-25,0 0,-25 0,75 25,-50-25,49 25,-49 0,-24 0,-26 0,124 0,-49 25,50-25,-1 0,25 25,0-25,50 0,0 0,0 0,24 0,26 0,-1 0,25 0,1 0,-1 25,25 0,0-1,0 1,25 0,49 0,-49-25,-25 25,0-1,0 26,-25-25,0 0,-24-1,24 1,-49-25,-1 25,1-25,-25 0,-25 0,0-25,-25 0,0 1,-24-1,24 25,-75-25,26 25,0-25,24 25,-49 0,49 0,-49 0,-25 0,0 0,74 0,-74 0,50 0,-50 0,-25 0,25-25,50 25,-50 0,49 0,-24 0,-25 0,25 0,74 0,-49-24,49 24,-50 0,50 0,50 0,0 0,50 0,-51 0,51-25,-1 25,25-25,-49 25,49-25,-49 25,74-25,0 25,0-24,-75-1,75 0,1 25,-1-25,-25 25,99-25,-99 50,1-25,-26 0,0 25,-24-25,24 25,-49-25,25 25,-50-25,0 0,-25 0,-25 0,1 0,-1 0,-24 0,-1 0,-24 0,0 0,-99 0,98 0,-24 0,0 0,0 24,-25-24,1 25,-1-25</inkml:trace>
  <inkml:trace contextRef="#ctx0" brushRef="#br0" timeOffset="89578.12">11187 5135,'-75'74,"26"-49,-1 49,1 1,-26 24,50-50,-24 26,24-26,0 1,0 0,25-26,50-48</inkml:trace>
  <inkml:trace contextRef="#ctx0" brushRef="#br0" timeOffset="89858.13">11063 5234,'0'0,"49"49,-49 1,75 24,-25 26,24-26,-49 0,0 1,-1-50,1-1,-25-73</inkml:trace>
  <inkml:trace contextRef="#ctx0" brushRef="#br0" timeOffset="90066.15">11410 5755,'-49'0,"-1"24,-49-24,49 0,-74 0,25 0,49 0,25 0,1-24</inkml:trace>
  <inkml:trace contextRef="#ctx0" brushRef="#br0" timeOffset="90809.19">11460 5333,'25'0,"-25"74,24-24,1 0,0 24,0-49,24 49,1-49,0-25,-26 0,26-25,-25 25,0-74,-1-1,1-24,-25 74,0-49,0 49,0 0,0 1,25 73,-25-24,25 49,-25-49,25 74,-1 1,1-26,-25-24,25 74,-25-75,0 51,0-1,0 0,0-49,-25 24,25-24,-49-26,-1 1,0 0,1-50,-26 0,51 1,-51-1,26 0,-26 0,50 0,1 1,24-51</inkml:trace>
  <inkml:trace contextRef="#ctx0" brushRef="#br0" timeOffset="91226.21">12849 5407,'0'0,"-50"0,-24 0,24 0,1 0,24 0,-25 0,25 25,75 0</inkml:trace>
  <inkml:trace contextRef="#ctx0" brushRef="#br0" timeOffset="91393.22">12923 5655,'-124'0,"0"-24,25 48</inkml:trace>
  <inkml:trace contextRef="#ctx0" brushRef="#br0" timeOffset="112681.43">13667 4812,'0'0,"0"50,25 49,0 0,-25 0,25 1,-25-26,0-24</inkml:trace>
  <inkml:trace contextRef="#ctx0" brushRef="#br0" timeOffset="112919.45">14015 5457,'0'0,"-50"25,-24 0,-26-25,51 0,-75 24,99-24,-74 0,49 25</inkml:trace>
  <inkml:trace contextRef="#ctx0" brushRef="#br0" timeOffset="113407.48">13469 5730,'25'-25,"24"25,1 0,0 0,-1 0,1 0,-25 0,24 25,-49 0,0-1,0 26,0-25,-25 49,1-24,-26 0,25-50,-24 49,49-49,-25 25,50-25,-1 0,76 0,-26-25,-24 25,24 0,-24 0,-50 0,0-25</inkml:trace>
  <inkml:trace contextRef="#ctx0" brushRef="#br0" timeOffset="114122.52">14585 5308,'-25'-25,"1"1,-1 24,-50 0,51 0,-1 24,0 26,0 24,25-49,0 25,25-1,0-24,24-25,1 0,-25-49,0 24,-1-25,-24 25,0 1,0 24,0 49,0 1,25-1,0 26,-25-1,0-24,25 24,-25 1,-25-26,0 1,0-25,-24-25,-1 0,1-25</inkml:trace>
  <inkml:trace contextRef="#ctx0" brushRef="#br0" timeOffset="114585.55">14932 4911,'0'50,"0"24,0 1,0-50,0 49,0-24,0-1,0 26,0-1,25-49,0 0,-25-1,25 1,24 0,-24 0,0-25,0 25,0-25,-1 0,1-25</inkml:trace>
  <inkml:trace contextRef="#ctx0" brushRef="#br0" timeOffset="114795.56">15205 5283,'-25'0,"1"0,-51 0,1 0,24 0,25 0,-24 25,-1-25</inkml:trace>
  <inkml:trace contextRef="#ctx0" brushRef="#br0" timeOffset="115365.59">15081 4688,'50'-25,"-25"0,24 25,1 0,-1 25,1-25,-50 25,0 25,0-1,0 1,-25 0,0-26,1 1,24-25,24 0,26-25,99-24,-124 49,24 0,-49 0,25 0,-25 0</inkml:trace>
  <inkml:trace contextRef="#ctx0" brushRef="#br0" timeOffset="116217.64">13295 7516,'0'25,"-24"-25,24 0,-25 24,-25-24,25 0,0 0,-24 25,24-25,-25 0,26 0,-1 0,0 0,0 0,25 0,-25 25,25-25,-24 0,24 0,0 0,0 25,0-25,0 0</inkml:trace>
  <inkml:trace contextRef="#ctx0" brushRef="#br0" timeOffset="116497.66">13246 7764,'0'0,"-25"25,-25-25,-24 0,24 24,25-24,1 0,-1 0,99 0</inkml:trace>
  <inkml:trace contextRef="#ctx0" brushRef="#br0" timeOffset="117909.74">13866 7045,'25'0,"-25"49,24 50,1 25,0-24,-25-1,0-25,0-24,-25-25</inkml:trace>
  <inkml:trace contextRef="#ctx0" brushRef="#br0" timeOffset="118153.75">14163 7764,'-74'25,"0"-1,24-24,-49 0,49 25,-24 0,-1 0</inkml:trace>
  <inkml:trace contextRef="#ctx0" brushRef="#br0" timeOffset="119136.81">13767 8012,'0'0,"24"-25,26 0,-50 25,74 0,-49 0,50 25,-26 0,1 0,-50-25,25 49,-25-49,-25 50,-25 0,1-1,24-24,0 0,0 0,-49-1,49 1,0 0,0 0,25-25,25 0,0 0,25 25,49-50,-74 25,49 0,-49 0,24-25,-24 25,0 0,-25 0,0 0,0 0,0 0,0 0,-25 0,25 0,0-25,25-124</inkml:trace>
  <inkml:trace contextRef="#ctx0" brushRef="#br0" timeOffset="119748.84">14610 7020,'0'0,"-25"0,25 0,-25 25,1-1,-1 1,0 25,0-25,0-1,1 26,24 0,-25-1,25 1,0-1,-25 1,50 49,0-24,49 24,0-50,-74-24,0-74</inkml:trace>
  <inkml:trace contextRef="#ctx0" brushRef="#br0" timeOffset="120564.89">14982 7169,'-25'0,"25"24,25-24,-25 0</inkml:trace>
  <inkml:trace contextRef="#ctx0" brushRef="#br0" timeOffset="121775.96">15106 7144,'-25'0,"0"-25,-49 0,24 0,26 25,-26 25,50 0,-25 0,0 24,50 26,-25-50,50 24,-25-24,-1-25,26 0,-25-50,0 26,-1-26,-24 25,25-24,-25 49,25 74,0 25,-25 0,25 1,-25-1,0-50,0 1,24-75</inkml:trace>
  <inkml:trace contextRef="#ctx0" brushRef="#br0" timeOffset="121928.97">15329 7491,'0'25</inkml:trace>
  <inkml:trace contextRef="#ctx0" brushRef="#br0" timeOffset="122526">15577 7144,'-24'0,"-1"25,0-1,25 1,0 25,25-25,-25-1,49 26,1-25,0 24,-26-24,1 25,0-25,-25 24,0-24,-25 0,25-25,-49 0,24 0,0 0,-25-25,50-25,25 26,0-51,0 75,24-49,-24-1,25 0,-50 26,25-1,-25 0,-25 0,0-24,-25 24,26 25,-51 0,50 0</inkml:trace>
  <inkml:trace contextRef="#ctx0" brushRef="#br0" timeOffset="122844.02">16024 7119,'25'74,"-25"26,0-1,0-25,0 25,0-24,0-26,0-24,0 0</inkml:trace>
  <inkml:trace contextRef="#ctx0" brushRef="#br0" timeOffset="123232.04">16247 6970,'50'50,"-26"49,1 0,0 0,-25 25,0-24,-25-1,0-50,1 1,-1-25,25 0,-25-25,0 0,25 0,0 0</inkml:trace>
  <inkml:trace contextRef="#ctx0" brushRef="#br0" timeOffset="124856.14">16892 6796,'-25'25,"0"-25,25 25,-49 25,24-25,-25 49,26 0,-1 26,25-1,0 25,25-50,-1 25,26-49,0 0,-26-26,26-24,-50 0,50 0,-1-99</inkml:trace>
  <inkml:trace contextRef="#ctx0" brushRef="#br0" timeOffset="125117.15">17214 7144,'0'25,"0"49,0 25,0 0,0 1,0-1,25-50,0 1,0-50</inkml:trace>
  <inkml:trace contextRef="#ctx0" brushRef="#br0" timeOffset="125439.17">17512 6945,'99'0,"-49"50,0 24,-26-24,1 49,-25-49,0 74,0-25,-25 0,25-74,-24 25,-1-26,0 26,25-100</inkml:trace>
  <inkml:trace contextRef="#ctx0" brushRef="#br0" timeOffset="125893.2">17835 6672,'0'-74,"0"49,24 25,-24 0,25 50,0-1,-25 1,25 0,0-1,-1-24,1 25,0-25,25-25,-1 24,26-24,-51 0,26 0,-25-24,24-1</inkml:trace>
  <inkml:trace contextRef="#ctx0" brushRef="#br0" timeOffset="126986.26">13419 9599,'-24'0,"-1"0,0 0,-25 0,1 0,-1 0,-24 0,24 0,25 25,-24-25,24 25,25-25,-25 25,25-25,25 25</inkml:trace>
  <inkml:trace contextRef="#ctx0" brushRef="#br0" timeOffset="127255.27">13444 9823,'-25'-25,"-24"25,-1 0,1 0,-1 0,25 0,-25 0,26 0,-1 25,0-25,25 24,-25-24,25 25,0-25,25 25</inkml:trace>
  <inkml:trace contextRef="#ctx0" brushRef="#br0" timeOffset="130379.45">13915 9252,'0'0,"0"50,0 24,-49 25,24-24,0-1,0-24,25-1,25-24,0 0,49 0,1-25,24 0,-25 0,1 0,-26 0,-24 0,0-25</inkml:trace>
  <inkml:trace contextRef="#ctx0" brushRef="#br0" timeOffset="130711.47">14064 9302,'0'49,"25"75,-25-74,0 99,0-100,25 75,0 0,-25-24,0-51,0 1,0-25,0 24,0-24</inkml:trace>
  <inkml:trace contextRef="#ctx0" brushRef="#br0" timeOffset="130906.48">14486 9996</inkml:trace>
  <inkml:trace contextRef="#ctx0" brushRef="#br0" timeOffset="131513.51">14957 9451,'-25'-25,"1"0,24 0,-75 25,26 0,-1 50,25-25,0 24,25 1,0 24,0-24,25-1,0-49,0 0,0 0,-1-24,26-51,0 26,-50 24,24-25,-24 25,0 1,0 24,25 49,-25 1,0 24,25-24,-25 49,0 50,0-75,0 1,0-26,0-24,25-25,49-25</inkml:trace>
  <inkml:trace contextRef="#ctx0" brushRef="#br0" timeOffset="132259.56">15354 9798,'25'49,"-25"26,0-1,0 26,0-51,0-49,0 0,0-74,25-26,0 26,-1 24,1 1,25 24,-25 25,-25 0,24 25,26 24,-50 1,25 49,-25-49,0-25,0-25,0-50,0 25,0-24,25-26,-1 1,-24 49,25-25,0 50,0-24,0 24,-1 24,-24 1,25 50,0-26,-25 1,25 24,-25-24,0-25,-25 0,25-25,0 24</inkml:trace>
  <inkml:trace contextRef="#ctx0" brushRef="#br0" timeOffset="133326.62">11708 9401,'0'0,"-25"25,25 24,0-24,-25 0,0 74,1-49,-1-1,0 1,0 0,25 24,-25-49,1 24,24 1,-50 49,50-74,-25 0,25 0,-25 0,25-1,0-24,-24 25,24-25</inkml:trace>
  <inkml:trace contextRef="#ctx0" brushRef="#br0" timeOffset="133777.65">11609 9773,'74'74,"0"1,1-1,-50 1,24-1,-49 1,-25-26,-49-24,-75 25,0-50,75 0,24 0,26 0,73-25,26-25</inkml:trace>
  <inkml:trace contextRef="#ctx0" brushRef="#br0" timeOffset="134495.69">11956 9823,'0'0,"0"49,25 1,-1-1,1 1,0 0,0-25,0 24,-1-24,1-25,0 0,25 25,-50-50,25 25,-1-50,1 26,-25-51,0 50,0-49,0 49,0 0,0-49,0 49,0 0,0 0,0 1,0 24,0 24,25 26,0-25,0 49,-1-49,1 74,0-49,0 0,0 24,-25-24,0 24,0-24,0-1,0-24,-25 25,-25-26,25 1,-49 0,24 0,-24-25,24 0,25 0,-49 25,74-25,-50 0,26 0,73 0</inkml:trace>
  <inkml:trace contextRef="#ctx0" brushRef="#br0" timeOffset="135998.77">15701 10840,'-74'0,"0"0,-26 0,-123 0,74-25,75 25,-125 0,125-25,-124 25,-1 0,1 0,98 0,-123 0,124 0,-149 0,25 0,-1 25,100-25,-99 0,124 0,-99 25,-249-1,298 1,75-25,-25 0,49 0,0 25,1-25,74 0,-25 0,74 0,-24 0,74 0,0 0,24 0,-48 0,73 0,-98 0,123 0,1 0,24-25,-124 25,124 0,-74 0,372-25,-422 25,174 0,-25 25,0 0,-25 0,1-25,-51 25,-24-1,-25 1,-25 0,-49-25,-50 0,-50 0,-49-25,0 25,-75-25,1 1,-26-1,-297 25,248 0,0 0,-25 0,25 25,0-25,0 0,25 0,0 0,-1 0,26 24,24 1,1-25,73 25,1-25,25 0,49 0,75 25,24-25,149 0,50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2T01:43:28.760"/>
    </inkml:context>
    <inkml:brush xml:id="br0">
      <inkml:brushProperty name="width" value="0.09086" units="cm"/>
      <inkml:brushProperty name="height" value="0.09086" units="cm"/>
      <inkml:brushProperty name="color" value="#FF0000"/>
    </inkml:brush>
  </inkml:definitions>
  <inkml:trace contextRef="#ctx0" brushRef="#br0">14478 10167 9528,'24'9'499,"-2"-3"-862,-11 2 15,-2-7 79,-5 8 162,-3-8 1,3 2-579,-4-6 0,0 0 685,0-3 0,0 0 0,0-3 0</inkml:trace>
</inkml:ink>
</file>

<file path=ppt/ink/ink31.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10T05:24:04.897"/>
    </inkml:context>
    <inkml:brush xml:id="br0">
      <inkml:brushProperty name="width" value="0.05292" units="cm"/>
      <inkml:brushProperty name="height" value="0.05292" units="cm"/>
      <inkml:brushProperty name="color" value="#FF0000"/>
    </inkml:brush>
  </inkml:definitions>
  <inkml:trace contextRef="#ctx0" brushRef="#br0">1439 5953,'0'0,"0"-25,0 25,0 0,0-24,24-1,-24 25,0-25,0 25,0-25,25 25,-25-25,0 0,25 25,0-49,-25 49,25-25,-25 0,24 25,-24-25,25 1,0-1,-25 25,25-25,0 0,-25 0,25 1,-1 24,1-25,25-50,-25 51,-1-1,1 0,0 0,0 0,0 1,-1 24,1-50,0 25,0 0,0 1,-1-1,1 0,25 25,-25-25,-1 0,1 1,0-1,25 0,-26 0,1 0,25 1,-25-1,-1 0,1 0,25 0,-25 0,24 1,-24 24,0-25,25 0,-1 0,-24 0,25 1,-26 24,26-25,-25 0,24 0,100-49,-124 74,25-25,-26 25,26-25,0 0,-1 25,1-24,-1-1,1 25,-25 0,24-25,1 25,0-25,-1 25,1 0,0-25,-1 25,1 0,-1 0,1 0,0 0,-1 0,1 0,24-24,25 24,50 24,25-24,49 50,50 24,-99-49,24 50,-49-26,0 26,24-1,-24 0,-25 26,50 24,-50-25,0-25,0 75,50 25,-75-50,0 49,0-48,0 73</inkml:trace>
  <inkml:trace contextRef="#ctx0" brushRef="#br0" timeOffset="827.04">7392 6152,'0'0,"-25"0,25 0</inkml:trace>
  <inkml:trace contextRef="#ctx0" brushRef="#br0" timeOffset="990.05">7169 6176,'-25'-24,"-25"-1</inkml:trace>
  <inkml:trace contextRef="#ctx0" brushRef="#br0" timeOffset="1131.06">6896 6176,'-50'0,"25"-24</inkml:trace>
  <inkml:trace contextRef="#ctx0" brushRef="#br0" timeOffset="1275.07">6548 6176,'0'0,"-24"0</inkml:trace>
  <inkml:trace contextRef="#ctx0" brushRef="#br0" timeOffset="1413.08">6176 6176,'0'0,"-99"-24</inkml:trace>
  <inkml:trace contextRef="#ctx0" brushRef="#br0" timeOffset="1540.08">5854 6176,'-75'0,"26"0</inkml:trace>
  <inkml:trace contextRef="#ctx0" brushRef="#br0" timeOffset="1676.09">5407 6152,'-99'24,"74"-24</inkml:trace>
  <inkml:trace contextRef="#ctx0" brushRef="#br0" timeOffset="1820.1">4787 6152,'-25'0,"-24"-25</inkml:trace>
  <inkml:trace contextRef="#ctx0" brushRef="#br0" timeOffset="1957.11">4341 6102,'-124'25,"99"-25,-25 0,-49-25</inkml:trace>
  <inkml:trace contextRef="#ctx0" brushRef="#br0" timeOffset="2088.11">3770 6102,'-124'0,"75"0,-75-25</inkml:trace>
  <inkml:trace contextRef="#ctx0" brushRef="#br0" timeOffset="2230.12">3076 6102,'-25'0,"-25"0,-98-25</inkml:trace>
  <inkml:trace contextRef="#ctx0" brushRef="#br0" timeOffset="2371.13">2480 6052,'-24'25,"-26"-25,25 0,-74-25</inkml:trace>
  <inkml:trace contextRef="#ctx0" brushRef="#br0" timeOffset="2520.14">1984 6003,'-49'0,"-1"0,50 0,-74 0,49 0</inkml:trace>
  <inkml:trace contextRef="#ctx0" brushRef="#br0" timeOffset="2629.15">1538 5978,'0'0,"-25"0,-49 0</inkml:trace>
  <inkml:trace contextRef="#ctx0" brushRef="#br0" timeOffset="2744.15">1315 5978,'-25'0,"25"0</inkml:trace>
  <inkml:trace contextRef="#ctx0" brushRef="#br0" timeOffset="2747.15">1290 5978</inkml:trace>
  <inkml:trace contextRef="#ctx0" brushRef="#br0" timeOffset="2750.15">1290 5978</inkml:trace>
  <inkml:trace contextRef="#ctx0" brushRef="#br0" timeOffset="2936.16">1364 5928,'-25'-24,"25"-26</inkml:trace>
  <inkml:trace contextRef="#ctx0" brushRef="#br0" timeOffset="3474.19">1364 5928,'25'25,"0"-25</inkml:trace>
  <inkml:trace contextRef="#ctx0" brushRef="#br0" timeOffset="38014.17">8235 7615,'25'0,"0"0,49 25,-49 0,25-1,-26 26,1 0,-25-50,0 24,0 26,-25-25,1 49,-26-49,0 0,1 0,24 0,-74-1,74 1,-25-25,26 0,24 0,0 0,0-25,24 1,1 24,50 0,-51 0,76 0,-76 0,1 24,0 1,0 0,0 0,-1 24,1-24,25-25</inkml:trace>
  <inkml:trace contextRef="#ctx0" brushRef="#br0" timeOffset="38640.21">8706 7962,'25'50,"-25"0,25-1,0 26,0-26,-1-24,-24 0,25 0,0-25,0 0,0-25,-1 0,1-25,0 50,0-74,-25 24,25 1,-25 24,25-25,-25 50,-25-74,25 74,0 0,0 0</inkml:trace>
  <inkml:trace contextRef="#ctx0" brushRef="#br0" timeOffset="39115.21">9525 7789,'-25'0,"-24"0,-1 24,0-24,1 50,24-50,25 25,25 0,0-1,-1 1,26 0,0 0,-1 0,-24 0,25-1,-1 26,-49-25,0 24,-25-24,1 0,-26 0,-99-25,100-25,24-49</inkml:trace>
  <inkml:trace contextRef="#ctx0" brushRef="#br0" timeOffset="39375.25">9823 8012,'0'74,"24"-24,-24 0,0-1,0 1,0-25</inkml:trace>
  <inkml:trace contextRef="#ctx0" brushRef="#br0" timeOffset="39644.25">9748 7565,'0'-24,"25"-1,0 25,0-25</inkml:trace>
  <inkml:trace contextRef="#ctx0" brushRef="#br0" timeOffset="40465.31">10195 7789,'0'99,"0"-50,0 1,0 0,0-25,25 24,-25 1,-25-25,25-1,0 1,0-50,0 1,0-26,0 0,0 26,25-26,-25 25,0-25,24 26,1-51,0 50,0 1,-25-1,49 25,-24-25,0 25,0 0,0-25,-25 25,24 25,1 0,-25 0,25-25,-25 49,0-49,25 50,-25-1,0 1,25-25,-25 0,0 0,0-1,0 1,0 25,0-25,24-25,-24 0</inkml:trace>
  <inkml:trace contextRef="#ctx0" brushRef="#br0" timeOffset="41070.34">11162 7367,'-50'25,"50"0,-49 49,24-24,-25 49,50 25,0 0,0-75,25 51,-25-51,50 1,24 0,1-26,-26-24,26-24,-26-1,51-25,-1-24,-25-1,-24 26,-1-51,-49 51,0-50,-49-100,-26 125,51 74,-51-50,1 50,24 0,-24 25</inkml:trace>
  <inkml:trace contextRef="#ctx0" brushRef="#br0" timeOffset="41394.36">11088 7888,'24'-99,"26"49,49 25,-24-24,-1 24,-24 25,-1 0,-24 0,0 25,25-1,-26 26,26 24</inkml:trace>
  <inkml:trace contextRef="#ctx0" brushRef="#br0" timeOffset="42122.4">8260 8533,'99'0,"-24"25,49-25,24 0,26 0,-75 0,100 0,-100 0,124 0,0-25,25 25,-148 0,148 0,-124 0,99-25,0 25,75 0,-100-25,-24 25,-25 0,-50-25,75 25,-150 0</inkml:trace>
  <inkml:trace contextRef="#ctx0" brushRef="#br0" timeOffset="42956.45">10145 9054,'-25'-124,"1"49,-1 26,0-1,0 25,-49 25,-1 50,1 24,24 1,25-26,25 1,0 24,25-49,0 0,25 0,-1-25,1 0,24-25,-49 0,50-24,-1 24,-24 0,24 25,-49 25,0 0,-1-1,1 51,-25-1,25-24,-25 24,0-24,0 49,0-25,-25 26,0-51,1 50,-1-49,-25 49,1-49,-1 24,25-49,-24-25,24 0,0 0,-25-49,25-26,1 25,24 1,24-75</inkml:trace>
  <inkml:trace contextRef="#ctx0" brushRef="#br0" timeOffset="48286.75">12526 8334,'25'-24,"25"24,-25-25,24 0,26 25,-1 0,-24-25,49 25</inkml:trace>
  <inkml:trace contextRef="#ctx0" brushRef="#br0" timeOffset="48718.78">12502 8806,'74'0,"-49"0,49 0,1 0,-1-25,-49 25,49 0,-24 0,-1 25,1-25,24 24,-49-24</inkml:trace>
  <inkml:trace contextRef="#ctx0" brushRef="#br0" timeOffset="51059.92">13593 7590,'25'0,"24"-25,-24 1,50-1,-1 0,0 25,-24 0,24 25,-49 0,50 24,-51 1,-24-1,0-24,0 25,-24-1,-1 1,-25 0,1-1,24-24,-25 0,1-25,-26 25,26-25,-26 0,75-25,0 25,0-25,25 25,0-25,0 0,49 25,0-24,1 24,24 0,-25 0,1-25</inkml:trace>
  <inkml:trace contextRef="#ctx0" brushRef="#br0" timeOffset="51367.93">14759 7565,'-25'25,"25"50,-25-1,-24 0,24 1,-25-26,25 26,1-50,-1 0,0-1</inkml:trace>
  <inkml:trace contextRef="#ctx0" brushRef="#br0" timeOffset="51632.95">14436 7689,'25'25,"0"-25,0 50,0-25,49-1,0 51,-24-26,-25-24,24 0,-49 0,0-25</inkml:trace>
  <inkml:trace contextRef="#ctx0" brushRef="#br0" timeOffset="52231.98">15032 7441,'24'0,"26"0,-25 0,24 25,1 0,0 49,-50-49,24 25,-24-1,-24 26,-1-26,-25 26,1-26,-1-24,-24-25,24 0,0 0,1 0,24 0,99 25,-24-25,24 25,1-25,24 25,-25-25,1 0</inkml:trace>
  <inkml:trace contextRef="#ctx0" brushRef="#br0" timeOffset="52833.02">15602 7689,'0'50,"0"0,25-1,0 1,0-50,-1 25,-24-25,50 0,-25 0,0-25,-1 25,1-25,0 0,0 0,0 1,-1-26,-24 25,25 0,-25 1,0-1,0-25,-25 25,1 1,-1-1,25 0,-25 25,0-25,-24 25,24 0,0 0,0 0,0 25,1-25,24 25,-25-25,25 25</inkml:trace>
  <inkml:trace contextRef="#ctx0" brushRef="#br0" timeOffset="53500.06">16619 7441,'-25'0,"-24"0,-1 0,1 25,-26 0,25 25,50-50,0 24,0 1,50 0,0 0,-1 0,1-1,24 1,-24 25,0-25,-26-1,1 26,-25-25,-25 24,1-24,-26-25,0 0,-24 0,24 0,1-25,-1 1,0-51</inkml:trace>
  <inkml:trace contextRef="#ctx0" brushRef="#br0" timeOffset="53800.07">16966 7689,'0'75,"25"-26,-25 26,0-26,0 1,0 0,0-25,0-25</inkml:trace>
  <inkml:trace contextRef="#ctx0" brushRef="#br0" timeOffset="54069.09">16818 7119,'0'-25,"0"0,24 25,1 0</inkml:trace>
  <inkml:trace contextRef="#ctx0" brushRef="#br0" timeOffset="54741.13">17190 7491,'24'74,"-24"-24,25 24,-25 1,0-26,0 26,0-26,0 1,0-25,0 0,0-50,-25 0,25-49,25-26,-25 51,25-1,-25 1,0 24,50-50,-26 51,26 24,-50 0,25 0,0 24,-1 1,1 0,25 25,-50-1,25 1,-25-25,25 49,-1-24,-24-1,0-24,25 25,-25-50,0 25</inkml:trace>
  <inkml:trace contextRef="#ctx0" brushRef="#br0" timeOffset="55454.17">17661 7119,'25'-74,"24"74,1 0,24 0,1 24,-1 1,1 25,-26-1,-49 1,25 0,-25-1,-25-24,0 0,-24 24,-1-49,1 25,24-25,0 0,25 0,50 0,-26 25,26-25,24 25,-24 0,0 24,-26 1,1-1,0 1,-25 0,-25-26,0 26,1-25,-1 24,0-49,25 0</inkml:trace>
  <inkml:trace contextRef="#ctx0" brushRef="#br0" timeOffset="55876.18">18529 7590,'25'0,"-25"0,0 50,25-1,0 1,-1-25,1 24,0-24,25 0,-1 25,1-26,-25-24,49 0,-49 0,24-24,26-1,-26 0,-49 25,25-50,-25 26,0-26,-25 0,-24 1,-50-1,24 25,50 25</inkml:trace>
  <inkml:trace contextRef="#ctx0" brushRef="#br0" timeOffset="56959.25">13841 8508,'74'0,"1"0,-26 0,51 0,-51 0,75 0,-74 0,74 0,0 0,0 0,-50 0,75 0,-74 0,73 0,26 0,-25 0,-75 0,100 0,-75 0,75 0,-1 25,26-25,-100 0,273 0,-273 25,75-25,24 0,-24 0,-75 0,75 0,-100 0,125 0,-26 0,-24 0,-74 0,98 0,-98 0,49 0,25 0,-50 0,-25 0,1 0,-26 0,26 0,-26 0</inkml:trace>
  <inkml:trace contextRef="#ctx0" brushRef="#br0" timeOffset="57649.28">16222 8855,'0'0,"0"25,25 0,-25 0,25 49,-25 25,0 1,0-51,0 50,25-49,-25 49,0-24,24-1,-24-24,25-26,-25 1</inkml:trace>
  <inkml:trace contextRef="#ctx0" brushRef="#br0" timeOffset="58091.32">16694 9376,'0'25,"0"49,0-49,24 0,26 25,0-50,-50 0,49 0,-24 0,25 0,-26-25,26-25,-50 25,25-49,-25 24,-25-24,0 24,-24 1,-1 24,0 25,1 50</inkml:trace>
  <inkml:trace contextRef="#ctx0" brushRef="#br0" timeOffset="59263.38">20042 8682,'50'-25,"24"0,1 25,-1 0,25 0,-24 25,-26-25,1 0</inkml:trace>
  <inkml:trace contextRef="#ctx0" brushRef="#br0" timeOffset="59590.4">20117 9351,'49'0,"50"-24,-49 24,49 0,-74 0</inkml:trace>
  <inkml:trace contextRef="#ctx0" brushRef="#br0" timeOffset="62838.59">21183 8483,'75'-74,"-51"49,1 0,25 0,-1 25,-24 0,0 0,0 0,24 0,1 25,0 0,-26-25,26 25,-50-25,50 25,-1-1,-24 26,0-25,0 24,0-24,-1 50,-24-26,25 26,-25 24,0-25,0-49,0 99,0-74,-25 24,25 1,-24-26,-1 1,0-1,0 1,0-25,1 0,-1-1,0 1,-25 0,25 0,1-25,-1 25,0-25,-25 24,26-24,24 0,0 0,49 0,-24 0,25 0,-26 25,26-25,25 0,-51-25,26 25,0 0,24-24,-24 24,-1-25,26 25,-51 0,1 0,25 25</inkml:trace>
  <inkml:trace contextRef="#ctx0" brushRef="#br0" timeOffset="77124.39">15156 7689,'0'-24,"24"24,1 0,0 0,0 0,0-25,-1 25,1 0,25 0,-25 0,24 0,1 0,-25 0,0 0,24 0,1 0,-25 0,-1 0,26 0,-25 0,0 25,-25-25,24 0,-24 0,0 0,0 24,0-24,-24 0,-1 0,0 25,0-25,-24 0,24 25,-25-25,1 25,24-25,-25 0,1 25,-76-1,76 1,-1-25,1 25,24 0,0-25,0 25,0-1,1-24,24 25,-25-25,25 0,25 0,-25 0,24 25,-24-25,25 0,0 0,0 0,0 0,-1 0,26 0,24-25,26 25,-1 0,-25 0,26 25,-51-25,1 25,-25 0,-25 0,-25-25</inkml:trace>
  <inkml:trace contextRef="#ctx0" brushRef="#br0" timeOffset="77976.45">15106 6821,'-25'0,"25"0,-25 25,-24 50,24-26,0 1,25-25,0-1,0 1,25 0,0 0,0-25,24 0,-24 0,49 0,-24 25,24-25,-49 0</inkml:trace>
  <inkml:trace contextRef="#ctx0" brushRef="#br0" timeOffset="78252.47">15304 6945,'-24'75,"24"-1,-25 1,25 24,0-25,0 25</inkml:trace>
  <inkml:trace contextRef="#ctx0" brushRef="#br0" timeOffset="78686.5">15528 7193,'0'25,"25"0,-25 25,24-1,1-49,25 0,-25 0,-1 0,1 0,25-25,-50 1,25-1,-1 0,-24-25,0 26,0-1,0 0,-24 25,-1 0,-25-25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2T01:43:35.668"/>
    </inkml:context>
    <inkml:brush xml:id="br0">
      <inkml:brushProperty name="width" value="0.09086" units="cm"/>
      <inkml:brushProperty name="height" value="0.09086" units="cm"/>
      <inkml:brushProperty name="color" value="#FF0000"/>
    </inkml:brush>
    <inkml:brush xml:id="br1">
      <inkml:brushProperty name="width" value="0.12114" units="cm"/>
      <inkml:brushProperty name="height" value="0.12114" units="cm"/>
      <inkml:brushProperty name="color" value="#FF0000"/>
    </inkml:brush>
  </inkml:definitions>
  <inkml:trace contextRef="#ctx0" brushRef="#br0">1452 10596 7955,'0'-10'-93,"0"1"1,0 0 0,0 0-421,0-1 1,0 4-1,0 0 1245,0-1-480,0-2 1,0 6-8,0 6 0,-3 5-95,0 10 0,-3 2 7,3 5 0,0 7-15,3 2 0,0 3-108,0 7 0,0-3 122,0 5 0,4 0-267,-1-20 0,0 1 1,2 21 52,2 2 0,-4-7 119,3-2 1,-3-1-344,3-3 0,-3 3-25,4-6 1,-5-3-122,1-3 0,-1-5-330,1-8 369,-2-1 1,3-10 388,-8-8 0,-1-6 0</inkml:trace>
  <inkml:trace contextRef="#ctx0" brushRef="#br0" timeOffset="1">1341 10670 8206,'9'0'-49,"0"-3"-238,1 0 1,-2-1-929,-2 1 1036,2-2 0,-3-5 155,1 1 1,2 0 223,-2-1 0,-1-2-91,2 0 0,-1-1-177,3 4 1,0-4 61,1 1 0,0 0-9,3 2 0,-2 1 40,4 0 1,1 2-11,3 1 1,-1 4 52,1-1 0,-2 3 82,-1 3 1,2 5-46,-3 5 0,-1 8-60,-2 0 0,-3 5 190,-3 2 0,2 1-94,-5 2 1,-1 3 111,-5 7 0,-2-3-104,-5 2 0,-2-5-158,-1-1 1,-3-4 87,0 2 1,-1-8-74,-2-2 0,4-10-281,-1-2 1,2-4 138,-2 0 0,0-2-188,3-4 0,1 0 113,2 0 1,5-4-109,2-2 1,2 1 139,1-1 0,0-1 91,0-2 1,7 1 87,3 2 0,1-2 0,-2 5 0,5 0 45,1 3 0,0 4-37,0 3 0,1 2 316,2 3 1,1 7-80,0 6 1,-1-2 77,1 2 0,1 0-122,1 3 0,-1-3-29,2 0 0,-3-8-139,0 2 1,-3-4-166,-1 1 1,0-4-103,0-5 1,2-3 100,-5-4 1,1-1-465,0-2 0,-2-4 597,5-5 0,-1-2 0,4-5 0</inkml:trace>
  <inkml:trace contextRef="#ctx0" brushRef="#br0" timeOffset="2">2635 10819 8225,'14'-6'-779,"-1"0"1,-4 3 466,-3-4 1,-1 4 493,-5-3 1,0 3 377,0-3-470,0 4-31,0-2 1,-5 4-85,-1 0 1,-6 0 61,-4 0 1,-4 1-103,-2 2 0,-4-1-310,1 4 0,-1-1 162,1 1 1,0 3 212,3-3 0,3-1 0,4 1 0,3 1 0,-1 2 0,4 0 0</inkml:trace>
  <inkml:trace contextRef="#ctx0" brushRef="#br0" timeOffset="3">2626 10987 8208,'18'5'-436,"-4"3"322,-5-2 65,-4-1 165,-5-1 1,-1-4-178,-2 0 0,-2 0 90,-4 0 0,-4 0-91,1 0 1,-5 3-186,2 0 0,-6 1 247,-1-1 0,1 2 0,2 5 0</inkml:trace>
  <inkml:trace contextRef="#ctx0" brushRef="#br0" timeOffset="4">3045 10512 8134,'9'0'242,"-4"-1"634,-2-2-486,2 2 16,-4-7-143,8 6 0,-7-2 314,4 4 60,-4-4-240,2 3-282,-4-3 1,1 4-25,2 0 1,-2 4-74,2 2 1,-1 4-21,-2 2 0,1-1 67,2 5 0,-1 3-127,4 2 0,-3 1 8,3-3 0,-3-1 17,4 1 1,-2-4 25,1 1 1,2-1-7,-2 4 1,3-3 8,0-1 1,-3-3-21,0 0 1,1 1 5,2 0 0,-3-1 24,0-2 0,-3-4 180,4 0-183,-5-4 0,5 1 8,-4-6 0,3-3 2,-3-7 0,5-2-1,-2-7 1,-1-2-195,1-4 0,-1-1 120,2-2 1,-2-3-196,-2-6 0,-2 6 57,2 0 1,-2 4-408,-1 2 1,3 7 30,0 2 0,3 7-105,-2 0 1,3 4 684,-1 2 0,6 4 0,3-2 0</inkml:trace>
  <inkml:trace contextRef="#ctx0" brushRef="#br0" timeOffset="5">3464 10847 8209,'5'-1'320,"-2"-2"141,-2 2 261,3-3-565,-3 4-11,3 4 0,-4 1-111,0 4 0,0 1 110,0-1 0,0 0-91,0 1 1,0 0 16,0 2 0,3 0-161,0 3 1,4-3-133,-4 0 1,4-2 105,-1 0 1,-1-1-594,2 0 272,-1-3-336,3 2 0,0-7 773,1 2 0,-5-2 0,-1-1 0</inkml:trace>
  <inkml:trace contextRef="#ctx0" brushRef="#br0" timeOffset="6">3547 10652 8053,'15'1'0,"-3"2"-229,-1 2 232,-6 4-645,3-4 642,-7 4 0,-1-8 0,-5 3 0</inkml:trace>
  <inkml:trace contextRef="#ctx0" brushRef="#br0" timeOffset="7">3557 10270 7833,'5'-4'-78,"3"3"445,-2-2 1,0-2 112,0 2 0,-3 0 93,3 3 0,-3-1 418,3-2-664,1 2 1,2-3-91,0 4-4,1 0 0,-1 0-219,0 0 0,0 1 70,1 2 0,-2-1-25,-2 4 1,3 2-65,-3 4 0,-1-1-133,1 5 1,-4-1 101,1 4 1,-2 0 85,-1-1 1,0-2 109,0-1 1,0-3-21,0 0-154,0-2 1,0-3 178,0-1-11,0-4 1,3-2-128,1-6 0,6-6-14,-1 0 0,7-5-591,-1 2 0,4-3 256,3 0 0,-2-1-1817,5 0 2139,-4 1 0,10-1 0,-2 1 0</inkml:trace>
  <inkml:trace contextRef="#ctx0" brushRef="#br0" timeOffset="8">4488 10559 8143,'8'-10'155,"-2"1"-104,-3 0 1,2-4 0,-2 0 0,-1-1 0,-1 1 1216,-1 1-1330,0-2 1,-4 4 129,-3-3 0,2 3-206,-1 1 1,-1-1-6,-6 1 0,3 3 116,-2-1 0,1 5-56,2-1 1,-1 2 100,-3 1 1,2 0-106,-5 0 1,5 4 48,-1 3 1,1-2 19,2 1 0,0 3 42,-1 4 1,2-1 8,2-3 1,1 4 11,1-1 0,3 4 99,-2-4 0,2 2-94,1-2 0,0-1-22,0 5 1,1-5 52,2 2 1,3-6-35,3-1 1,1 0 47,3 4 0,1-4-10,5 0 0,-4-1-1,1 2 1,-1 1 22,4-2 1,-1 2 16,-3 2 0,-1-1 104,-5 0 0,-1 1-139,-2-1 1,-2 3 43,-4 1 0,0-1-27,0-3 1,-1 1-65,-2-1 1,-3 1 12,-6 3 0,0-3-145,-3 3 1,2-3-32,-2-1 0,2-3-283,-2 1 1,-1-5-366,-2 1 1,3-2-69,3-1 79,-3 0 1,5 0-11,-2 0 768,5-4 0,3-1 0,4-5 0</inkml:trace>
  <inkml:trace contextRef="#ctx0" brushRef="#br0" timeOffset="9">4646 10577 8143,'9'0'0,"-2"0"1121,-1 0-257,0 0-338,3 0 0,0 4-213,-3 2 1,-2 3-219,-4 0 0,0 0-8,0 1 1,0 2-198,0 1 1,-3 2 172,0-3 1,-3 4-91,2-4 0,-2 4-450,3-4 0,-3 1 214,3-4 0,-3-3-1299,3 0 664,-5-3-753,3 1 1651,0-4 0,-3-9 0,2-1 0</inkml:trace>
  <inkml:trace contextRef="#ctx0" brushRef="#br0" timeOffset="10">4702 10354 8173,'4'-24'0,"0"2"86,2 7 0,2 1 184,-5 5 1,3 0-145,-3-1 92,0 5-563,1 1 1,-3 5 166,2 2 1,-1 2 177,-2 5 0,-5 3 0,0 1 0</inkml:trace>
  <inkml:trace contextRef="#ctx0" brushRef="#br0" timeOffset="11">4832 10521 8183,'15'0'0,"-2"-3"0,-3 0 0,-1-1 1080,0 1-651,1 2 1,-4-3 39,0 4-266,-4 0 0,3 0-175,-2 0 1,-2 4-135,2 2 0,-2 2 147,-1 2 1,0 2-53,0 0 0,0 4 46,0-4 1,4 5-70,-1-2 1,3 3 66,-3 1 0,3-4 12,-3 1 0,1-5-128,0 1 0,-3-1 204,2-2-539,-2 0 165,-1-3-398,0-2 431,4-13 1,-3 2-119,2-8 1,2-1 154,1-2 1,3-2 72,0-2 0,1 3-6,3-3 1,-2-1 26,5 1 1,-4 4 226,4 2 0,-4 6-73,3 1 1,-2 0 279,2 6 0,-3 0-138,0 3 0,-1 4 148,-2 2 0,0 7-95,0 2 0,-2 3 36,-1 1 0,-4 2-177,1 1 1,1 1-118,-1-2 0,0-4-26,-3 2 1,0-4 91,0 1 0,0-6-1106,0-4 447,-4-4-808,-1 2 711,-4-4 688,4-4 0,-4-1 0,4-4 0</inkml:trace>
  <inkml:trace contextRef="#ctx0" brushRef="#br0" timeOffset="12">5289 10447 8183,'9'0'118,"0"0"403,0 0-1,1-4-169,-1 3-160,-4-4 0,-1 4-188,-4-2 70,5 2 1,0-3-128,4 4 1,0 0 87,1 0 0,2 0-39,1 0 1,2 0 107,-3 0 1,2 0-146,-2 0 1,-1 1 76,1 2 0,-3-1-6,-2 5 0,0 0-50,-4 5 1,1 3 75,-1 3 1,-2 1-47,2 0 0,-2 2 31,-1 1 1,0 1-36,0-1 1,0-3 24,0 3 1,-3-3-44,0-4 1,0 2 22,3-5 0,-1 0 3,-2-2 0,2-4-28,-2 0-19,2-4-24,1 2 61,0-4-84,4-4 0,-2-1-27,4-4 1,0-2-165,4-1 1,-1-3-14,0-3 0,1 1-235,-1-1 0,0 1 147,1-5 1,-1-1-23,0-2 1,4 1 394,-1-1 0,0 4 0,2-5 0,0 2 0</inkml:trace>
  <inkml:trace contextRef="#ctx0" brushRef="#br0" timeOffset="13">5810 10354 8310,'8'-1'11,"-2"-2"1,3 0-122,-3-3 1,-1 3 186,1-3 1,-3 4 871,4-1-273,-5-2-503,2 4 1,-4-3 15,0 8-308,0 5 0,-4 1-9,-3 3 1,2 1 126,-1 2 0,3 1-55,-3 2 0,4 0 99,-1 3 1,2 1-181,1 2 0,1 1 75,2-5 0,2 4 40,4-3 1,1 0 119,-1-4 1,1-3-86,3-3 0,-2-2 93,4-4 0,1-2-76,3-4 0,-1 0 33,1 0 1,3-7-21,-1-3 1,1-6-37,-3-3 0,-1-1-7,1-4 0,-5 0-10,-1-1 1,-4-1-13,-3 4 0,-2-2-117,-4 2 1,-4-2 129,-2 5 0,-6 0-9,-4 6 1,-1 2-13,-2 5 1,-1-1-394,-1 3 1,0 0-1070,-4 1 1492,0 2 0,-3 1 0,0 5 0</inkml:trace>
  <inkml:trace contextRef="#ctx0" brushRef="#br1" timeOffset="14">6061 10559 8608,'19'0'-4,"-5"0"458,-1 0 0,-3 0 481,0 0-585,-5 0 1,-1-2-153,-4-1 0,-5-2-148,-5-4 0,-4 1-87,-8 1 1,-2 0 190,-4 4 1,-3-1-898,0 1 1,-2 2 177,-1-2 295,0-2 1,-12 3-1,4-2 1</inkml:trace>
  <inkml:trace contextRef="#ctx0" brushRef="#br0" timeOffset="15">6276 10633 8436,'0'-9'0,"3"-1"-63,0 1 1,1 3-37,-1 0 1,-1 3 831,4-4-463,-4 5 1,3-2 143,-1 4-215,-3 0 1,3 1-300,-4 2 0,0 3 54,0 7 0,0-2 32,0 5 1,-1-1 55,-2 4 1,2 0-35,-3-1 1,3 0-120,1-3 0,0 2 63,0-5 0,0 4-377,0-4 275,0 1 1,3-5-283,3-2 1,0-2 16,6-4 1,-1-4-102,-2-2 1,1-7 515,3-2 0,-3-7 0,3-3 0,-3-6 0,-1-2 0</inkml:trace>
  <inkml:trace contextRef="#ctx0" brushRef="#br0" timeOffset="16">6424 10559 8436,'4'-28'0,"-1"0"0,0 0-221,-3 0 0,3 3 259,0 0 1,0 8 183,-3-2 1,0 6-524,0 1 0,-1 6 204,-2 3 0,1 2 97,-4 1 0,-1 0 0,-2 0 0</inkml:trace>
  <inkml:trace contextRef="#ctx0" brushRef="#br0" timeOffset="17">6480 11173 8367,'23'-5'-9,"-4"2"1,-5 2 321,-4 1-35,-5 0 249,3 0-439,-7 0 11,3 0-220,-16 0 1,3 0 172,-9 0 1,-3 0 105,-4 0 1,-5 1-58,-1 2 1,-8-1-62,-1 4 0,-10 0-273,23-1 0,-2 0 0,-4-2 0,-1 0 285,-3 0 0,-1 0 0,-1 0 0,0 0-18,-1 2 0,-1 0 0,-4 1 0,-2 0-388,-4 0 1,0 0-1,15-1 1,0-1-1,0 0 364,-1-1 1,0 0 0,-1 0 0,0-1 0,-1 0 0,-1-1 24,-2 0 0,0 0 0,-1 0 0,0 1 0,-1-1 0,1 1-3,-1-1 1,1 0 0,-1 0 0,2 0 0,0-1 0,0 1-356,0-2 0,-1 0 0,1 0 0,-1-1 0,0 1 0,1-2 319,0 1 0,1-1 1,-1-1-1,3 0 0,-1 0 1,1 0-63,0 0 0,1-1 0,0 1 1,2 0-1,1 0 0,0 0-164,-2 0 1,0 1-1,-1 1 1,-14-3-1,0 1 130,5 1 0,1 0 0,1-1 0,1 1 33,-2 1 0,2 1 1,4-1-1,2 1 42,2 0 0,1 2 1,0-1-1,1 0 28,1 0 0,0 0 0,2 0 0,0 1-192,4 0 0,2 1 0,-21 0 430,9 4 0,5-3-615,7 3 1,3-3 373,7 4 0,3-3 0,3 5 0,-2 3 0</inkml:trace>
  <inkml:trace contextRef="#ctx0" brushRef="#br0" timeOffset="18">4637 11778 8211,'12'-6'-177,"1"0"0,-1 1 520,-3-2 1,0-1-46,-3 2 0,-1-3-173,-2-4 0,-2 2 32,2-5 1,-2 5 58,-1-1 0,-1 1-154,-2 2 1,-5 3-162,-5-1 1,-4 5-97,-2-1 0,-4 2 128,-4 1 1,0 1-70,2 2 0,0 3 31,6 3 1,-1 0-6,4 0 0,6 4 36,1-1 1,5 4 0,1-4 1,6 5-34,4-2 1,5-1-109,4-2 1,4-2 71,2-4 1,7-2 66,-1-4 1,-1-1 142,-2-2 0,-5-2-100,2-5 1,-6-2 215,-4-1 1,-2-3-79,0 0 1,-2 2 35,-2-2 0,-1 5-33,-2-1 255,-2 1-289,4 2-36,-5 4 0,-2 5 141,-1 6 0,-1 6-117,-2 4 1,2 6 119,4 2 0,0 3-109,0 1 1,0 4 82,0 2 1,4 6-29,2 0 1,3 6-119,0 0 0,1 2 95,-4-22 1,1 1-1,3 24-253,-4-24 0,0-1 1,5 26 201,-2-3 0,-1 0 28,-4-23 0,-1 1 0,1 25-168,-4 0 1,0-2 53,0-7 0,-4-1-164,-3-5 1,-4-7 175,-1-2 0,-5-10-24,1-3 1,-1-5-239,-2-3 0,1-5 304,-1-9 0,-1-8-264,-1-13 1,1-6 126,-2-10 0,14 19 0,1-1 63,0-5 1,1 0-1,1 0 1,1 0-18,0 1 1,2 1-1,0 0 1,2 2 196,6-23 1,5 7-195,11-1 0,-1 9 228,4 4 1,0 2-23,6 1 0,4 4-58,5 3 1,4 2 161,-17 11 1,-1 0 0,22-5 4,1 4 0,-6 3-97,-9 3 0,0-1-8,-6 1 1,-2 0-478,-7 3 0,-2 0-322,-1 0 1,-4-1 653,-6-2 0,3-2 0,-4-5 0</inkml:trace>
  <inkml:trace contextRef="#ctx0" brushRef="#br0" timeOffset="19">2933 13408 8583,'18'-5'-57,"-3"-1"57,-2 2 212,-7 0-188,-2 4 0,-5 0 32,-2 0-341,-7-4 287,-4 3 0,-8-7 1,0 1-630,-3-1 358,1-1 0,-4-1-479,0 1 748,4 4 0,-3-3 0,3 3 0</inkml:trace>
  <inkml:trace contextRef="#ctx0" brushRef="#br0" timeOffset="20">2914 13501 8497,'32'-1'0,"-4"-2"530,-8 2-372,-11-4 1,-10 6-550,-8 3 0,-6-3-144,-6 2 1,-3-1-77,-4 1 611,-4-2 0,-1 3 0,-4-4 0</inkml:trace>
  <inkml:trace contextRef="#ctx0" brushRef="#br0" timeOffset="21">3510 13398 7748,'0'-5'92,"0"1"-114,0 4 277,4 0-254,-3 0 304,4 0-273,-5-4 0,0 2-11,0-4 1,0 2 42,0-2 0,0 0-18,0-3 0,3-1 275,0 1-247,0 0 0,-3 0 131,0-1 0,1 4-37,2 0 133,-2 4-64,3-2-101,-4 4 1,0 4 15,0 2 0,0 3-34,0 4 0,0 1 60,0 5 0,0 2-46,0 1 1,0 3-125,0-3 1,0 3 48,0-4 0,0 1-110,0-3 1,0-4 112,0 1-46,0-5 0,0 3-39,0-5-276,0-4 141,0-1 1,1-4 86,2 0 0,-1 0-24,5 0 1,2 0 53,3 0 1,5 0-13,-2 0 1,3 0 1,1 0 0,2-1-3,1-2 0,0 2 167,-4-2 0,1 2-71,0 1 0,-1 0-56,1 0 0,-5 1 10,-1 2 0,-3-2-893,-1 2-113,1 2-522,-1-4 1100,-4 8 0,2-9 434,-3 0 0,-1-5 0,-3-4 0</inkml:trace>
  <inkml:trace contextRef="#ctx0" brushRef="#br0" timeOffset="22">3808 13445 8181,'0'-14'-327,"0"3"363,0-4 1,-1 3 86,-2 0 0,2 1 137,-2 2 0,1 1 9,-1 2-91,2-3 0,-3 9-166,4 0 1,0 5 117,0 8 1,0 1-6,0 5 1,0 6 166,0 0 0,1 5-136,2-2 1,-2 0 52,2 3 1,1-2-25,-1-2 0,3 5-76,-3-1 1,0 2-61,-3-5 1,0 1-232,0-8 0,0 1-30,0-3 1,0-5-341,0-1 1,0-3-437,0-1 1,-1-4 106,-2-2 881,2-2 0,-3-5 0,4-1 0</inkml:trace>
  <inkml:trace contextRef="#ctx0" brushRef="#br0" timeOffset="23">3966 13519 7929,'10'-9'-631,"-1"0"607,0-1 188,1 5 140,-1 1 0,-3 4-62,0 0 1,-4 4 52,2 2 0,-3 3-98,-1 0 0,0 1-80,0 3 0,0 0 59,0 3 0,0 1-19,0-1 0,0 1-172,0 2 1,-4 0 120,1-1 1,0-1-57,3 2 1,0-4 58,0 4 0,4-2-153,3-4 0,-2 2 68,1-2 1,0-1-112,4-3 1,2-2 18,0-1 0,5-4-117,-2 1 1,6-3 122,1-3 1,1-2-24,-2-5 1,-4-3 48,2-3 1,-4-1-17,1-2 1,-4 3 57,-6-3 0,1 3-42,-3-2 0,-1-1-21,-3 4 1,0 0-15,0 0 1,0 2 5,0-2 0,-3 3 30,-1 0 0,-3 2-9,1 0 0,-3 1-199,-4 0 1,0 3 111,-3 3 0,-1-1-341,1 1 1,-1 0 123,-2 3 0,0 0 348,1 0 0,3 4 0,2 1 0</inkml:trace>
  <inkml:trace contextRef="#ctx0" brushRef="#br0" timeOffset="24">4302 13147 7812,'5'-9'-802,"0"3"784,-2 3 0,-1 2 689,4 1-476,1-4 0,2 3-42,0-2 0,0 2-13,1 1 1,-4 0 136,0 0-177,0 0 1,4 1 30,-1 2 0,-3-1 0,0 4 0,-2 1 22,2 2 0,-4 0-15,1 1 0,1-1-115,-1 0 0,0 0 105,-3 1 1,1 0-99,2 3 0,-2-6 191,3 2-188,-3-2 40,-1 3 1,1-5-5,2-2 0,-1-2-62,4-1 0,0-4-155,4-2 0,-1-6-339,0 0 0,5-4 230,1 4 0,0-4-547,0 4 804,1 0 0,6-2 0,2 0 0</inkml:trace>
  <inkml:trace contextRef="#ctx0" brushRef="#br0" timeOffset="25">4758 13631 8369,'0'-5'0,"0"0"323,0 2-29,0 2-834,0-4-334,0 1 874,0 3 0,0-3 0,0 4 0</inkml:trace>
  <inkml:trace contextRef="#ctx0" brushRef="#br0" timeOffset="26">5223 13473 8055,'7'0'-70,"-1"0"120,-4 0-64,2 0 273,-4 0-201,0-4 1,0 2-152,0-5 1,0 4 105,0-3 0,0 3-11,0-3 0,-1 3-106,-2-4 154,2 1-80,-7-3 1,5 0 39,-3-1 1,3 5-58,-3 2 0,3-1 47,-3 1 0,3 0 106,-4 3-61,1 0 1,-3 0 6,0 0 1,2 3 30,1 0 1,1 4-57,-1-1 1,-2 3 30,5 0 1,-3 0-21,3 1 0,0-1 20,3 0 1,0-3-20,0 1 0,0-1-5,0 3 1,0 0 16,0 1 0,1-1-9,2 0 0,2 1-32,5-1 1,-1 0 29,0 1 0,2-1 24,1 0 1,-2 1-29,3-1 0,0-3 41,0 0-12,-1 0 1,-3 3 69,1-3-39,-5 2 8,-1-3-208,-4 5 196,0-1-265,-4 0 1,-2-2 113,-7-1 0,3-4-310,-3 1 1,2-2 125,-1-1 0,1 0-144,-1 0 0,-2 0-74,2 0 461,0 0 0,2-4 0,1-1 0</inkml:trace>
  <inkml:trace contextRef="#ctx0" brushRef="#br0" timeOffset="27">5475 13473 8131,'1'-10'0,"2"1"-135,-2 0 0,3 3 60,-4-1 248,0 5 1,0-1 107,0 6-127,0 3 1,0 6-26,0 0 0,0 2-16,0-2 1,0 0 80,0 3 0,0-2-60,0 2 1,0-4-55,0 2 0,0 0 176,0 0-327,0-1 1,0-3-134,0 1 0,0-4-473,0 0-465,0-4 534,0 2-148,0-4 1,0-8 755,0-4 0,-4-5 0,-1-1 0</inkml:trace>
  <inkml:trace contextRef="#ctx0" brushRef="#br0" timeOffset="28">5493 13175 8133,'4'-15'-1394,"-1"3"1027,4 6 1,-5-1 228,4 3 138,0 1 0,3 7 0,-3 3 0,6 5 0,-1 3 0</inkml:trace>
  <inkml:trace contextRef="#ctx0" brushRef="#br0" timeOffset="29">5708 13426 8189,'9'-5'-393,"0"1"158,0 4 467,-3 0-202,2 0 0,-7 1 388,2 2 0,1-1-85,-1 4 1,0 1-231,-3 2 0,0 0 14,0 0 0,0 1 12,0-1 1,0 1-57,0 3 1,0-3 64,0 3-108,0-3 0,0-1 82,0 1 0,4-4-371,-1 0 209,0-4-334,-3 2-605,0-4 789,4-8 1,-2 2 47,4-7 1,-1 2 61,2-1 1,4 0 8,-2-3 0,6 0 27,-3 0 1,2 0 117,-2 3 1,-2 2-54,3 1 0,-3 1 140,-1 5 1,1 0-17,-1 3 0,0 0 182,1 0 0,-1 4-2,0 2 1,1 3-105,-1 4 1,-1 0 91,-2 3 1,2 4-3,-5-1 1,3 2-98,-3-3 1,0 0-120,-3-3 0,0-1-253,0-5-475,0 0 1,-1 0 125,-2-3-1220,2-2 1737,-7-4 0,7-4 0,-4-1 0</inkml:trace>
  <inkml:trace contextRef="#ctx0" brushRef="#br0" timeOffset="30">6285 13268 8288,'4'-9'0,"-2"0"32,4 3 48,-4-2 0,2 6 327,-4-4-187,5 4 147,-4-3-336,3 5-58,-4 0 344,4 0-242,-3 0-62,3 0 1,-4 5 50,0 1 0,0-1-96,0 1 1,0 1 38,0 6 1,0-2 11,0 5 0,-1-1 8,-2 4 1,2-1-4,-2 1 0,-1 0-38,1-1 1,-1 4 50,4 0 1,0-2-57,0-4 1,0 2 46,0-3 0,1-1-11,3-2 0,-2 1 11,4 0 0,1-2-70,6-5 1,-2 2-14,4-5 1,-2 0-10,2-3 1,1 0-5,2 0 0,4-4 58,0-3 1,0-5-97,-4-3 1,1 0 70,0 0 1,-5 0-16,-2 0 1,-2 0-27,-4 3 1,1 1-6,-4-1 0,0 2 53,-3 0 1,0 4 2,0 0 0,-1 4 76,-2-1 1,-2 2-90,-4 1 1,-2 0 137,-1 0 1,1 1-116,-5 2 1,4 2 32,-4 4 0,5-3-23,-2 1 0,4-1 0,3 3-51,-2 0 24,7 1 0,-3-1-260,8 0 1,-2-2 84,4-1 0,3-1-131,4 1 0,3-1 66,0-2 0,1-1 35,2 1 1,-1-2 85,1-1 1,-3 0 38,-1 0 1,-2-3 111,2-1 0,-3-3 0,4 1 0,-5-3-42,2-4 0,-2 3 42,2-2 0,-3 0 100,2 0 1,-1 1-84,-2-1 0,-3-1 179,0 0 0,0 1 114,0 2 37,-2 1 332,0 0-332,-3-1 97,3 5-141,-4 1-125,-4 12 0,-1-1-29,-4 5 1,2-1-124,1 2 1,0-2 16,-3 5 1,2-5-56,1 2 0,4 0 94,-1-1 1,2 2-28,1-2 1,0 0-117,0 3 1,4-3 75,2 0 1,3-2-97,0 0 1,1-5 110,3-2 0,1-2 24,5-1 1,-4 0-22,1 0 1,-1-4 3,4-2 0,-4-7-38,-3-2 0,-2-4-4,0-3 0,-5 3-100,-2-3 1,-2 1 79,-1-1 0,0 3-361,0-3 0,-4 3 124,-2 4 1,-6 2-775,0 3 1036,-1 1 0,0 0 0,-2-1 0</inkml:trace>
  <inkml:trace contextRef="#ctx0" brushRef="#br0" timeOffset="31">7039 13072 8529,'0'-9'-1209,"0"4"1493,0 1-165,4 4 261,-3 0-92,3 0-196,-4 4 1,-3 1 11,0 4 0,-1 1-28,1-1 0,2-3 9,-2 0 0,2 1-56,1 2 41,0 0 0,1 0-4,2-3 0,-1 1 88,4-4-226,0 0 1,4-7 126,-1-2 1,-1-2-144,-2-2 1,2 1 95,-5 0 0,0-1-9,-3 1 1,0 0-400,0-1 317,0 1 0,-3 3-394,0 0 1,-5 4 476,2-1 0,2 6 0,0 2 0</inkml:trace>
  <inkml:trace contextRef="#ctx0" brushRef="#br0" timeOffset="32">6983 14208 8564,'14'-14'0,"-5"1"-156,0 3 254,-8 5-15,3 1 1,-4 5 119,0 2 1,-4-1 203,-2 4 0,-6 0-173,-4 4 0,-6-1-76,-2 0 0,-4 1-159,-3-1 0,1 0 24,-5 1 0,1 2 55,-3 0 0,-6-2-255,-7-4 0,22-3 1,-1 0 203,-5 2 0,0-1 0,-1 1 0,0-1-250,0-1 0,-1 0 0,-3 1 0,-1-1 192,0-1 0,0-1 0,-5 2 0,0 1-358,-3-3 0,0 1 1,-3-1-1,-1 0 410,0-2 1,-1-1-1,17-1 1,0 1-1,0-2-35,0 1 0,0-1 0,-1-1 0,-4-1 1,0-2-1,-1 1 22,3 0 0,0 0 0,-1-1 0,0 1 0,-1-1 0,0 1 28,0-2 0,0 1 0,-1 0 1,1 1-1,-1 1 0,1-1-36,0 1 1,0 0 0,-1 0-1,-2 0 1,-1 0 0,0 1-243,3 1 0,1 1 1,0 1-1,2-1 1,1 0-1,0 1 236,2 2 0,0 0 0,0 0 0,-17 1 0,1 1-60,1 0 0,0 2 0,3-2 0,2 2-79,5 2 0,1 0 1,2 2-1,0 0 118,4 1 0,0 1 0,1-1 0,1 0-5,-1 2 0,1 0 0,1-1 0,2 0 2,2-1 1,1 0-1,1 0 1,0 1 536,-18 8 0,3 0-735,5-2 0,0-3-239,4-4 0,1-4 959,5-1 1,1-3-895,5-1 1,-4 0 751,8 0 0,-4-1-632,7-3 282,-1 3 0,4 7 0</inkml:trace>
  <inkml:trace contextRef="#ctx0" brushRef="#br0" timeOffset="33">4730 14869 8119,'9'0'0,"1"-3"-246,-1 0 1,-4-1 95,-2 1 0,-2 1 301,-1-4 0,0 3-67,0-4 199,0 1 1,-1-2-117,-2 2 0,-2-2-143,-4 5 0,-1-3-113,1 3 1,-4-1 128,1 1 1,-3 2-91,2-2 0,-3 3 88,0 3 0,2 2-61,-2 4 1,2 1 17,-2-1 1,4 0-42,5 0 0,3 2 37,4 1 0,0 0 10,0 3 0,5-3-42,5 0 0,3 0-3,6-2 0,-2 1-45,-1-5 1,2-2 70,-3 0 0,0-4-63,0-4 1,-3-1 27,4-4 0,-5-1-9,2-3 1,-3 3 48,-1-3 0,0 0-2,-3 1 0,1-1 98,-4 4 0,1 4-54,0 2 77,-3 1 0,6 5-57,-4 3 1,1 4 351,-1 9 1,-1 5-115,4 3 1,-3 2 13,0 6 0,1-2-96,-1 1 0,3 2-27,-3-2 1,3 1-166,-3-1 0,2 3 153,-2-3 1,-2-3-232,2-3 1,-2-2 115,-1-8 1,3 2-560,0-8 0,0-2-605,-3-4-480,0-4 1593,0-6 0,0-7 0,0-7 0</inkml:trace>
  <inkml:trace contextRef="#ctx0" brushRef="#br0" timeOffset="34">5130 15233 8169,'16'-1'473,"-1"-3"-391,-7 3-735,4 1 354,-11 1 0,2 0-327,-6-4 1,1-4 625,-4 1 0,0-2 0,-4-2 0</inkml:trace>
  <inkml:trace contextRef="#ctx0" brushRef="#br0" timeOffset="35">5614 14748 8227,'19'-9'0,"-4"3"0,-3 0-234,-2 4 0,-3-3 31,-1 5 516,-4 0-51,2 0-109,-4 0 0,-7 1-100,-3 3 0,-2-2 20,0 4 0,1 0-15,-1 3 0,1 2-57,2 1 1,0-2 51,0 3 1,0 0-145,3 0 1,2-1 112,4-3 1,0 4-59,0-1 1,0 2 49,0-2 1,1 0-12,2 3 0,5 0 76,5 0 0,3 2-67,0-5 1,2 5 67,4-2 0,-2-1-51,2-2 1,0 0 185,0-2 1,0 1-56,-4-5 0,0 3-34,-3 0 0,-1-3-13,-5 0 1,-3-3 5,1 4 1,-5-4-163,1 3 1,-2-3 133,-1 3 1,-1-3-158,-2 4 0,-2-4 79,-5 3 1,0-1-50,-3 1 1,-1 3 13,-5-3 0,-2-2-121,-1-1 0,-3-2 61,3-1 0,0-1-90,0-2 0,3-2 24,1-5 1,4 1 87,8 0 1,-1-1 16,4 1 0,0 0-28,3 0 1,7-1 74,2 1 1,8-5-27,1-1 0,2 0 6,5 0 0,-1 0 59,0 0 0,2-3 163,-4 3 1,0-2-26,-4 2 1,-3-3-80,-3 3 0,-1-3-89,-2-1 1,-4 4 43,-2-1 0,-2 2-219,-1-2 0,-1-1 77,-2 1 0,-2 2-172,-4-2 1,-4 5 7,1-2 0,-6 2 33,-1-1 0,1 4-194,-4-1 0,1 3 95,0 0 1,2 2 314,0 4 0,1 0 0,3 0 0</inkml:trace>
  <inkml:trace contextRef="#ctx0" brushRef="#br0" timeOffset="36">6108 14879 8327,'19'-15'826,"-1"3"-696,-3 6-107,-2 1 1,-8 10 337,-2 1 0,-6 3 14,-3 4 1,-2 1 35,-2 5 1,-2 3-391,0 3 1,-1 6-321,4 3 0,1 6-756,1 0 1,3 5 335,4-2 441,0-16 1,0 0-1,0 26 1,0-23-1,0 0 1</inkml:trace>
  <inkml:trace contextRef="#ctx0" brushRef="#br0" timeOffset="37">8007 13696 8582,'23'-14'0,"-4"-3"-27,-1 5 0,-3-1 185,-6 4 1,-3 1 61,1 2 208,-5-3-689,2 8 254,-4-3 0,-1 1 33,-2 0 1,-4-3-184,-5 3 0,1-4 136,-5 4 1,1-3-153,-4 3 1,0 0-96,1 3 125,-1 0 0,4 1-104,-1 2 0,5 2-152,-2 5 0,3-1 399,1 0 0,3 5 0,2 0 0</inkml:trace>
  <inkml:trace contextRef="#ctx0" brushRef="#br1" timeOffset="38">8138 13938 11618,'17'-19'1294,"-1"-3"1,-7 3-95,-6 1 1,-3 3-109,-3 6 0,-3 3-799,-7 0 0,2 2-911,-4-2 1,-2 3 185,-5-3 0,0 4-368,-3-1 0,-2 2 759,2 1 1,2 4 0,0 1 0</inkml:trace>
  <inkml:trace contextRef="#ctx0" brushRef="#br0" timeOffset="39">9199 13240 8529,'9'-5'1546,"-2"0"-388,-1 2-1061,-4 2 1,2-5 155,-4 3 657,0 2-357,0-3-276,0 12 0,-1 3-53,-2 7 1,2 6-171,-2 4 1,-1 1-83,1 5 0,-1 0 96,4 4 0,0-4-125,0 0 0,0-3 39,0 3 0,0-4-286,0 1 1,1-5 137,3-1 1,-3-1-474,2 0 0,1 1 25,-1-6 1,3 0-97,-3-6-892,0-1 641,2-7 961,-4 0 0,7-14 0,-3-1 0</inkml:trace>
  <inkml:trace contextRef="#ctx0" brushRef="#br0" timeOffset="40">9441 13361 8529,'10'0'1077,"-1"0"-805,0 0 1,-3 0-158,1 0 556,-5 0 0,2 1 230,-4 2-715,0-2 1,0 8 24,0-3 0,-3 2-276,0 1 0,-4 1 96,4-1 0,-3 0-8,3 1 0,0-1 89,3 0 0,0 0-14,0 1 1,1-1-33,2 0 1,2 1 3,4-1 1,4 0-22,-1 1 0,5-4 44,-2 0 1,3-4-145,1 1 0,-1-2 95,1-1 0,-1 0-355,1 0 0,0-1-43,-1-2 1,-3 1-20,-3-4 0,2 1-713,-2-2 1,-1-1 455,-4 2 0,0-2-1131,-4-2 1761,0-3 0,1-2 0,1-3 0</inkml:trace>
  <inkml:trace contextRef="#ctx0" brushRef="#br0" timeOffset="41">9730 13156 8529,'0'10'1502,"0"-1"1,3 0-1373,0 0 1,0 4 122,-3-1 0,0 6 106,0 1 1,0 0-40,0 6 1,0 3-42,0 3 1,-3 1-211,0-1 1,-3-1 63,3 4 0,-2-3-267,2 3 0,2-3 33,-2 4 0,2-2-525,1 1 0,0-5 310,0-4 0,1-9-19,2 0 4,-2-5 22,8-2 1,-4-3-137,4-3 0,0-7 445,1-6 0,-1-3 0,0-6 0</inkml:trace>
  <inkml:trace contextRef="#ctx0" brushRef="#br0" timeOffset="42">9953 13221 7883,'5'0'-1967,"0"0"1967,-5 5 0,0-4 0,0 7 0,0-3 0</inkml:trace>
  <inkml:trace contextRef="#ctx0" brushRef="#br0" timeOffset="43">9953 13249 8119,'4'-5'-739,"-1"1"440,3 4 773,-4 0 117,6-4-194,-7 3 36,7-3-99,-7 0-223,4 3 0,-5-3 42,0 8 0,-1 2 169,-3 6 1,3 4-123,-2 5 0,-1 6-32,1 4 0,0 6-59,3 0 0,0 0-202,0 3 1,0-2-610,0-4 1,0 1 415,0-4 1,0-1 285,0-5 0,4 2 0,1-3 0</inkml:trace>
  <inkml:trace contextRef="#ctx0" brushRef="#br0" timeOffset="44">10428 13380 8012,'15'0'779,"-2"0"-159,-4 0-866,-3 0 291,2 4 0,-4-2 185,2 4 1,-2-3-125,-4 3 0,0-2 20,0 2 1,0 0-102,0 3 1,0 2 74,0 1 1,0-1-5,0 5 0,-1-1-42,-2 4 1,2 0-5,-2-1 0,-1 4-80,1 0 0,0-4 60,3-2 1,0-2-171,0 2 174,0 1 52,0-6-61,0-2 0,1-5-200,2-4 1,-1-5-16,4-4 0,0-5-24,4-4 1,2-1-44,0 0 1,5 0 128,-1-3 1,-3-1 30,-1-2 0,2 3-13,-2 3 1,1 5 193,-4 1 0,0 4-131,1 3 324,-1 2 1,-1 5-39,-2 2 0,2 3-13,-5 6 1,1 3 63,-1 3 1,-2 2-47,2 2 1,-2 1-129,-1 1 1,0 2 62,0-4 0,0 0-256,0-4 1,0-3 184,0-3-406,0-1 50,0-6 0,3-2-75,0-6 0,4-7 76,-4-5 1,3-3 108,-3 0 1,4-4-95,-1 0 1,0 1 39,0 2 1,-3 4 101,3 3 1,-3 2-67,3 0 0,-2 5 389,2 2 0,-3 6-142,3 3 0,-3 4 290,3 2 1,1-1-53,2 5 0,1-2 90,3 2 1,1 1-114,5-5 0,-1-1-63,1-4 0,4-3-226,2-4 0,-2-1 140,2-2 1,-4-4-512,1-5 0,-4-3-79,-2-3 0,0-1-294,-3 1 1,-1 0 137,-3 2 1,-2-1 588,-1 1 0,0-1 0,3-2 0</inkml:trace>
  <inkml:trace contextRef="#ctx0" brushRef="#br0" timeOffset="45">10875 12858 8158,'19'-9'40,"-1"0"0,-6 3-289,-3 3 643,-6-2 1,1 3-55,-4-4 0,-1 3 97,-2-3 1,-2-1-188,-4-2 1,-6-1-1,-3-3 0,-2 2-105,-5-5 1,0 4-16,-3-3 0,-3-4-179,0-3 0,-4-3-48,1 4 1,-7-5 59,-6 1 1,22 12-1,-1 0 21,-2 0 0,0 1 0,2 1 0,1-1-36,0 3 0,0 0 1,-1-1-1,-1 1-239,0 0 0,-2 0 0,0 1 1,-2 0 262,-1 0 0,-1 1 0,0 1 0,-1 0 4,1 0 1,1 0-1,-2 0 1,1 1 16,1 0 1,1 1 0,-1 1-1,-1 1-44,-1 0 0,0 1 0,2 0 1,0 1 31,1 0 1,0 0-1,2 0 1,2 1-217,-20 2 0,1-1 249,-1 4 0,2 1 12,1 6 1,0-2 29,3 5 1,1-1 144,3 4 1,4 0 16,2-1 1,-1 4-120,1 0 1,-1 3 5,1 0 0,3 1-102,0-1 1,1 2 151,5-2 0,0 3-119,4 3 1,2-1-7,1 4 1,3-3 257,0 3 1,2-1-120,0 1 0,-1 2-115,2-1 0,-3 1 40,6 1 1,2 0-134,1 1 1,2 4 132,1 5 0,0-1-167,0 4 1,1-2 152,2 2 0,2-1-120,-1-23 1,1 0 0,2 3 0,0-1-9,0 3 1,1 0 0,1 0 0,1-1 32,0 2 0,2-2 0,-1 0 1,1-2-56,2 2 0,0-1 1,2 2-1,0-1-9,1 1 0,1 0 0,-1 1 0,2 0 58,-1-1 1,1 0 0,-2-1 0,0 0 25,0-2 1,0 0 0,-1-2 0,-1-1-56,2 0 1,0 0 0,1-2 0,0-2 57,1 2 1,2-2-1,0-3 1,1 0 4,3 1 0,0-1 0,1 0 0,0-2-17,2 2 1,0-1 0,-2-1-1,1 0 16,1-2 1,0 0-1,0-2 1,0 0-28,4 1 0,1-1 1,2 0-1,0-1 21,2 0 1,0 0-1,0 0 1,0-1-253,-3-1 1,0-2-1,2 1 1,0 1 205,4-1 1,1-1 0,-1 0 0,0-1-139,1 0 0,1-2 0,2 0 1,0 0 153,0-1 1,-1 0 0,4 0 0,-1-2-3,1 0 0,0-2 0,0 1 0,1-2-45,-3 0 1,0-2-1,1 0 1,1-1 40,-2-2 1,0-2 0,-3 0 0,0 0 89,-5 0 1,0-1 0,-3 0 0,0-2-20,2 0 1,0 0 0,-3 0 0,-1 1 65,-2 1 1,-1 1 0,-2 0 0,-1-2 45,20-10 1,0 0-170,-20 9 1,0-1 0,1 0 0,-1-2 24,2 0 1,0-1 0,-1-1 0,-1-2-49,1 1 1,-1-1-1,-4-1 1,0-2 74,0 0 0,0-2 1,-2 0-1,-1 0-33,0 0 1,-1-1 0,1-3-1,0-1-80,2-3 0,-1-1 0,-3 0 0,0 0 148,0-1 1,0 0-1,-2 2 1,0 1-41,0 0 0,-2 0 1,-2 1-1,-1 0-37,0-3 1,-2 1 0,-3 2 0,-1 1 185,-1-2 1,0 0 0,-2 3 0,0 1-17,-1-26 1,-1 4-100,-2 0 1,0 22 0,1-1-44,-3 0 0,0 0 1,-1-1-1,-1 0-13,0 1 1,-2 0 0,-1 2 0,-1 0 13,-1-1 0,-1 1 0,-1 1 1,0 0-1,-2-1 0,1-1 0,0 1 0,0 1-46,-2-2 1,0 1 0,1-1-1,1 0 32,-2 2 1,-1 0 0,3 1 0,-1 0-34,0 2 0,-2 0 0,0 0 0,-2 0 23,-1 1 1,-1 2 0,-2-3 0,-1 1 72,0 2 1,0 1 0,0 0 0,1 1-26,0 2 0,1 2 1,-20-11-20,-1 2 1,-5 4 43,22 9 0,-1 2 0,-3 0 0,-1 1-50,-2 1 0,-1 0 1,1 1-1,1 0 76,2 1 1,0 0 0,-3 0 0,-1 2-147,-1 0 1,0 2 0,2-1 0,-1 0 139,-1 0 0,1 0 0,4 0 0,3 0 67,-25 0 1,1 0-4,2 0 1,24 1-1,0 1 37,-24 1 0,1 3 261,6-3 1,6 3-409,6-2 0,3-1 360,3-3 0,3 0-500,7 0 0,0 0 614,3 0 1,4-4-672,-1-3 0,6-1-16,0-1 0,-1-4-804,1 1 0,1-1-668,5 4 1,-1 4 1588,4 2 1,9 2-1,4 1 1</inkml:trace>
  <inkml:trace contextRef="#ctx0" brushRef="#br0" timeOffset="46">15000 10484 8308,'9'-9'-214,"0"4"-27,-3 0 1,-1 5-294,-2 0 344,-2 0 0,3 1 0,-3 3-255,2 2 338,-2 2 0,3 7 107,-4 3 3135,0 5-1486,0 5-1462,0 4 184,0-3 1,0 7-347,0-2 0,-3 2-215,0 2 0,0 3 3,3 2 0,0-1-15,0-2 1,0-6 135,0-3 1,-3-3 0,0-3-756,1-3 522,1-7 0,0-2-811,-2-7-252,2-2 1020,-4-4 342,5-8 0,0-2 0,0-9 0</inkml:trace>
  <inkml:trace contextRef="#ctx0" brushRef="#br0" timeOffset="47">14972 10596 8308,'4'-10'-26,"-3"1"0,7 0 147,-1 0 0,1 0 0,2 2 184,3 1 386,-3 0-343,3-4 1,-3 1 180,-1 0-314,4-1 1,-2 1 126,1 0-507,3 4 177,-5 0 0,3 5 165,-3 0 0,-1 0-317,0 0 104,-3 5-245,-2 0 207,0 8 63,-3 2 1,3 3-73,-4 1 0,-1 4 38,-2 1-123,-2-1 189,-5 4 1,1-6-20,0 4-283,-1-5 130,-3 3 0,3-8 58,-3-3 1,0-2-159,0 0 0,1-5-164,3-2 233,-1-2 302,1-1-117,4 4 0,1-2 189,4 4-272,4-4 185,1 7 0,5-4 224,3 4 1,0 1 201,3-1-23,1 0-262,-2 5 1,0-4 38,1 2 1,-2 0-98,2 0 0,1-2-639,-1 3 373,-3-7 0,2 1 1,-4-3-641,2 2 0,-1-4 153,-3 1-324,1-2 546,3-1 1,-2-1-264,1-2 606,2-2 0,5-9 0,5 0 0</inkml:trace>
  <inkml:trace contextRef="#ctx0" brushRef="#br0" timeOffset="48">15689 10680 8204,'27'-4'191,"-2"1"1,-4 0 395,-5 3 0,0 0 309,-3 0-436,-1 0-279,-3 0-529,-3 0 320,-2 0 1,-13 0 0,-3 0-168,-4 0 1,-7 0-74,-2 0-1065,-2 0 297,-1-4 528,4 3-553,-3-3 1043,12 4 1,-7-4-1,8-1 1</inkml:trace>
  <inkml:trace contextRef="#ctx0" brushRef="#br0" timeOffset="49">15726 10801 8204,'15'5'289,"1"2"196,-4-4 0,1 3 177,-4-3-206,1 5-86,-5-7-446,3 3 123,-7-4 0,-2 0 291,-8 0-1324,-5 0 729,-4 0 1,-5-4-811,-2-3 1067,-6-1 0,-2-1 0,-4 0 0</inkml:trace>
  <inkml:trace contextRef="#ctx0" brushRef="#br0" timeOffset="50">15987 10512 8237,'9'-9'76,"0"3"1,1 2 557,-1 4-499,-4 0 1,2 4-1,-2 3 1,-1 2 105,0 3 1,0 3-27,-1 4 0,-2-1-170,2 1-29,2-1 1,-4 2-66,2 2 62,3-3 1,-4 2 0,3-3-2,-1 1 1,2-1 44,-3-3-256,5 1 252,-7-2 1,6 3-45,-4-5 0,4 4 0,-2-4 55,1 0 1,2-5 85,-2-1-118,-2-4 0,5 1 203,1-6-187,-1-2 0,5-6 83,-5-5 1,3 0 0,2-9 38,0-1-406,-2-5 137,1 2 0,-3-4 167,3 2 0,-3-1-10,3-2 0,-4 2 1,-2 4 50,-1 0-127,-4 4-717,7 1-563,-8 9 828,3 0 1,-4 5 469,0 0 0,4 3 0,1 2 0</inkml:trace>
  <inkml:trace contextRef="#ctx0" brushRef="#br0" timeOffset="51">16350 10838 8237,'8'-9'0,"-2"-1"-393,-2 5 256,1-3 1,-4 6 73,2-5 298,2 1-94,-4 1 0,6 0-22,-4 2 1,5 2 159,-2-2-345,2-2 0,1 3 139,1-1 1,2 2-178,0 1 135,1 0 0,0 1 1,2 1-1,0 3 59,1 0-101,-5 1 1,6 0-8,-5 0 0,1 1 50,-4 2-37,0 0 19,1 1 1,-1 2 34,0 0 0,0 2-14,1-2-73,-1 3 56,-4-1 1,4 3-32,-3-5 1,2 2 0,1-3 51,1 1-85,-1-3 1,0-1-2,1-2 1,-2-1 60,-2 2-673,2-5 195,-2 2 464,-1-4 0,3 0 0,-3 0 0</inkml:trace>
  <inkml:trace contextRef="#ctx0" brushRef="#br0" timeOffset="52">16694 10773 8438,'-1'10'1097,"-2"2"-837,-2 3 0,-4 5 0,-1 1-279,1 4 0,-3 2 0,-1 0 40,2-2 0,4-3-326,0-3 151,1-4-1089,-3 2 380,0-6 863,-1 2 0,1 0 0,0 2 0</inkml:trace>
  <inkml:trace contextRef="#ctx0" brushRef="#br0" timeOffset="53">17076 10745 9847,'9'-6'-1280,"1"-1"336,-5 5 1037,-1-2-381,-4 4 20,4 0 12,-3 0 1,-5 4 0,-6 1 0</inkml:trace>
  <inkml:trace contextRef="#ctx0" brushRef="#br1" timeOffset="54">17374 10437 8862,'4'-9'2044,"0"0"-1457,3 0-348,1 3 1,-6 1 88,4 2 1,-3 2 71,3-2-255,-4 2 33,3 1-236,-5 4 134,4-3 0,-3 10 1,2-1 196,-2 0-3,-1 5 290,0-1-232,0 9 0,0-2-162,0 3 1,0 1-84,0 3 1,0 0 278,0 0 0,0 0-391,0 0 1,0 0 130,0 0 1,0 0-84,0 0 1,0-4 23,0 1-33,0-4 0,0 5 9,0-4 1,0-2 0,1-4-49,2-4 0,-1 1-276,4-4 202,1 2 0,-1-10 0,0 2 1,1-2-1056,1-1 604,2 0 0,2-2-1020,1-4 898,-1 0 0,-3-11-166,1 5 0,-1-5 1,0 2 676,1-3 0,3 0 0,2-1 0</inkml:trace>
  <inkml:trace contextRef="#ctx0" brushRef="#br0" timeOffset="55">17523 10652 7843,'-9'0'-2,"-1"0"-43,1 0 1,0 0-185,-1 0 1,-3-1 50,-3-3 1,-1 0-409,-2-2 586,-3 2 0,2 0 0,-3-1 0</inkml:trace>
  <inkml:trace contextRef="#ctx0" brushRef="#br1" timeOffset="56">17858 10856 8699,'5'0'-304,"4"0"426,-8 5 1,4-3 276,-2 4-289,-2 0 263,7-1-357,-7 4 1,3-4 211,-4 4 1,0 1 155,0 3 5,0-3-207,0 8 1,0-4-156,0 5 0,0 0 0,0 1-146,0-1-2,0 6 1,0-10 132,0 7 1,0-6-153,0 0 0,0-2-197,0 2 0,0 0 251,0-3 1,0 0-677,0 0 211,0-3 551,0 4 0,0-5 0,0 0 0</inkml:trace>
  <inkml:trace contextRef="#ctx0" brushRef="#br0" timeOffset="57">17951 10903 8446,'18'-12'147,"-3"-1"0,-1 2 502,-5 5-446,0-3 0,-2 8 481,-1-2-452,-4 2 0,1 1-211,-6 0 0,-6 3-204,-7 0 1,-1 4 0,-2-4 243,0-1-1096,-3-1 765,2-1 0,-7 0-12,2 0-951,-2 0 94,-1 0 1139,0 0 0,5 0 0,0 0 0</inkml:trace>
  <inkml:trace contextRef="#ctx0" brushRef="#br0" timeOffset="58">15707 11741 8266,'10'0'-232,"-1"0"1,0 0 598,1 0-115,-5 0 0,0 0 177,-2 0 39,-2 0-221,3 0-225,-12 0 1,1 3-137,-9 0 1,4 1 88,-4-1 1,1-2-277,-4 3 0,1-2 0,-1 0-100,0 1-337,5 0 307,-4-3 177,8 0-140,-4 0 1,5 0 393,0 0 0,-1 0 0,1 0 0</inkml:trace>
  <inkml:trace contextRef="#ctx0" brushRef="#br0" timeOffset="59">15689 11871 8239,'9'6'-303,"0"2"0,1-6 1388,-1 4-163,-4 0-508,3-1 1,-8 0 23,0-5-559,-4 0 1,-8 0-120,0 0 0,-5 0-634,1 0 765,-5 0 1,1-1-1432,-2-3 788,3 3 752,4-3 0,-2 8 0,2 2 0</inkml:trace>
  <inkml:trace contextRef="#ctx0" brushRef="#br0" timeOffset="60">16089 11862 8240,'5'-5'-388,"3"-3"811,-5 1-213,4-1 1,-6 2 252,2 0 0,1 3 320,-1-4-478,0 1-63,-3-3 169,0 4-409,0 1 136,0 4-51,0 12-42,5-1 1,-3 9-1,3-3 48,-1 2 1,2 0 73,-3 3-319,4-3 124,-6 0 1,7 3-1,-4-1-14,1 0-8,-3-1 1,6-2 41,-1 1 0,-2-4-315,1 1 321,0-5-142,4 3 138,-1-9-76,-4-1 0,3-5 51,-2-2 0,0-6 1,-1-8-82,-1-4 76,3 2 1,-2-8 6,5 2 2,-5-2 0,3-4-47,-2 0 1,0 0 0,-1 3-243,-1 0 0,0 1 93,-1 2 0,-2 3 129,2 3 1,1 4-160,-1 3 0,1 5-855,-4 1 650,4 4 98,-3-3 0,6 6 360,-4 3 0,4 5 0,-2 5 0</inkml:trace>
  <inkml:trace contextRef="#ctx0" brushRef="#br0" timeOffset="61">16471 12123 8167,'9'-4'-295,"-4"3"802,0-4-355,-1 5 192,-3 0-88,3 0-53,-4 5-277,0-4 52,0 3-120,-4 0 169,3 1 1,-3 4-110,4 1-3,0-1 0,0 0 0,0 1 83,0-1 0,0 0-24,0 1 22,0-1-6,0 0 190,0 0-175,4-3 1,1 2-1,4-2 0,0-1 35,1 1-28,3-3 8,-2 1-396,2-4 266,0 0 1,-2-4 0,1-3-408,-1-1 1,-3-2 63,-2-3-168,2-1 463,-7-5 1,3-3 157,-4 1 0,5-5 0,0 2 0</inkml:trace>
  <inkml:trace contextRef="#ctx0" brushRef="#br0" timeOffset="62">16648 11974 8167,'0'-13'-603,"0"1"330,0 0 165,0 2-103,0 5 307,0 1-310,0 0 1,-1 4-83,-2 0-40,2 4 336,-4 1 0,5 3 0,0-2 0</inkml:trace>
  <inkml:trace contextRef="#ctx0" brushRef="#br0" timeOffset="63">16946 11955 8239,'17'-5'171,"-1"2"0,-3-1 1,-3 0 142,-1-2 1,-3 0-65,0-3 0,-4 0-16,2-1 0,-3 1-130,-1 0 0,0-1 1,0 1 50,0 0 0,-5 3-327,-1-1 141,2 5-320,-4-6 263,3 7 1,-5-3 72,1 4 1,0 4-127,-1 2 0,1 6-187,0 0 346,-1 4-16,1-1 0,3 4-43,0-1 0,4 2 1,-1 1-36,2 0-55,1 5 1,0-5 87,0 4-176,0-5 103,4 3 1,1-2 67,4-3 1,0 2-16,1-8 0,-1 0 210,0-6-207,1-2 13,3-4 1,-3 0 38,3 0 0,-3-4 0,0-3-100,-1-5 266,0 2 1,2-7-74,1 1 165,-2-2-107,4 0 0,-5-1-105,0 1 1,2 2-90,1 1 0,-2 3-27,3 0 0,0 1 107,0 2 0,-2 3-38,-5 0 29,3 4-3,-4-3-17,0 5 0,-1 1-7,-4 3 108,0 1-104,0 4 0,0 1 5,0 3 1,-3 1 9,0 5 1,-3 0 25,3-1-26,-1 1 1,0-1 0,3-2 151,-2-1 1,2 0-32,1 0-108,4-1-4,-3-9 0,8 2 37,-3-4 425,2 1-267,6-4 0,0 0-15,5 0 0,-1-5-27,1-1 1,-2-3-166,-1-4-55,2-1 142,-8-5 1,3 1-206,-3-1 1,-5-3 60,-2 1 1,-2-4-299,-1 3 1,0 0 69,0 4 0,-1-1-86,-2 1 1,-5 3 41,-5 3-586,-3 1 485,1 2 1,-4 3-652,1 0 1072,-1 3 0,1-1 0,-1 4 0</inkml:trace>
  <inkml:trace contextRef="#ctx0" brushRef="#br0" timeOffset="64">17486 11955 8239,'18'-8'0,"1"2"248,-4-3 1,1 8 127,-4-2 3,5 2-191,-11 1 0,7-3 173,-7 0 31,-2 0-528,0 3 184,-16 4 0,4-2-182,-7 4 1,4-1 0,0 3 196,-1-2 1,5 0-440,-3 3 181,3 1-47,2-1 106,1 5 0,4-4 135,0 2 0,0 0-3,0 0 1,3-1 9,0 5-21,4-5 5,-2 3 0,5-2 33,-1 1 1,0-1-11,1-3-16,-1 1 78,0-1-72,-4 0 12,4 1 229,-8-1-220,7 0-11,-7 1 7,3-1-230,-4 0-11,0-4 229,-4 4 0,-1-8-146,-4 2 1,-1-2-1,0-1 26,-3 0-359,3 0 0,-6 0-47,3 0 518,1 0 0,2-4 0,1-2 0</inkml:trace>
  <inkml:trace contextRef="#ctx0" brushRef="#br0" timeOffset="65">17802 11964 8371,'19'-5'-589,"-5"0"291,-1 2 688,-3 2 1,0-6 9,-1 4 0,-3 0-42,0 3-410,-4 0 200,2 0-30,-4 4 0,0 1-293,0 4 110,0 0 0,0 5-1,0 1 0,-3 3 70,0 1-274,0 3 299,3-2 0,0 6-40,0-4 0,0-1 1,0-2-40,0 0 54,0-1 13,4 1-21,1-5 1,2 3 110,-1-5-105,0 1 0,3-8 0,1-2 134,-1-2 1,0-1-114,1 0 136,-1-8-137,0-3 0,2-7 28,1-1 0,-2-4 1,3-1 19,-3-3 1,-2-2-200,-1-2 163,1 6 0,-7-8-211,2 8 115,-2-4 0,-1 10 0,0 0-382,0 2 0,-4 6 38,-2-2-453,2 7 525,-9-2 1,7 7 8,-6-2 0,-2 2 325,2 1 0,-5 0 0,3 0 0</inkml:trace>
  <inkml:trace contextRef="#ctx0" brushRef="#br0" timeOffset="66">18054 12104 8376,'12'0'139,"1"0"1,-4 0 257,-3 0-344,-4 0 343,2 0-468,-4 0 176,-8 0 0,-2-1 140,-9-2 1,0 2-304,1-2 1,-5 1-821,-2-1 724,-2 2-221,4-4 1,-3 5 375,4 0 0,0-4 0,4-1 0</inkml:trace>
  <inkml:trace contextRef="#ctx0" brushRef="#br1" timeOffset="67">18193 12262 8709,'10'0'-809,"-1"0"789,0 0 579,-3 5-109,-2-4-517,-4 3 377,0-4-173,0 4-84,0-3 0,0 7 250,0-2-405,-4-2 270,2 5 18,-2-4 23,4 4-121,0 1 57,0-1 0,0 0-185,0 0 73,0 1-118,4-1 114,-2 0 0,5 1 0,-3-1 0,0 0-288,0 1 109,3-1 0,-2-3-553,1 0 57,2-4 234,-3 3 363,5-5 1,-1-9 0,0-1-1</inkml:trace>
  <inkml:trace contextRef="#ctx0" brushRef="#br0" timeOffset="68">18287 11946 8324,'9'-5'0,"-4"6"-516,-2 8 326,-2 0 1,-1 9-1,0-4-785,0 1 975,0 2 0,4-6 0,1 2 0</inkml:trace>
  <inkml:trace contextRef="#ctx0" brushRef="#br0" timeOffset="69">19553 10735 7817,'5'0'419,"-1"0"680,-4 0-1035,4-4 1,-3 2 79,2-4 1,-1 1-117,2-1 1,-2-3-26,4 3 1,-3 1 67,3-1 1,0 3-120,4-4 120,-1 5 1,3-5-38,1 4 1,0 0-1,-1 3 72,0 0 1,4-3-32,-4 0 1,0 0 0,-2 3 101,-1 0-121,-4 0 1,3 0-5,-1 0-23,-3 4 1,0 1-74,-4 4 1,0 1 142,0-1-188,0 0 131,0 5 1,-4-3 25,-2 5-133,-7-1 0,3 4 0,-4-1 54,1 1 1,-1 0-107,-1-1 1,-3 0 116,3-3-430,1 3 195,1-12-167,4 6 170,-5-6-74,8 3 207,-6-4 249,6-1-63,1-4 0,5 0 366,6 0-347,7 0 1,1 0-1,5 0 81,0 0 1,0 0-51,3 0 0,-2 0-75,1 0 20,3-4-9,-8 3-563,5-3 371,-10 4 1,2-3-12,-4 0-989,1 0 376,-1 3 286,-4 0 456,4-5 0,-4 4 0,4-3 0</inkml:trace>
  <inkml:trace contextRef="#ctx0" brushRef="#br0" timeOffset="70">19907 10689 7628,'4'-5'-72,"-3"-4"0,4 5 1,-3-3 580,1 1-78,0 4-163,-3-2 0,1 1-21,2-1 1,-2 0 123,2 1-159,-1 2 0,-1-3 96,2 4-96,-2 0-198,3 0 86,0 4 0,-3-2 1,2 4 151,-2 2 0,0 1-204,2 3 0,-2 0 86,2 3-107,-2-3 123,4 1-308,-4 1 98,3-4 1,-1 6-300,0-3 279,4-1 0,-6 1 0,3 0-17,1 2 0,-1-3 138,2 4-115,-2-5 0,-1 3 0,1-2 30,1 0 1,-2-2 30,0-4 1,-1-1 16,1 1-25,-2-2 79,3-4-30,0 0 1,1-1-48,5-2 236,-1-2-216,0-4 0,1-5 4,-1-1 38,4-7-30,-2 2 0,5-7 15,-3 3-170,3-7 154,-6-3 1,4 0-118,-5 0 0,1 4 28,-1-1-601,-4 6 438,3 3 1,-6 4 32,5 2 0,-4 6-968,3 4 525,-4 4 650,2-2 0,0 0 0,1-2 0</inkml:trace>
  <inkml:trace contextRef="#ctx0" brushRef="#br0" timeOffset="71">20456 10735 7901,'5'0'-409,"-1"0"1,-3 0 186,2 0 357,-2 0 21,4 0 11,-5-4-77,-5 3 0,3-6 97,-4 4-108,4 0 0,-2-1-127,4 3 101,-4-4 1,2 5-84,-4 0 98,-1 0 1,-2 2 47,0 1-191,-1-2 119,1 3-207,0 0 189,-1 1 1,4 4-137,0 1 139,4-5-17,-2 3 0,1-3 0,0 5 91,0-1-88,3 0 15,4 1-19,-3-5 1,7 3 34,-2-2 1,2 3 7,2 0 0,-1-3-15,0 0-63,5-4 44,-4 7 0,3-7 53,-7 4 0,2-4 75,-2 1 0,-1-1 133,2 1-188,-5-2-42,2 8-48,-4-8-6,0 3 60,-4 0-180,3-3 92,-8 7 1,3-7 0,-5 2-121,-2-2-67,1-1-470,-1 0 376,2 0 0,-2 0-619,3 0 480,1 0 451,4 0 0,5-4 0,5-1 0</inkml:trace>
  <inkml:trace contextRef="#ctx0" brushRef="#br0" timeOffset="72">20651 10773 7908,'10'-10'-231,"-1"1"270,0 4 237,-3 1 0,-1 4 16,-2 0-215,-2 0 49,3 4 32,-4 1-127,0 4 0,-3 1 22,0-1 0,-1 1-13,1 3 0,2 0 72,-3 3 0,3 1-65,1-1 0,0-2-11,0 2 1,0-5-230,0 2 116,0-3 0,4-1 99,-1 1-20,0-5-819,-3-1 696,0-4 0,4-13 0,1-2 1</inkml:trace>
  <inkml:trace contextRef="#ctx0" brushRef="#br0" timeOffset="73">20717 10568 7908,'4'-15'-283,"1"6"0,1 5 105,0 4 0,-3 0 126,4 0 0,-4 4-66,3 2-339,-4-2 304,2 5 0,-4-4 153,0 4 0,0 0 0,0 1 0</inkml:trace>
  <inkml:trace contextRef="#ctx0" brushRef="#br0" timeOffset="74">20810 10735 7908,'14'0'0,"0"0"-53,-1 0 37,-3 0 0,3 1 643,-7 3-273,2-3 0,-2 4 190,3-2-240,-4-2-285,-1 7 48,-4-3 0,0 5-106,0-1 1,-3 0 60,0 1 1,-1 3 198,1 3-322,2-3-31,-3 5 101,4-4 0,0 1 0,0-3 85,0-2 0,1 3-124,2-1 113,-2 1-107,7-8 1,-6-1 0,4-4 30,2 0 1,0-1-47,1-2 1,-3-7 0,1-5-371,0-3 209,1 0 4,1-1-1,1 0 170,3 1 1,-3 0 237,3 3-144,-7 5 1,2 3-1,-1 4 581,1 1-418,1 1 1,-1 5 84,-1 2 1,0 7 37,-4 2 0,3 3-129,-3 0 0,1 1 151,0 0-1309,-3-5 719,3 0 0,-4-5 4,0 0 251,0-4 0,0 4 0,0-4 0</inkml:trace>
  <inkml:trace contextRef="#ctx0" brushRef="#br0" timeOffset="75">21331 10670 7121,'4'-5'104,"-3"1"162,3 0 1,-4 2 145,0-4 62,5 3-254,-4-5-2,3 3 0,-3-1 27,2 0 1,-2 2 129,2-2-189,-2 4 160,-1-6-146,4 7-13,-3-3 1,3 8-266,-4 2 74,0 7-1,0 1-48,-4 5 1,2 0 0,-3 3 218,1 3-227,1-2 0,0 3 0,0-2 0,1 1-36,0 0 157,2-4-271,0 1 256,0-3-36,0 0 0,2-4 1,1 1-88,2-5 85,4-2-10,-4 0 101,4-8-94,-4 3 1,7-4 1,1 0 263,-1-4-255,-3-6 1,2-4 63,1-5 1,-2-4-39,3-1-1,-3-3-24,-1 3 17,1-3 0,-2 3 35,-2-4-60,3 5 25,-8-4 1,3 8-1,-4-1-453,0 4 211,-4 4 1,1-3 0,-4 5-328,-3 1 1,1 3 113,-4 0 0,-1 2 1,-1 3-270,1-2 16,-4 2 454,4-4 0,-5 6 1,0 2 221,1 0 0,-1 4 0,1 2 0,-1 6 0</inkml:trace>
  <inkml:trace contextRef="#ctx0" brushRef="#br0" timeOffset="76">21471 10801 8162,'9'-6'0,"0"2"278,1 4 1,-4-3 518,0 0 0,-3-1 64,3 1-392,-3 2-55,1-7-232,-4 6 0,-5-3 34,-5 2-246,1 2 1,-9-3-1,3 4-18,-3 0 0,-1 0 323,-3 0-2245,-6 0 338,-1 0 1632,-7 0 0,7 0 0,-3 0 0</inkml:trace>
  <inkml:trace contextRef="#ctx0" brushRef="#br0" timeOffset="77">20205 10987 7720,'5'0'666,"0"0"-271,-2 0 0,-2 1 185,2 2-342,-2-2 173,-1 3-628,0 0 224,0-3 1,0 8-81,0-3 11,0-2 1,-1 4 3,-2-2 0,-1 3 159,-2 0-169,2 0 1,4-3 108,0 1-63,0-1 55,0 3-239,0 1 137,0-5 0,1 2 0,2-4-415,3-1 0,-1-1 187,1-1 0,0 0-925,4 0 1222,-5-4 0,7-1 0,-1-4 0</inkml:trace>
  <inkml:trace contextRef="#ctx0" brushRef="#br0" timeOffset="78">20270 10912 8021,'0'-9'471,"0"4"-193,0 1-316,0 4 1,0 0 0</inkml:trace>
  <inkml:trace contextRef="#ctx0" brushRef="#br0" timeOffset="79">21536 11033 8137,'5'-4'-432,"-1"-1"0,-1-1 611,1 0 1,-1 3 158,-3-4 84,0 5-116,4-6-86,-3 7-75,3-3 106,-4 4 153,4 0-226,-3 0-104,3 4 75,-4 1-154,0 4 1,0 1 0,0-1 22,0 0 53,0 1 0,0 0 0,0 1 164,0 2-319,0-1 0,0-2 58,0-5 0,0 3 18,0-2 0,0-1 53,0 2 0,1-5-443,2 1 196,3 2-864,-1-4 571,3 3 50,-3-4 1,3-4 0,0-2-341,-2-3 785,-4-4 0,6-1 0,-3-5 0,5 0 0</inkml:trace>
  <inkml:trace contextRef="#ctx0" brushRef="#br0" timeOffset="80">21657 10884 8137,'0'-9'-700,"0"4"321,0 1 199,0 4 180,0 8 0,0-2 0,0 8 0</inkml:trace>
  <inkml:trace contextRef="#ctx0" brushRef="#br0" timeOffset="81">21694 11434 7808,'5'4'-124,"4"-3"455,-8 7-30,3-7 0,-1 4 18,0-2-165,0-1 0,-7 2-7,-2-4 0,-3 0-107,-4 0 54,-1 0 0,-5-3 0,-1-1-25,-1 2 59,-3 1-203,-4-3 0,-1 3 191,-2-2 1,-6 2 44,-7 1-1127,18 0 0,-2 0 935,0 0 1,0 0 0,-5 0 0,0 0 12,1 0 0,-1 0 0,0 0 0,0 0 0,-2 0 0,0 0-279,-4 0 0,0 0 0,-2 0 0,-1 0 284,-3 0 1,0 0 0,1 1 0,-1 1 14,2 0 0,-1-1-1201,-2 1 1,-1-1 1046,0 0 1,0-2 63,5 1 1,-1 0-163,-4 1 1,0-2-1,7 0 1,-1-1 211,-5 1 0,-1-1 0,8 0 0,1 0 0,3 1 0,1 0-244,2-1 0,-1 1 224,1-1 0,0 1 44,0-1 1,-1 0 0,1 1-1,1 1-10,1-2 1,1 0-1,0 1 1,0 0 317,-21-2-377,5 2 0,0-3-84,5 4-367,-4 4 207,5 1-72,2 1 1,6 2 398,6-2 0,2 4 0,5 2 0,-1-1 0,0 2 0</inkml:trace>
  <inkml:trace contextRef="#ctx0" brushRef="#br0" timeOffset="82">20624 11825 7935,'5'0'651,"-1"0"-404,0-4 1,-3-2-240,2-3 124,-2 0-331,-1 0 132,-4-1 1,0 1 87,-2 0 1,-6-1-90,3 1 0,-8 4 0,0 2-163,-4 2 130,-5 1 0,6 4 0,-5 2 1,5 2-62,1 2 1,2 2 191,4 0 0,2 4-24,5-4-63,2 1 17,4 0 1,0-2-42,0 1 74,0-2-19,8 4 1,2-7-92,9 2 99,0-6 1,0 2 0,3-6-8,3-3 23,-2 3-23,-1-11 104,-3 6 1,-4-9 0,0 3-111,-2-4 1,-3 2 200,-4-2 1,-4 2-48,1-2 90,2 3-188,-4 4 1,3-1 157,-4 1-74,0 0 1,-1 2-58,-2 1 1,1 4 60,-4-1-26,4 2-16,-6 1-108,7 0 138,-8 0-37,4 4-2,0 1 0,-2 5 1,4-1-1,1 0 211,1 1-215,1 3 174,0 2-180,0 3 1,0 2 270,0 2-204,0 1 0,4 3 0,2 1 0,1 3 383,-1 2-384,3 2 92,-4 8 1,1-7-88,0 2 1,-4-2-1,1 1-66,-2-1 1,-1-3-69,0-4-95,-4 0 197,3-1 0,-10-3-40,2-2 1,-4-3-26,1-4 0,-3-1-232,-3-5 0,-2-4 68,-2-2 0,2-3-356,-5-3 295,4-6 1,-1-7-77,7-5 0,2-4 1,7-5-202,3-1 0,7-8 175,6 2 0,8-3-1091,10-1 927,0 3-1248,8 1 926,-3 5 787,0 8 0,5-2 0,-5 7 0,-1 4 0,0 6 0</inkml:trace>
  <inkml:trace contextRef="#ctx0" brushRef="#br0" timeOffset="83">15493 13333 7877,'10'-12'220,"-1"-1"1,-1 1 873,-2 3-469,3-1 0,-7 2 592,4 2-973,-4-2-83,2 6 0,-4 2-110,0 7 0,-3 2-43,0 3 1,-4 3-1,0 5-87,-1 1 0,-1 0-292,0 4 221,-1-5 71,1 3 1,3-4-368,0-1 252,-1 1-91,2-4 0,0-2-160,2-4 83,2 1-30,-3-5 202,4-1 1,1-4 182,2 0 0,0-4-131,6-2 1,-2 1 221,6 2 0,-2-1-57,2 1 0,-3 0 324,2 3 0,2 0-151,-2 0 0,2 3 114,-2 0 1,-1 3-90,1-2 0,-1 2-113,2-3 0,-3 3-154,3-3 1,-6 1 0,-1-2-103,1 1 0,-2 1-1008,2-4 554,-5 0 226,6 0-1042,-7 0 1222,3 0 1,-4-5-1,0 0 1</inkml:trace>
  <inkml:trace contextRef="#ctx0" brushRef="#br0" timeOffset="84">15642 13268 7877,'0'-9'1490,"0"-1"-592,0 5-622,0 1 1,0 5 131,0 2 1,1 3-121,2 7 0,-2 5 26,3 7-100,-3 2-488,-1 1 243,0 0 80,0-4 0,0 3 29,0-2 1,0-3-74,0 0 1,0-2 0,0-1-854,0 3 382,0-2 282,0 2-713,0-3 0,0-1 405,0-3 0,1 2-871,2-5 645,-2 1 24,3-8 816,0 3 0,1-11 0,4 2 0</inkml:trace>
  <inkml:trace contextRef="#ctx0" brushRef="#br0" timeOffset="85">15801 13529 7877,'9'-10'0,"0"1"0,0 0 359,1-1 1,-1 1 149,0 0 1,-2-1-149,-1 1 0,-1 0 5,1 0 0,-1 3 206,-2 3-652,-2 2 267,4 1-416,-1 0 223,-3 0 1,3 1 215,-4 2-294,0 3 80,0 3 1,0 0-266,0 0 116,0 1 64,-4-1 0,3 4 27,-2-1 1,-1 1-167,0 0 0,1-3 95,3 3 0,0 0 81,0-1 1,0 4 113,0-4 0,0 4-53,0-4 0,1 4 104,2-4 0,3 1-135,3-4 0,0 0 143,1 1 21,-1-5 0,0-1 1,2-5-18,1-2 0,-2-3 1,3-7 48,-3-2-107,-1-3 1,0-1-141,-3 1-22,2-5 156,-7 3-227,3-2 94,0-1 0,-3 3 93,3-2-485,-3 3 281,-6 4 0,0 2-473,-4 4 461,0-1 1,-2 2-435,-1 2 0,1-1 0,-4 3 629,2 2 0,-4 1 0,3 1 0</inkml:trace>
  <inkml:trace contextRef="#ctx0" brushRef="#br0" timeOffset="86">16257 13491 8043,'0'-5'-80,"0"-3"1,1 6 79,2-4 886,-2 4-277,3-7-222,-4 4-44,0 0-7,0 1-351,0 0 128,0 3 1,0-2-215,0 6 53,0 2 0,-3 5 160,0 3-240,0-3 0,3 8 36,0-8 53,0 7 1,0-2 105,0 4-161,0-1 1,0 1 107,0-1 1,3 1-54,0 0 0,1-1 0,-2 0 41,1-3 0,5 2-10,-2-5 1,2-2 119,1-4 1,1-4-112,-1 1 0,0-3 130,1-3 1,0-2-113,2-4 1,-1-5 145,1-1 0,-2-3-56,0-1 1,-1 1-55,0-1 0,3 0-24,-3 1 1,6 2 12,-6 1 29,2 3-293,-6-1 297,4 4-165,-4-1 139,0 1-5,3 4-112,-7 1 61,3 4 1,-4 4-7,0 2 1,0-1-28,0 1 0,-3 1 38,0 2 0,0 0-3,3 1 0,-3 2 5,0 0 0,0 1 158,3-4-105,0 5 1,1-4 0,2 3 131,3 1 1,3-1-29,4 3 0,-2-3 279,5-3-377,-5-1 270,7-4-255,-8 3 1,4-7 47,-5 2 1,0-5 8,0-1 1,0-8-169,-3-1 0,-1-2 0,-3-1 129,1-2 1,0-1-294,-3 0 0,0-1-105,0 1 1,0 0-79,0 2 0,-3 0-467,0 3 1,-7 1 370,1 3 0,-4-1-437,1 1 1,0 1 34,-3 2 880,3 1 0,-1 5 0,4 0 0</inkml:trace>
  <inkml:trace contextRef="#ctx0" brushRef="#br0" timeOffset="87">16760 13491 8043,'18'-9'0,"-3"1"378,-3 2 1,-2-3-80,0 3 1,-4 1 297,0-1-124,-4 4-540,2-2-156,-8 4 1,-1 0 0,-5 0 125,-3 0 1,3 1 233,-2 2-376,-3-2 169,5 7 1,0 0-157,7 5 3,-2 3 225,4-5 221,-3 6-130,8-2 1,1 0-157,5 1 0,3-2 388,2 2 1,4 1 54,3-1 0,-2-2 39,1 2 1,-2-5-96,-4 2 1,2-3 48,-5-1 1,0-3 92,-6 1 0,1-4-189,-4 3 1,0-3 0,-5 2-235,-4-1 36,0 4-1132,-8-7 794,1 3 1,-1-4-352,-5 0 0,-4-1-1688,-2-2 2298,3-2 0,-1-9 0,4 0 0</inkml:trace>
  <inkml:trace contextRef="#ctx0" brushRef="#br0" timeOffset="88">17216 13463 7825,'4'-5'-93,"-2"-2"237,4 4 0,-4-4 331,1 1-178,-2-3-133,4 4 1,-4-3 57,2 2 1,-2 0 221,-1 0-413,0 4 1,-3-3 84,-1 2 1,0 2-84,1-2 1,1 5 23,-4 1 1,0 7 0,-3 1 194,3 2-107,-2 3-58,3 2 5,-4 5 0,2-2 26,1 3 0,1 1-18,-1 3 0,2 3-129,4 0 0,0 3 103,0-3 0,0 3-344,0-6 1,1 0 77,2-6-800,2 0 732,4-3 1,2-6 0,0-3-1055,1-2 662,5-6 242,-7 2-246,4-4 656,-5 0 0,0-4 0,1-2 0</inkml:trace>
  <inkml:trace contextRef="#ctx0" brushRef="#br0" timeOffset="89">17365 13547 9606,'5'-4'379,"-1"3"-285,0-7 1,-2 7-202,4-2 87,1-2 0,-1 3 51,0-1 0,0-1-88,4 1 0,-1 0 0,0 3-8,1 0 1,-4 0 119,0 0 1,-3 3-20,3 0 1,-4 4 129,1 0 0,-2 1-111,-1 1 0,0 1 40,0-1 0,-1 1-2,-2 3-1,2-3-67,-7 3 78,7-3-101,-7-1 1,6-3-224,-5 0 352,5-3-681,-6 1 175,7-4 167,-3 0 1,11 0 0,2 0 198,2 0-82,-1 4 418,-5 1-176,4 4 0,-8 1-143,7 3 235,-7-3-129,3 4 1,-4-2-29,0 1 0,0 2-34,0-2 0,-1 0-327,-2 0 263,2-3 1,-4 3-822,2-3 369,2-5-125,-4-1 225,5-4 0,0-1 0,0-2 0,0-3 364,0-3 0,0 0 0,5-4 0,0-2 0</inkml:trace>
  <inkml:trace contextRef="#ctx0" brushRef="#br0" timeOffset="90">17588 13650 7912,'19'-4'-856,"-2"-1"939,-1-1 0,0-1 343,-3 4 0,0-3 135,0 3-24,-3-1-279,4 0 1,-5 3 159,0-2-441,-4 2-48,-1 5 261,-4 1-286,0 1 0,0 2 147,0-2 1,-1 2-1,-1 2-46,-1-1 1,0 3-17,3 1 1,-3-1 90,0-2 0,0 0 17,3 2 0,0-1-47,0 1 1,0-2 31,0 0 0,4-1 10,2 0 155,2 1 0,2-1-170,-1-4 0,0-1 31,1-4 0,2 0-29,1 0 1,-2-4-25,-5-2 0,1-5-148,-4-2 1,4-3 58,-4 0 1,0 0-316,-3 0 0,0-1 152,0 5 0,0-3-1050,0 2 558,0 1 307,-4 2-755,3 1 465,-8 0 672,4-1 0,-8 1 0,-2 0 0</inkml:trace>
  <inkml:trace contextRef="#ctx0" brushRef="#br0" timeOffset="91">17895 13482 8003,'10'0'-700,"-1"0"603,0 0 506,1 0 0,-5-1-7,-2-2-318,-2 2 0,-2-3-69,-2 4 1,1 0 23,-4 0-17,-1 0 0,-1 1 41,2 2 174,2 2-205,4 4 1,0-2 97,0-1 226,0 0-196,0 3 1,0-2 141,0-1 0,4-1-122,2 1 0,2-2-10,2-4 0,2 0-27,1 0 1,2 0-146,-3 0 1,4-1 115,-4-2-297,1-2 159,-4-4 0,-3-1-524,1 1 385,-5 0 1,2-1-451,-4 1 1,0 0-57,0-1 0,-4 2-601,-3 2 1270,-1-2 0,-1 3 0,-1-5 0</inkml:trace>
  <inkml:trace contextRef="#ctx0" brushRef="#br0" timeOffset="92">18128 13380 7930,'10'0'2,"-1"0"0,0-3 21,0-1 1,-2-2 193,-1 3 123,0 0-114,-1 3 1,4 0-36,-3 0 0,2 1 115,1 2 0,1 3 17,-1 7 0,0-2-100,1 5 0,-1 0-33,0 6 1,2 1-1,-1 3 76,-1-2-264,3 1-413,-11 3 640,7 4-485,-7-3 228,3 3 1,-5-4-222,-2 0 1,-5 3-416,-5 0 1,-2-4-527,2-5 1,-3-7 1189,0-2 0,-5-3 0,-3-1 0</inkml:trace>
  <inkml:trace contextRef="#ctx0" brushRef="#br0" timeOffset="93">18705 13017 7879,'10'0'1098,"-1"0"-225,0-5-166,-3 4-315,-2-3 107,-4 4-29,0 0 1,-4 0-402,-3 0-50,-1 0 0,-1 0-775,-1 0 633,1 0 1,-3 0-1,-2-1-718,0-2 1,2 2 272,0-2 1,-1 2-33,0 1 0,-2 3-435,2 0 1035,1 4 0,-2-1 0,0 3 0</inkml:trace>
  <inkml:trace contextRef="#ctx0" brushRef="#br0" timeOffset="94">18566 13045 7879,'9'0'106,"0"0"214,1 0-106,-1 0 49,-4 0-102,4 0 0,-7-2 439,4-1-28,-4 2-260,2-3-226,-4 4 0,0 4-66,0 3 0,-1 2 27,-2 3 0,1 7 0,-3 6 93,0 2-109,-2 5-1005,6 1 1084,-3 12 1,4 2-28,0 6 0,-1-26 0,-1 1-175,0 0 0,1 0 0,-1 1 0,1 0 100,1 4 1,0-1-1,0 1 1,0 1 8,0 1 1,0 1 0,0 0-1,0 0-60,0-1 0,0-1 1,0-1-1,0 0-16,0 0 0,0-1 0,0-1 0,0-1 0,0 2 0,0-1 22,0-2 1,0-1-130,0 18 166,0-5 1,0-10-98,0-6 1,-1-3 44,-2-7 1,2-1 71,-3-5-81,3-4 953,1-1-1068,0-4 805,5-8-656,-4 2 4,7-4 0,-6 3 248,4 4-248,0 0 1,1 3 166,-1 0 1,0-1-88,3-2 0,4 2 1,0-3 30,2 0 1,0 2-319,4-5 0,-1 4 103,1-3 1,1 3-976,1-3 845,3-1 1,5-2 0,0 0 0,0-1 256,-2-3 0,-5-1 0,1-5 0</inkml:trace>
  <inkml:trace contextRef="#ctx0" brushRef="#br0" timeOffset="95">19031 13482 7935,'0'-5'-41,"0"1"501,0 4-33,0-4-134,0 3 0,0-5-149,0 3-42,5 2 1,-4-4 0,3 3 282,0-1-213,1-4 1,5 5-27,3-5 0,-3 5 23,3-1 1,0 2-126,-1 1 0,5 0 57,-2 0 1,0 0 22,0 0 7,-3 4-34,1 2 1,-3 3 22,-1 0 0,0 0-112,1 1 15,-5 3 0,-1 1 1,-4 2-16,0 0 1,-1-1 79,-2 4 0,-4 1-143,-5 1 0,1-1 23,-5 2 1,5-3-35,-2 0 0,3-5 42,1-1 0,0-6-38,3-1 78,2-4 390,4 3-70,0-5-388,4-5 0,6 0 1,5-4 76,3 0 0,4-1-173,3 1 1,3 1-300,3 1 1,1-1-429,2 2 0,-1 1 875,-6-1 0,1-1 0,0-2 0</inkml:trace>
  <inkml:trace contextRef="#ctx0" brushRef="#br0" timeOffset="96">19813 13436 7939,'7'0'393,"-1"0"145,-4 0 1,3 0 571,-2 0-144,-2 0-442,8 0-304,-8 0-164,3 4 55,-4-3 0,0 4 220,0-2-586,0-2 229,0 7 404,0-7-571,0 8 0,-1-5-446,-2 2 506,2 2 0,-7-3 1,5 5 0,0-4 110,3 0 0,0 0-1,0 4 0,0-4 0,0 0 199,0 1-203,0-3 8,0 5 200,0-8-83,0 7 1,4-7-36,2 2 0,3-2 94,0-1 0,0 1-228,1 2 0,0-2 118,2 2 1,0-1-169,3-2 1,-2 0 101,2 0 1,-2 0-891,2 0 527,-3 0 0,1-4 0,-5 0-1702,-1-1 1395,1-1 689,-3-3 0,4-5 0,1 0 0</inkml:trace>
  <inkml:trace contextRef="#ctx0" brushRef="#br0" timeOffset="97">19990 13324 9126,'6'0'1319,"-2"1"-1044,-4 2 0,0 2-67,0 4 1,0 5-128,0 1 112,0-1 0,-3 3-141,-1-1 1,0 2 0,2 0-50,-1 1 0,-1-2-156,1-1 0,2 1-101,-2-1 1,2-2-110,1 2 1,0-4-314,0 4 1,1-5 327,2 2 0,-1 0-6,4 0 0,-3-1-396,3-3 750,-3-3 0,5 2 0,-3-3 0</inkml:trace>
  <inkml:trace contextRef="#ctx0" brushRef="#br0" timeOffset="98">20167 13473 7939,'10'-10'506,"3"5"187,-3-3 1,4 7-360,-5-2 1,-3 2-73,1 1-41,-5 0-324,2 0 113,-4 4 1,0-2-30,0 4 1,0 0 183,0 4 1,-3-1-271,0 0 0,-4 1 77,4-1 0,-1 0-84,1 1 0,2 0 43,-2 2 1,2 0 26,1 3 0,0 1 172,0 2 0,0-2 1,0-1-34,0 2 141,0-3-1,4 3-133,-3-7 0,7 4 20,-1-5 1,1-4 15,1-2 157,5-1-205,-4-2 1,4-2-10,-1-1 0,-2-5-93,5-4 0,-8-5-29,1 2 0,-1-3 74,1-1 0,-4 1-137,-2-1 1,1-1-55,-1-1 1,0 4-160,-3-1 1,-1 2 30,-2 1 1,-2 2 0,-4 6-511,0 1 507,-1 4-1153,1-7 1440,-5 8 0,4-3 0,-3 4 0</inkml:trace>
  <inkml:trace contextRef="#ctx0" brushRef="#br0" timeOffset="99">19534 13510 8474,'9'0'1640,"1"0"-1244,-1 0-533,-4 0 85,-1 0 0,-3 0-86,3 0-1549,-3 0 1687,3 0 0,0-4 0,1-1 0</inkml:trace>
  <inkml:trace contextRef="#ctx0" brushRef="#br0" timeOffset="100">20745 13501 7810,'5'0'220,"3"-1"46,-2-2 0,-1 2 458,2-3-434,-5-1 1,2 3 62,-4-4 0,3 3 155,0-3-345,0 4 1,-4-3-1,-2 4 252,-3-2-532,-2 2 214,-2-3-52,1 4-528,-5 0 411,4 0 0,-4 3 3,1 0-480,3 0 370,-4 2 0,5-1-3,0 2 1,-1 2-72,1-2 1,4 0 125,2 0 0,2 0 1,1 3 1,0 1 116,0-1 0,1-3-102,2 0 0,-1 2 208,4 4 1,2-4-17,4 5 0,-2-5 0,3 4 183,-3-1-239,-1-2 187,5 0-89,-4 1 0,0-1 153,-3 0-189,-1 1 1,2-1-22,-2 0 0,-1-3 16,-5 1 1,0-4-72,0 3 69,0-4 0,-2 5-206,-1-4 0,1 4-256,-4-4 1,0 3 235,-3-3 1,2 3 0,1-3-910,-1-1 692,-1-1 0,-2-1 363,1 0 0,0 5 0,-1 0 0</inkml:trace>
  <inkml:trace contextRef="#ctx0" brushRef="#br0" timeOffset="101">20912 13566 7862,'18'-3'600,"-3"0"3,-1-5 1,-8 7 367,0-2-701,-4 2-147,2 1 1,-4 1-101,0 2 1,-3 3-194,0 3 0,-3 3 125,3 1 1,-3 0-79,3 0 1,-1-2 58,4 4 0,-3 0 157,0 1-333,0 1 1,3-7-5,0 8-30,0-8-341,0 8 28,0-8 313,0 4 0,0-10-111,0-4 1,3-8-398,0-8 782,0-1 0,2-10 0,0-2 0</inkml:trace>
  <inkml:trace contextRef="#ctx0" brushRef="#br0" timeOffset="102">21015 13380 7875,'4'-19'14,"0"5"77,2 1 1,-1 7-1,-3 2-403,1 0 264,1 3 0,-1 1-879,0 6 927,0 2 0,-3 6 0,0 0 0</inkml:trace>
  <inkml:trace contextRef="#ctx0" brushRef="#br0" timeOffset="103">21136 13594 7935,'9'0'0,"0"0"288,1 0 303,-1 0 287,0 0 0,-1 1-105,-1 2-443,-3-2-55,-4 7-308,0-3-1,0 5-102,0-1 0,-3 1 166,0 3 1,-4-2-64,4 5 1,0-1 0,2 4 36,-2 0 0,2-4 2,-2 1 1,2-4-95,1 3 1,0-3 50,0 0-153,0-1 1,1-6 119,2-2 1,-1-2 57,4-1-430,0-4 193,4-6-51,-1-4 1,0-6 55,1-1 1,2-3 184,1-4 1,2 4 0,-1 2-22,0 3 0,-3 5 163,2 5 1,-3 1 165,-1 5 0,1-1-111,-1 4 0,-1 6 200,-1 3 0,0 1-61,-4 6 0,0 0 244,-3 6-165,0-2-255,0 7-265,0-8 171,0 4 1,0-5-418,0-3 188,0-1-339,0-5 561,0 0 0,0-4 0,0 0 0</inkml:trace>
  <inkml:trace contextRef="#ctx0" brushRef="#br0" timeOffset="104">21601 13529 7957,'5'0'-1749,"-1"0"1948,-4 0 74,0-4 25,0 2 1340,0-2-1140,5 4-196,-4 0 1,4-3-121,-2 0 0,-1-3-15,4 3 0,-1-1 0,3 2 36,-2-1-138,0-5 0,4 7 198,3-2-482,-3 2 182,4-3-244,-5 3 220,0-3 0,1 5 83,-1 2 1,-3 1-58,0 2 1,-4 4 223,1-1 0,-2 1-148,-1 6 1,0-4 261,0 4-256,-4-1 1,-1 4 0,-4 3 196,0-1-105,-1 5 1,0-6-144,-3 2 1,3-4 95,-2-2 0,1-4 0,2-5-238,0 0-341,-1-5 356,5 2 0,1-5 28,4-2 1,0 1 0,0-5-25,0 0-169,4-1 116,6-1 0,0 0 64,2 3 0,3-1 31,0 4 1,0 0-1,-1 3 116,0 0 0,-2 1 25,-3 2 1,0 2 106,-3 4 0,1 2-16,-4 1 1,0-2-1,-3 4-87,0-1 1,0-1-9,0 3 32,-4-4-216,3 3 83,-3-5 0,1 1 141,0-1-1018,-4 0-2,1 0 290,-3-3 1,3-2-70,0-4 1,4-1 706,-1-2 0,2-7 0,1-4 0</inkml:trace>
  <inkml:trace contextRef="#ctx0" brushRef="#br0" timeOffset="105">21843 13668 7979,'10'-9'0,"-1"1"-115,0 2 0,0-3 620,1 3-133,-1 2 1,0 0-149,1 0-19,-1 3-9,0-4 1,-2 5 252,-1 0-369,-4 0-335,2 0 259,-4 0 0,0 5-67,0 1 0,-1 2 0,-1 1-138,-1 1 120,0-1 1,0 0 79,-1 1 0,-2 3-25,3 3 1,-3-2 10,3 2 1,0-1 0,3 4 1,0-5 185,0-1 0,0 0-98,0 0 0,1-2 99,2-5 1,3 1-6,7-4 42,-3 5-80,7-7 1,-2 3-23,4-4 0,-2-1 3,-1-2 1,0-1-8,-3-3 1,-1-2-36,-3 0 1,1-2-183,-1-4 1,-3 2 113,0-2 0,-3-4-219,4-2 1,-5-1-383,1 3 1,-2 4 105,-1-1 321,0 5 0,-3-3-509,0 5 0,-6 0 237,0-1 0,0 2 445,-4 2 0,3-6 0,1 1 0</inkml:trace>
  <inkml:trace contextRef="#ctx0" brushRef="#br0" timeOffset="106">22234 13445 8038,'0'-5'-1111,"1"1"1702,2 4 1,-2 1-70,3 2-333,-3 2 0,-1 0-67,0 3 61,0-7-78,0 8 0,0-4-93,0 4 1,0-3 146,0 1 1,1-2-107,2 1 1,-1 1 50,4-4 0,-3 3-60,3-2 0,1-1 0,2-3 33,0 0 15,0-4 9,1 2-389,-5-6 209,3 3 0,-6-4 7,5-1 0,-5 1 0,1 0-30,-2-1 0,-2 2-644,-2 2 0,1-1 746,-5 4 0,-3-5 0,-5 3 0</inkml:trace>
  <inkml:trace contextRef="#ctx0" brushRef="#br0" timeOffset="107">22076 14218 8057,'13'0'10,"-2"0"63,1 0 0,-1 0 275,-2 0-266,0 0-51,-4 0 106,0 0 415,-1 0-287,-3-4-68,-1-2-147,-5 1 1,-9-2 278,-1 4-443,1 0 241,-3 3 1,-1-3-80,-4 0 0,-3-1 56,4 4 1,-5 0-35,1 0 0,-3 0-104,-3 0 1,-2-1-32,-4-2 0,-10 1-157,21-1 0,-1 0 0,-2 1 0,-1 1 193,-2-2 0,-1 0 0,0 0 0,-1 1 34,-1-1 0,-1-1 0,-3 0 0,0 1-1340,-6 1 0,0 1 1341,0-1 1,0 1 0,-3 0 0,-1 1-100,-1-1 0,0-1 0,3 0 0,-1-1-85,-3-2 0,0 0 0,1 1 0,0-1 1,4 0-1,-1 0 39,-2-2 1,0 1 0,3 1-1,0-1-204,2-2 0,1 0-625,1 0 1,-1 1 861,-1 0 1,0-1 0,2 0 0,0 0 32,-2 1 0,1 1 0,3 0 0,1 0-21,2 1 0,-1 1 1,2 1-1,-1 0-37,-3 2 0,-1-1 24,5 2 0,0-1 128,3 1 0,1 0 0,0 1 0,2-1 104,2 2 1,0-1-1,-1 2 1,0 0-70,1 1 1,0 1-357,-24 4 146,6 1 0,8-4 104,7 0 0,10-4 922,2 1 0,10 1-1507,-1-1 1112,7 0-477,3-3 0,6-4 0,3-1 0</inkml:trace>
  <inkml:trace contextRef="#ctx0" brushRef="#br0" timeOffset="108">20223 14404 7825,'9'0'474,"5"0"369,-4 0-488,4 0 0,-8 0 180,0 0-237,-4 0 0,5-1-179,-3-2 1,-1-2 40,-3-5 0,-1 2-372,-2 2 1,-3-2 157,-3 1 0,0 0-213,-1 1 1,-3-1 58,-3 4 1,2-1-162,-2 4 165,1 0-74,-4 0 228,1 0 1,3 4 116,3-1 0,1 4 1,3-1-152,2 2 1,2 2 146,4-1 1,0 0-39,0 1 1,4-4 0,2 0 1,7-1-1,1 1 36,1-3-41,6-1-19,-9-2-2,9 0 10,-6 0 1,0 0-1,0 0 77,-2 0 0,0-2-36,-4-1-25,0 2 0,1-3 34,-1 4 1,-3 0 108,0 0 1,-4 4-94,2 3 123,-3 5-75,3 2 0,-3 6 176,2 2-239,-2-3 0,-1 8 1,0-2 67,0 2 0,0-2-71,0 0 0,0-5-96,0 2 1,0-2 122,0-2 1,0-3-318,0-3-404,0-1-368,0-6 685,0-1-274,0-4 1,0-8-1,0-3 1</inkml:trace>
  <inkml:trace contextRef="#ctx0" brushRef="#br0" timeOffset="109">20502 14674 7912,'24'9'1411,"-5"-3"-1008,-7 1 1,-1-2-204,-2 1 1,-1-1 151,-2-2-140,3-2-786,-4 3 246,0-8 255,-1-1 73,-4 0 0,0-7 0,0 1 0</inkml:trace>
  <inkml:trace contextRef="#ctx0" brushRef="#br0" timeOffset="110">20884 14516 8045,'15'0'184,"-2"0"135,-4 0 95,-3 0-285,-2-5 1,-5 3-191,-2-4 0,-3 3 106,-3-3 1,0 3-245,0-3 0,-2 2-48,-1-2 32,1 4-5,-2-2 210,4 4 86,-1 0-87,5 4 0,1 1 197,4 5 1,1 0-148,2 2 1,2 3 136,5 4 0,0-4-15,2 1 0,-1-1-119,6 4 1,-3-2 92,1-1 0,2 1 0,-5-2 139,0-1-141,-2 4-207,-1-8 148,-3 4 0,1-2-133,-4 1 112,0-1 1,-3-3 0,0 1-93,0-1 0,0 0 56,0 1 0,-1-4-116,-2 0 1,-2-4 86,-5 1 0,1 1-82,0-1 0,-2 0-47,-1-3 0,-1-1 120,-3-2 1,-2-2-23,3-4-169,1-5-1,-3 4 13,7-8 152,-4 8 1,9-3-54,2 3 162,2 1 1,1 0-1,2-1-29,4 1 1,1 3 116,9 0 1,2 0-16,4-4 0,3 2-131,-3 2 1,3-3 148,-4 3 0,1-2-58,-3-1 0,-2-4 0,-1 1 16,-3-1-51,-4 4-214,1 0 91,-5-1 1,-1 1 145,-4 0-383,0 0 1,-1-1-1,-2 2-143,-3 2 1,-3-1 173,0 3 1,-3-2-783,-1 3 1052,-3 0 0,5-1 0,-2-1 0</inkml:trace>
  <inkml:trace contextRef="#ctx0" brushRef="#br0" timeOffset="111">21201 14534 8054,'18'0'0,"0"0"319,-2 0 0,-6-1 174,-4-2 55,0 2-316,-1-3 28,0 0 146,-1 3-58,-3-3-360,3 8 63,-4 1 1,0 7 125,0 1 1,-3 3-159,0 0 1,0 5 25,3 0 0,0 1-227,0-3 1,0 0-489,0 3 0,3-5 385,0 1 1,3-5-1240,-3-1 756,4-2 768,-1 0 0,3-5 0,0-1 0</inkml:trace>
  <inkml:trace contextRef="#ctx0" brushRef="#br0" timeOffset="112">22607 13100 8138,'12'0'0,"1"0"467,-1 0 1,-6 0 223,0 0-184,-4 0-116,3 0 0,-5 0-547,0 5 176,0-4 1,-5 4 156,-1-2 1,-6-2-419,-4 2 0,-2-2-166,-4-1 1,-2 0 293,-4 0 0,-2 0-653,2 0 1,-1 0 5,8 0 760,-1 0 0,7 4 0,2 1 0</inkml:trace>
  <inkml:trace contextRef="#ctx0" brushRef="#br0" timeOffset="113">22597 13138 8497,'15'4'-109,"-2"-2"-216,-3 4 449,-5-4 56,3 6 0,-7-2 0,2 3 0,-2 0 197,-1 0 0,0 4-197,0-1 0,0 8-54,0-1 3,0 10 0,-3-3 67,0 12 1,-3-2-164,3 7 1,-3 1-219,2 2 0,1-18 1,0 0 270,2 3 1,-1 0 0,-1 2 0,0-1-29,1 4 0,1 0 0,-1 0 1,0 1 48,0 3 0,1 1-1419,0 1 0,1 1 1302,-4 1 1,-1 1-1,4 0 1,0 0 103,-2 0 0,0 0-128,2-2 1,0 0 27,-1 5 1,0 0 0,0-8-1,1 0 17,-1-1 1,1-1 0,-1-4-1,1-2-241,0-3 0,2-2 1,-1 21 96,0-8 0,0-7 133,0-5 0,0-5-170,0-8 736,0-1-353,0-9 1077,0-1 0,0-5-1310,0-2 297,0-2 0,0-4 1,0-2-199,0-1 0,-2-2-26,-1-1 1,-3 1-200,-6 5 1,-4 0 122,-6-1 0,-1 4-469,-5 0 1,-3 4 61,0-1 430,0-2 0,-1 0 0,-2-5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2T01:51:57.501"/>
    </inkml:context>
    <inkml:brush xml:id="br0">
      <inkml:brushProperty name="width" value="0.09086" units="cm"/>
      <inkml:brushProperty name="height" value="0.09086" units="cm"/>
      <inkml:brushProperty name="color" value="#FF0000"/>
    </inkml:brush>
    <inkml:brush xml:id="br1">
      <inkml:brushProperty name="width" value="0.12114" units="cm"/>
      <inkml:brushProperty name="height" value="0.12114" units="cm"/>
      <inkml:brushProperty name="color" value="#FF0000"/>
    </inkml:brush>
  </inkml:definitions>
  <inkml:trace contextRef="#ctx0" brushRef="#br0">1238 5335 8085,'0'-9'1,"0"-1"1,0 4 172,0 0 0,1 0 379,2-3 1,-1-1 31,1 1-274,-2 0 0,-1 2 277,0 1 49,0 4-93,0-6 29,0 7-128,0-3 1,3 9-248,0 4 0,3 2 51,-3 4 0,3 2-70,-3 4 1,5 3 6,-2 4 0,2 0-14,2 0 1,-1 3-39,0 0 0,0 0-143,1-3 0,-1-3 142,0 0 1,1-4-145,-1 4 1,0-3-176,1 3 0,-2-5 57,-2 2 0,2-5-26,-1-2 0,-2-3 7,1 0 1,-4-5-131,1-1 249,2-3 1,-3 1-38,5-4 92,-5 0 1,5-2-50,-4-5 0,1 1-12,-1-6 0,-1-3 21,5 0 0,-4-4-25,3-3 1,-3 2 13,3-5 1,-1-1 1,2-5 0,1 0-44,-2-6 1,2 1-236,2-8 0,-4 4 184,0-4 0,-3 9-137,3 1 1,-4 8-227,1 4 1,0 4 145,0 2 0,-2 3-415,2 3-18,-2 1-654,3 0 191,-3 0 1295,7 3 1,-3 2-1,5 4 1</inkml:trace>
  <inkml:trace contextRef="#ctx0" brushRef="#br0" timeOffset="1">1676 5754 8014,'5'-4'-26,"2"2"387,-4-4-129,1-1 0,-3-1 332,2 2 1,-2-2-362,3 3 1,-3-2 280,2 1-14,-2 4-242,3-2 0,-3 8-38,2 2 1,-2 3 51,2 0 0,-1 3-161,-2 1 0,1 3 17,2 0 0,-2 1-110,2 2 1,1 0-28,-1-1 1,3 1 123,-3-1 1,4 1-165,-4 0 0,4-2 46,-1-1 0,-1-3-27,1-3 1,-2-2 32,2-2-494,-4-2 162,6-4 0,-4-1-100,2-2 0,2-2 18,-5-4 1,3-2-187,-3-1 0,3 1-674,-3-1 1301,5-2 0,-3-1 0,4-4 0</inkml:trace>
  <inkml:trace contextRef="#ctx0" brushRef="#br0" timeOffset="2">1825 5447 8242,'4'-15'2290,"2"3"-1634,-2 6-771,1 2 0,-5 5-163,0 2 1,0-1 332,0 4 0,0 0-55,0 4 0,0 3 0,0 1 0</inkml:trace>
  <inkml:trace contextRef="#ctx0" brushRef="#br0" timeOffset="3">2374 5503 8189,'10'0'-548,"-1"0"1256,0-4-385,-4 3 1,4-5 98,-3 3 223,-2 2-296,4-3 0,-7 3 372,2-2 67,-2 2-385,4-3 26,-4 4-83,3 0-319,-13 0 1,3 0-98,-6 0 0,0 0 91,0 0 0,1 0-549,-5 0 0,2 0 305,-2 0 1,0 1-488,3 2 0,-3-2 31,0 2 0,-1 1-207,-2-1 1,3 4 382,1-4 1,3 3 502,0-3 0,6 4 0,2-2 0,4 5 0</inkml:trace>
  <inkml:trace contextRef="#ctx0" brushRef="#br0" timeOffset="4">2356 5652 8189,'14'3'-72,"-1"0"1,0 0 443,-1-3 1,-2 0 1478,-4 0-845,-4 0-362,2 0-570,-12 0 0,-2 0 109,-9 0 0,3 0-831,1 0 1,-1 3 433,-2 0 0,0 0-1753,3-3 1967,-3 0 0,8 4 0,-4 2 0</inkml:trace>
  <inkml:trace contextRef="#ctx0" brushRef="#br0" timeOffset="5">2747 5382 8227,'14'-6'684,"-1"3"-383,-3-2 0,-2 3 256,-2-4-69,-1 4 230,-5-2-339,0 4 0,-4 4-361,1 2 1,-4 3 164,1 4 0,1-3-209,-1 3 1,0 0 53,0-1 1,-2 1-192,2-4 1,0 0-59,0 1 0,4-1-468,-1 0 127,-2 1 190,4-1 0,-3-3-91,4 0 300,0-3 1,1 1 218,2-4 0,2 0-149,4 0 1,4 0 396,-1 0 0,2 1-36,-2 2 1,3-2 91,3 2 1,-2 1-85,-1-1 0,1 3-111,2-3 0,2 1-288,2-4 1,-4 0 119,1 0 1,-1-4-201,-6 1 1,0-3 49,-2 3 1,-5-4-760,-2 1 1,-2-3 35,-1 0 876,0 4 0,-4-8 0,-1 3 0</inkml:trace>
  <inkml:trace contextRef="#ctx0" brushRef="#br0" timeOffset="6">2933 5242 8265,'0'-9'225,"0"-1"77,0 1 1,1 4 381,2 2-415,-2 2 0,3 2-23,-4 2 1,-3 6 21,0 7 1,-3 3-84,3 6 0,0 2 0,3 10 1,0-4 15,0 8 1,4-8-7,2 4 1,2-3-186,2 0 0,-4 2-20,0-5 0,-1-1 117,1-6 1,2 3-426,-5-2 1,0-2 190,-3-1 0,0-7-797,0-2 1,-4-3-358,-3-1 129,-1-4 1152,-1 0 0,0-10 0,-1 0 0</inkml:trace>
  <inkml:trace contextRef="#ctx0" brushRef="#br0" timeOffset="7">3128 5419 8288,'10'-15'-1135,"-1"1"851,0 2 0,1 1 949,-1-1 1,-3 2-134,0 4 0,-2-1 172,2 4-346,-4 0-338,2 3 1,-4 1 67,0 2 1,0 2 69,0 4 0,-1 7-104,-2-1 0,1 8 105,-4-4 1,3 3-233,0-1 0,-1-1 36,1 2 0,0 0-35,3 0 1,0 0 63,0-3 0,3 1 0,0-1 0,4 2 46,0-6 0,2 2 0,3-2 0,-1-1-2,1-5 0,2-4-8,-2-2 1,4-2 10,-4-1 0,3-8-26,-2-5 0,2-4 3,-2-5 0,-1-2-20,-2-4 0,-5-4-9,-2-2 1,-2-2-115,-1-1 1,-1 0 131,-2-1 0,-2 5-389,-5 2 1,-2 7 115,-1 6 0,-2 0-148,2 6 0,-3 3-160,0 6 1,2 2 575,-2 1 0,1 4 0,-4 2 0</inkml:trace>
  <inkml:trace contextRef="#ctx0" brushRef="#br0" timeOffset="8">3547 5829 8116,'15'0'2193,"-3"0"-1991,-5 0-145,-3 0 1,-1 1 465,0 2-17,0-2-1593,-3 3 1012,0-4 1,-4 0 0,-1 0 0</inkml:trace>
  <inkml:trace contextRef="#ctx0" brushRef="#br0" timeOffset="9">3724 5540 8246,'10'-4'24,"-1"-2"0,-4 0 257,-2 0 519,2 0-89,-4-3-227,4-1 1,-5 4-310,0 0 208,0 4-413,0-2 43,0 4 1,0 8 90,0 4 1,0 1-134,0-1 1,0 2 50,0-2 0,0 5-159,0-2 0,1 0 130,2 0 0,-1 4-111,4 3 0,-3-1-78,3-2 1,1 0 123,2-1 0,0-2-56,0-1 1,1-3 91,-1 0 0,0-3 10,1-2 1,2-3-9,1-4 0,-1-1 4,-3-2 0,4-7 91,-1-5 0,2-4-89,-2-3 1,-2 0 80,3-3 0,-4-2-55,-3 2 1,1 1 64,-3-1 1,-1 1-60,-3-4 0,0 0 215,0 0 0,-4 0-121,-3 0 0,-1 4-59,-1 2 1,-2 7-263,-1 2 0,2 7 106,-3 3 0,-1 2-382,-2 1 0,2 4 194,-2 2 0,1 4-957,-4 2 1262,5-1 0,-4 10 0,4-1 0</inkml:trace>
  <inkml:trace contextRef="#ctx0" brushRef="#br0" timeOffset="10">4367 5475 8319,'9'0'-158,"-4"0"0,0-3 52,-1 0 808,-3-1-489,3 4 1,-4 2-89,0 1 0,0 2-19,0 4 1,0 0 10,0 1 1,0-1 55,0 0 1,0 2-33,0 1 1,0-1-91,0 5 1,1-2 73,2 2 0,-2 2-127,2-3 0,1 2 16,-1-2 0,0 2 20,-3-5 1,3 1-213,1-4 175,-1 0-161,-3 0 0,0-4-88,0-5 87,0-9 1,0-2 68,0-5 1,0 1-59,0-4 0,1 1 113,2-1 1,-2-1 8,2-1 0,-1 1 26,1-2 1,2 3-58,5 0 0,-1 0 211,0 1 0,1 3-102,-1 3 1,3 2 209,1 0 1,2 5-3,-2 2 0,0 2-6,-1 1 1,-1 1-164,1 2 1,-1 3 12,-2 7 1,-3 1 4,0 5 1,-4 0 14,1 3 0,-2-1-116,-1 4 0,0-4 97,0 4 0,0-7-151,0 0 0,0-2 67,0-1 1,0-1 6,0-5-46,0 1 0,-1-2-338,-2-2 249,2-2 0,-3-5 107,4-2 0,0-2-76,0-4 1,0-2 48,0-1 1,0 0-213,0-3 0,0-1 102,0-2 0,3 2-27,0 1 0,5 2 97,-2-2 1,3 2 1,4-2 1,-3 3-6,2 0 0,3 2 9,0 0 0,0 2 137,0 2 1,-2 2-90,2 4 1,-3 1 112,0 2 1,0 6-75,-2 7 0,1 2 173,-5 4 1,0-2 1,0 1 1,-4-1 20,1-1 0,-2-2-211,-1-1 0,0 0 73,0-3 1,0-1-859,0-2 569,-4-1 1,0 0-164,-3 0 1,2-3-217,2-3-711,2-2 1301,-3-1 0,0 0 0,-1 0 0</inkml:trace>
  <inkml:trace contextRef="#ctx0" brushRef="#br0" timeOffset="11">5205 5475 8375,'9'0'-439,"-4"0"0,-1-1 1149,-4-2-291,0 2-46,0-4-364,-4 5 0,-1 0 11,-4 0 0,0 2-100,3 1 0,-2 1 56,2 2 1,2 2 73,1-2 1,0 3-51,0 0 1,2 0 31,-2 1 1,3-1-83,3 0 1,-1 1 36,5-1 0,-4 1-5,3 3 0,0-3-11,3 2 1,0-1-7,-3-2 1,2 0 11,-2 1 0,2-1 22,-2 0 0,2 1 60,-2-1 0,-2 3-64,0 1 0,0-1 243,-1-3 0,0 1-15,-3-1-41,0 0 0,-4 0-152,-2-3 0,-4 1 10,-2-4 0,2 0-311,-3-3 1,0-1 105,0-2 1,-2 2-1105,2-2 1269,1 2 0,3-3 0,-1-1 0</inkml:trace>
  <inkml:trace contextRef="#ctx0" brushRef="#br0" timeOffset="12">5261 5251 8526,'9'0'-803,"0"0"1475,-4 0-33,0 0-742,-14 0 1,-1 0 61,-9 0 0,2 3-367,1 1 0,-1-1-55,1-3 1,3 0-396,0 0 858,3 0 0,1 4 0,-1 1 0</inkml:trace>
  <inkml:trace contextRef="#ctx0" brushRef="#br0" timeOffset="13">5475 5074 8462,'6'-5'71,"0"2"0,-4 7 184,1 6 1,-2 0 153,-1 5-591,0 1 204,0 3 1,0 2 296,0 1-1297,0 0 547,0 1 336,0 0 0,0 5 0,0 0 1</inkml:trace>
  <inkml:trace contextRef="#ctx0" brushRef="#br0" timeOffset="14">1508 6722 8111,'0'-9'412,"0"0"0,0 3-56,0-1 6,0 5 54,0-6-60,0 3 125,0-4-303,0 3 1,0 1 111,0 2 67,0 2-129,0-3 1,-3 8-187,0 2 0,0 4 30,3 2 0,-3-1-4,0 5 1,0 3 1,3 2 1,0 5-49,0-1 0,1 2 99,2 1 0,-1 4-211,4 2 1,-1-1 79,2 1 1,1-5-23,-2-1 0,1-4-119,-1-5 0,3-2 41,-3-1 0,-1-4-180,1-6 198,1-2 1,2-6-84,0-4 0,-3-4 111,1-9 0,-4-5 14,3-4 0,-1-5-21,1-7 0,-1-2-162,-1-5 0,-3 4 65,2-1 1,-3 6 102,-3 1 0,1 4-242,-5 5 1,2 7 77,-1 2 1,-2 10-283,1 0 0,-1 6 46,-1-1 0,0 8-49,-1 2 0,1 2 14,0 1 500,-1 5 0,1-4 0,0 4 0</inkml:trace>
  <inkml:trace contextRef="#ctx0" brushRef="#br0" timeOffset="15">1657 6909 8024,'15'0'1081,"-2"-1"-811,-3-2 1,-5 0 1032,-2-3-862,-2 0 1,-2-2-44,-2 2 0,-6 1-240,-3 5 1,-4 0-246,0 0 0,-3 1-54,-2 3 0,1 2-355,-2 6 0,6-1-26,0 1 1,2-2 281,-2 0 0,-1-1-529,1 0 0,-2-3-47,0 1 816,-1-5 0,5 6 0,0-3 0</inkml:trace>
  <inkml:trace contextRef="#ctx0" brushRef="#br0" timeOffset="16">1797 7067 8171,'9'4'1036,"-2"-3"-146,-1 2-462,-4 2 1,2 1-137,-4 3 1,0 0-52,0 0 0,0 2-35,0 1 1,0-1-31,0 1 1,0-2 22,0 0 0,0 2 349,0 0-496,4 1 1,0-4-95,2 1 0,3-5-196,-3-2 1,-1-2-209,1-1 0,-1-1-431,2-2 1,1-2-1357,-2-5 2233,-2 1 0,5-5 0,-4 0 0</inkml:trace>
  <inkml:trace contextRef="#ctx0" brushRef="#br0" timeOffset="17">1862 6732 8228,'0'-5'-29,"4"0"-137,-3 5 1,3 1 26,-4 3 0,0 1 139,0 4 0,0 5 0,0 0 0</inkml:trace>
  <inkml:trace contextRef="#ctx0" brushRef="#br0" timeOffset="18">2533 6834 8223,'9'0'0,"0"0"0,-3 0 0,1 0 993,-5 0-193,6 4-171,-7-3-147,3 3-77,0-4-302,-3 0 188,3 0-409,-12 0 141,2 0 1,-8 0-30,5 0 0,-1-3-208,-3 0 1,-1 0-36,-5 3 0,4 0 42,-1 0 0,4 0-607,-4 0 1,4 0 813,-4 0 0,5 0 0,-2 0 0</inkml:trace>
  <inkml:trace contextRef="#ctx0" brushRef="#br0" timeOffset="19">2551 7002 8292,'13'0'1613,"-1"0"-519,0 0-665,-6 0 1,-3 0-89,-6 0 1,-4-3 123,-5 0 1,-3-4-316,-3 4 1,-2-1-182,-2 1 1,0 2-1105,-3-2 0,-1-1 703,4 1 0,1 0 432,2 3 0,0-5 0,1 0 0</inkml:trace>
  <inkml:trace contextRef="#ctx0" brushRef="#br0" timeOffset="20">3119 6695 8182,'4'-6'93,"-2"-2"185,5 2-278,-5 2 1213,2 0-241,-4-1 343,0 4-1175,0 10 1,0-1-165,0 11 1,0-4-65,0 1 1,0 4 110,0-1 0,0 2-50,0-3 1,0 1 45,0-1 1,0-3-14,0-3 0,3-1 31,0-2 1,1-3 9,-1 0 1,2-3-58,5 0 0,2-6-145,1-4 1,0-2-42,-1-3 1,0 1 55,3-1 1,-2 1 35,2 2 0,-2 1 46,2 2 1,-2 2 141,2 4 0,-4 0-98,2 0 0,-3 1 113,0 2 0,-1 3 148,0 6 0,-4 3-45,-2 3 0,-2 2-15,-1 2 1,-1 1-42,-2 1 0,-2 2 7,-4-4 0,-5 0-30,-1-4 0,0-3-231,0-3 1,-1-2-61,-2-4 1,0-2-203,3-4 0,-3 0-41,3 0 1,1 0 159,2 0 0,1-4-844,2-2 0,0-3 1095,-1 0 0,5-5 0,1 0 0</inkml:trace>
  <inkml:trace contextRef="#ctx0" brushRef="#br0" timeOffset="21">3249 6685 8182,'19'-10'284,"0"-3"0,-2 3 436,-1-2 0,0 1-133,-3 2 0,-4 1 824,-3 2-1042,-4-3-124,3 8 0,-7-3-201,-1 4 0,-6 1 86,-6 2 1,-4-1-592,-3 4 1,2 0-15,-5 0 1,4 1-365,-1-4 1,3 1 230,0-1 0,0-2-970,1 3 1578,3 1 0,-2 0 0,2 4 0</inkml:trace>
  <inkml:trace contextRef="#ctx0" brushRef="#br0" timeOffset="22">3547 6778 8399,'10'0'208,"-1"-3"184,0 0 1,-3-1-6,-3 1-183,-2 2-16,3-3 1,-3 3-193,2-2 96,-2 2 198,-1-4-322,-4 5 0,2 0-21,-4 0 0,2 0-5,-2 0 0,3 5-9,-3 1 0,3 6 29,-3 4 1,3-2-56,-4 2 0,4-4 22,-3 4 1,4-1 19,-1 4 1,2 0 14,1 3 0,0-2-8,0 1 0,0-2 34,0-3 0,4 0-4,2-3 0,2-1-32,2-3 1,-1 0 16,0-3 0,4-2 120,-1-4 1,4-2-9,-4-4 1,5-2 169,-2-7 1,2-4-118,-2-2 1,2-6 50,-5-1 0,1 0-122,-4-3 0,-3 2 28,0 1 1,-4 0 0,2 0 0,-3 3 34,-1 0 1,-5 5-161,-1-2 1,-2 3-145,-1 4 1,-2-2-273,-1 5 1,-2 2-51,-1 4 0,-3 3-296,3-3 0,-2 4 794,2-1 0,-3 6 0,4 2 0</inkml:trace>
  <inkml:trace contextRef="#ctx0" brushRef="#br0" timeOffset="23">3920 6974 8391,'9'-9'601,"0"-1"941,1 1-817,-5 0-1236,-1-1 448,-4 5 1,0 0 112,0 2-1350,0 2 876,-4-3 0,2 4 424,-4 0 0,-1 4 0,-2 1 0</inkml:trace>
  <inkml:trace contextRef="#ctx0" brushRef="#br0" timeOffset="24">4097 6704 8350,'14'-5'-666,"0"1"939,-5-1 880,-4 4-770,-1-3-165,-4 8-188,0 2 1,-4 3 74,-2 0 1,1 0-99,-1 1 0,2 2 116,-2 1 0,3 0 0,-3-1 0,4 2-74,-1 1 0,-1 3-20,1-2 0,-1 0-34,4 0 1,1 3 77,3-3 1,-2 3-194,4-3 1,-1 0 106,1 0 0,3-3-141,-3-3 0,3-1 56,3 0 0,0-3 34,3-3 1,-2-2 92,2-1 0,-2 0 121,2 0 1,-2-8 59,2-1 1,-3-6-58,0-1 1,-3-3-55,-3-2 0,2 1-11,-5-2 0,0-1 2,-3-2 0,0-1-52,0 1 1,-3 0-9,0 7 1,-6-3-882,0 5 0,-1 3 420,-6 1 1,1 2 430,-4 4 0,1-2 0,-1 3 0</inkml:trace>
  <inkml:trace contextRef="#ctx0" brushRef="#br1" timeOffset="25">4264 6369 8958,'7'-6'-208,"-1"3"169,-4 2 1206,2 1-585,-4 4 1,0 2 386,0 3-854,0-4-7,0 8 1,0-7 432,0 6-575,0-2 125,0 0 0,0 2-37,0 1 84,0-1 1,1-3-25,2 1 0,-1-1 49,4 0-80,1 1 0,2-5-85,0-2 0,1-3-25,-1-3 1,-1-6-12,-2-3 1,3-3-140,-3 2 1,-2-3 47,-1 0 1,-2 3-157,-1 0 1,-1 6-416,-2 1 0,1 4 278,-4-1 0,-4 3 391,-2 3 1,-5 2 0,3 4 0</inkml:trace>
  <inkml:trace contextRef="#ctx0" brushRef="#br0" timeOffset="26">1397 8315 8308,'0'-10'-19,"1"1"790,2 0-400,-2-1 1,3 1 213,-4 0 1,0 3 333,0-1-13,0 5-208,0-6-232,0 7 1,0 8-267,0 9 0,0 2 3,0-2 1,0 2 49,0 1 1,0 1-110,0 5 0,1 0 57,2 6 0,-1 7-102,4 5 1,-3 0-93,4 0 0,-4-4-53,3 2 0,-3-3 118,3-1 0,-4-1-161,1-1 1,2-4-97,-2-7 0,1-1 98,-1-4 0,-1-5 27,4-1 1,-3-4 28,4-3 0,-1-2-16,3-4 0,0-1-130,1-2 1,2-2-112,0-4 1,4-2-144,-4-1 0,4-1-230,-4-3 0,4 2-233,-4 1 1,1 3 318,-4-3 0,-1 3 11,-1 1 1,-2 0 110,-2 3 453,-2-2 0,3 3 0,-4-5 0</inkml:trace>
  <inkml:trace contextRef="#ctx0" brushRef="#br0" timeOffset="27">1536 8594 8131,'10'0'401,"-5"-1"-267,-2-2 1393,-2 2-951,3-8 0,-3 7 343,2-4-635,-2 4 0,-5-3 30,-2 2 0,1 2-127,-2-2 0,0 2-105,-5 1 1,0 0-28,-3 0 1,3 0 112,-4 0 1,-3 3-477,-2 0 1,-5 0-157,1-3 0,0 0-402,-3 0 0,2 0 311,-5 0 0,6 0 555,4 0 0,1 4 0,1 1 0</inkml:trace>
  <inkml:trace contextRef="#ctx0" brushRef="#br0" timeOffset="28">1806 8948 8208,'1'-5'-490,"2"1"843,-2-1 1318,8 4-600,-4-3-639,0 4 0,2 1-283,-4 2 0,1 3 129,-4 7 1,0-2-184,0 5 1,0-2 151,0 2 1,0 1-122,0-1 0,0 1 50,0 2 0,3 0-171,0-1 0,0 2-38,-3 2 0,0-6-117,0 3 1,0-4-249,0 1 0,3-3 50,0-3-1211,0-1-82,-3-4-418,0-1 2059,0-4 0,0 0 0</inkml:trace>
  <inkml:trace contextRef="#ctx0" brushRef="#br0" timeOffset="29">1909 8976 8265,'6'-4'92,"0"-3"1,-3 2 640,3-1 1098,-3 4-965,1-6-633,-4 7 1,-1-4-62,-2 5 0,-3 0-161,-3 0 0,0 1-49,-1 3 0,0-2 130,-2 4 0,0-4-778,-3 1 1,-1-1 373,-2 1 1,-1-2-1543,0 2 1854,5-2 0,-4-1 0,4 0 0</inkml:trace>
  <inkml:trace contextRef="#ctx0" brushRef="#br0" timeOffset="30">2579 8706 8244,'18'-1'140,"-3"-2"1,-1 1 288,-5-1 1,-1 1 841,-2-1-828,-1 2 0,-5-4-353,0 2 123,0 2 1,-5-6-253,-1 4 1,-5-1 20,-2 4 1,-3-1 24,0-2 1,-2 2-382,-4-2 0,2 2 174,-1 1 1,1 0-599,1 0 0,5 3 50,1 0 748,3 5 0,-3-3 0,-2 4 0</inkml:trace>
  <inkml:trace contextRef="#ctx0" brushRef="#br0" timeOffset="31">2588 8762 8330,'15'0'2260,"-2"0"-1051,-7 0-559,-2 0 0,-10 3-418,-3 0 1,-5 0 27,-8-3 0,-5 0-125,-4 0 1,-3-4 93,3-3 0,0 3-229,3 1 0,4-2 0,1 0 0</inkml:trace>
  <inkml:trace contextRef="#ctx0" brushRef="#br0" timeOffset="32">3343 8398 8613,'5'-4'2782,"-1"3"-1915,-4-3-206,0 0-37,0 3-266,0-3 0,0 0-101,0 3-60,4-8 0,-2 5-124,4-2 1,-3-1 146,4 4 0,-1-4-335,3 4 1,1-3 8,3 3 0,-3 0-35,3 3 1,-3 0 98,-1 0 1,1 1 37,-1 2 0,0-1-103,1 4 1,-4 2 56,0 4 1,-1-1 222,1 5 0,2-4-114,-5 4 0,3 2 186,-3 4 0,0 4-27,-3-1 0,-1 5-96,-2 1 0,1-3-79,-4-3 1,0-2-152,-4 2 1,-2-5-35,-1-5 1,-3-3 127,0 0 0,-2-2-519,-4-4 0,-1-2 189,-2-4 1,2 0-310,1 0 1,5 0 91,-1 0 1,5-3-41,1 0 0,6-5 329,3 2 0,1-5 163,2-2 1,2 1 155,1 3 0,3-1-80,6 1 0,4 1 159,5 2 0,2 1-30,2 5 0,5 0 593,-2 0 1,-1 5-96,-2 1 1,-4 5 147,4 2 0,-4-1-343,1-3 1,-3 1 6,0-1 0,-3-1-722,-1-2 1,-4 2 267,2-5 0,-3 0-1268,-1-3 1,-2 0 261,-1 0 1054,-4 0 0,6-4 0,-3-1 0</inkml:trace>
  <inkml:trace contextRef="#ctx0" brushRef="#br0" timeOffset="33">3855 8473 8079,'0'-9'-59,"3"-1"625,0 1 1,0 3 292,-3 0 392,0-1-395,0-2-224,0 4-237,0 1-181,0 4 1,3 7-119,0 2 1,1 7-67,-1-1 0,0 3 15,3 0 0,-3 4-53,3 0 0,-3 4 89,3-1 0,0-2-136,0 2 0,2-4 48,-2 1 1,-1-3-80,2 0 1,-4-1 101,3-3 1,-3-1-182,3-5 47,-4-4 126,7 3 0,-8-8-73,2 0 0,-2-4 56,-1-5 0,3-5-154,0-1 1,1-6 74,-1-1 0,-2-7-146,2 2 1,-1-8 138,1 1 0,-1-1 17,1 1 1,1 6-345,-1 6 1,1 6 93,-1 0 1,-2 8-228,2-1 1,-2 4-11,-1-1 0,1 4 565,2-1 0,-2 10 0,4 4 0</inkml:trace>
  <inkml:trace contextRef="#ctx0" brushRef="#br0" timeOffset="34">4218 8734 8085,'9'0'767,"-4"0"56,-1 0-1012,-4 0 301,0 4 1,-3-2 103,0 4 0,0 0-79,3 4 1,0-1 112,0 0 1,0 0-86,0 1 0,0-1-40,0 0 0,0 4-115,0-1 1,0 1 129,0-4 0,0 0-121,0 1 1,3-4 67,0 0 0,5-1-177,-2 1 0,2 2 24,1-5 1,1 1-219,-1-1 0,3-2-157,1 2 1,-1-5-171,-2-1 0,-2-4-1165,-2 0 1776,2-1 0,-3-5 0,5-2 0</inkml:trace>
  <inkml:trace contextRef="#ctx0" brushRef="#br0" timeOffset="35">4311 8482 8162,'9'5'0,"0"4"-601,-3-3 0,-1-1 190,-2 1 0,-2 0 411,2 4 0,-2-1 0,-1 0 0</inkml:trace>
  <inkml:trace contextRef="#ctx0" brushRef="#br0" timeOffset="36">4767 8426 8169,'9'-4'0,"1"-1"1922,-1-4-1426,-4-1 0,-1 4-294,-4 0 0,-1 4-229,-2-1 1,1 2 134,-4 1 1,0 0-446,-4 0 1,1 1 195,0 2 1,-4 2-103,1 4 0,0 1 73,2-1 1,1 1 109,0 3 1,-1 1-3,1 5 0,3-1-8,0 1 1,4-2 130,-2 1 1,3-4-99,1 4 1,1-4 53,3 1 1,-2-3-17,4 0 1,0-3-103,3-2 0,1 0 72,-1-4 0,3 0-5,1-3 0,0 0 74,0 0 1,-3 0 3,2 0 0,-1 0 425,-2 0-310,0 0 1,0 1 2,-3 2 1,-2-1-97,-4 5 0,0-1-41,0 3 1,-1-1-10,-2-1 1,-2 1-21,-5-2 0,1 1-88,0-1 1,-2 2-241,-1-5 0,2 3-1048,-3-3 606,3 4-395,1-1 1169,3 3 0,2-4 0,4-1 0</inkml:trace>
  <inkml:trace contextRef="#ctx0" brushRef="#br0" timeOffset="37">5037 8557 8169,'4'-10'-353,"-2"5"449,5 2 0,-5 3 352,1 3 0,-2-1-162,-1 4 1,0 1-108,0 2 0,0 1-154,0 3 0,0-3 137,0 3 1,0-3-146,0-1 0,0 4 116,0-1 1,1 1-156,2 0 1,-1-2 27,4 5 0,-4-5-136,1 2 35,3-3 0,-5-1-576,2 1-80,-2-5 308,-1-1-656,0-4 706,0-8 1,0 3 392,0-7 0,0 3 0,0-7 0,-4 1 0,-2-4 0</inkml:trace>
  <inkml:trace contextRef="#ctx0" brushRef="#br0" timeOffset="38">5084 8343 8211,'0'-23'94,"0"4"0,1 3 569,2 6-642,-2-1 1,4 10 162,-2-2-652,-2 2 1,3 5 215,-4 2 0,0 5-374,0 2 626,0 3 0,4-1 0,2 4 0</inkml:trace>
  <inkml:trace contextRef="#ctx0" brushRef="#br0" timeOffset="39">5261 8575 8320,'6'-6'0,"0"0"0,3 0 280,-6-4 1,4 1 18,-4 0 0,0-1 16,-3 1 1,0 3-52,0 0 1,0 3 252,0-4-367,0 5 266,0-2-337,0 12 0,1 2 127,2 5 1,-2 0-231,2-3 1,-1 2 54,1 1 1,-2 2-74,2-5 0,-2 5 50,-1-2 1,4 0 47,-1 0 0,0 0-152,-3 0 0,0 0 93,0-3 1,0-2-136,0 3 0,0-6 25,0-1-8,0 1 1,1-2-80,2-2 140,-2-2 1,3-5-99,-4-3 1,3-5 116,0-3 0,1-3-64,0-1 0,-2 2 46,4 1 0,-3-4-221,3 1 1,0-2 107,4 3 1,-4 3-84,0 3 1,1 1 140,6 2 192,-3 4 1,4 1 238,-5 4 0,0 1-139,0 2 1,0 3-72,-3 6 1,1 0-69,-4 3 1,0-2 278,-3 2 0,4 0-28,-1 0 0,0 3-228,-3-3 1,0-1-29,0-2 1,0-1-164,0-2 0,0 0-878,0 1 476,0-1-965,0 0 1082,0 1 0,0-4-802,0 0 1216,0-4 0,0 6 0,0-3 0</inkml:trace>
  <inkml:trace contextRef="#ctx0" brushRef="#br0" timeOffset="40">5614 8529 8320,'10'-15'0,"-1"3"176,0 6 1,1-2 97,-1 5 1,-3-3 12,0 3 0,-2 0 230,2 3-340,-4 0-94,2 0 0,-4 1-142,0 2 1,0 2 141,0 4 0,0 2 35,0 1 0,0 3-67,0 3 1,0 1 54,0 0 1,0-1-74,0 1 0,0-1 56,0 1 0,0 0-100,0-1 1,3 1 105,0 0 1,3-2-124,-3-1 1,5 0 60,-2-3 0,1-1-18,-1-3 1,3 0-223,-3-3 237,2 2 0,1-8-23,1 0 0,2-4 8,1-5 0,-1-5 49,-3-1 1,1-6-62,-1-1 0,0 0 0,1 0 1,-2 1 67,-2-4 1,-1 2 4,-2-2 0,-2 2-85,2 4 1,-2 1 41,-1-1 0,0 5-446,0 1 277,0 3 0,-1 4-640,-2-1 369,-2 5 0,-4-1-149,0 6 1,-4 4-8,1 5 1,-5-1-553,2 5 1115,-7-1 0,2 4 0,-3 0 0</inkml:trace>
  <inkml:trace contextRef="#ctx0" brushRef="#br0" timeOffset="41">5857 8706 8395,'9'-4'460,"-4"1"-161,-2-3 1,1 3 104,-1-3 0,0 3-92,-3-3 0,-4 3-248,-2-4 1,-2 5 60,-1-1 1,-2-1-61,-1 1 0,-3 0-80,-3 3 1,-1 1-314,0 2 0,2-1-38,1 4 1,0 0-400,3 4 1,1-1 764,3 0 0,-1 1 0,1-1 0</inkml:trace>
  <inkml:trace contextRef="#ctx0" brushRef="#br0" timeOffset="42">5996 8734 8337,'9'0'-423,"1"0"639,-1 0 1,-3 0-50,1 0 1,-5 1 33,1 2 1,-2-1-23,-1 4 1,0-3 109,0 3-219,0 1 1,0 2 58,0 0 1,-3 0-2,0 1 0,-1-1-33,4 0 1,0 4 27,0-1 1,0 1-189,0-4 1,0 0 108,0 1 1,0-1-112,0 0 147,5 5 0,-3-4-334,4 2 0,-3-2-110,3-4-383,0 2 318,4-7 0,-1 3-50,0-4 0,0-1 85,-3-2 0,2-3-305,-2-6 699,7-3 0,-3-8 0,3 0 0</inkml:trace>
  <inkml:trace contextRef="#ctx0" brushRef="#br0" timeOffset="43">6210 8603 8393,'0'-18'-16,"0"3"136,0 3 1,0 1-60,0 2 160,0 4 1,-1 2-485,-2 6 263,2 6 0,-7 6 0,3 3 0</inkml:trace>
  <inkml:trace contextRef="#ctx0" brushRef="#br1" timeOffset="44">6154 9153 8902,'15'0'-430,"-2"0"-538,-3 0 2229,-1 0-222,0 0-1008,-3 0-6,-2 0 0,-5 0-81,-2 0 0,-2-1 258,-1-3 0,-2 3 125,2-2 0,-3 2-158,0 1 0,3 0 128,0 0 1,-1 0-143,-2 0 0,0 3 193,0 0 0,-1 2-115,1-2 1,-3-1 6,-1 4 0,-3-4-220,0 1 1,-2-1 146,0 1 1,1-2-127,-1 2 1,0 0 56,-7 0 1,0-2-114,-3 2 1,-8 1 82,-4-1 0,-9 0-325,-3-3 1,24 0 0,0 0 295,-2 0 0,1 0 0,-1 0 0,0 0 15,-4 0 1,-1 0-1,-1 0 1,-1 0-309,-6 0 0,-1 0 1,4-1-1,0-1 314,-1 1 0,-1-1 0,0-2 0,-1 1-156,-5 0 1,0-1 0,3 1 0,1-1 28,0 1 1,1 0-1,-2-1 1,1 1-155,0 1 1,1 1 0,-1-2 0,0-1 48,2 3 0,0-1 0,0 1 0,1-1-25,4 2 0,0 0 1,0 0-1,0 0-55,0 0 1,0 0 0,2 2 0,2-1 168,3 1 1,1-1 0,-1 3 0,0 0 121,2-1 1,0 0-1,-2 0 1,1-1-50,-2 1 0,0 0 0,1-1 0,1-1 137,2 3 1,1-1 0,-26-1-148,9 1 0,-4-2 277,10-1 0,-2 0 181,1 0 1,1 0-403,0 0 0,2 0-63,4 0 1,2 0 438,10 0 1,0 0-547,6 0 1,1 0 204,2 0 1,2-1-1163,2-2 983,2 2 0,5-5-392,2 3 0,6 2 255,7-2 1,2 2 244,4 1 0,6 0 0,5 0 0</inkml:trace>
  <inkml:trace contextRef="#ctx0" brushRef="#br0" timeOffset="45">4562 9665 8139,'19'-6'0,"-5"-2"244,-1 2 0,-6-2 1066,-1-2-911,-4 1 1,2 0-169,-4-1 0,0 1-100,0 0 1,-4 3-142,-2-1 0,-2 4-423,-1-3 376,-5 4 1,3-2-39,-5 4 0,1 1 181,-4 2 1,-1-1-271,-1 4 0,1 1 20,-2 2 1,3 1 106,0 3 1,5-2 13,1 5 0,3-4 14,0 3 0,5 3-42,2 1 0,2 3-6,1-6 1,1 0 30,2-3 0,6-4 11,3 1 1,8-5 4,-2-5 0,4-1-18,0-2 1,-3-4 55,3-5 0,-2-2 24,-2-1 1,-2-2 12,-1 5 1,-3-5 22,0 2 1,-1 1 148,-2 2 1,-1 2 533,-2 0-247,3 5-176,-8-3-169,3 7 1,-4-2-93,0 6 1,0 2 129,0 4 0,0 2 110,0 1 0,0 3 57,0 3 0,0 2-125,0 2 1,0-2 23,0 5 0,1 0-66,2 3 1,1 0 150,2 0 0,3 0-86,-3 0 1,-1 0-39,1 0 1,-4 4-47,1 2 0,-1 1 6,1-1 0,-1 1-82,1-4 1,-5 0-190,-2-3 1,-3-4-244,1-2 0,-2-4 226,-2-2 1,-3-4-553,-3-5 1,-2-3 292,-4-4 1,1-6-243,-3-3 0,0-8 223,-1-8 0,3-4-34,7-5 0,5-3 172,7-9 0,3 6 57,3-4 1,8 9 534,7 4 1,7 3-207,9 3 0,-1 2 674,5 5 0,-3 3-389,-7 3 0,2 3 752,-5 2 0,-3 3-446,0 4 0,-6 1-398,-4 2 0,-2-1-233,0 5 1,-5-4-216,-2 3 1,-3-3-1527,-3 3 1,-3-3 1437,-7 4 1,-1-1-1,-5 3 1</inkml:trace>
  <inkml:trace contextRef="#ctx0" brushRef="#br0" timeOffset="46">2886 11359 8191,'16'-1'149,"-1"-2"1,-3 2-50,0-2 1450,-1-2-366,-2 0 34,0-1-327,-4-2-874,-1 7 0,-8-3-37,-2 4 0,-5-3-27,-2 0 1,-3 0 224,0 3 1,-1 1 63,-2 2 0,0-2-145,1 2 0,-1 1-195,1-1 0,0 1-172,2-1 0,0-2 270,3 3 0,1 1 0,3 0 0</inkml:trace>
  <inkml:trace contextRef="#ctx0" brushRef="#br0" timeOffset="47">2858 11490 8206,'23'9'0,"-3"-3"945,2 0 1,-7-4-319,-2 1 1,-4 0 994,-3 0-624,-2-2-620,-4 3 1,-5-4-408,-4 0 0,-6 0-364,-7 0 1,-1 0-307,-5 0 0,0 0 699,0 0 0,0 0 0,0 0 0</inkml:trace>
  <inkml:trace contextRef="#ctx0" brushRef="#br0" timeOffset="48">3650 11145 8168,'5'0'-605,"-1"0"1900,-4 0-113,0-4-797,0 3 1,-1-4-53,-2 2-142,2 2 182,-3-8-382,4 8 310,0-7-152,0 3 45,0-4-63,0-1 0,1 4-85,2 0 80,-2 4-83,7-7 1,-3 7-78,5-4 1,-1 1 159,0-1-266,1 2 89,3 0 1,-2 2 103,1-1 163,2 2-183,-3 1 1,2 3 264,-3 1-30,-1 7-187,0-5 253,0 12-131,-3-4 0,-2 9-36,-4 2 0,-1 2 20,-2 1 1,1 4 5,-5 2 1,-2 2-2,-3 1 1,-2-4 101,2-2-1062,1-2 760,-6-5 1,5-1-816,-3-4 599,-1-5 139,-2 0 1,-1-6-932,1-2 528,3-2 151,-3-4-138,8 0 50,-3 0 1,3-4 137,1-2 0,3-2-127,0-2 1,4 0 44,-2-3 388,3 3-188,1-3 0,5 3 278,1 1-164,2 0 0,1 4 0,5-3 655,1 5-320,3 0 8,5 3 0,0 1 216,5 2 0,0 3-203,0 7 0,-1-2 102,-2 5 0,1-4 55,-4 4 68,-5-5-201,1 7 1,-8-8-197,3 2-20,-3-5 0,-5 1-1160,3-7 490,-7 7-654,8-7-41,-4 3 0,0-5 1256,-2-2 0,2-6 0,0-6 0</inkml:trace>
  <inkml:trace contextRef="#ctx0" brushRef="#br0" timeOffset="49">4227 11136 7924,'15'-4'532,"-3"2"855,-6-5-742,3 1-222,-8-3 165,3 4-259,0 1-258,-3 4 213,3 0-341,-8 4 169,-1 1 0,-5 5 39,1 3 1,3 0 185,0 3-275,-1 1 52,-2-2 0,-1 6-35,-3 1 1,6 4-1,-2-1 0,2 0-31,-3 3 73,5-7-22,1 10 1,4-8 191,0 2-193,0 2 0,7-9 61,3 1-31,5 0 12,-5-9-46,8 3-222,-4-3 84,5-5 1,-3 2 201,-1-4-859,1 0 480,-2-3 0,3-4-187,-5-2 1,4-2-379,-4-2 0,0 1-1136,-2 0 960,-5-5 371,3 4 591,-7-8 0,3 4 0,-4-5 0</inkml:trace>
  <inkml:trace contextRef="#ctx0" brushRef="#br0" timeOffset="50">4432 11201 7924,'13'-9'374,"-2"-1"0,2 4 562,-3 0 1,-1 1-290,0-1 277,-4-3-189,4 8 214,-8-3-582,7 4 0,-7 1 151,2 2-566,-2-2 0,-1 12 267,-4-7-338,3 11 170,-7-2 0,3 4 26,-1-1 0,-1 1-142,4-1 1,-3 1 66,3 0-362,0-1 248,3-3 0,0 1-32,0-3 0,0-1 41,0-3 1,0-2-186,0-1 25,0-4 211,0 2-237,0-4 97,4 0 0,2 0 101,6 0 1,0-1-13,3-2 0,1-2-67,2-5 272,5 5-73,-3-3 1,-1 7 37,-3-2 1,-4-1-74,4 1 1,-5-4-262,2 4 251,-3 0 1,-4 0-1134,0 0 735,1-4 1,-2 5-150,-2-4-1190,-2-1 1753,-1-2 0,4 0 0,1-1 0</inkml:trace>
  <inkml:trace contextRef="#ctx0" brushRef="#br0" timeOffset="51">4711 11117 7951,'0'-5'1600,"0"0"-1027,0 2 53,4 2-280,-3-3 0,4 8 357,-5 2-537,0 2 0,0 3 120,0 1-92,0 2 0,-1 3-41,-3 2 1,3-3-1,-2 6 0,2 2 235,1 0-352,0-1 130,0 8 1,0-10-208,0 4 33,4 0 51,-3-6 0,4 4-886,-5-4 426,0-5 255,0 4-1328,0-8 463,0-1 466,0 0-465,0-8 784,0 3 1,0-4 0</inkml:trace>
  <inkml:trace contextRef="#ctx0" brushRef="#br0" timeOffset="52">4879 11210 7951,'19'-8'713,"-1"2"-190,-3-2-152,-2 6 1,-2-3 62,-1 2 0,1 2 0,-5-2 38,-2 2 67,1 1-396,-5 0-123,0 4 1,-1 1 112,-3 5 0,-1 2-78,-4 0 0,3 5-168,0-1 167,-1 1-142,2 2 1,-2-1-137,4 1 119,-4 0 1,6-1 71,-3 1 0,3-1 63,1 1-10,0 0 0,5-4 41,1 1 1,2-8 3,1 1-49,5-1 14,-4-3 0,7-1 80,-5-4-68,5 0-13,-3 0 0,2-4 51,-1-2-46,-3-7 0,2 2 103,-2-5-102,-1-3 0,2-5 37,-3-4-312,-5 0 129,3 0 1,-7 0 152,2 0-716,-2 4 447,-1 6 1,-4 1-1148,-2 5 906,-2-1 0,-3 5-21,-1 2 1,-3 2 488,-3 4 0,-5 0 0,-1 0 0</inkml:trace>
  <inkml:trace contextRef="#ctx0" brushRef="#br0" timeOffset="53">5168 11136 8196,'17'-8'570,"-1"1"-249,-3-1 0,-4 6 340,1-4-476,-5 4 0,3-2 184,-2 4 64,3-5-124,-4 4 1,3-3 59,-2 4 110,3 0-279,0 0 0,0 4-96,0 3 142,1 1-72,3 5 1,-1 3 174,3 6-41,1-3-62,-2 8-931,4 1 863,-8 1 0,7 9-5,-5-4 0,0 1-120,-2-8 1,-5 3 191,-2-2-1205,-2 2 695,-1-10 1,-4 3-1929,-2-5 1110,-7-3 1083,-5-2 0,-2 1 0,-3 0 0</inkml:trace>
  <inkml:trace contextRef="#ctx0" brushRef="#br0" timeOffset="54">5857 11248 8196,'6'0'588,"0"0"274,-4 0-87,6 0-225,-7 0-142,3-5-244,-4 0 0,0-4 228,0 0-697,0-5 262,0 4 0,0-7-369,0 5 281,-4-1 45,3 4 0,-7 0 3,2-1 0,1 5 228,-2 2-543,1 2 269,-3 1 1,0 4-120,-1 3 122,1 1 84,0 1 0,0 0 98,3 1 45,-2-1-135,7 4 0,-3-2 294,4 1-116,0 3-16,0-1 1,1 2-5,2-1-71,2 1 1,7-1-1,1 1 71,-2 0 0,1-2-21,0-2-14,-2-1-37,4 2 1,-8-3 89,0 3-279,0-7 175,0 2 1,-2-3-56,-4 5 45,4-1 1,-3 0-101,2 1 97,-2-1 0,-5 0-15,-2 1 0,-3-1 2,0 0 0,-3 1 13,-1-1-705,-3-4 447,-3 3 0,-1-7-1279,-1 2 759,1 3 225,1-5 0,2 3-565,1-4 1093,7 0 0,1 0 0,3 0 0</inkml:trace>
  <inkml:trace contextRef="#ctx0" brushRef="#br0" timeOffset="55">5996 11303 8026,'13'-9'0,"-1"0"0,-3-1 744,-2 1-454,-1 0 1,0 0 138,0-1 398,-4 5-242,2-3-206,-4 7 360,0-3-818,0 12 106,0 2 1,0 9 193,0-1-291,0 5 88,0-3 1,0 7-11,0-2 75,0 1 1,0 1-64,0-2 1,0 1-233,0-4 0,0 0-758,0-4 686,0-3 0,0-2-103,0-4-963,0-3 366,0-2 984,-4-4 0,-1-4 0,-4-2 0</inkml:trace>
  <inkml:trace contextRef="#ctx0" brushRef="#br0" timeOffset="56">6080 11108 8026,'8'-14'1244,"-2"4"-790,7-2 1,-6 5-302,-1 4-92,1 2-78,-2 1 1,2 1-15,-4 2 0,0-1 328,-3 5-1279,0-1 721,0 3 1,-1 1 12,-2-1 248,2 4 0,-7-2 0,3 2 0</inkml:trace>
  <inkml:trace contextRef="#ctx0" brushRef="#br0" timeOffset="57">6220 11266 8026,'9'0'559,"0"0"-264,1 0 0,-4 0 189,0 0 5,-4 0 115,2 0-260,0 0-88,-3 0-56,4 0 1,-4 5-93,2 5-54,-2-1 0,3 9 140,-4-3 1,0 3-155,0 0 0,0 4-40,0 0-25,0-1 1,0-2 122,0 0-290,0-1 132,0-3 1,0-1 49,0-1-98,0-7 174,0 6-175,0-7-309,0 1-152,0-2 0,1-11 203,2-3 0,-2-2 74,2-1 0,-1-1-2,1-5 170,-2 1 0,8-1-167,-3 0 347,2-3-46,6 2 0,-3-6-245,4 4 368,-3 1-99,1 2 1,0 7 253,-1-1-192,0 9 0,-2-4 348,-1 8 0,-1 1-190,-1 2 0,0 3 409,-4 7-437,0 1 1,0 5 170,0-1 57,4 5-186,-5-3 0,3 6 28,-2-5-376,-2 1 110,7-7 1,-6-2-72,4-4 32,1 1 0,2-5-1324,0-2 923,1-2 1,2-1 410,0 0 0,5-8 0,-3-3 0</inkml:trace>
  <inkml:trace contextRef="#ctx0" brushRef="#br0" timeOffset="58">6769 11182 8114,'9'0'0,"1"0"0,-4 0 0,0 0 0,-4 0 0,2 1 0,-4 2 904,0-1-420,0 6-49,0-3-228,0 4 0,0 2-16,0 1-89,-4-2 1,3 7 73,-2-5-301,-2 9 87,4-10 0,-3 10 40,4-8 1,0-1 99,0-3 1,0 1-71,0-1 0,1-4 50,2-2-18,-2 2-127,7-4 100,-3-1 1,8-5-177,-1-4 74,0 4 0,-1-4 127,1 3-156,3-2 114,-1-1 0,3 3 192,-5 3-203,5 2 1,-7 1 3,2 0 89,-5 4-91,1 2 0,-4 4 3,2 2 294,-2 3-274,-4-1 0,0 4 351,0-3-331,0 3 1,0 1 34,0-1 0,-3-2-5,0-1 1,-4 0-125,1 0 94,-7 3 0,3-8 51,-2 3-532,-3-3 280,5-1 1,-8-4 70,3-1-834,1-3 595,-3-1 1,6 0-1166,-1 0 755,2-5 361,0 0 0,2-4-680,2 0 1044,-3-1 0,8-3 0,-3-2 0</inkml:trace>
  <inkml:trace contextRef="#ctx0" brushRef="#br0" timeOffset="59">6946 11285 8114,'19'-15'0,"-1"3"387,-3 2-179,2 0 1,-6 2 148,1 2 275,-2-3-306,-5 4 0,3-1 404,-5 0-159,0 4-549,-3-2 0,-1 3 136,-2-2 80,-2 1-763,-5-2 465,-3 4 0,-3 0 131,-5 0-1218,1 0 754,-7 0 1,4 0-9,-2 0 0,0 3-204,3 1 0,4 0 605,6-1 0,-3 2 0,1 4 0</inkml:trace>
  <inkml:trace contextRef="#ctx0" brushRef="#br0" timeOffset="60">7151 11229 8067,'14'0'-83,"0"-4"0,-8 3 199,0-2 78,-4 2 0,3 1 439,-2 0-345,-2 4 0,4 1 67,-5 4-306,-5 1-6,4-1 1,-7 3 190,2 1-439,2 3 182,-4-1 1,6 3-116,-1 1 215,2 0 1,1-1-6,0 1 0,0-2-21,0-1 0,1 0-7,2-3 0,3 1 6,3-4 1,0 3-75,1-7 1,-1 4 86,0-7 0,1 0-24,-1-3 1,1 0 86,3 0 0,-3-4-3,2-3 0,2-2-182,-2-3 0,1-3 114,-4-3 1,-1-1-97,-2 0 81,3 1 0,-8-1 73,2 1-346,-2-1 122,-1 4 0,-4-1-95,-2 3 1,-7-2-327,-2 3 1,-3 3-999,-1 6 753,1-2 777,-5 4 0,-1-3 0,-4 4 0</inkml:trace>
  <inkml:trace contextRef="#ctx0" brushRef="#br0" timeOffset="61">7421 11108 8149,'9'-5'-414,"-1"-4"357,-1 3 0,-2 1 253,-2-1 100,-2 4 408,3-7-402,-4 8-93,0-3 0,-3 8-182,0 3-1,0 1 0,3 2 118,0 3 1,0 1-3,0 5 1,0-2-64,0-1 1,3 0 23,0-3 0,4-1 145,-1-2 1,0-2-115,0-2 0,-3 1-47,3-4 0,-1-1-12,1-5 0,2-2-124,-5-4 1,3-5 86,-3-1 1,0 0-17,-3 0 1,0-1-200,0-2 0,-1 3 51,-2 3 1,1 2-796,-4 0 1,-4 5 920,-2 2 0,-5-2 0,3 0 0</inkml:trace>
  <inkml:trace contextRef="#ctx0" brushRef="#br0" timeOffset="62">7644 11806 8264,'15'1'0,"-3"2"0,-2-2 447,0 2-67,-5-2-49,3-1 31,-7 0 545,3 0-868,-12 0 0,1 2 33,-9 1 101,1-2-44,-4 7 1,0-6 154,-3 4-126,-2 0-538,-4 4 608,0-1-115,-8 0 1,-6-2 23,16-4 0,-1 0-215,0 0 1,-1 0-70,-2 0 0,0-1 0,0 2 0,-1-1 282,-1-1 0,-1-1-1141,-4 1 1,0 0 1069,0-2 0,-1 0 0,-3 0 0,0 0-23,-1 0 1,0 0-1,1 0 1,-2 0-348,-3 0 1,-1 0-1,1-1 1,0 1 225,-4-2 0,1 0 23,6 2 1,-1-1-546,7 0 0,-1-1 0,1 1 352,-9 1 0,-1 0 171,12 0 1,-1 0-1,1 0 1,-15 0-1,0 0-361,1 0 1,-1 0 274,3 2 1,-1 0 144,11 0 0,0 0 1,1 0-1,-10 1 1,0 1-34,-2 0 0,0 1 1,2-1-1,0-1 110,-3 3 1,2 1 0,5-2-1,1 1-165,2 0 1,0 1 279,-1-1 0,-1 2-124,-2 1 1,1 1 0,1-3 0,0 0-141,2 0 0,0-1-11,7-1 0,-1 0 103,-3 0 0,0-1-61,3 1 1,0 0 54,-3-3 1,1 1-1,1 0 1,1 1 306,3-2 0,1-1 0,-1 1 0,1-1-446,-24-1 0,26 0 1,0 0-3,-25 0 0,2-3 551,7 0 0,2 0-752,7 3 33,2 0 220,8 0 0,1-3 760,5 0-803,3-5 1001,2 7 0,4-7-984,-1 2 0,4-1 622,0 0-413,4-1 273,-6 7-534,7-3 200,-8 4 1,4 4 114,-4 2-364,-1 3 176,1 0 0,0 1 46,0 3 0,-1-3 0,1 3 0</inkml:trace>
  <inkml:trace contextRef="#ctx0" brushRef="#br0" timeOffset="63">5056 12467 8054,'14'0'0,"-1"-1"1406,-7-2-325,2 2-888,-7-7-13,3 3 93,-4-1 161,0 2-260,-4 0 0,-1 3 27,-4-2 1,-5 2-149,-1 1 0,-7 0 59,-3 0-408,2 4 285,-3-3 0,7 7-698,0-1 387,1 1 207,7 1 1,1 4-220,4-1 345,4 5-99,-2-7-44,8 8 88,1-8 1,8 5-49,3-5 1,5 0 28,0-7 0,5-1 171,-1-5-125,-2-2 4,-1-4 1,-6-4 179,0 1-183,-5-5 5,-2 3-252,-1-1 229,-6 2-1,6 4 225,-7-1 0,7 5-200,-7 1 300,3 8-137,-4 1 0,0 9 106,0 1-107,4 3 0,-3 5-30,3 1 505,-3 3-354,-1 1 0,0 0 296,0 0-308,0 0 0,0 0 43,0 0-603,4-4 264,-3-2 0,3-3 201,-4 0-1104,0-5 402,0 0-863,0-5 658,0 0 165,4-4-488,-3 0 392,3-10 231,-4 0 441,0-4 0,4-5 0,2 0 0</inkml:trace>
  <inkml:trace contextRef="#ctx0" brushRef="#br0" timeOffset="64">5391 12700 8088,'19'4'369,"-1"2"1,-4 0 1460,-5 0-1870,0-4-91,-8 6 24,8-7-2,-8 3-23,3-4-813,-4 0 1,-3-4 944,0-2 0,-5-2 0,3-2 0</inkml:trace>
  <inkml:trace contextRef="#ctx0" brushRef="#br0" timeOffset="65">5763 12477 8088,'15'-10'0,"-2"2"417,-3 2-194,-1-3 1,-3 7 273,0-4 35,-4 4-206,3-2 25,-5 4-34,0 0 1,-9 4-349,3-3 87,-11 7 1,3-1 73,-1 5 1,-3-2-129,2 3 1,3 0-129,1 0 72,1 3 35,6-1 1,1 0 2,4 1-64,0-5 129,4 7 1,1-7 35,5 5 0,3-2-23,3 2 150,1-3-76,6 1 1,-3-3-62,1 4 1,-2-3 22,-4 0 1,2 2 84,-5-2-61,1 0-43,-4-2 1,-1-1-223,-1 0 95,1 1 1,-7-1-282,2 0 224,-2 1 1,-1-1-15,0 0 1,-4-4-138,-2-1 1,-3 0 98,0-1-70,-4 0 164,2-3 0,-6-1-155,1-2 107,-6-2 31,3-5-111,-4 1 115,4-4 0,2 2 25,1-1 0,3 1 112,4 2 1,3 0-175,3-1 470,2 1-225,5 0 0,7 0-15,7-1 1,5 1 111,5 0 0,-3-4 186,0 1-226,-5-5 0,5 4-10,-6-3 66,2-1-57,-7 6-89,0-2-34,0-1 29,-9 4 0,0-4 102,-2 1-413,-2 3 154,4-4 1,-6 1 100,-3-3-445,3 3 257,-7-5 1,3 8-578,-4-2 504,-1 1 1,0 2-178,-2 0-549,1 4 525,-2-4 0,0 7-536,1-4 590,-5 4 0,7-2-303,-2 4 673,5 0 0,-1 4 0,3 1 0</inkml:trace>
  <inkml:trace contextRef="#ctx0" brushRef="#br0" timeOffset="66">6052 12439 8088,'24'-9'0,"-2"0"0,-3 2 1116,0 1-441,-5 4-333,0-6 0,-5 7 659,0-2-525,1 2-1,-5 1 359,3 0-470,-7 4 0,6 2 51,-3 7 0,-1 9-65,-3 9 0,3 8-178,0 1 0,0 4-249,-3 0 1,0-2-1253,0 2 972,0-5 1,0 4 356,0-5 0,4 5 0,1-5 0</inkml:trace>
  <inkml:trace contextRef="#ctx0" brushRef="#br0" timeOffset="67">1257 13938 8063,'0'-13'-40,"3"3"66,0-3 1,0 3 0,-3 0 273,0 1 1,1 3-94,2 0 859,-2 0-250,4 0-236,-5 2-105,0 4 0,0 11-82,0 1-301,0 7 76,0-1 1,-4 3-81,1 4 0,0 1 122,3 5 0,0 0-221,0 6 1,0 2 18,0 8 1,0-4-121,0 1 1,1-5 194,2 1 0,-2 0-103,3 0 1,0-2 70,-1 3 0,0-4-104,-3-3 0,3-3-5,0-6 0,4-5 66,0-5 0,1-5 22,1 0 0,0-5-79,1-5 1,3 0-156,3 0 0,1-7-57,2-3 1,0-5-150,-1-1 0,0 2-121,-3-2 0,2 1-231,-5-4 0,0 2 762,-6 1 0,2-2 0,-3 4 0</inkml:trace>
  <inkml:trace contextRef="#ctx0" brushRef="#br0" timeOffset="68">1471 14199 9032,'15'0'1102,"-6"0"1,-5-1-1436,-4-2 0,-1 2 142,-2-2 1237,-2 2-685,-5 1 1,-3 0-474,-3 0 17,-5 0 0,-3 0 10,-4 0 1,1 1-111,2 2 1,-2-1 10,3 4 1,1-3-233,1 3 1,1-2-419,0 2 1,2-1-9,0 1 842,1 2 0,3-2 0,-3 3 0</inkml:trace>
  <inkml:trace contextRef="#ctx0" brushRef="#br0" timeOffset="69">1825 14674 7976,'5'0'1194,"3"0"-624,-7 0 0,4 1-149,-5 2 1,3 2-61,0 5 0,0-1-158,-3 0 1,0 1 13,0 3 1,1 1-31,2 5 1,-2 1-15,2 1 0,-2 0-25,-1 4 1,0-3-136,0 2 1,0-3 121,0 1 1,0-3 87,0-4-156,0 3 0,-1-8-507,-2 2 0,1-5-722,-4-4 0,3-2 1162,-4-1 0,1-4 0,-3-2 0</inkml:trace>
  <inkml:trace contextRef="#ctx0" brushRef="#br0" timeOffset="70">1909 14618 8003,'9'-5'0,"0"1"1891,1 4-359,-5-4-20,-1 3-880,-4-4-647,0 5 1,-4 0 107,-2 0 1,-6 0-101,0 0 0,-8 0-657,2 0 1,-4 0 460,0 0 0,-2 0-641,-4 0 0,0-1 38,1-2 0,-1 1-888,0-4 1694,4 4 0,1-6 0,4 2 0</inkml:trace>
  <inkml:trace contextRef="#ctx0" brushRef="#br0" timeOffset="71">2682 14367 8039,'14'0'294,"-1"0"174,-3 0 0,-1 0-62,0 0 0,-2 0 637,-1 0-217,-4 0-336,2 0-527,-4 0 1,-7 0 109,-3 0 0,-2 0-11,0 0 1,-3 0-264,-3 0 0,-4 0 117,0 0-1105,-4 0 787,2 0 1,-2 1-753,1 2 0,2-1-5,4 4 1159,1-4 0,3 6 0,2-2 0</inkml:trace>
  <inkml:trace contextRef="#ctx0" brushRef="#br0" timeOffset="72">2691 14506 8122,'9'4'84,"0"-3"146,1 3 1,-4-3 1037,0-1-95,-4 0 244,2 0-1013,-4-5 0,-4 3-159,-2-4 0,-2 4-15,-2-1 1,-3-1 14,-3 1 0,-2 0-412,-4 3 0,-1 0 183,-1 0-2413,1 0 1165,4 8 1232,1-2 0,-1 12 0,0-4 0</inkml:trace>
  <inkml:trace contextRef="#ctx0" brushRef="#br0" timeOffset="73">3454 14208 8021,'10'-4'540,"-4"0"-378,0-2 0,-4-2 851,1 1 0,-2 2 148,-1-1-708,0 0 57,0 1-619,0 0 111,0 5 0,-4 0 38,-2 0 1,1 5 45,-1 1 0,-1 2-126,-2 1 0,3 1 158,0-1-8,-1 0-77,-2 5 1,0-3 325,-1 5-240,1-1-44,0 4 0,0 1 66,-1 1 1,4 0 134,0 4-536,4 0 192,-7-2 1,8 7 66,-2-2 0,-1 1-75,1-4 1,0 1-139,3-4 103,4-1 24,-3-2 0,11-1-181,-3-3 115,6 3-71,0-12 105,3 6 79,1-6 0,1-1-59,1-2 30,-1-2 25,-1-1 1,-2-1 5,-1-2 1,1-1 5,2-3 0,-3-4 5,-1 2-16,-4-3 20,3-1 0,-3 1 140,-1-3-156,1 4 0,-7-6-21,2 5 37,-2-5 0,-4 7-12,0-3 235,0 3-213,0 1 1,0-1 43,0 1 0,-1 3 97,-2 0 1,1 4-122,-4-2 155,0 3-70,-3 1 0,-1 0-41,1 0 6,0 5-24,3 0 1,-2 5 20,2 2 0,1-1 48,-1 1 0,4 2 81,-2-2 0,3 0-92,1-2-274,0-1 107,0 0 1,0 1-648,0-1 338,5 0 229,-4-3 1,4 1-546,-2-4 340,-2 0 146,3-3-1243,0 0 903,-3 0 1,4 0 554,-2 0 0,3-4 0,3-1 0</inkml:trace>
  <inkml:trace contextRef="#ctx0" brushRef="#br0" timeOffset="74">3920 14562 7812,'14'0'0,"0"4"3015,-5-3-1969,-4 3 1,3-5 242,-5-2-511,0 2-393,-3-7-1668,-4 3 719,-2 0 564,1 1 0,-3-1 0,3 0 0</inkml:trace>
  <inkml:trace contextRef="#ctx0" brushRef="#br0" timeOffset="75">4227 14311 8560,'5'0'2053,"-1"0"-1220,-4 0-700,0-4 0,1 0-124,3-3 1,-3-1 117,2 2-78,2-2 166,0 2-260,0-2 30,4 3 0,-3-1 111,6-1 1,-2 2-151,3-1 1,-3-1 153,0 4 92,-1 0-116,0 3 1,0 0 155,1 0-123,-5 0-27,3 4 1,-6 1 47,5 4-5,-5 1-99,2-1 1,-4 4 20,0 3 0,-1 1 62,-2 2 0,1 4-21,-5 2 0,0 3 77,-5 3-237,1-2 143,-2 7 0,3-7-165,-3 2-47,3-6 130,-8 2 0,7-9-384,-5 1 253,5-5 0,-7 0-84,4-8 95,-1 6 0,1-11-40,1 2-290,7-1-23,-6-2 233,11-5-124,-3-4 225,4-1 0,4-4-113,2 5 108,2 0-29,6-1 452,-4 1-232,8 0 1,-7 3-108,5-1 719,-5 5-461,2-2 1,-3 4 8,-1 0 1,0 1 12,1 2 0,-2 3 252,-2 7-226,2-3-41,-7 4 0,7-4-66,-5 2-3,4-1 21,-6 2 1,3-7-579,-4 1 225,0-5 132,0 6-1292,0-7-1890,0 3 2168,0-12 1089,0 2 0,0-8 0,0 5 0</inkml:trace>
  <inkml:trace contextRef="#ctx0" brushRef="#br0" timeOffset="76">4609 14301 7894,'12'-8'842,"1"2"-417,-1-2-201,-3 7 1335,1-3-349,-1-1-497,-4 4-422,-1-3-117,-4 4 0,0 1-53,0 2 0,-1 4-185,-2 5 0,-1-2-24,-2 3 6,-2 1 235,7-3 1,-7 6-55,5-1-118,0 1 169,3 2-38,0-5-53,0 4 0,0-4 5,0 5 261,4-4-244,-3-2 1,8-4 10,-3 1 0,3-2-2,3-2 0,-1-2-236,1-4 106,-1 0 0,1-4 89,0-2-145,1 2 38,0-5 1,-2 4-94,1-4 49,3 4 0,-5 1 91,2 4 275,-1 0-269,-2 0 0,-1 1-13,-2 2 367,3 2-203,-8 4 0,3 2 285,-4 1-351,0 3-7,0 3 95,0 1-101,-4-1 1,2 1 78,-5 0-112,1-1 54,-3-3 1,0 1 69,-1-3-255,1-1 64,0-3 0,-4 1 162,1-1-498,-1-4 233,0 4 1,3-8-895,-3 2 523,-1-2 258,3-5 0,-2 3-1556,4-3 886,3-1 342,-2 0 1,3-1-784,-4 0 1360,-1-1 0,1-2 0,0 0 0</inkml:trace>
  <inkml:trace contextRef="#ctx0" brushRef="#br0" timeOffset="77">4823 14320 7952,'23'-10'0,"2"-3"0,-2 3 1870,2-2-769,-4 1-677,2 2 0,-9 0 873,-1-1-645,-3 5-215,-1 1-111,-4 0-160,0 3 0,-5-4-36,0 2 0,-1 1-126,-3-1 1,-1 2 143,-4 1 0,-5 0-60,-1 0 0,-4 0-416,-2 0 251,-3 0-18,0 4 1,-5-1-1381,4 3 999,-4-4 0,9 6-1893,-5-2 1576,4-2 1,1 5 792,5-3 0,3 6 0,-1 3 0</inkml:trace>
  <inkml:trace contextRef="#ctx0" brushRef="#br0" timeOffset="78">5326 14478 8024,'18'6'368,"-2"2"-307,-1-2 0,-3-1 1113,0 1-679,-6 1 1,3-1 454,-3 0-79,-2-4-564,4 6 56,-7-7-358,4 4 56,-5-5 0,0-5 158,0-1 1,0 0-125,0-3 1,0 1 255,0-4-733,0 2 300,0 0 1,0 4-662,0 0 558,-5 0 0,0-3-53,-4 3 1,0 2 68,-1 4 1,-2 0-26,-1 0 135,-3 8 1,2-4-80,-1 5 66,1-2 0,3 5 26,2 1 1,-2 0 105,8 0 0,0-2 165,3 5-114,0-5-41,0 7 0,4-7 121,3 5-76,5-5 1,-1 2 39,5-3 0,-2 0-7,2 2-66,1-1 314,-2 2-208,-1-3 1,0-1 25,-5 0 0,0 0 164,-3 1-162,2 3 80,-7-2 130,3-2-529,-4-5 92,-4-4 1,-1 0-836,-4 0 612,-5 0 1,0 0-318,-5 0 0,-4-3-593,-2 0 1,-3 0 1143,-3 3 0,2-4 0,-3-2 0</inkml:trace>
  <inkml:trace contextRef="#ctx0" brushRef="#br0" timeOffset="79">5503 15167 8046,'9'5'431,"-1"-3"184,-1 4 0,-2-4 148,-2 1-464,-2-2 1,2-1 376,-6 0-474,-2 4 0,-7-3 145,-3 2-317,-5 2 10,-20-4 1,-4 5 146,17-4 1,-2-1-1058,-2-1 0,-2 1 919,3 1 0,-2 0 0,-5-2 0,-2 0-63,-1 0 0,-1 0 65,-3 0 0,-1 0-38,-2 0 1,0 0 0,-6 0 0,0 0-238,1 0 1,-1 0-744,15-1 1,0-1 0,0 1 924,2 0 0,0 1 0,-1 0-728,-3-2 0,-1 1 0,0 0 683,3 0 1,0 2-1,1-1 1,-3-1 0,0 1-1,1 0-408,0-1 1,1-1 0,0 1 55,-2 1 1,0 0 0,1-1 290,2 0 1,0-1-1,1 1 1,-1 1-1,1 0 1,0 0-167,-9 0 1,0 0-24,-1 0 1,0 0 265,6 0 0,0 0 0,1 0 1,2 0 70,4 0 0,1 0 0,4 2 0,1 0 0,-24 4 0,5 4 0,-1 2 0,9-1 514,2 2-514,16-4 0,-2 3 0,7-3 0,-3-2 0</inkml:trace>
  <inkml:trace contextRef="#ctx0" brushRef="#br0" timeOffset="80">4925 15391 8076,'30'1'-29,"-2"2"1,-2 2 193,-7 4 0,-5-2 185,-1-1-175,-3-4 1,-4 2 339,1-4-281,-1 0 59,-1 0-75,-1 0 2021,-4 0-1932,-8-4 0,-5 2 393,-11-4-465,-10 4-429,-16-3 0,20 5 1,-1-1 236,-4 0 0,-2-1-1390,-3 2 1,-1-1 1492,-7-1 1,-2 0-201,1 0 0,-2 0 69,13 1 1,0-1 0,-1 0 0,1-1 0,-1-1-1,0 0 73,-2 1 1,-1-2 0,1 1-1182,2 0 1,1-1 0,-1 0 895,-3-1 1,-1-1-1,1 1 1,5 1 0,2 0-1,-2 0 86,-3 1 1,-1 0 0,1 0 110,-8-1 0,0 0 0,11 1 0,0 0 0,0 0 0,-8-1 0,0 1 0</inkml:trace>
  <inkml:trace contextRef="#ctx0" brushRef="#br0" timeOffset="81">9087 5149 8062,'10'-4'0,"-2"-1"210,-2-5 1,1 4 375,-3 0 1,0 1 771,-1-2-414,-2 3-667,3 4 0,-4 4-237,0 3 1,-3 5 154,0 4 0,-1 5-171,0 4 0,3 7 136,-2 5 1,2 4-296,1 2 0,0 3 203,0-3 0,1 2-172,2-2 1,0-1-51,3-5 1,-3-4 7,3-2 0,-4-3-567,1-3 0,1-4 348,-1-5 1,1-3-1635,-4-3 1999,4-5 0,1-10 0</inkml:trace>
  <inkml:trace contextRef="#ctx0" brushRef="#br0" timeOffset="82">9087 5270 7933,'0'-5'-645,"5"-4"1,-4 7 802,2-4-8,2 4 1,-1-6-304,2 2 186,2-3 0,-2 0-108,3 0 1,0 3 96,1-1 0,3 4-48,3-3 0,2 3 71,4-3 0,-1 3 12,3-4 1,1 5-1,3-1 0,-3-1 176,0 1 1,-9 0 99,0 3 0,-2 1-94,-1 2 1,-5 2 71,-5 5 1,1 3-59,-1 2 0,-1 7-23,-5 3 0,-5 6-31,-4 3 0,-9 1-123,-1 0 0,-4-3-176,-2-4 1,0-5-442,-4-1 1,2-4-406,-4-6 0,7 0 454,-1-5 0,7-3 11,-1-1 0,3 1 481,4-1 0,6 4 0,0-1 0,4 3 0</inkml:trace>
  <inkml:trace contextRef="#ctx0" brushRef="#br0" timeOffset="83">9115 5531 7933,'10'-4'0,"-1"2"-467,0-1 0,-3-1 314,1 1 0,-4-3 624,3 3 1,-3-3-51,3 3 0,-3-4-45,4 4 1,-5-1 41,1 1-198,2 2 0,-3-3-57,4 4 1,-4 1 55,1 2 1,2 3-89,-2 7 0,3-2 101,-3 4 1,5 1-84,2 3 0,0 2 31,5 1 0,1 4-128,3-1 0,3 1-6,3-2 0,-1 2-187,1-4 0,-5-4-114,2-6 0,-3-2 123,-4 0 1,3-5-695,-3-2 1,-1-2 342,-2-1 0,-1-4 483,-2-2 0,0-7 0,1-1 0</inkml:trace>
  <inkml:trace contextRef="#ctx0" brushRef="#br0" timeOffset="84">10158 5438 7955,'19'-6'-3,"-1"3"0,-3-1 64,-3 1 0,-1 0 672,-2 3-61,0 0-161,1 0 0,-4-3 273,0 0-703,-4 0 1,1 2 97,-6-3 0,-2 3-281,-4-2 1,-5 2 151,-1 1 1,-4 0-614,-3 0 1,-2 0 106,-3 0 0,1 1-147,-2 2 0,5 0-903,-5 3 1506,6 0 0,0 3 0,3 1 0</inkml:trace>
  <inkml:trace contextRef="#ctx0" brushRef="#br0" timeOffset="85">10140 5549 8012,'20'5'226,"-1"-1"566,-3-3 205,-6 3-190,-5-3-438,-1 3 0,-5-4-123,-2 0 0,-6 1 153,-7 2-422,-2-2 68,-4 3 1,-1-4 296,-2 0-1269,-2 4 766,3-3 0,1 4-2108,1-5 1016,2 0 1253,6 4 0,-4-3 0,4 3 0</inkml:trace>
  <inkml:trace contextRef="#ctx0" brushRef="#br0" timeOffset="86">10633 5195 8009,'9'0'607,"1"0"600,-1 0-290,-4 0-68,3 0-213,-7 0-289,4 0-120,-5 5 1,-1-3-310,-3 4 1,2 3 151,-4 4 1,1 0-391,-1-1 0,-3 3 108,3 4 0,1-4-76,-1 1 0,3-4 46,-3 4 0,4-5 45,-2 1 0,0-1-37,1-2 0,0-3-70,3 0 196,0-4 1,1 3-14,2-5 0,0 0 211,7 0 1,-3 0-109,5 0 1,2-3 233,-2-1 0,5-3 113,-2 1 1,2 2-134,-2 1 0,3 1-25,-3-1 0,0 1-78,0-1 1,0 2-119,0 1 1,2 0 90,-5 0 1,4 0-552,-4 0 0,-2 0-2,-4 0-1080,-4 0 1567,2 0 0,-4 0 0,0 0 0</inkml:trace>
  <inkml:trace contextRef="#ctx0" brushRef="#br0" timeOffset="87">10810 5140 8009,'6'-4'992,"0"1"0,-3 0-514,4 3 1,-5 1-4,1 2 1,1 6-219,-1 3 0,-1 5 55,-5-2-84,2 7-126,-3-2 68,0 6 1,2-1-205,-5 6 1,5-2 113,-1 2 1,2-2-127,1-1 0,0-3 42,0 0 1,0-1-289,0 1 1,0-4 135,0-5 1,3 0-691,0-3 236,1 3 0,-1-5-1180,0 1 1790,0-6 0,-3-2 0,0-4 0</inkml:trace>
  <inkml:trace contextRef="#ctx0" brushRef="#br0" timeOffset="88">11024 5298 7942,'15'-4'237,"-2"3"81,-4-2 0,-3-2 688,1 2-638,-5 0 0,3 3 125,-2 0-245,-2 0 1,3 1-255,-4 2 1,0 3 75,0 3 1,0-3-188,0 0 0,0 2 84,0 4 1,-3-1-7,0 5 1,-1-4-23,1 4 0,2-1 112,-2 4 0,2 0-68,1-1 0,0 1 48,0-1 0,0-2 4,0-1 1,0 0-33,0 0 1,1-1-3,2-5 0,1 1 39,2-1 0,2 0-116,-1 0 0,1-3 36,1-3 0,0-2-7,1-1 1,0-1 85,3-2 0,-2-4-44,4-5 0,-3-2 25,0-5 0,-1-1-23,-2-1 1,-4 1 35,-2-2 0,1-1-24,-1 2 0,1-2-8,-4 1 1,-5 2-23,-1-1 1,-2 2-6,-1 4 0,-2-1-444,-1 7 1,0-2 192,-3 8 1,-1 0-550,-2 3 0,0 0 826,3 0 0,-3 4 0,4 2 0</inkml:trace>
  <inkml:trace contextRef="#ctx0" brushRef="#br0" timeOffset="89">11694 5391 8057,'10'0'317,"-1"0"-289,-4 0 819,3 0-481,-6 0 0,2 1 213,-4 2-495,0-2 90,0 7 1,0-5 173,0 3-586,-4-4 218,2 2 210,-6-4-454,3 0 215,0-4 0,-2-1 149,4-5-261,-5 1 75,3 0 1,-1-1-149,0 1 91,-1 0 24,2-1 1,-3 5-199,2 2 241,-2 2 1,-2 1-13,1 0 1,3 4 77,0 2 0,2 7 77,-2 2 1,1 0 152,-1 0-101,-2 1 0,7 6-8,-3-1 0,2 2-53,-1-1 1,2-2-12,-2 1 1,2-1 5,1-1 0,0-1 10,0 1 1,3-2 1,0-1 1,5-2-140,-2-1 0,2-6 99,1 2 0,1-6-132,-1 1 1,3-4-10,1-4 1,2-1 27,-2-4 1,-1-3 20,-3-1 0,4-2 37,-1 2 1,1-3-29,-4 0 1,3-1 10,1-2 0,2 1 37,-2 3 1,-1-3-31,-3 3 0,1 1 52,-1 2 1,-4 1 86,-2 2 1,2 3-49,-2 0 233,0 4-162,1-7-34,-3 8 0,3 1-33,-4 7 0,0 2 10,0 3 0,-3 0 0,0 3 1,-3-2 3,3 2 0,-1 1 9,4 2 0,0 1 4,0 0 0,0-2 44,0-1 0,1 1-65,3-1 1,0-2 67,2 2 1,2-5-51,-2 2 0,3-7 65,0-3 0,0-2-66,1-1 0,2-1 5,0-2 0,1-7-33,-4-5 1,0-3-2,1 0 1,-4-1-60,0 0 1,-4 1 77,1-1 0,-2 0-138,-1-3 0,0 2 73,0-2 1,-3 4-378,0 2 1,-4 0 50,1 3 0,-3 2-43,0 5 0,-3 1-498,-1 1 1,0 3 287,0-2 0,3 5-688,-2 2 1264,5 3 0,-1 2 0,3 6 0</inkml:trace>
  <inkml:trace contextRef="#ctx0" brushRef="#br0" timeOffset="90">12216 5484 8146,'18'-9'356,"-3"4"-143,-2-4 1,-4 7-29,-3-4 557,-2 4-374,0-6 1,-3 6 185,2-5-425,-2 1 1,-1 0 231,0 0-694,-4 4 284,-1-2 1,-4 4 204,-1 0-473,1 4 218,-4 1-244,2 4 251,-2 1 0,4 2 121,-1 0-256,5 5 271,1-3-84,4 1 64,0 2 0,1-3 3,2 1 0,5 2-42,5-5 361,-1 1-194,2-4 1,-4 1 484,2 3-392,-1-3 0,-3 4 547,-2-5-197,2 0-523,-7 5 0,4-4 95,-5 3 0,-1-7-121,-3-3 1,-4-2 81,-4-1 0,-5 0-581,2 0 1,-8-3-316,-5 0 1,0-8 767,-3 2 0,2-7 0,1 2 0</inkml:trace>
  <inkml:trace contextRef="#ctx0" brushRef="#br0" timeOffset="91">12598 5372 8220,'0'-9'134,"0"0"115,4-1-24,-3 1 0,3 3 39,-4 0 0,0-1 396,0-2-287,0 0-263,0 0 61,0 3 25,0 2 1,-1 4 15,-2 0 0,1 0 192,-5 0-370,5 0 113,-6 4 1,6 3-26,-4 5 0,4-2-5,-1 3 1,-1 1-154,0 2 1,1 1 51,3 2 1,1-1-115,2-3 1,0 3 212,3-3 1,0 0-216,3 0 1,4-3-105,-1 0 224,1-6 1,-1 2 0,0-1-81,0 1 1,1-2-1,0-1 36,-2-1 217,3 4-197,-3-3 38,2 4 1,-7-3 86,1 1 0,-2 0-65,1 5 1,-2-1 25,-4 1 1,0 1-38,0 0 1,0 0-31,0 0 1,-4-3-22,-2 3 0,-3-2 68,-4 1 1,3-2-467,-3-1 0,-1-1 47,-2-5-945,-1 0 830,-6-3 0,3-4-78,-1-2-806,1-6 781,1 5 1,5-5-225,1 6 799,7-2 0,2-10 0,4-2 0</inkml:trace>
  <inkml:trace contextRef="#ctx0" brushRef="#br0" timeOffset="92">12774 5400 8162,'19'-9'561,"0"0"0,-5-1-180,-1 1 1,-3 3 136,-1 0 32,-4 4-303,4-7 0,-8 7 0,1-3-99,-4 1 0,-4 1 11,-7 3 83,-1 0-816,-5 0 486,-4 4 0,3-2-1285,-5 4 715,4-4 370,-6 7-693,3-8 1,-3 4 87,3-2 893,-3-2 0,7 3 0,-3-4 0</inkml:trace>
  <inkml:trace contextRef="#ctx0" brushRef="#br0" timeOffset="93">13026 5419 8272,'9'0'377,"1"0"-377,-5 0 1227,-1 0-123,-4 0-917,0 4 0,-4 1-42,-3 5-312,-1-1 168,-1 0 1,0 4-138,-1-1 1,1 4 51,0-4 0,-1 4-17,1 0 1,4 2 172,2 0 0,2 1-92,1-1 1,1 2-17,2 2 41,2-3 0,7 4 0,1-5 69,-2-3 0,3 2 0,-2-6-15,-1-2 4,4 0-32,-5-8 0,4 3 239,-5-4-228,0 0 12,1-8 17,-1 2 85,0-12-123,-4 3 0,3-4-215,-5-3 221,0-2 1,-3-4 0,0 3-266,0-3 255,0 6 0,-4-5-570,-2 8 1,-3 1 0,-1 0 167,-2 3 0,0 1 373,-3 5 0,-1 0 0,-2-1 0</inkml:trace>
  <inkml:trace contextRef="#ctx0" brushRef="#br0" timeOffset="94">13231 5205 8117,'14'-3'94,"-1"0"1,-4-2 534,-3 2-27,-2 2-502,0-3 59,-3 4 49,4 0-358,-14 0 273,3 0-222,-3 0 0,2 4 133,3 2 1,-2 3 0,3 0-35,1 0 1,1 4 143,1-1 0,1 4-32,2-4 0,2 1 148,5-4 0,-1 0-57,0 0 0,1-3 65,-1-3 1,1-2-73,3-1 1,-3-4-163,2-3 0,-2-2-247,-4-3 1,1-3 321,-4-3 0,3-1 100,-2 0-520,-1 5 211,-7-4 1,1 8-1193,-3-2 872,-4 1 1,-1 3-208,-5 2 1,-1-2 626,-4 5 0,1 0 0,-3 3 0</inkml:trace>
  <inkml:trace contextRef="#ctx0" brushRef="#br0" timeOffset="95">13827 5065 8429,'5'-4'-635,"3"3"2030,-3-3-595,0 0-276,0 3-86,-5-4 0,4 5-429,-3-4 63,-1 3 0,-2-3-234,-5 4 151,1 0 1,-4 0-234,-3 0 1,2 0 0,-4 0 216,-2 0 1,-1 3-613,0 0 0,-1 2 284,1-2 1,0-2 354,2 2 0,-1 2 0,2 0 0</inkml:trace>
  <inkml:trace contextRef="#ctx0" brushRef="#br0" timeOffset="96">13696 5093 8148,'10'-4'-414,"-1"3"1098,0-3 45,-4 4-497,0 0 1,-5 2-74,0 4-170,0 0 160,-5 12-24,4-4 1,-6 5 79,4 0 1,-1 3 123,1 3 1,2 6-111,-2 3 1,1 4 130,-2 2-441,3 2 1,-3 2 341,4-1-1125,-4 1 839,3 2-1486,-3 1 1520,4-20 0,0 1 0,-1-2 0,-1 1 116,0 4 1,1 0-173,-1-1 0,1-2 1,0 1-1,2-1 85,-1 25 1,0-3-126,0 2 111,0-3 0,0-5-3,0-7 0,1-6 0,1-1 0,1-4-115,-1-5 121,-1-5 0,-1 0 1,0-3 240,0-2-246,0 0 778,4-2-978,-3-4 743,3 3 0,-4-2 0,1 3-432,2 0-124,-2 0 1,4-2 283,-5-1-135,4-4 1,1 2-127,4-4 270,1 0-130,3 0 1,-2-1-80,5-2 1,-1-2 39,4-5 0,1 1-387,1 0 0,0-4 118,4 1 1,3-3-1229,3 2 1,2-2 1373,-5 2 0,6-3 0,-5 1 0</inkml:trace>
  <inkml:trace contextRef="#ctx0" brushRef="#br0" timeOffset="97">14013 5372 8010,'9'-5'182,"-3"-2"278,1 4-156,-5-4 0,3 2 529,-2-1-388,-2-2-361,3 7 71,-4-3 1,0 3-157,0-2 52,0 2 20,-4-4 0,0 7 238,-2 1-330,-3-2 48,4 7 1,-4-2 6,0 7 1,-1-2-23,1 4 0,3 1-2,-1 3 0,1-1 0,-2 0 135,2-3-223,-2 3 50,6-4 1,-5 5-58,4 0 0,-3-1 0,3 1 23,1 0 0,1-1 2,1 1 0,0-4-24,0 1 1,4-4 55,2 4 1,2-5-22,2 2 156,3 1-133,-3-8 0,7 6 72,-5-9 0,5 3-63,-2-3 0,2 0 48,-1-3 0,0-1-39,-3-2-38,3-2 46,-6-5 1,7-3-158,-5-2 154,1 1 1,-7-4 0,-1 3-42,-1-3 1,3 3 22,-4-1 0,0 5 35,-3-1 1,0 1-47,0 2 226,0 4 0,-4 0-152,-3 1 0,-1 3 1,-1-2 176,-1 2 1,1 2-107,0 2 0,-4 3-42,1 3 1,0 0-46,2 1 0,2 2 82,2 0-254,-2 5 81,7-3 1,-4 5 120,5 0 1,1-1-529,3 1 0,1-1 178,4 1 1,4-4-655,3-3 1,-2-3 947,2-2 0,-1 1 0,4-3 0</inkml:trace>
  <inkml:trace contextRef="#ctx0" brushRef="#br0" timeOffset="98">14329 5670 8051,'14'0'1491,"-4"0"-1319,0 0 1,-5 0 386,-2 0-176,-2 0-3063,3 0 2680,-12 0 0,1-4 0,-6-1 0</inkml:trace>
  <inkml:trace contextRef="#ctx0" brushRef="#br0" timeOffset="99">14590 5512 8435,'5'0'2272,"-1"0"-2005,-4 0 1,1-3-58,3 0 0,-3-1 0,2 1 136,-2-4 1,0 2 31,2-1-189,-2 0 0,6-4 78,-4 1 1,4 3-1,0 0 1,1 3-1235,1-4 1,-3 4 646,1-3 0,-1 4 0,3-1 376,1 2 177,-1 1-142,0 0 52,-4-4-50,4 3 1,-5-2-27,2 6 0,-2-1-166,-4 4 0,0 0 0,0 5 66,0 1-126,0-2 77,0 8 1,-3-3 54,0 7 1,-4-2 0,1 2-16,1-3 21,-3 0 6,3-1 1,-1-2-209,-1-1 1,1 0-70,-3 0 261,4-1-243,-4-5 115,8 1 0,-4-4-651,2 0 126,2-4 246,-3 2 303,4-4 0,1-1 145,2-2 0,-1 1 331,4-4-268,-4 4 0,7-2 1,-3 4 311,2 0 0,-2 0-177,1 0 1,-1 0 197,3 0-88,0 4-110,1-3-85,-1 3 92,0-4-53,1 0 1,-1 0-548,0 0 0,-2-1-822,-1-2 0,-4-2 1207,1-5 0,-2 1 0,-1 0 0</inkml:trace>
  <inkml:trace contextRef="#ctx0" brushRef="#br0" timeOffset="100">14925 5465 8198,'14'-9'-15,"-4"1"79,3 2 1,-6 1 133,-1 1 940,0-1-263,3-4-79,-3 4-279,-2-4-534,-4 8 140,0-3 0,0 15 90,0 1-264,-4 3 18,3-2 1,-7 1 0,5 5 153,1 0 1,-2-4-153,1 1 0,0-2-22,3 2 1,0-2 0,1-3 112,2-2-164,-2 2 77,7-6 0,-6 1 1,5-3-165,0-2 0,1-1 116,1 0 1,0-1-41,-3-2 0,2 1 0,-2-5 230,3 0-49,0-1 0,0 0 131,1 1-228,-1-1 1,0 6 209,1-4 0,-4 4-96,0-1 0,-4 3 46,1 3-55,2 2-35,-4 4-13,3-4 17,-4 8 1,0-7 24,0 6 1,0 2 23,0-2 0,-3 5-96,0-2 0,-3 0 54,3 0 0,-3-3 8,3 0-111,-5-2 94,3 0-467,0-1 216,-3-4 106,3-1 1,-5-4 113,1 0-967,0 0 447,-1 0 1,1-3-529,0 0 1,-1-3 183,1 3 854,0-4 0,-1 1 0,1-3 0</inkml:trace>
  <inkml:trace contextRef="#ctx0" brushRef="#br0" timeOffset="101">15121 5465 8193,'18'-9'836,"-3"4"-373,-3 2 1,-4-1 309,-2 1 1,-1-1 132,1 0-119,-2 3-332,-4-7-443,0 7 1,-1-3-1,-2 4 426,-3 0-1071,-2 0 531,-6 0 1,0 1-621,-5 2 1,1-1 0,-1 3 180,0-1 1,0 1-71,-3-2 1,2-2 610,-1 2 0,1 2 0,1 0 0</inkml:trace>
  <inkml:trace contextRef="#ctx0" brushRef="#br0" timeOffset="102">15530 5205 8237,'15'-4'-1983,"2"-2"1525,-5-3 1319,0 4-250,-2-3 221,-1 7 137,0-8-703,1 4 0,-4-3 288,0 2-306,-4 2-183,2 4 341,-12 0-636,2 0 228,-12 0 1,8 0-654,-3 0 431,-1 0 154,-1 4 1,-2-3-1,0 3-465,2 0 216,-1-3-1148,2 7 956,-4-7 1,7 5 510,-5-3 0,5-1 0,-2 4 0,3 0 0,1 3 0</inkml:trace>
  <inkml:trace contextRef="#ctx0" brushRef="#br0" timeOffset="103">15568 5186 8237,'14'0'-2034,"0"0"2034,-5 0 20,0 0 1,-2 0 370,-1 0 125,-4 0-310,2 0 1,-4 4-1,-1 4 429,-2 3-272,2 8-216,-8 4 1,5 10 71,-2 5 1,-1 3-894,4 6 698,-4 3 1,6 3 50,-1-24 0,0 1 0,0 0 0,0 1 0,1 2 0,-1-1-117,1 1 0,0-1 1,0-1-1,1-1-17,0 0 0,0-1 0,0-1 0,0-2 41,0 27 0,0-4 222,0 0-502,0-5 195,0-7-51,0-9 0,0-3-6,0-7 1,0 2 31,0-8 0,0-2-316,0-4 347,0-4 420,0 2 1,0-14 3,0-3 466,0-1-360,0 5 0,0-1-191,0 1 1,-1 3-73,-2 0 1,-2 0 7,-5 0 1,1 2-341,0 4-46,-5 0 302,0 0 1,-5 0-883,1 0 0,-5 0 0,-2 0 788,-2 0 0,-1 0 0,0 0 0</inkml:trace>
  <inkml:trace contextRef="#ctx0" brushRef="#br0" timeOffset="104">10316 7225 8081,'7'0'615,"-1"0"0,-4-1 263,1-2-34,-2 2-155,-1-7 55,0 7-439,-4-8 1,-4 7-441,-5-4 157,1 4 1,-1-2-225,1 4 0,-5 1 244,2 2 0,-3-1-1243,0 4 0,0-3 1201,3 4 0,-3-1 0,4 3 0</inkml:trace>
  <inkml:trace contextRef="#ctx0" brushRef="#br0" timeOffset="105">10307 7384 8082,'23'0'0,"-9"1"3165,-1 2-1688,-7-2-1018,-6 3 1,-1-4 58,-2 0 1,-6 0-325,-7 0 1,0 0-175,-2 0 1,-3 0-482,-7 0 1,-3 3 460,0 0 0,0 0 0,3-3 0</inkml:trace>
  <inkml:trace contextRef="#ctx0" brushRef="#br0" timeOffset="106">10819 7113 7864,'3'-6'-9,"0"0"151,-1-1 0,1 2 422,0-2 1,-2 4 59,2-3 78,2 4-61,-4-2-7,3 4-4,-4 0 0,0 4 22,0 2-367,0 7 0,0 2 288,0 7-414,0-2 1,0 10 160,0-2-297,0 10 55,0-4 1,0 10 267,0-3-608,0-1 1,0-3 283,0 1 1,0-2-1,1-2-72,2-3 1,-2-6-799,2-3 1,-2-4 0,-1-2-1876,0-3 1450,0-8 1273,0-1 0,5-12 0,0-2 0</inkml:trace>
  <inkml:trace contextRef="#ctx0" brushRef="#br0" timeOffset="107">11071 7132 7994,'5'0'1768,"-1"-4"-1312,0 3 243,-3-3 221,3 4 307,-4 0-1192,0 4 0,0 2 132,0 7 0,0-2-128,0 4 0,0 2 91,0 5 1,0-3-104,0 3 1,0 4 37,0-1 1,0 7-131,0-4 0,0-1 88,0-2 1,3-2-99,0 2 0,1-2 26,-4-4 1,3-1 25,0 1 1,3-4-178,-3 1 1,1-5 50,-1 2 0,2-4-93,5-3 24,-1 2 151,-4-7 1,7 4-35,-3-5 1,3 0-28,1 0 68,-3 0 0,8-5 1,-3-1 26,3-2-58,-4-5 29,4 2 0,-8-2 102,3 3 0,-3 0-102,-1-2 1,-2 1 68,-1-1 1,-4-2-76,1 2 69,2-5 0,-4 6-18,2-4 1,-2 3 0,-1 0 0,0 1-24,0 2 292,-4 0-268,3 4 3,-7 1 1,3 0 187,-5 1 1,4 0-128,0 3 0,0 3 1,-4 1 285,1 2-160,0 4 1,3 1 0,0 4 171,2-2 1,1 4-286,3-2 1,0 3 77,0 1 0,3-1-165,0 1 41,5-1 0,-3 0 0,4-2-1070,0-4 773,5-6 1,-4 1 0,4-4-1131,-1 0 1,-2-3 1411,5-4 0,-1-1 0,4-4 0</inkml:trace>
  <inkml:trace contextRef="#ctx0" brushRef="#br0" timeOffset="108">11536 7197 7974,'9'0'1549,"0"-1"-494,-3-2-5,2 2-346,-7-3-509,3 4 1,-5 1 56,-2 2 0,-1 2-435,-2 5 1,-2 0 188,1 2 0,0 0-158,1 3 0,1 1 118,2 2 1,2 4 148,-2 0 0,2 3 19,1-4 1,0 4-97,0-3 1,0 3-49,0-3 1,3 2 154,0-2-361,4 0 24,-2 1 248,4-4 1,-1 0-334,1-7 163,-2-1 1,8-3-110,-3-2 137,3-2 1,0-5 55,1-2 1,-2-6-22,2-7 0,1-5 76,-1-4-71,-3-2 0,0-5-48,-7-2-852,2-3 1002,-7-4 0,3 3-72,-4-3 206,-4 7-83,-1 2 0,-7 8-725,-1 3 304,-3 5 192,1 7 0,-4 5-1892,1 4 962,-5 4 1052,3 1 0,-2 8 0,3 2 0</inkml:trace>
  <inkml:trace contextRef="#ctx0" brushRef="#br0" timeOffset="109">11927 7654 7959,'14'0'858,"-8"0"1,5 1-864,-8 2-128,0-2 0,-4 3-183,-2-4 0,1 3 74,-4 0 242,0 0 0,-3 1 0,-1 1 0</inkml:trace>
  <inkml:trace contextRef="#ctx0" brushRef="#br0" timeOffset="110">12188 7346 8130,'3'-9'16,"0"0"1,3 2 269,-3 1 1,1 3 371,-4-3 227,0 4-838,0-6 191,0 7 100,0-4 0,0 14-174,0 3 1,0 2 0,0 1-8,0 2-53,0 0 1,0 2 0,0 0-105,0 3-125,0-2 253,-5 3-12,4-1-265,-3-6 91,4 6 1,1-8 17,2 5-98,-2-1 167,8-3 0,-7 1 16,4-3-233,0-1 213,-1-2-264,4-1 243,-4 0 1,4-4-73,0-2 25,1-2 1,2-1-160,1 0 178,-1 0 2,-3-4 1,4-4-164,-1-4 154,0-5 0,-2 6-78,-1-5 57,0 5 3,1-7 0,-4 8-3,0-3 0,-4 3-2,1 1 0,-2-1-21,-1 1 0,0 0 10,0 0 0,-1 3 73,-2 3 0,1 2 11,-4 1 0,0 1 148,-4 2 0,2 3 37,2 3 0,1 3-59,2 1 1,2 3 151,-2 0 1,1 1-59,2 2 0,4-4-177,-1 1 1,4 0-103,-1 2 1,2-3 166,2-3 0,-2-2-557,-2 0 0,3-5 211,-3-2 0,2-2-940,1-1 1,1-2 1158,-1-4 0,4-9 0,2-9 0</inkml:trace>
  <inkml:trace contextRef="#ctx0" brushRef="#br0" timeOffset="111">13166 7365 8094,'9'5'-433,"0"3"-324,0-1 0,-2-2 718,-1 1 133,-4-4-46,2 2 421,-4 0-47,0-3 511,0 3-697,-4-4-112,3 0 1,-6-4 214,4-2-437,-5-2 171,3-6 1,-3 3-32,2-5 0,-5 1-91,5-4 1,-7 1-25,3-1 0,-1 1 89,2 3 0,2-2-109,1 5 1,0 0 125,-3 2 1,3 4 93,-1 0 0,4 4-69,-3-1 0,3 2 84,-3 1 0,3 3-30,-4 0 1,4 4 180,-3-1 0,3 6-261,-3 0 1,3 2 78,-4-2 1,2 2-233,-1 5 225,-2 0-29,7 3 0,-8 1-125,3 2 0,1-1 48,-1-2 1,1 0 0,-3 3 18,2-3 0,0-3 22,-3-4 1,0 2-17,3-5-187,-2 0 179,3-6 1,-4-2 26,-1-4-246,1 0 100,0 0 0,-1-8-38,1-1 1,0-6 72,-1-1 1,2-2-364,2-4 195,-2 2-245,7-7 420,-4 8-312,5-4 158,0 8 1,0-1-510,0 3 404,5 1 1,-4 3-319,2-1 639,2 5 0,-4 1 0,7 0 0,-3-1 0</inkml:trace>
  <inkml:trace contextRef="#ctx0" brushRef="#br0" timeOffset="112">13212 7793 8095,'9'0'-1919,"-2"0"1919,-1 0 0,0 0 192,-1 0 1,0 0 503,-2 0-507,-1 0 0,2-1 0,-4-2 219,0-3-282,0-2 0,0-2 163,0 1-117,-4-5-22,2 0 0,-3 0-98,2 1-85,-2-1 99,0 3 1,-2-2 45,4 4 1,-5 2-62,2 1 1,1 4-140,-1-1 1,-1 2 171,-2 1-169,0 0 0,0 4 25,-1 2 95,1 7 1,0-2 24,-1 5 0,2-1-31,2 4 1,-2-1 114,1 1 1,2 0-105,-1-1 0,4 1 80,-1-1 1,-1 1-64,1 0 0,-4-2 0,4 0 260,1-2 98,-3-3-255,4 1 1,-6-7-64,4 1 13,-5-5 0,4 1-235,-2-6 1,-2-4 73,2-5 0,-3-1-217,0-3 1,3 2 0,0 2-469,-2 0 0,-3-1 736,-2 4 0,1 0 0,3-1 0</inkml:trace>
  <inkml:trace contextRef="#ctx0" brushRef="#br0" timeOffset="113">13845 7393 8269,'0'-9'-1356,"1"-1"1850,2 1-37,-2 0-55,4-1-192,-5 1 188,0 0-222,0-1 1,3 1 131,0 0 0,0-1-55,-3 1 0,0 3-13,0 0 125,0 4-413,0-3 100,0 5-51,0 9 1,0 0 97,0 7 1,-1 4 66,-2-1 0,2 5 45,-2-3 0,2 5 150,1-1-235,0 2-29,0 1 0,0-1 55,0-2 0,0 1-80,0-5 1,1 4-154,2-3 0,-2 0-337,2-4 0,-2-3 238,-1-3 1,3-5-1059,0-1 603,0-3-1395,-3 1 1757,0-4 1,4-4 0,1-2 0</inkml:trace>
  <inkml:trace contextRef="#ctx0" brushRef="#br0" timeOffset="114">14125 7337 8138,'9'-5'-176,"0"2"1,-3 1 1543,1-1-310,-5 1-472,2-2-479,-4 4-140,0 0 0,0 4-5,0 3 89,-4 1 1,2 1 214,-5 1-349,1 3 217,1 2 0,-2 0-33,4 1 1,-4-1-32,4 4 0,-3-1-74,3 1 1,0 0 48,3-1 1,0 1 0,0-1-82,0 1 164,0 0-385,0-1 179,0 1 0,3-2 58,0-1 0,4-3-97,0-3 1,1-2-128,1-2 241,0-2-32,5-4 0,-4 0-16,3 0 1,0-1 0,0-2-16,-2-3 74,3-6-36,-3 1 0,2-2-28,-3 4 0,-1-4 33,0 1 1,-3-1 0,1 3 79,0-2 1,-2 1-103,1-1 1,-4 1 21,1 2 0,-1 0-10,2-1 1,-3 1 12,2 0 1,-3 3-49,-3-1 50,2 5 1,-8-2 35,3 4 0,-2 0-46,-2 0 1,1 1 36,0 2 1,3 3 127,-1 3 0,2 1-103,-1 3 0,2 1 1,4 5 153,0-1-172,0 1-136,4 0 1,0-1 101,2 1 0,6-5-406,-3-1 1,2-3 0,0-2-20,1-1 1,-1-4-189,1-6 631,-2 2 0,4-12 0,0 3 0</inkml:trace>
  <inkml:trace contextRef="#ctx0" brushRef="#br0" timeOffset="115">14581 7328 8149,'3'-15'-479,"1"3"574,1 1 0,-3 2 324,1 0 1,2 3-193,-2-1 1,0 4 184,-3-3-395,0 4 237,0-2 24,0 4 1,0 7 0,0 3 65,0 4 1,0 2 52,0 6-38,0 2-121,0 4 1,0 0-124,0 0 0,1 0 121,2 0 1,-2 1-127,2 2-48,-2-2 0,-1 2-402,0-7 0,1 2 75,2-4 1,-2-4-1,2-6-1816,-2-2 1530,-1-4 551,4-2 0,2-8 0,3-2 0</inkml:trace>
  <inkml:trace contextRef="#ctx0" brushRef="#br0" timeOffset="116">14907 7467 7728,'4'-5'-1681,"-3"1"1727,3 4 1,-4-1 640,0-2-284,0 2 545,0-3-830,0 12 1,0-2 70,0 7 0,1-3-5,2-1 0,-2 1-33,2-1 1,-1 3 11,1 1 0,-2 0-159,3 0 1,-3-2 108,-1 4 0,1-2-189,2 2 0,-2 0-10,2 0 0,-2 2-212,-1-5 371,0 1-324,0-4 135,0 0 0,0-2-149,0-1 228,0-4 1,0 1-129,0-6 0,1-5 46,2-5 0,-2-3 1,3 0-217,0-1 230,-3-2-131,8 0 148,-4 1 1,4-1-81,0 0 277,1 1-79,-1-1 0,0 5 93,1 1 0,0 3-117,2 1 0,-1 0 162,1 3 29,-1 2 0,-5 4 189,0 0-138,-4 0-125,6 0 191,-2 4-103,-1 1 1,-1 8-92,-4-1 0,0 5-33,0-2 0,0 6-201,0 1 222,0-1-21,0-2 0,0-1-59,0-3 1,0 2-1,0-5-154,0-1 226,0 0-137,0-6-307,0 3 380,0-7-11,4-5-433,-3-6 201,3-9-136,-4 1 0,1-1 89,2 0 0,-1 1 2,5-1 1,-4 1 56,3 3 217,0-3-134,3 8 0,1-7-139,-1 5 461,0 0-150,1 6 137,-1 2 0,-3 4 147,0 0 1,0 1-71,0 2 63,-2 7 1,0 1-59,2 5 0,-1-2 75,2 2 0,-4 1 20,3-1-221,0 1 0,3 1 14,1-3 1,3-1-1,3-6 15,1-2 1,2-1-70,0-5 0,-1-2-159,1-1 1,-1-3-266,1-6 0,-5 0 167,-1-3 1,-3 3-695,0 0 0,-2-1 140,-2 0-305,-2 1 1,-4 2 178,0 1 824,-4 0 0,-1 0 0,-4-1 0</inkml:trace>
  <inkml:trace contextRef="#ctx0" brushRef="#br0" timeOffset="117">15205 8035 8204,'18'0'-875,"-2"1"0,-2 1 870,0 1 1,1 2 103,-2-2 1,2-2 389,-2 2 0,-1-2-97,-3-1 1,-3 0 114,1 0-178,-5 0-359,2 0 620,-4 0-362,-8 0 0,-3 0-86,-7 0 1,-2 0 95,-2 0 1,-6 0 16,-6 0-238,-6 0-351,-3 0 1,-9 0 400,23 0 0,-1 0-41,-2 0 1,-1 0 0,-7 0-1,0-1 1,0 0 0,0 0-57,1 0 0,0-1 0,-4-2 0,-1 0-276,-4 1 0,-1 0 0,5 1 0,1-1 99,1 0 0,0 0 1,-1 1-1,1 1-100,0-2 1,0 0 0,2 1 0,0 1 153,4 0 1,1-1 0,3 0 0,1 0 0,-19-1-382,7 1 247,4 1 85,1-3 0,9 3-43,5-2 1,4 2-442,4 1 524,7 0 1,13 0 806,9 0-645,11 0 0,1 0 0,7 0 0</inkml:trace>
  <inkml:trace contextRef="#ctx0" brushRef="#br0" timeOffset="118">15112 8166 8377,'33'4'-1105,"-2"0"834,-7 2 0,-4-1 1009,-4-2-241,-5-2 1,2 4 305,-3-5-373,-1 4-169,-4-3-393,-1 3 241,-4-4 151,0 0 1,-4 0 42,-2 0 0,-3 1-102,-4 2 0,-2-2 48,-7 2 1,-2-1 36,-4 1-135,-4-2-327,-5 3 1,-12-4 229,21 0 0,-3 0 1,-2 0-1,-1 0-322,-3 1 0,0-2 0,-1 1 0,-1-1 287,1 0 1,-1-1 0,-1 1-1,-1 0-448,-6-2 0,1 0 0,3 1 0,1-1 286,3 0 0,0 0 88,4 0 1,-1 2 0,-2-1 0,0 0 59,3 1 0,-1-1-91,0 1 1,1-1 66,6 2 0,1 0 0,-25 0 197,13 0 1,0 0-80,9 0 0,-3 0 1,3 0 11,1 0 1,5 0 175,4 0 0,5 0-100,4 0 0,4 0 526,2 0-720,4 0 1552,10 0-3414,4-4 892,11 3 0,-4-3 977,3 4 0,2 0 0,4 0 0</inkml:trace>
  <inkml:trace contextRef="#ctx0" brushRef="#br0" timeOffset="119">10298 9823 8280,'4'-9'0,"-2"-1"-279,4 1 0,-4 0 123,1-1 1,2-2 432,-2 0 1,1-2-59,-1 2 1,-2 1 133,2-1 0,-2 2-136,-1 0 1,0 1 193,0 0-34,0 3-13,0 2-222,0 17 0,0 6 47,0 16 0,0 8-144,0 4 1,0-20 0,0 1-107,0 0 0,0 0 1,0 3-1,0-1 81,0 0 0,0-1 0,1 2 0,1 0 14,-1-1 1,1-1-1,1 1 1,0-2-91,-1-1 1,0-1 0,2 20 3,-1-9 1,-2-6-548,2-9-1107,-2-5 1263,-1-12 1,0-25 442,-4 2 0,-1-5 0</inkml:trace>
  <inkml:trace contextRef="#ctx0" brushRef="#br0" timeOffset="120">10605 9767 6916,'-8'1'457,"2"2"-257,-3-2 1,7 3-140,-4-4 0,4 1 200,-1 3 1,2-2 128,1 4-46,-4-4-111,3 6-39,-3-3-72,4 0-34,0 0 103,0-1-109,0-3 1,4 3 0,2-4 1,3-1 79,4-2-285,1-2 76,5-5 0,-1-2 4,1-1 3,0-3 0,3 1 28,3-3 0,2-1 46,1 1 0,0 0 97,0 2 1,-5 3-101,-5 4 1,0 0 450,-6 3-211,1 2-326,-4 4 33,-4 0 1,-2 1-191,-6 2 1,1-1 34,-4 5 0,1-1 125,-2 3 0,-1 0-21,2 1 1,-2-1 21,-2 0 0,1 4 27,0-1 1,3 5-42,-1-2 0,5 4 145,-1 3 0,-1 1-48,1 5 0,0 4 138,3 2 1,0 3-41,0 0 0,0 4-219,0 3 1,1-3 218,2-1 0,-2-2-83,2-4 1,-2-3-190,-1-6 0,0-4 122,0-5 1,0-3-184,0-3 0,-4-5-205,-2-2 1,1-2-259,-2-1 0,2-1 665,-1-2 0,-2-6 0,3-6 0</inkml:trace>
  <inkml:trace contextRef="#ctx0" brushRef="#br0" timeOffset="121">10884 10102 8224,'18'-9'341,"-3"0"-175,3-1 1291,-3 1-487,-1 0-929,-5 4 1,-13 0-35,-8 5 1,-9 0-59,-4 0 0,-3 0-614,-3 0 0,1 0 339,-4 0 1,4 0-1163,-1 0 1488,6 0 0,-2 0 0,4 0 0</inkml:trace>
  <inkml:trace contextRef="#ctx0" brushRef="#br0" timeOffset="122">11052 9870 8270,'14'-10'157,"-1"1"1,-4 3 111,-3-1 1,3 1-141,-3-3 0,-2-3 125,-1-1 0,-1 4 210,1 3-31,-2-1-339,3 2 0,-4 2 11,0 6 1,0 3 90,0 7 0,0 2-118,0 7 0,0-1 51,0 4 1,0-1-177,0 4 1,0 0 26,0 0 1,0 4-61,0 2 0,0 3-21,0 0 0,4-1-70,-1-2 0,4-5 71,-1-4 0,2-7 101,2 0 0,0-5-28,2-1 1,0-5 13,3 0 1,-2-5 16,2 1 0,0-6-19,0-4 1,6-6 103,-2-6 1,-2-3 33,-1-6 1,-2-1-105,2-2 0,-4-1 57,-6-3 0,2-1-43,-5 2 1,0 1 70,-3-1 0,0 4-57,0-1 0,-4 5-52,-3 1 0,-5 5 51,-3 2 1,-3 3-224,-1 6 0,1 1-76,-1 2 1,-3 1-222,1 5 0,-4 1-175,3 3 1,3 2 230,4 6 1,4 0-307,-2 3 1,4 1 723,3 2 0,1 5 0,5 1 0</inkml:trace>
  <inkml:trace contextRef="#ctx0" brushRef="#br0" timeOffset="123">11750 10112 8211,'32'-9'244,"-4"3"1,-4-2 33,-5 2 1,-5 0 93,-1 0 0,-3 3-39,-1-3 1,0 3 192,-3-3 0,1 3-114,-4-4 1,0 4-122,-3-3 0,-1 1-62,-2-1 1,1-3 18,-4 3 0,-4 1-230,-2-1 1,-1 4 122,0-1 0,2 2-651,-5 1 0,1 0 321,-4 0 1,1 3-920,-1 0 0,-3 4 33,0-1 1075,1 2 0,2 2 0,0-1 0</inkml:trace>
  <inkml:trace contextRef="#ctx0" brushRef="#br0" timeOffset="124">12300 9897 8234,'3'-9'-30,"0"0"159,0 0 0,-2-1 152,2 1-63,-2 0 1,3 2 392,-4 1-125,0 4-440,0-2 804,0 4-644,0 8 1,0 3 35,0 7 0,0 5-132,0 2 1,0 6 9,0 3 0,0 7-338,0 6 0,0-1-2,0 4 174,0-2 0,3-3-188,0-1 0,4-5 120,-4-8 1,0 0-459,-3-6 1,0-2 260,0-2 1,0-5-825,0-4 568,0-1 567,0-6 0,-4-9 0,-1-7 0</inkml:trace>
  <inkml:trace contextRef="#ctx0" brushRef="#br0" timeOffset="125">12551 9953 8203,'24'-9'614,"-5"0"-599,-3-1 0,-8 5 9,2 2 0,-4-2 142,0-1 1,-1 2 277,-2 0 1,-2 2-120,2-1 111,-2 2-295,-1-3 1,0 11-225,0 3 0,-3 4 159,0-1 1,0 4 102,3 2-200,0-1 113,0 9 0,0-2 67,0 6-291,0-2 70,-4 7 1,3-7 140,-2 2-272,2-2 102,1-5 1,0 2-131,0-4 230,0-1 1,0-2-200,0 0 0,0-5 81,0-1 0,4-3-27,2-1 0,-1-1 64,2-1 1,0-3-102,5-4 0,0-2 93,3-4 0,-2-2 133,2-7 0,-3-2-44,4-4 0,-4-3 14,4-4 1,-5 1 63,2 2 0,-3-1-64,-1 4 1,-2 1 158,-1 2 0,-4 2-89,1 1 0,-2-1 67,-1 5 0,-1 0-95,-2 2 1,1 4 2,-4 0 1,-1 4-29,-2-1 0,-3 6-4,-1 3 0,-2 3-63,2 4 1,0 5 69,0 7 1,4-2-56,0-1 0,1 0 43,4 0 1,1 0-77,3-3 0,1-1 61,2 1 0,3-4-229,3 1 0,0-5-53,1 2 0,-1-6-204,0-1 1,4-4-267,-1 1 0,1-2 281,0-1 1,-3-2 454,3-4 0,1-4 0,1-9 0</inkml:trace>
  <inkml:trace contextRef="#ctx0" brushRef="#br0" timeOffset="126">13072 9879 8390,'6'-19'-227,"2"5"-57,-2 1 0,1 3 1418,0 1-88,-3 3-518,0-2 0,-2 4 126,4-2-509,-4 2 1,2 12 136,-4 4 0,0 9-149,0 4 0,0 3 149,0 3 1,0 2-58,0 4 1,3 5-74,1 1 1,2-1-172,-3 2 1,1-6-356,-1-1 1,-2 0 243,2-6 0,-2-3-871,-1-4 1,0-4 514,0-1 1,-1-3 485,-2-6 0,-2 5 0,-4-5 0</inkml:trace>
  <inkml:trace contextRef="#ctx0" brushRef="#br1" timeOffset="127">13910 10074 8663,'15'-9'-830,"1"1"555,-3 2 1,0-3 1341,0 3-584,-3-2 1,4 2 302,-5-1-482,0 1 1,-3 0-158,1 0 0,-5 3 448,1-4-340,-2 5 284,-1-2-516,0 4 0,-4 0 85,-3 0 0,-1 0-133,-1 0 0,-2 0-115,-1 0 1,-2 3-97,-5 0 1,0 1-343,1-4 0,2 0 271,1 0 1,-1 0-191,-2 0 0,-4 0-123,0 0 620,0 4 0,0 1 0,-2 4 0</inkml:trace>
  <inkml:trace contextRef="#ctx0" brushRef="#br0" timeOffset="128">13920 10251 8514,'24'-4'213,"-3"3"-170,-5-2 1,-3 1 639,-3-1 1,-4 1-185,0-4 0,-4 2-17,1-2 0,-2 3 74,-1-3-417,0 0 0,-4-3-39,-2 3 1,-2 2 92,-2 4 1,-2 0-130,-1 0 0,-3 1 140,0 2 1,2-1-477,-2 4 0,4-2 163,-4 2 1,1-1-850,-4 1 1,1 2 501,-1-1 0,-4-2 456,-2 1 0,7-4 0,0 2 0</inkml:trace>
  <inkml:trace contextRef="#ctx0" brushRef="#br0" timeOffset="129">15102 9879 8338,'10'0'0,"-1"0"202,0 0 0,-3 0 90,1 0 0,-4 0 118,3 0 0,-4-1 104,1-2-274,-2 2 0,-1-5-229,0 3 0,0 1 91,0-4 1,0-3 247,0-4-643,-4-3 240,3 5-211,-7-6 0,2 7 185,-3-3 1,2 1-98,-2 2 1,1 0-1,-5 7 77,-1 1 0,3 2-24,-4 3 1,-1 3-3,-3 7 0,4-2 62,-1 4 0,5 1 96,-1 3 0,4-4-100,2 1 0,4-4-23,-1 4 306,2-5-260,5 2 109,5-3 1,3-1-88,3 0 1,1-2 60,2-1 0,0-4 1,0 1-26,0-2 0,-4-1 11,4 0 1,-2-5-6,-1-4 1,2-2-7,-5-4 55,1 3-61,-4-5 1,0 2-13,1-3 0,-4 2 18,0 1 1,-4 3 6,1 0 260,-2 6-250,-1-3 216,0 8-216,0-3 0,-1 15 282,-2 5 1,1 5-64,-4 0 1,3 4 71,-3 6 0,3 5-58,0 5 1,2 4-737,1 2 597,0-1 0,1-18 1,-1-1-1,2 25 103,2 0 1,2-3 156,-3-5-564,4-3 180,-6-4 0,3-7-178,-4-2 165,0-10-20,4 0-800,-3-9 578,4-4 1,-5-2 106,0-6 1,-1-6-788,-3-7 0,2-5 488,-4-4 0,0-2 446,-3-1 0,-1 0 0,1 0 0</inkml:trace>
  <inkml:trace contextRef="#ctx0" brushRef="#br0" timeOffset="130">15577 10000 8317,'6'0'-305,"0"0"365,-3 0 236,1 0 51,-4 0-106,0-4-46,0 3 1,1-3 34,2 4 0,-2 1-33,2 2 0,-2 2-95,-1 4 0,0 5 0,1 3-73,2 7 110,-2 1 0,3 7-144,-4-4-17,4 0 0,-3-1 149,3-3 0,-3 2-174,-1-4 0,1-1 0,1-6-110,1-2 1,0-3-6,-3-1-84,0-3 149,0-2-297,0-4 362,0-9 0,0-1-21,0-9 0,0 2-35,0 1-16,4-1 51,-3 2-43,3-3 1,0-4 37,3 0 1,1-1 55,1 2 0,4 1 1,0-1-23,2 5 0,-3-1 8,3 5 0,0 0-43,0 6 1,2-1 6,-5 4 0,1 1 476,-4 5 0,-1 6-172,-1 7 1,0 5-94,-4 4 76,0 6-284,-3-2 86,4 3 30,-3 0 1,3-3 76,-4 2-187,0-6 1,0-3 0,0-6 61,0-4 102,0-2-399,0-5 122,0 0-10,0-5-27,0-13 1,3 2 15,1-11-169,-1 2 297,1-2 1,1 1-61,4-4-84,1 0 108,-1-3 0,0 0-73,1 1 231,3 3 1,-3 5-187,4 2 193,-5 10 0,0-4-105,1 8 1,-4 0 268,0 3 1,-1 8-59,2 4 1,0 6 47,-4 4 1,4 2 101,-1 3 0,-1 1-87,2 0 1,0 0-34,5 0 136,3-4-241,3-1 0,2-6 146,2-1-142,-3-3 1,5-8-45,-2-1 1,-2-3 0,2-2 91,1-3 1,-2-2-315,4-6 1,-1-3-106,0-3 1,2-1-94,-4 0 0,-4 4-591,-6-1 1,-3 2 447,-3-2 0,-2 0 492,-8 3 0,-5-3 0,-5 1 0</inkml:trace>
  <inkml:trace contextRef="#ctx0" brushRef="#br0" timeOffset="131">16350 10829 8456,'31'0'45,"0"0"1,-4 0-1,-4 0 697,-1 0 1,-3 3 29,0 0-468,-1 0 0,-7-3 446,1 0-52,-6 0-663,2 0 0,-8 0 73,0 0 0,-6 0 0,-9 0 13,-7 0 0,-6 0-1,-6 0 1,-4 0-127,-9 0 0,-2 4-358,24-1 1,-2 0 0,-4 0 0,-1-1 299,-7 1 1,0 1-1,0-2 1,0 1-275,-1 0 1,0 0 0,-2 1 0,0 0 233,1-1 0,1 0 0,1 0 0,-1 0-303,-3 0 1,2 0 283,4-2 1,0 0 0,0 2 0,1 1-206,3-2 0,1-1 191,-1 1 1,1-1-1,1 0 1,0-2-13,1 1 0,2 0 0,-18 0-136,6 0 0,9 0-67,3 0 1,8 0 69,8 0 1,2 1-400,4 2 834,2-2 0,10 4-803,7-5 650,5 0 0,14 4 0,1 1 0</inkml:trace>
  <inkml:trace contextRef="#ctx0" brushRef="#br0" timeOffset="132">16313 10959 8706,'45'0'404,"-7"1"0,3 2 11,-8 3 1,-5 1 52,-3 0 0,-6 0-25,-3-4 0,-8 0 246,1-3-383,-6 0 1,1 0-37,-8 0 1,-10 0-299,-11 0 0,-7 0 1,-9 1-24,-6 2 99,-4-2 1,21 2 0,-2-1-1190,-1 0 0,-2 0 1083,-4 0 0,-1 1 0,-2 0 0,-2 0-3,-3 0 1,0 0 68,2 0 0,-1 0-67,12-1 1,-2 0-1,1 0 1,-12 1 0,0 1 5,-1-2 0,0-1 1,3 1-1,1-1 1,1-1-1,1 0-166,-2 0 1,0 0-1,4 0 1,1 0 221,6 0 1,1 0-1,-20 0-29,15 0 0,5 3 103,7 0 0,7 3 468,5-3-420,7 5 1,3-4 533,6 2 0,5 1-866,5-4 0,2 1-781,-2-4 1,6 0 987,0 0 0,6 0 0,-2 0 0</inkml:trace>
  <inkml:trace contextRef="#ctx0" brushRef="#br0" timeOffset="133">9916 12970 8190,'9'-14'0,"3"-3"28,-3 5 0,1-2 159,-6 2 1,2 4 85,-3-1 259,0 2 123,1 2-225,-3-4-457,3 8 68,-4-3 1,-1 4-110,-2 0 77,-2 0 0,-4 9 51,-1 3 1,1 10 93,0 6 0,-1 5-42,1 7-308,4 3 0,1-17 1,1 2 241,1 2 1,1-1-983,-1 3 1,0-1 927,2 4 0,0 0 1,0-2-1,0 0 73,0 1 1,0 0-134,0-1 1,0 0 98,0 0 1,0 0-1,0-3 1,0 1-162,0-2 1,0 1-1,0 20 134,0-6 0,4-9-718,-1-13 473,0-1 0,-3-13-1279,0 1 1013,0-6 1,0-4 652,0-8 1,0-9 0,0-6 0</inkml:trace>
  <inkml:trace contextRef="#ctx0" brushRef="#br0" timeOffset="134">9870 13156 8218,'8'-6'127,"-2"0"1,-2 3 95,-4-3 1,0 2-16,0-2 0,0 0-157,0-3-6,0-1 1,0 1-115,0 0 1,0-2 95,0-1 0,0 1-114,0-5 1,5 4 70,5-4 0,1 1-104,8-4 0,-2 5 95,8 1 0,3 3 188,3 0 0,3 5-81,-3 2 1,2 3 118,-5 3 0,-2 3 97,-7 7 1,-2 1-42,-1 5 1,-6 4-60,-4 2 0,-4 6-30,2 3 0,-8 3-301,-2 3 1,-6 3 261,-4 3 0,-2 1-495,-4-1 1,-1-4 187,-2-5 1,-1-8-97,5-7 1,-4-7 128,3-2 1,0-7-69,4-3 1,-1-3-90,1-3 0,2-5 61,1-5 0,6-2 116,0 2 1,6-2-328,0 2 719,2 1 1,2 7-230,2 2 0,2 3 233,4 3 0,5 6-26,1 7 0,1 4-78,2 2 1,0 4 342,7-1 1,0-2-169,3 2 0,0-4 157,0 1 1,-4-7-52,1-2 0,-5-3-498,-2-1 1,0-3-239,-6-3 0,1-2-1019,-4-1 18,0 0 1,-2-4 1288,-1-3 0,0-1 0,3-1 0</inkml:trace>
  <inkml:trace contextRef="#ctx0" brushRef="#br0" timeOffset="135">11015 13324 8254,'37'-1'5,"-6"-2"0,-6 2-187,-7-2 1,-3 2 1089,-3 1-231,-1-5-340,-2 0 1,-3-3-6,0 2 1,-3-3-69,0 3-246,-6 2 97,1-4 0,-6 7-319,2-2 133,-2 2 1,-5 1-129,1 0 0,-5 0 151,2 0 0,-3 0-508,0 0 1,-5 4 245,-2 2 0,-6 1 310,-3-1 0,2 3 0,0-4 0</inkml:trace>
  <inkml:trace contextRef="#ctx0" brushRef="#br0" timeOffset="136">11071 13482 8377,'33'0'0,"-6"0"2811,-9 0-1177,-3 0-956,-10 0 0,-1-1-185,-4-2 0,-8-2-606,-5-5 1,-4 1-421,-5 0 1,-6 0-563,-6-1 0,-6 4 652,-4 0 120,-1 0 1,2 0 0,2 2 0</inkml:trace>
  <inkml:trace contextRef="#ctx0" brushRef="#br0" timeOffset="137">11722 12914 8145,'4'-5'1494,"3"2"-433,1-2-310,1 4 0,-2-7-39,-1 5-30,-4 0-119,6 3-224,-7 0-161,3 4 1,-1 2 179,0 3-521,1 0 221,-4 5 1,1-2 198,2 7-276,-2-3 69,3 7 1,-1-3 366,0 1-638,4 3 203,-6 4 0,7-1-56,-5-2 1,3 2-27,-3-2 1,3-2-88,-3 2 206,5-4 0,-7 2-160,2-5 1,1 0 47,-1-3-126,0-1 156,1-5 1,-3-6-95,2-6 0,1-9 64,0-10 1,0-8 85,-1-1 0,1-4-28,2-3 0,2-3-258,-1-2 0,1-3 363,1 0 0,1-3-70,-1 2 0,-1 3 25,-2 7 1,3 8-40,-3 4 1,-1 8-311,1 5 0,-3 5-92,3 0-320,-3 5 1,4 3-701,-4 9 1,0 3 199,-3 6 1236,0-1 0,0 5 0,0 1 0</inkml:trace>
  <inkml:trace contextRef="#ctx0" brushRef="#br0" timeOffset="138">12141 13315 8140,'14'0'1805,"-4"-5"-1007,4 0-317,-5-4-488,-4 4 131,-1 1 1,-7 5-68,0 2 1,-4 2-74,1 4 0,0 4 135,0-1 0,3 5 3,-3-2 0,4 3-9,-1 0 1,2 0-172,1-3 0,0 3 149,0-2 1,4 0-244,2 0 0,2-3 109,2-4 1,-1 1-120,0-1 0,4-4-474,-1-2 1,4-2-12,-4-1 1,0-5 646,-2-4 0,-1-1 0,0-3 0</inkml:trace>
  <inkml:trace contextRef="#ctx0" brushRef="#br0" timeOffset="139">12225 13091 8255,'15'5'0,"-5"4"-681,-4-3 1,-4-1-91,1 1 771,-2-4 0,4 6 0,0-2 0</inkml:trace>
  <inkml:trace contextRef="#ctx0" brushRef="#br0" timeOffset="140">12318 12756 8059,'4'-5'228,"1"-4"115,1 3 1,2-1 380,-2 1-142,2-3 1,2 5-99,-1-2-348,5 2 53,-4 4 0,4-3-7,-1 0-106,1 0 1,2 3 107,-1 0 1,-2 0 27,2 0 0,-3 1-116,0 2 1,-2 2 99,0 4 1,-4 2-132,0 1 1,-4 3 40,1 3 0,-2 1 33,-1-1 0,0 1-27,0 0 1,0-2-167,0-1 305,-4 1 153,3-6-289,-3-2 1,5-5 0,2-6 61,3-4 1,3-1-263,0-9 1,3 4 66,1-4 1,2-2-918,-2-4 174,-1 4 1,1 1-474,-1 1 1,0 3 505,-2 0-1464,-1 3 2192,-4 1 0,8-1 0,-3 1 0</inkml:trace>
  <inkml:trace contextRef="#ctx0" brushRef="#br0" timeOffset="141">13156 12951 8124,'15'0'431,"-2"0"1179,-4 0-492,1 0-562,-5 5-883,-1-4 366,-4 3 0,0-8-266,0-3 0,-3-2 150,0-3 0,-1 1 64,1-1-13,2 2 1,-7 0 95,5 1-225,-4 0 0,2 0 0,-4 3 0,-1 3-187,1 2 0,0 1 417,-1 0-145,1 0 14,0 4 240,-1 1-230,1 5 15,4 3 1,-3 2 98,1 3 138,3 1-163,0-1 1,4 2 7,0 2 1,0-3-11,0 3 209,0-6-111,4 5 0,0-8 206,3 5-293,1-5 0,-3 3 73,4-3 1,1 0 2,-1 0 0,0-3-168,1 2 0,-4-1 138,0-2-334,-4 0 0,2 1 123,-4-1 0,-1-3-96,-2 0 0,-2-2-125,-4 2 0,-1-3 62,1 3 0,-4-3-316,-3 3 1,-2-4 168,0 2 0,-4-3 419,0-1 0,1 0 0,2 0 0</inkml:trace>
  <inkml:trace contextRef="#ctx0" brushRef="#br0" timeOffset="142">13408 13026 8503,'11'-6'-19,"-1"1"181,-1 0-197,-6 2 1,1 3 806,-4-4-38,0 3-363,0-3 0,-1 11-377,-2 3 0,1 5 100,-5 1 1,5 1 202,-1 2-160,2-1-26,1 1 0,0 0 39,0-1 0,0 2-15,0 2 0,0-3-301,0 3 0,3-5 0,0-3-846,0-1 1,-2 0 95,-1-4 916,0-4 0,0-5 0,0-5 0</inkml:trace>
  <inkml:trace contextRef="#ctx0" brushRef="#br0" timeOffset="143">13482 12747 8367,'8'-10'107,"-2"4"-1501,3 0 916,-4 4 412,-5-2-5,0 4 1,0 8 0,0 2 0</inkml:trace>
  <inkml:trace contextRef="#ctx0" brushRef="#br0" timeOffset="144">13640 13045 8299,'24'0'609,"-5"0"-281,-7 0 0,-5 0 911,0 0-1012,-1 0-207,-1 0 1,-1 4-213,-4 2 143,0 2 0,0 5 174,0-1-216,-4 5-1,3-3 172,-3 9 0,4-4 1,0 3 0,0 2 0,0 0 52,0 0 1,0 2-53,0-1 1,1-2 41,2-1 1,1-3-46,2 0 1,0-1-144,-3-3 0,-1-2 147,4-7-454,-4 2 1,2-8 77,-4 0-524,4-8 537,-3-7 0,7-8-355,-5-1 391,4-7 0,-2-1 76,4-3 1,1 2-1,-1 4-84,0 1 1,1 0 268,-1 10 0,0-2 0,1 8 70,-1 0 0,-3 5 656,0 1-485,0 4 0,1-2 215,-1 4 1,-3 4-144,3 2 180,-4 7-237,2-3 0,-4 7-31,0-1-113,0 2 0,0 0-82,0 1 0,0-1 113,0 1 1,0-1-448,0-3 1,0 2 117,0-5 232,0 1-1701,0-8 1,0-2 1627,0-6 1,-4-7 0,-1-4 0</inkml:trace>
  <inkml:trace contextRef="#ctx0" brushRef="#br0" timeOffset="145">13976 12793 8260,'9'-5'-18,"-3"-2"153,0 4 111,1-5 1,2 4 5,0-2 1,0-1-127,1 4 1,-1-4 125,0 4 1,4-1-229,-1 1 0,4 2 49,-4-2-9,5-2 0,-4 4 0,3-2 128,-4 2 1,-2 2 24,0 2-162,-1 2 97,-4 4-202,3 1 50,-6 3 1,2-2 2,-4 5 76,0-1 0,-1 4 71,-2 0 1,0 2-40,-3 1 0,1-1 73,-1-6 1,1 2-1,3-5 157,-1 0-92,-1-2 1,5-2 75,3-2 0,-1-1-141,6-5 1,-2-5-224,6-1 1,0-6 70,-1-4 0,1-1-961,-4-2 466,5 1 333,-4-1 0,3 1-1362,-3 3 1,-1 1 1491,0 5 0,1-4 0,-1-2 0</inkml:trace>
  <inkml:trace contextRef="#ctx0" brushRef="#br0" timeOffset="146">14488 12998 8526,'9'-3'-424,"0"0"470,-4 0 848,4 3-582,-8 0-176,3 0 67,-4 4 0,0 1-115,0 4 0,-3 2-212,0 1 292,-5 3-238,3 3 183,-4 1 1,3 2 51,0 1 1,4 3 0,-2-2 168,3 1 26,1 0-131,5 4 0,-1-1-28,2-2 294,2 2-628,-3-7 302,9 2-243,-4-3 107,4 0 1,-6-5 244,-2-1-455,6-3 1,-5-4 83,5 0 0,-1-4 124,2 1 0,-3-7 0,3-5-137,-3-5 0,2-8 60,1-3 1,-4-6 49,-3-3 1,1-2-20,2-2 0,-1 1 145,-2 0 1,2 1-121,-5 2 1,0 2-250,-3 8 0,0 1 126,0 4 0,-1 5 0,-1 1-433,-1 3-90,-5 5 0,3-2-8,-4 3-368,0 6 585,-5-1 0,1 10-84,-3-2 0,0 3 511,3-3 0,-8 4 0,2 2 0</inkml:trace>
  <inkml:trace contextRef="#ctx0" brushRef="#br0" timeOffset="147">14711 13184 8430,'18'0'489,"-3"0"1,-4 0 0,-6-1 549,-1-2-420,-1 2-440,-3-3 1,-1 3 0,-2-1-93,-3-1-21,-7 0 1,-1 2 224,-5-3-1080,1 3 614,-1-3 0,-4 1-1166,-2 0 950,-6 0 1,-2 3-2603,-4 0 2118,4 0 753,1 0 122,8 0 0,-3 0 0,3 0 0</inkml:trace>
  <inkml:trace contextRef="#ctx0" brushRef="#br0" timeOffset="148">14804 13370 8365,'10'0'-376,"-5"5"1,2-3 726,-4 4 1,0-3-130,-3 3 0,0-3-213,0 3 147,0-4 0,0 7-68,0-4 0,0 7 0,0 1 116,0-2 1,-3 3 112,0-2-206,0 5 0,3-6 263,0 4-239,0-3 0,3 4-122,0-3 1,4 2 33,0-2 1,-2-1-110,1-3 0,-3-2 75,3-1 0,0-1-368,4 1-507,-5-2 1,2-5 140,-4-2 721,4-2 0,-1-8 0,3-2 0</inkml:trace>
  <inkml:trace contextRef="#ctx0" brushRef="#br1" timeOffset="149">14981 13063 9004,'14'-9'379,"-5"5"0,1 4-1732,-2 5 1503,-6 3 588,2 1-537,-4 1-105,0-1 0,-9 5 1,-1 0-1</inkml:trace>
  <inkml:trace contextRef="#ctx0" brushRef="#br0" timeOffset="150">14786 13976 8531,'23'5'-210,"-4"0"-21,-7-2 0,-2-1 422,-4 4 360,2-4 1,-7 1-192,2-6 1,-3 1 65,-3-4 0,-5 0-197,-4-3 0,-4-1-32,4 1 0,-5 0 6,2-1 1,-2 1 99,2 0 113,-3 4-158,3 0 0,-7 4 5,-3-2 1,-4 2 154,-5-2-1511,-9-2 1208,16 3 1,-2-1-29,-1-2 0,-1 0 1,-1 0-1,-1 0 29,1-1 1,-1 0 0,-8 1-1,-3 0 1,-2 0 0,-2 0-1282,-3 1 0,-1 1 1140,13 2 0,0 0 0,0 1 1,-3-2-1,-1 1 0,-1 0 61,-1 0 0,0 1 0,-1 1 0,-2-1 0,-1 0 0,0 1 0,1-1 0,0 1 0,0 0-868,0 0 1,-1 0 0,-1 0 765,10 0 0,-2 0 0,1-1 0,1 1 0,-7-1 0,1 0 0,-1 0-348,-1 0 1,-1 0 0,0 0 0,4 0-1,-1 0 1,2 0 167,2 0 1,1 0 0,0 0-1,1 0 1,1 0 0,1 0 54,-13 0 0,2 0 0,1 0 0,1 1 3,3 0 0,1 1 0,4 2 0,2 1-1,5 3 0,2 0 0,1 0 0,2 1 574,-20 10 1,12 0-723,4-1 1,13 0 1042,2-3 0,9-1-1210,4-5 504,10-4 0,-1 8 0,8-3 0</inkml:trace>
  <inkml:trace contextRef="#ctx0" brushRef="#br0" timeOffset="151">12914 14311 7982,'19'0'0,"-5"0"10,-1 0 910,-3 0-171,-5 0-692,-1 0 0,-5 0 58,-2 0 0,-3 0-186,-6 0 0,-7 0-171,-6 0 0,-1 3 167,1 0 0,0 4-45,3-1 1,-2 3-16,5 0 0,0 4 84,6 3 1,5-3 85,5 0 1,2-3 94,1 0 0,8-5 3,5-2 1,7-2-115,5-1 1,5-5 18,1-5 0,6 0 42,-2-6 1,-2 4 210,-9-3 0,1 0-142,-6 0 0,1-3-51,-8 2 0,-1 3 0,-4 1 1,0 1-3,-4 2 0,0 0 160,-3-1-498,0 5 1,-1 1 87,-2 4 1,1 1 127,-4 2 1,4 6 323,-2 7 0,0 3-92,1 2 1,0 3 188,3 4 1,0 4-50,0 2 1,0 10 29,0 2 0,0 1-170,0-1 1,3-1 131,0 4 0,4 2-519,-4-1 0,-2-22 0,1 1 303,-2-1 1,0 0 0,0-1-1,0 0-75,0 26 1,0-3-228,0 3 1,-4-6-96,-3 0 1,-4-7-87,-1-9 1,-5-5-264,2-10 1,-4-8 325,-3-8 0,-2-17-10,-4-11 0,5-11-186,1-8 0,7-3 305,10 22 0,1 0 0,1 0 0,2-1 181,2-1 0,1 1 1,8-23-46,-1 27 0,1 1 1,17-19 395,7 9 1,2 9-135,2 7 0,3 5 570,2 1 0,2 6 214,-2 2 0,-2 3-523,-7 1 0,-2 5-356,-4 1 0,-9-1 393,-3 1-3104,-5-4 2597,-5 2 0</inkml:trace>
  <inkml:trace contextRef="#ctx0" brushRef="#br0" timeOffset="152">16033 13557 8008,'19'0'0,"-2"-4"0,-1 1 1154,-3-4 1,-4 5 635,-3-4-1064,-2 4-10,-4-6-824,0 6 114,-8-6 0,-4 7 148,-9-2-1653,-3 2 465,0 1-605,-3 0 1,3 0 24,-4 0 1614,5 4 0,-4 1 0,3 5 0</inkml:trace>
  <inkml:trace contextRef="#ctx0" brushRef="#br0" timeOffset="153">16033 13817 8084,'27'0'0,"-2"0"2000,-2 0-544,-9 0 469,0 0-764,-5 0-841,-4 0 1,-6 0-72,-8 0 1,-9 0-951,-7 0 0,-3-3 293,-3 0 453,2 0-2304,-7 3 1540,7 0 719,1-4 0,1-1 0,4-5 0</inkml:trace>
  <inkml:trace contextRef="#ctx0" brushRef="#br0" timeOffset="154">16881 12886 8269,'18'-5'478,"-3"-3"0,-2 7-341,-4-2 1521,-3 2-1029,-2 1 1,-4 1-128,0 2 0,0 3 24,0 6-603,-9 7 142,3 5 1,-8 3 232,1-3-583,3 3 1,-7-4 255,5 2 1,-3-2-364,2-5 1,1-3 206,2-3-208,1-1 120,4-2 0,-2-3-320,4 0 318,-1-4 0,5 3 160,3-5 124,5 0 1,5 0-275,5 0 717,0-5-311,3 4 1,2-6 365,4 4-351,0 0 1,-3 0-48,0 0-184,-5 0 108,-1 3 0,-1 0-301,-3 0 193,-1 0 0,-1 0 77,-4 0-1321,1 0 414,-5 0 401,-1 0 504,-4-5 0,0 0 0,0-4 0</inkml:trace>
  <inkml:trace contextRef="#ctx0" brushRef="#br0" timeOffset="155">17048 12774 8222,'0'-9'688,"0"0"0,1 4 374,2 2-177,-2 2-570,3 5 0,0 6 0,-1 9 25,-1 4 1,-1 13 0,-1 4-153,0 4-9,0 3 1,0 0 0,0-1 138,0 1-383,0-1 1,0 0-21,0-3 131,0 3 0,0-12-868,0 0 1,0-5 53,0-4 656,0-7-1608,0 0 835,0-12 308,0 7 37,0-12 540,0 3 0,0-4 0</inkml:trace>
  <inkml:trace contextRef="#ctx0" brushRef="#br0" timeOffset="156">17188 13091 8222,'18'-12'0,"1"-1"0,0 1 945,-1 3 0,1-1-463,0 1 0,-5 0 0,-2 0 524,-1 3-427,-6 2-340,3 4 1,-8 2-432,0 4 182,0 0 1,-8 12-158,2-2 1,-1 1 167,0 2 1,-1 2-29,2 1-43,-2 4 0,-1-5-16,3 4 1,-1 3 79,4 3 0,0 0 0,3-2 125,0 2 0,1-6-92,2 3 0,2-6 203,4 0 0,5-8 18,1-4 1,3-5-125,0-5 1,4-8-31,0-5 1,-1-10 8,-6-8 0,2-3-16,-5-9 1,-3 3 70,-2 0 1,-5 2-18,1 1 1,-2 4-365,-1 6 183,0 3 0,-4 6 1,-4 3-449,-3 2 1,-3 7-747,-5 3 1,-4 2 1233,-2 1 0,-2 0 0,-1 0 0</inkml:trace>
  <inkml:trace contextRef="#ctx0" brushRef="#br0" timeOffset="157">17598 12691 8370,'4'5'2524,"-3"-1"-1764,3-4-219,-4 0-316,4-4 1,-2-1 18,4-5 1,0 0-204,4-2 1,2 1-78,1-1 1,3 2 109,0 0 1,1 5-55,2 2 0,-4 2 79,1 1 47,-5 0-21,3 0 1,-6 4-7,-2 2 184,2 3-224,-6 4 1,3-2 93,-2 5 66,-2-1-126,3 4 1,-4-3 31,0-1 0,0-4 336,0 2-293,0 1 0,0-3 131,0 1-236,0-6 1,1-2 88,2-4 1,2-1-367,5-2 1,0-5-156,2-4 0,0-5-581,3 2 412,1-3 1,1-4 0,0 2-381,-2 2 1,1 0 320,3 6-1631,-1 0 2208,-3 2 0,6 1 0,-1 0 0</inkml:trace>
  <inkml:trace contextRef="#ctx0" brushRef="#br0" timeOffset="158">18370 13017 8230,'13'0'280,"-1"0"-95,1 0 0,-7 0 328,0 0-105,-4 0-159,2-5-288,-4 4 0,0-4 222,0 2-142,0-2 73,0-4 1,-4 0 0,-2 3-179,-2 3 0,-2 2-107,1 1 1,0 4 167,-1 2 0,-2 3-96,-1 0 1,-2 0 136,3 1-158,-1-1 132,4 0 1,0 4-19,-1-1 0,4 4 16,0-4 0,4 5 0,-1-2-26,2 3 0,2-3 24,2 1-97,2-1 87,4 4 3,5-1 297,-4-3-294,8 2 0,-4-6 4,5 1 62,-5 3 0,3-5 0,-5 1-40,0-3 0,0 0 46,-3-2 1,2 2-28,-8 2 0,0-1-36,-3 0 1,0-2 4,0-1 1,-5 0 27,-5 3 1,-2-2-267,-4-1 1,-1-3-60,1 3 0,0-4 1,-2 1-146,0-2 0,5-1-531,-2 0 405,-1 0 163,2-4 387,3 3 0,-1-7 0,7 3 0</inkml:trace>
  <inkml:trace contextRef="#ctx0" brushRef="#br0" timeOffset="159">18631 13138 8231,'9'0'250,"1"0"170,-1 0 123,-4 0-365,-1 0 0,-4 1-178,0 2 1,0 2-37,0 4 1,0 5 105,0 1 1,-1 3 8,-2 0 0,2 1-40,-2 0 1,2 2 29,1 1 0,0 1-88,0-1 1,0-6-151,0 3 0,0-7-55,0 1-840,0-3 594,0-1-298,0-4 0,0-5 768,0-6 0,0-6 0,0-3 0</inkml:trace>
  <inkml:trace contextRef="#ctx0" brushRef="#br0" timeOffset="160">18696 12802 8326,'19'-9'423,"-5"4"173,-1 2 1,-6 2-481,-1 1 1,-4 1 85,1 2 1,1-1-538,0 4 0,-1 0 185,-3 4 0,-3-4-628,-1 0 0,-3 0 112,1 4-243,2-1 909,-4 4 0,7 2 0,-4 4 0</inkml:trace>
  <inkml:trace contextRef="#ctx0" brushRef="#br0" timeOffset="161">18845 13147 8312,'14'0'-418,"-4"0"348,2 0 1,-1 0 709,-2 0 0,-3 0 335,0 0-784,1 4 1,1 1 0,-2 5-113,-3-1 1,-2 0-13,-1 0 1,0 5-46,0 1-10,0 3 1,0 1 62,0-1 39,0 1 0,-1 3-149,-2-1 0,2 1 75,-2-3 0,2-2 1,1 0-165,0-2-19,0-3-231,0 1 58,4-8 0,0-2 94,2-6 0,3-3-20,-3-6 1,2-3 110,2-3 0,-1-2 1,1-1-88,3 0 168,-3-5 1,3 6-12,-3-2 1,-1 4-189,0 2 441,1 3-39,-1 3 110,0 1-190,1 4 0,-2 2 0,-1 6 182,-1 3 0,-4 7-80,1 2 0,0 3 34,0 0 0,-2 4-65,2 0 0,-2 0 187,-1 0 1,3-2-48,0 2 0,0-6-173,-3 0 1,0-5-379,0 1 1,0-4 50,0-2-397,0-4 0,0 1 93,0-6-981,0-2 636,0-9 865,0 0 0,-4-5 0,-1 1 0</inkml:trace>
  <inkml:trace contextRef="#ctx0" brushRef="#br0" timeOffset="162">19208 12765 8234,'15'-5'-953,"-6"-3"1034,-1 7 1,-6-7 1123,5 5-631,-5 0-410,2-1-243,-4 3 263,4-3-32,-3 0 1,7 2 1,-2-4 1,3 3 33,0 0 0,0 2 0,2 1-23,1 0 0,-1 5-54,1 5 0,-3-1-21,-3 4 0,2 1-8,-5 2 1,0 0 29,-3 0 1,1 0 25,2-3 0,-2 2 45,2-3 1,-2 1-69,-1-4 1,0 1 356,0-1-72,0-4 35,0 3 461,0-7-437,4 8-475,2-13 76,3 8 1,3-17-1090,1 1 572,3-5 358,-5-1 1,5-1-572,-3 0 1,3 4 95,0-1 574,-3 5 0,5-3 0,-4 5 0</inkml:trace>
  <inkml:trace contextRef="#ctx0" brushRef="#br0" timeOffset="163">19646 13147 8158,'9'-1'-11,"1"-2"0,-2 1-57,-2-4 258,2 3 61,-3-5 0,6 3 206,1-4 0,-1-4-14,1 1-161,-6-1 1,2 4 141,-1 0-250,-3 0 311,0-1-310,-4 5 63,0 1-268,-4 16 0,2 0 1,-4 9 0,-1-1 88,-2-1 0,0 2-128,-1 1 0,4 3 74,0-3 1,1 3-63,-1-4 0,1 4 54,5-3 1,0 0-44,0-4 1,8-3 40,1-3 1,8-6 0,0-3 5,4-2 1,1-1-209,-4 0 208,1 0 0,-4-4-21,1-2 18,-5-2 0,4-1 41,-3 3 1,-5 2 215,3 4-252,-3 0 116,-2 0-97,-1 0-7,-4 4 54,4 1 1,-3 6 110,2 1 1,-3 0-54,-3 3 0,1-2 135,-4 2 1,0 0-264,-3 0 1,-4 2 103,1-5 0,-1 0-216,4-2 0,-4-2 106,-3-2-925,3 2 637,-5-6 1,4 2-1262,-5-4 1151,0-4 0,2-2 0,1-3-1597,4 0 2002,1-1 0,6-3 0,1-2 0</inkml:trace>
  <inkml:trace contextRef="#ctx0" brushRef="#br0" timeOffset="164">19897 13100 8158,'24'-14'449,"-2"1"1,-6 3 0,-1 1 514,-2 0 1,2 2 186,-6 1-198,2 4-761,-9-2 1,1 4-190,-6 0 1,-4 0-590,-5 0 370,-3 4 225,-3-3 0,-1 6-966,1-4 0,-4 4 555,0-4 0,0 0-851,4-3 1,-4 0 1252,0 0 0,-4 0 0,3 0 0</inkml:trace>
  <inkml:trace contextRef="#ctx0" brushRef="#br0" timeOffset="165">20130 13128 8280,'19'0'152,"-1"0"1,-3 0 772,-3 0-546,-6 0 1,2 1 159,-5 2-617,0-2 1,-3 8 213,0-3 0,-1 2-128,-2 2 0,-2 3 98,-5 3 0,1-2-282,0 2 159,-1-1 0,1 2 0,0 0-64,-1 3 0,5 1 0,2-3 137,2 1-48,1 4 0,1-4 73,2 3 0,5-6 151,5 0 1,3-5 176,0 2-193,2-7 0,-1-2 30,-1-4 1,0-1-55,-3-2 1,2-3-19,-2-7 0,2-1 0,-3-6 7,0-2 1,-5-1-224,-1-5 0,-4-1-1,1-2 1,-1 3-296,-2 0 1,-2 1-858,-1 5 0,-5 1 599,-4 2 1,-5 4 595,2 3 0,-3 2 0,-1 0 0</inkml:trace>
  <inkml:trace contextRef="#ctx0" brushRef="#br0" timeOffset="166">20354 12858 8286,'9'0'5,"-4"0"244,-1 0 123,0 0 211,-3 0-169,3-4-236,-4 3-174,0-3-18,-4 4 0,3 1 155,-2 2 1,2 3-22,1 7 1,0-2-41,0 5 1,0-1 0,0 4 104,0-1-109,0-3 94,0-2-96,4-3 1,-2-2-158,5-2 167,-1-2 1,3-5-47,0-2 0,1-6-156,-1-7 0,0-4-121,1-2 152,-5-4 1,-1 7 137,-4 1-441,0 3 1,0 9 0,-1 1-135,-2 1 1,-2 6 523,-5 7 0,1 5 0,0 4 0</inkml:trace>
  <inkml:trace contextRef="#ctx0" brushRef="#br0" timeOffset="167">20270 13855 8233,'24'0'224,"-2"0"1,-7 1-99,-3 2 1,-1-1 336,-2 4-241,0 0 0,-3-1 50,1-2-182,-5 3 200,6-5-169,-7 3 8,3-4 0,-5 0-211,-2 0 0,0 0 161,-6 0 0,1 0-123,-4 0 0,0 0 92,0 0 1,1 0-86,-5 0 1,4 0 90,-4 0 0,4 1 91,-4 2 0,1-2-93,-4 2 0,0 1 78,-3-1 0,-7 1 2,-8 0 0,-5-3-191,-4 2 1,-2 1 183,-2-1 0,20 0 0,-2 1-346,-4-1 0,-2 0 1,-3 1-1,0 1 286,-3-1 1,-2 1 0,11-2 0,0 1 0,-1-1-359,-2 1 1,-1 1 0,1-1 0,-3-1 0,1 1 0,-1 0 274,-2 1 1,-1 1 0,0-1 0,-3-1 0,0-1 0,0 1 33,1 0 1,1 1-1,-1-2 1,-2 0 0,0-1-1,0 0-32,2-1 0,1 0 0,0 0 0,1-1 1,2 0-1,-2-1-73,-1-1 1,-1 0 0,1-1 0,2 1 0,0-2 0,0 0 39,2-1 1,0-2 0,-1 1 0,1-1 0,1 1 0,-1-1-7,2 0 0,-1-1 0,1 1 0,2 1 0,0-1 0,1 0 17,-1 0 0,1 0 1,0 0-1,-16-3 1,2 1-447,4 1 0,2 1 1,-1 0-1,1 0 242,1 2 1,2 1 0,4-1-1,1 1-5,8-1 0,1 0 0,-1 2 0,2 1-71,-21-1 1,4 3-363,9 3 0,9 2 646,6 5 34,11 3 0,-5-3 0,8 4 0</inkml:trace>
  <inkml:trace contextRef="#ctx0" brushRef="#br0" timeOffset="168">18156 14534 8487,'19'-5'0,"1"0"1401,-1 2-896,-6 2 0,-8-8-451,-2 3 1,-2-2-27,2-1 0,-2-2-56,-1-1 1,-5 2-185,-5-3 0,0 3 208,-5 1 0,-5 2-189,-5 1 0,-5 4 114,-1-1 1,0 3-13,3 3 0,4 6-155,3 7 1,2 2 181,3 4 0,3 2-19,4 4 1,4-3 234,1 0 1,4-5-56,4 2 0,2-6-87,6-4 1,3-6-206,3-3 1,4-2 142,0-1 0,4-7-86,-2-2 0,0-7 118,1 1 1,-7-3-31,0-1 0,-5 2-49,-1 1 0,-2 3-189,0 4-28,-5-1 180,3 5 0,-7 5 983,2 6 1,-2 8-384,-1 4 0,0 4-117,0 3-1,-3 5-99,0-2 1,-3 5 23,3-2 0,0 3-13,3-3 0,0 1-98,0-1 1,0-2-227,0 2 0,0-3 150,0-3 1,0-2-440,0-5 0,0 0-57,0-2 0,0-3-931,0-4 870,0 1-1171,0-5 1644,0-1 0,-4 0 0,-2 1 0</inkml:trace>
  <inkml:trace contextRef="#ctx0" brushRef="#br0" timeOffset="169">18398 14907 8180,'32'9'643,"-8"3"168,-2 1 0,-11-1-1100,-8-2-161,-2-1 0,-2-4 450,-2-2 0,-2 2 0,-4 0 0</inkml:trace>
  <inkml:trace contextRef="#ctx0" brushRef="#br0" timeOffset="170">18827 14627 8143,'23'-9'-3,"-8"4"0,-4-3-374,-8 1 1,0 2 60,-3-1 827,-4 0-324,3-4 0,-6 1 197,4 0-386,-4 4 1,1-4-79,-3 3 1,-3 2 77,-1 1 1,1 2-148,3 1 0,-1 1 131,1 2 1,0 3 122,-1 7 1,5-2-129,2 5 0,2-1 146,1 4 1,0 2 139,0 1 0,1 0-110,2-3 0,2-1 51,5 1 1,0-1-116,2 1 1,2 0 172,1-1 0,3 1-131,-2-1 1,-2 1 103,2 0 0,-4-4-92,3 1 0,-6-4-121,0 4 0,-6-5 14,0 2 1,-2 0-138,-1-1 0,-1 2-95,-2-2 0,-3-1 107,-6 1 1,0 0-106,-3-2 1,2 1-40,-2-5 0,0-2 43,0 0 0,-2-3 104,5-1 1,-4-5 41,4-1 0,0-2 49,6-1 0,2-4-88,4 1 1,0-4 288,0 4 1,4-4-75,2 4 1,8-5 70,4 2 1,2-6-30,5-1 0,0 1 105,3 2 1,-1 0-90,-3 1 0,-1-1 70,-4 1 1,-2-2-2,-1-2 1,-3 3-107,-3-3 1,-4-1-19,0 1 0,-4-2 16,1 2 1,-2 1-284,-1 6 0,-4-2-231,-2 5 0,-5-1-284,-2 4 1,-3 4 434,0 2 1,-1 3-906,-2 3 1,0 2 1116,1 4 0,-1 9 0,0 1 0</inkml:trace>
  <inkml:trace contextRef="#ctx0" brushRef="#br0" timeOffset="171">19171 14562 8143,'33'-18'458,"-6"8"58,-8 7 1,-5 2-173,-5 4 848,-3 2-475,2-4-255,-7 8-221,3-4 60,-4 8-148,0 6 0,-3 5 60,0 4 1,-3 5 148,3 4-1660,-5 0 1157,7 5 1,-3-2-78,4 0 1,-3 1-157,0-4 1,0-4 373,3-2 0,4-2 0,1-1 0</inkml:trace>
  <inkml:trace contextRef="#ctx0" brushRef="#br0" timeOffset="172">21368 13631 8349,'24'-9'530,"-2"0"923,-7 3-338,-5 2-317,-6 4-684,-4 0-139,-8 4 1,-4-3-173,-9 2 1,-4 2-68,-6-2 0,-2 0-442,-5-3 0,2 0-555,2 0 0,0 0 1261,6 0 0,2 8 0,7 2 0</inkml:trace>
  <inkml:trace contextRef="#ctx0" brushRef="#br0" timeOffset="173">21340 13845 8229,'38'-4'0,"-7"3"613,-6-2 0,-7 5 890,-8 1 1,-4 0-790,0-3 0,-5 0-73,-1 0 1,-5 3-7,-8 0-1622,-1 1-44,-9 0 0,-9-2 1031,-8 4 0,-9 4 0,23-2 0,0-1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2T01:51:57.675"/>
    </inkml:context>
    <inkml:brush xml:id="br0">
      <inkml:brushProperty name="width" value="0.09086" units="cm"/>
      <inkml:brushProperty name="height" value="0.09086" units="cm"/>
      <inkml:brushProperty name="color" value="#FF0000"/>
    </inkml:brush>
  </inkml:definitions>
  <inkml:trace contextRef="#ctx0" brushRef="#br0">21918 13463 8175,'9'-15'0,"0"-1"0,-2 5 653,-1-1 0,-4 1-48,1 2 1,1 0-20,-1-1 1,0 7-288,-3 6 0,-4 5-9,-2 10 1,1 7-34,-1 9 0,-1 9-189,-2 6 0,6-23 1,0 1-1,0 4 0,0 0-120,-1 1 1,0-1-1,2-1 1,-1 0 39,0 0 0,0-1 0,2-2 0,-1-1-112,-4 24 124,4-7 1,-6-4-217,5-8 0,-1-1-415,1-8 0,2-4-1635,-2-6 1650,2-6 1,1-3 615,0-6 0,0-10 0,0-7 0</inkml:trace>
  <inkml:trace contextRef="#ctx0" brushRef="#br0" timeOffset="1">22132 13324 8237,'13'-5'138,"2"-4"0,-1 8 1020,-1-2-808,-7 2 1,1 5 329,-4 3 1,0 5-191,-3 3 1,0 4-167,0 3 0,-4 3-74,-2 6 1,-3 0-213,-4 6-559,3-2 42,1 7-764,-4-1 1269,11-3 1,-9 7-259,8-5 0,0 0 82,3-2 1,0-5-127,0-2 179,4-6 0,4-1 0,5-4-216,2-2 1,-1-6 24,2 0 0,2-2 0,-3-4 388,3-3 1,3-3-173,1-3 0,3-3 519,-3-7 1,3-1-372,0-5 1,2 1-115,1-1 1,-5-3 125,-4 1 0,-5-1 302,-5 3 0,0 1 3,-3-1-271,-2 0 1,-4-1 0,0 0 233,0 2 0,-4 3-64,-2-1-32,-7-1-159,-1 6 115,-5 2-267,0 5 63,1 0 0,-1 4-123,1 0 0,-1 8 10,0 8-22,5 5 65,0 3 0,9 4 27,2 0 1,2 3-182,1 0 0,1 0 103,2-3 1,2-3-412,5 0-311,-1-5 507,0-1 1,4-5-146,-1-5-314,5 0 1,-6-4 213,5-2 1,-2-7-211,2-5 779,5-4 0,-1-10 0,8-1 0</inkml:trace>
  <inkml:trace contextRef="#ctx0" brushRef="#br0" timeOffset="2">22746 13408 8349,'10'-43'111,"2"7"1196,1 8-466,-5 4-455,0 10 0,-3 1 254,5 7 0,-5 4-209,-2 8 0,-2 13 198,-1 12 0,0 12-263,0 7 0,-1-22 1,-1 1-369,0 0 1,1 1 0,-3 2 0,0 0-129,1 1 0,0-1 124,1 1 1,0-1-1,-2-1 1,1-1 73,1-3 1,1-1-1379,-6 19 950,5-4 0,-5-7-121,4 0 0,-3-7-1071,3 1 1552,-4-6 0,2 4 0,-1-4 0,2-1 0</inkml:trace>
  <inkml:trace contextRef="#ctx0" brushRef="#br0" timeOffset="3">23082 13631 8207,'9'-5'-59,"0"-2"53,1 4 849,-5-1-30,-1 4-42,0 0-210,-3 0-327,3 5 0,-4 0 60,0 4 0,0 9 71,0 3-211,0 5 29,0 6 0,0 1 60,0 5 1,0-2-225,0-2 0,-3-2 96,0-4 1,0-5 127,3-5 1,-3 0-939,0-6 0,0-2-86,3-4 204,0-4 218,0-6 1,1-6 165,2-9 0,-1-1 0,4-3-326,1-4 354,1-1-496,-2-9 465,6 4-717,-6-4 862,8 0 0,-1 1 235,3 1-352,1 3-589,2 4 1052,0 5 1,-1 1-168,1 6 0,-4 4 0,0 6 123,-2 3 1,0 7 140,-4 5 1,-3 6-39,0 6 0,-4 7-5,2 6 1,-3 7-59,-1 2 1,0-1-144,0-2 0,0-5 51,0-1 1,0-7-237,0 1 1,0-9 0,0-2 574,0-2-741,4-3 542,1-7 0,1 0-528,0-5 0,-3-6 119,4-3-747,-1-4 504,3-6 1,0 0-296,1 1 495,-5-1 1,3 2 0,-2 1 199,3 4 0,0 5-86,0 4 0,1 4 453,-1 6 0,1 7 1750,3 11-2153,1 6-146,5 6 0,2 2 476,1 5-130,4-5 1,-2-3-143,4-8 0,-3-6 0,-2-10 0,1-5-5,0-5 1,-3-12-467,0-5 0,3-14-1569,1-8-572,2-7 1966,1 2 401,-14 19 0,0-1-978,0 1 0,0 0 1114,10-20 0,-11 20 0,-1-1 0,10-20 0,-1 3 0,-2 2 0</inkml:trace>
  <inkml:trace contextRef="#ctx0" brushRef="#br0" timeOffset="4">23519 14497 8321,'33'0'862,"-2"0"-189,-6 0 12,-6 0-245,-2 4 129,-10-3-63,5 3 1,-12-1-155,0 1 0,-13-1 42,-12-3 0,-13 4-298,-11 2 0,20-2 1,-2 0-1,-7 1 1,-2 0-426,-4 0 1,-2-1-1,-1-1 1,0-1 187,-1 0 0,0-1 1,-4 0-1,-2-1 145,18 0 1,0 0 0,0 0-1,0 0 1,1 0 0,-1 0-324,-17 0 1,1 0-1,16 0 1,0 0-1,0 0 36,-1 0 0,-1 1 1,1-2-1,-14 0 0,1-2-189,5 0 0,0 0 1,1 0-1,1 0 153,-1-2 0,1 0-4,4 4 0,2-1 1,0-3-1,1-1-42,7 4 0,2 1-715,-20-7 1080,5 7 0,8-3 0,0 4 0,0 0 0</inkml:trace>
  <inkml:trace contextRef="#ctx0" brushRef="#br0" timeOffset="5">23463 14748 7941,'43'0'1152,"-10"0"-713,-8 0 1,-12 0 346,-4 0 0,-6 0-287,-3 0 1,-10 0-145,-8 0 1,-12 0-112,-14 0 0,14 0 1,-3 0-1427,-9 0 0,-3 0 1194,1 0 1,-1 0-1,10 0 1,-1 0-1,0-1 1,0 0-1,0 0 1,-1-1 107,-3-1 1,-1 0 0,1 0-1214,1 0 1,1 0 0,0 0 977,-1-2 1,-1 1 0,1-1-1,-13-1 1,1-1 124,13 2 1,1-1 0,0 1-600,-13-1 1,1-1 0,2-2 0,1 1-232,2 2 1,1 0 0,1-1 0,1 1 819,0 1 0,1 1 0,-1 0 0,0 0 0,4 0 0,0 2 0,-1-1 0,-1 1 0</inkml:trace>
  <inkml:trace contextRef="#ctx0" brushRef="#br0" timeOffset="6">23845 10922 8286,'35'0'-65,"-1"0"1,0 0 0,-1 0-82,1-1 0,0 2 0,-4 0 0,0 2-503,-3 0 1,-1 0-1,19 5 649,-11 2 0,3-1 0,-3 0 0,3 0-197,3 1 1,2-1 196,1 0 0,-6-2-1,-6-1 1,0 3 106,-3 4 0,1 0-106,-7-1 0,2 3 0,-1 4 0,1-1 0,1 1 0</inkml:trace>
  <inkml:trace contextRef="#ctx0" brushRef="#br0" timeOffset="7">25028 11331 8286,'13'11'0,"-3"-2"-360,3-6-135,-3-2 0,-1 6 940,1-4-238,-5 1 0,-1-3-153,-4 2 0,0-1-17,0 4 1,-1-3 67,-2 3 0,-3 5-2,-7 4 0,-1 4 130,-5 2 0,-7 4-154,-2 6 0,-10-2-282,-2 2 1,16-16 0,0-1 174,-1 1 1,1-2 0,-1-1 0,1 0 60,-20 10 0,-1-8-173,1-4 1,-5-7 130,23-5 0,-1-3 0,0-1 1,-1-2-78,0-3 0,0-3 0,1-3 0,0-1 24,0-2 0,1 0 0,1-3 0,2 0 16,1-1 0,1-2 0,-3 0 1,0-1 13,-2-1 1,-1 0 0,1-1 0,-1 1-4,0 2 1,1 2 0,1 3-1,0 1 33,3 2 1,1 2-1,-22-5 16,3 9 0,-3 7 233,-7 12 1,1 8-170,23-2 1,-1 2-1,3 4 1,0 2 76,-1 4 1,0 0 0,1 2 0,1 1-339,-1 1 1,1 1 0,-2 0-1,-2-1 276,0 0 0,-2 1 0,2-1 0,-1 0-62,-2-4 1,1-1 0,-1 1 0,0-1 7,0-2 0,1 0 0,-1-4 0,0 0-164,0-3 0,1-2 0,-3-3 1,0-2 67,-2-2 0,-1-2 0,0-2 0,-1-1-30,2-3 0,0-2 0,-2-3 1,1-2-200,-1-4 0,1-2 0,0-1 0,1-2 183,-5-3 0,0-2 1,3 2-1,0-1-108,-2-3 0,1 0 0,-2 1 1,-1 1 123,2-1 1,-1 1 0,2 3 0,-1 1 64,1 0 0,0 1 0,2 4 0,1 1 22,-2-1 0,0 3 0,1 4 0,-1 3 80,-1 1 0,-1 2 0,3 4 0,0 3-66,0 2 1,2 2-1,0 5 1,2 1 149,-2 4 1,0 1 0,1 2 0,0 2-63,-3 1 1,-1 1 0,2 1 0,1 1 86,-2 2 0,1 0 1,2-1-1,1 1-161,0 2 0,0-1 0,-3-1 0,-1-1 74,-2-1 1,-1-2 0,1 0 0,1-1-41,0 1 1,0-1-1,1-2 1,-2-1-77,-1 1 1,-2-1 0,1-3 0,-1-3 63,-2-2 0,0-2 0,3-4 1,-1-2-89,0-3 0,0-2 0,0-5 0,0-1-100,-5-3 0,0-2 0,2-3 0,0-3 75,0-3 0,-1-1 0,-1-3 0,0-1-77,-1-1 0,-1-1 1,3 0-1,-1 1-3,0 2 0,0 1 1,2 0-1,-1 0 62,1 2 0,-1 1 0,3 3 0,-1 2 50,0 1 0,0 2 0,2 2 0,0 2 79,3 2 0,0 2 0,-3 1 1,0 2 31,1 1 1,0 2 0,0 3 0,0 2-32,4 2 1,1 0-1,-1 1 1,0 0 24,-1 2 0,1 0 0,0-2 0,-1 1-37,-1 0 0,0 2 1,1-1-1,2 0 71,1-2 1,0 0 0,0 0 0,0 0-24,-1 1 1,0-1 0,-1-1 0,1-1-33,-2 1 1,0-1 0,1 0-1,1-1-20,1-1 0,1 0 1,-2-3-1,0-1-53,-1-2 1,-1-1 0,1-2 0,-1-2-38,-3-1 1,0-1 0,3-3 0,1-2 47,1-2 0,-1-1 1,-2-2-1,0-1-12,-2 0 0,0-2 0,1-2 0,0 0-42,0-2 0,1 0 0,0-1 1,0 0-85,1-2 0,0 0 0,-2 1 0,-1 0 147,-2-1 0,1 1 0,5 4 0,0 1 36,2 3 1,1 1-1,-1 4 1,-1 3 96,2 2 1,-1 2 0,0 4 0,-1 1-27,1 4 1,1 3 0,0 2-1,1 4-19,1 3 1,1 3 0,-1 0 0,2 2 83,3 3 0,0 0 0,-3 2 0,-2 0-29,1 1 0,-1 0 0,-1 1 0,0 0-47,0-3 1,0 0-1,1 0 1,0-1-117,2 0 0,0 0 0,-2-3 1,-2-2 54,-1 0 0,-2-3 1,1-2-1,-1-2-79,-2-2 0,-1-3 0,2-2 0,1-2 28,1-1 0,-1-3 1,-3-1-1,-1-2-66,-3-1 1,0-1 0,0-3 0,0-2-50,3-1 0,1-3 1,-7-4-1,0-3 45,0-2 0,0 0 0,0 0 1,0-1-102,0-1 1,0 0 0,1 3 0,1 0 83,-1-1 1,1-1 0,-1 3 0,-1 0 67,-2 2 1,1 1-1,4 3 1,2 1-23,1 1 1,0 1 0,0 3 0,-1 2 118,-1 2 1,1 1 0,0 1-1,0 2-59,4 2 0,1 1 0,-1 2 0,1 2 85,-1 3 0,0 1 0,2 0 0,0 1 56,-3 2 0,0 2 0,2-3 0,1 2-50,0 1 1,0 1 0,2-1 0,0 0 26,-1 0 0,1 1 1,0-3-1,-1-1-40,-2 3 1,-1-2 0,2 0 0,1-1-69,-1 1 0,0-1 1,1 1-1,0 0 21,-1-2 0,0 0 0,1 0 0,0-1-62,-6 0 1,0-1 0,4-1 0,1-1 38,-2 2 1,1-2 0,-1-1-1,-1-2-9,0 1 0,0 0 1,0-2-1,-1-1-104,-1-2 1,1 0-1,0 0 1,1 0 28,2 0 1,-1 0 0,-3 0 0,0-1-37,0 0 0,1-1 0,1 0 0,0-1 46,1-2 1,1 0 0,1 1-1,-1 0 32,1 1 1,0 0 0,-2-1-1,0 0-16,-2 3 0,1-1 1,2 1-1,0-1 92,2 2 1,1 0 0,0 1 0,1-1-20,-3 2 1,-1-1 0,2 2 0,-1 0 45,0 1 0,0 1 0,2 0 0,1-1-43,-2 1 0,1 0 0,0-1 0,0 1-16,0-1 0,-1 1 1,1 0-1,-1-1 27,0 1 1,1 0 0,1-2-1,1 0 26,0 0 1,1 0 0,0 0-1,1-1-48,0 1 1,0 1 0,-1-1 0,-1 1-10,1-2 1,-1-1-1,0 1 1,-1-1-9,0-1 0,0 0 0,4 1 0,-1 1-10,-1 0 0,-1-1 0,2 1 0,0-1-43,-1 0 1,-1-2 0,2 1 0,-1 0 19,-2 0 1,-1 0 0,2 0-1,0 0-4,1 0 0,0 0 1,-1 0-1,1 0-171,-24 0 1,25 0 0,0 0 85,-2 0 0,1 0 1,1 2-1,0-1-222,0 1 1,0 0 0,-24 2 168,6-1 1,1-1-372,-1 4 1,2 0-66,-2 4 610,-1-1 0,4 2 0,-5 1 0,2-1 0,1 1 0</inkml:trace>
  <inkml:trace contextRef="#ctx0" brushRef="#br0" timeOffset="8">9022 12877 7983,'4'-14'0,"2"5"239,3 0 1,-4 6-344,-2 9 0,1 3-551,-1 7 0,0 0 515,-3-3 1,4-1 494,-1-3 1,0-2 3,-3-1 1,0-3-162,0 3 0,-1-4-146,-2 1-39,-3 3 0,-2-4 49,2 4 0,-1 0 81,4 3 0,-4 5 60,4 1 1,0 5-114,3 5 1,0 1-5,0 8 0,0 1 106,0 5 0,4 7-306,-1-21 1,1 1-1,1 24 91,-2-24 0,0-1 0,0 26-174,0-26 0,0 1 0,2 24 101,2-1 0,1-1 63,-5-23 1,0 0-1,2 22 23,1-1 0,0-6-29,0-7 1,1-6-17,-4-6 1,0-4-83,-3-2 0,0-3 64,0-3 0,-4-4 158,-2 0 1,-2-3-177,-2 3 0,-2-3 396,0 4 1,-5 0-301,1 5 0,2 4 145,-2 6 0,4 2-103,-3 7 0,6 4 100,0 5 1,3 4-255,2-18 0,2 1 1,-1 2-1,2 1 213,2 5 1,2 1 0,-1 1 0,2 0 47,1 5 1,2 0 0,0-1-1,1 0-459,1 4 1,0 0 0,2 2 0,0 1 452,0 1 0,0 1 0,0-2 0,-1-1-77,0 1 0,-1 0 0,0-2 0,1-1 1,-1 2 0,0-1 0,-1-3 0,-1-1-180,-1-2 1,0-2 0,0-4 0,-1 0 93,0-1 1,-1-1 0,-1-2 0,-1-2 14,0 1 1,-1-2-1,-1 21 21,-3-8 1,-3-6-414,-7-3 1,0-3 205,-3-3 1,0-3 210,3-7 0,-6 3-336,0-3 0,2 6 144,1 1 1,5 8 155,-2 1 0,4 8 163,3 5 1,3-18 0,2 0 214,0 2 1,2 0-1,-1 4 1,0 0-271,-1 2 1,2 1-1,0 0 1,1 2-19,-1 5 0,1 0 0,1-3 1,1 0-91,-1 3 1,0 0 0,1 0-1,0 0 43,-1 0 1,0 0 0,1-1 0,0 0-6,-1-4 0,0 0 1,1 2-1,-1 1-68,1 0 0,-1 0 1,1-2-1,0-1 98,-1-1 0,0-1 1,-1-1-1,0 0 37,0-2 1,-1 1 0,0 1 0,-1 0-64,1 0 1,-2 0 0,1-1 0,-1-2-103,0-1 1,-1-1 0,0-2 0,-1-1 72,-6 24 1,-2-8 71,-1-5 0,-1-4-168,-3-9 0,0-2 369,3-6 0,0-4-518,0-6 1,2-2 598,-5-4 0,4-4-742,-4-2 0,4-7-87,-3-6 1,-1-4-276,-3-5 747,-3-4 0,2-1 0,-2-4 0,3 0 0</inkml:trace>
</inkml:ink>
</file>

<file path=ppt/ink/ink35.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10T05:28:09.369"/>
    </inkml:context>
    <inkml:brush xml:id="br0">
      <inkml:brushProperty name="width" value="0.05292" units="cm"/>
      <inkml:brushProperty name="height" value="0.05292" units="cm"/>
      <inkml:brushProperty name="color" value="#FF0000"/>
    </inkml:brush>
  </inkml:definitions>
  <inkml:trace contextRef="#ctx0" brushRef="#br0">1414 8136,'25'-25,"-1"0,1 1,-25-1,25 25,-25 0,25-25,-25 50,0-25,-25 0,25 0,0 25,-25-1,25 1,0-25,0 25,0 0,0 0,0-1,0 51,0-75,0 25,0-1,25 1,-25-25,0 25,0-25,0-25,0 25,25-25,-25 25,0-24,0-1,0 25,0-25,0 25,0-25,0 0,-25 25,25-24,0 24,25-25,-25 0,0 25,25-25,-25 25,24 0,-24-25,25 25,-25 0,-25 0,1 0,-1 0,0 0,-99 0,50 0,-1 0,-24 0,49-24,-74 24,25 0,0 24,49-24,-49 0,74 0,-74 25</inkml:trace>
  <inkml:trace contextRef="#ctx0" brushRef="#br0" timeOffset="1334.07">1513 8037,'0'25,"0"-1,0-24,0 25,0 0,0 25,0-26,0 26,0-25,0 49,0-49,0 49,0 1,0 24,0-74,0 74,0-49,0 24,0 25,-25 25,25-74,0 74,0 74,0-49,0 0,0-25,0-50,0 75,0-74,0 98,0-24,25 50,-25-125,0 124,0-123,25 123,-25 1,0-1,0-99,25 100,-25-100,0 100,0 24,0-25,0-74,24 323,-24-348,25 149,-25 0,0 0,0-124,25 99,-25-99,0 100,0-1,25 0,-25-124,-25 174</inkml:trace>
  <inkml:trace contextRef="#ctx0" brushRef="#br0" timeOffset="2525.14">1637 15602,'25'0,"0"25,0-25,24 0,-24 0,25 0,-1 0,1 0,24 0,-24 0,-1 0,1 0,0 25,-1-25,26 0,-51 0,76 0,-51 0,50 0,-49 0,0 0,49 0,-49 0,173 0,-174 0,75 0,-74 0,24 0,26-25,-26 25,50 0,-49 0,49 0,-50 0,0 0,50 0,-49-25,74 25,-100 0,125 0,-100-25,1 25,74 0,-75 0,100-24,-100 24,100 0,-100 0,25 0,75 0,74 24,-74-24,-75 0,74 0,-98 25,148-25</inkml:trace>
  <inkml:trace contextRef="#ctx0" brushRef="#br0" timeOffset="3860.22">2431 8037,'0'0,"-25"0,0 0,-49 0,24 0,-24 0,-1 0,1 0,0 0,-1 0,26 0,-1 0,25 0</inkml:trace>
  <inkml:trace contextRef="#ctx0" brushRef="#br0" timeOffset="4163.22">2356 8062,'-24'0,"-51"0,50 0,-49 0,0 0,-1 0,50 0,-49 24,49-24,0 0,1 25</inkml:trace>
  <inkml:trace contextRef="#ctx0" brushRef="#br0" timeOffset="5343.3">2108 8310,'0'0,"0"24,0 1,0 0,0 0,0-25,0 25,0-1,0 1,0 0,0 0,0 24,0-24,0 0,0 0,0 0,0 24,0-24,0 0,0 24,0 1,0 0,0-26,0 1,0 25,0 0,0-26,0 26,0-25,0 74,0-74,0 24,0-24,0 25,0 74,-24-75,24 1,0-25,0 74,0-74,0 24,0 1,0 0,0-26,0 26,0 0,0-25,0 49,0-24,0-26,0 26,0-25,0 0,0-1,0 1,0 0,0 74</inkml:trace>
  <inkml:trace contextRef="#ctx0" brushRef="#br0" timeOffset="6094.34">1984 11237,'0'24,"-24"51,24-26,-25-24,25 25,-25-1,25-24,0-25,25 0,-25 0,25 0,-1 0,26 0,-25-25,0 25,-1 0,1 0,25 0,24-24,-49 24,-25 0,0-75</inkml:trace>
  <inkml:trace contextRef="#ctx0" brushRef="#br0" timeOffset="6415.36">2158 11187,'0'25,"0"24,0-24,0 50,25-26,-25 50,0-74,0 50,0-51,0 26,0 0,0-26,0-24,0 25</inkml:trace>
  <inkml:trace contextRef="#ctx0" brushRef="#br0" timeOffset="6936.39">2356 11385,'0'25,"0"25,0-25,25-1,0 1,0 0,0 0,-1-25,1 25,25-25,-25 24,-1 1,-24-25,0 25,0 0,0 0,-24-1,24 1,-50-25,0 25,1-50,49 25,-25-49,0-1</inkml:trace>
  <inkml:trace contextRef="#ctx0" brushRef="#br0" timeOffset="7235.41">2580 11336,'-25'0,"-25"0,1 0,24 0,-25 0,25 0,-24 0,24 0,25 0,25-25</inkml:trace>
  <inkml:trace contextRef="#ctx0" brushRef="#br0" timeOffset="8018.45">2778 11460,'0'49,"0"-24,0 0,0 25,0-26,25 26,-25-25,0 0,0-1,0-24,0 25,25-50,-25-24,0-1,0 25,0-24,0 49,25-50,-25 25,24 1,1 24,25 24,-50 1,25 0,-25 25,24-1,-24-24,0 0,0-25,-24 25,24-50,24-25,-24 25,0-24,25 24,-25 0,25 0,0 25,-25 0,99 124,-99-74,25 49,-25-49,-25-1,0-49</inkml:trace>
  <inkml:trace contextRef="#ctx0" brushRef="#br0" timeOffset="9388.53">2282 11906,'0'0,"0"50,0-25,0-1,0 26,0 0,0-1,0 1,0 24,0-24,-25 0,25 24,0 0,0 1,-25-1,25 1,0 24,0-25,-24 125,24-100,0 0,0 0,0 1,0-1,0 0,0-49,0 49,0-25,0 25,0-49,-25 49,25-74,0 74,-25-24,25 24,0-49,0 24,0-24,0 24,0 0,0 100,0-149,0 49,0-49,-25 49,25-24,0 0,25-26,-25 26,0-25,-25 25,25-1,0 1,0-25,0 24,0-24,0 0,0 24,0-24,0 0,0 0,0 0,25-25,-25-25,25-50</inkml:trace>
  <inkml:trace contextRef="#ctx0" brushRef="#br0" timeOffset="10097.57">2282 15602,'0'0,"-25"25,0-50,1 25,-26 0,0-25,1 25,-1 0,-24 0,49-24,-25 24,26 0,24 0,24 0,1 0,25 0,-25 0,49 0,50 24,-74-24,-1 0,1 0,-25 25,-25-25,0 0,-75 0,50 0,-24 0,-1 0,1 0,-1 25,-24-25,24 0,0 0,1 0,24 0,0 0,25 0</inkml:trace>
  <inkml:trace contextRef="#ctx0" brushRef="#br0" timeOffset="13736.78">149 7937,'0'25,"0"-25,0 0,0 25,0-25,0 0,0 25,0-25,0 25,0 0,0-25,0 24,0-24,0 25,0 0,0-25,0 25,0 0,25-1,-25-24,0 25,0-25,0 0,24 0,-24 0,0 0,0 0,25 0,-25 0,0 0,25 0,-25-25,0 25,25 0,0-49,-25 24,0 0,0 0,0 1,24-1,-24 25,0-25,0 0,0 25,0-25,0-24,0 24,0 25,0-25,0 0,0 25,0-25,-24 25,24-24,0-1,-25 25,25 0,-25 0,25 0,-25-25,0 25,25 0,-24 50,-1 24,0-49,25 0,0-1,0-24,25-24</inkml:trace>
  <inkml:trace contextRef="#ctx0" brushRef="#br0" timeOffset="19929.12">1488 7962,'0'25</inkml:trace>
  <inkml:trace contextRef="#ctx0" brushRef="#br0" timeOffset="20016.14">1488 7987,'0'-25,"0"25</inkml:trace>
  <inkml:trace contextRef="#ctx0" brushRef="#br0" timeOffset="20018.14">1488 7962</inkml:trace>
  <inkml:trace contextRef="#ctx0" brushRef="#br0" timeOffset="20050.14">1488 7962</inkml:trace>
  <inkml:trace contextRef="#ctx0" brushRef="#br0" timeOffset="21990.25">1513 8012,'0'0,"0"0,0 0,0 0,-25 0,25 25,0-25,25 0,-25-25,0 25,0-25,25 25,0-74,-25 74,0-25,24 0,-24 0,25 0,0 1,-25-1,25 0,-25 0,25 0,-25 1,25-26,-1 25,1 0,0 1,0-26,0 25,-1 0,1 1,-25-1,25-25,0 1,0 24,24 0,-24-25,0 26,0-26,-1 0,1 26,0-26,0 25,24-24,-24-1,0 25,0-25,24 26,-24-1,0 0,74-74,-49 74,-25 0,24 0,-24 1,0-26,25 25,-1 0,-24 1,0-1,24 0,1 0,-25 0,24 25,-24-24,25-1,-1 0,-24 0,25 25,-25-25,24 25,1-24,-1 24,-24-25,0 25,25 0,-1-25,1 25,-25 0,24-25,1 25,0 0,-1 0,-24 0,25-25,-1 25,1 0,-25 0,24 0,100 25,-99-25,-1 0,1 25,24-25,75 25,0 24,25 1,-26 0,1 24,74 25,-99-24,50 24,25 25,-26 0,100 74,-75-24,-24-25,-25 0,74 49,-74-49,25 25,49 74,-74-75,24 26,51 49,48 99,-172-198,-1 0,-25-75,25 75,-24-50,24 50,0 25,25-1,-74-98,49 98,-24-74,24 100,0-1,0 1,-24-100,-1 124,0-124,26 100,-1 24,-25 25,-24-149,49 149,-49-124,123 348,-98-199,24-1,-74-148,74 174,-74-149,49 149,1-26,-1 76,-24 98</inkml:trace>
  <inkml:trace contextRef="#ctx0" brushRef="#br0" timeOffset="23452.34">6375 15553,'25'0,"-25"0,0 24,0-24,24 25,-24-25,25 0,-25 25</inkml:trace>
  <inkml:trace contextRef="#ctx0" brushRef="#br0" timeOffset="24114.37">6524 15602,'74'-25,"-74"25,25 0,0-24,-1 24,1 0,25 0,-25 0,24 0,1 0,0 0,-1 0,1 0,-25 0,49 0,0 0,1 0,-26 0,26 24,-26-24,51 25,-1 0,25-25,25 25,-25 0,-50-25,25 24,50-24,0 25,-99-25,98 0,-98 0,124 0,-1 0,1 0,-124 0,148 0,-99 0,100-25,74 25,-75-24,25 24,0-25,1 25,-1 0,199 0,-1 74</inkml:trace>
  <inkml:trace contextRef="#ctx0" brushRef="#br0" timeOffset="27352.56">1513 7863,'0'0,"0"0,0 0,0 0,0 0,0 0,0 0,0 0,25-25,-25 25,0 0,0-25,0 25,0 0,0 0,25-24,-25 24,24-25,-24 25,0-25,25 25,-25-25,25-24,0 49,0-25,-25 0,25-25,-1 26,-24-1,25 0,0 0,0 0,-25-24,25 49,-1-50,1 1,0 24,-25-25,25 25,0 1,-1-26,-24 25,25 0,0 1,-25-26,25 25,-25 0,25 1,-25-1,0 25,24-25,-24 25,0-25,0 25,0 0,0 0,-24 0,24 25,-25-25,-25 25,25 0,-24 24,24-24,0 0,-24 0,24-1,-25 1,25 0,1 0,24 0,-25-25,25 24,0-24,0 0,25 0,-25 0,24-24,51-26</inkml:trace>
  <inkml:trace contextRef="#ctx0" brushRef="#br0" timeOffset="27841.59">2059 6896,'25'0,"-25"25,0 24,0 26,0-26,0 1,0-1,0-49,0 0,-25-24,0 24,-25-25,1 0,24-25,0 50,-24-24,-1-1,50 25,-25-25</inkml:trace>
  <inkml:trace contextRef="#ctx0" brushRef="#br0" timeOffset="29151.66">1712 7565,'0'0,"0"0,74 50,-49-25,24 24,-49-24,25 0,-25 0,25 0,-25-1,0 1,0 25,0-25,0-1,0 1,0 0,0-25,0 25,0-25,0-25,0 0,0 0,0 1,0-1,0 25,0-25,0 0,0 0,-25 25,25-24,-25-1,1-25,-1 25,0 1,0-1,0 0,25 25,-24 0,24-25,-25 25,25 0,0 0,0 0,25 0,-25 25,0-25,0 0,0 0,24 0,26 25,-50-25,25 0,-25 25,25-25,-25 24,24 1,1 0,-25 0,25 24,-25-24,0 25,0-1,0-49,0 0,-25 0,25 0</inkml:trace>
  <inkml:trace contextRef="#ctx0" brushRef="#br0" timeOffset="33398.91">2108 7491,'0'0,"25"0,-25-25,0 25,25-25,0 25,0-24,-1 24,1-25,0 25,0 25,-25-25,0 0,25 24,-50 26,25-25,-25 24,25-24,-25 0,0-25,1 0,48 0,-24 0,25 0,0-25,0 25,0 25,-25-25,24 25,-24 0,0-1,0 26,-24 0,-1-50,0 24,25-24,-25 0,0-24</inkml:trace>
  <inkml:trace contextRef="#ctx0" brushRef="#br0" timeOffset="33847.93">2480 7466,'0'25,"-24"0,24 0,0 24,0-24,0 25,0-1,24-24,-24-25,25 0,0 0,0 0,24-25,-24-24,0 24,-25-25,0 50,0-49,-25-1,-24 0,24 50,-25-24,25-1,-24 25</inkml:trace>
  <inkml:trace contextRef="#ctx0" brushRef="#br0" timeOffset="34206.95">2753 7342,'0'-25,"0"25,0 25,0 0,0 0,25 0,0-1,0-24,-25 0,25 0,-25 0,0-49,0 24,-25-25,25 50,-25-24,0 48</inkml:trace>
  <inkml:trace contextRef="#ctx0" brushRef="#br0" timeOffset="37887.15">1389 5779,'0'0,"0"50,-25 0,25-25,0 49,0-24,-25 24,50-24,-25 24,25-49,0 0,-25-1,25-24,24 25,-24-25,-25 0,50-25,-50 25,24 0,1-24,0-76</inkml:trace>
  <inkml:trace contextRef="#ctx0" brushRef="#br0" timeOffset="38153.18">1513 5928,'-25'25,"-49"-25,24 0,1 0,-1 0,25 0,0 0,25 0</inkml:trace>
  <inkml:trace contextRef="#ctx0" brushRef="#br0" timeOffset="38463.18">1786 6127,'25'124,"-25"-50,0-49,0 0,0 0,25-25,-25-25</inkml:trace>
  <inkml:trace contextRef="#ctx0" brushRef="#br0" timeOffset="40223.3">1513 7937,'0'0,"0"25,-25 0,25-25,0 25,0-25,-25 0,25 0,0 0,-24 0,24-25,0 25,0-25,0 0,0 1,0 24,0 0,24-25,-24 25,0 0,0 25,0-1,0-24,0 25,0 0,0 0,0-25,-24 0,24 0,0-25,0-25,0 50,0-24,24-1,1 25,-25 0,0 0,25 0,-25 25,0-25,0 24,-25 1,25-25,0 0,-25 0,25 0,0 0,0 0,0-25,25 25,-25-24,0 24,25 0,-25 0,0 24,0-24,0 0,0 25,0 0,0-25,0 0,0 0,0 0,0-25,0 0,25 25,-25-24,25-1,-1 0,-24 0,25 0,0-24,0-1,0 1,24-1,26-49</inkml:trace>
  <inkml:trace contextRef="#ctx0" brushRef="#br0" timeOffset="42208.41">4068 6028,'0'0,"0"-25,0 25,0 0,0 0,25 0,-50 0,25 0,0 0,0 0,0 0,0 0,0-25,0 50,0-25,0 0,0 0,0 25,0-25,-25 0,25 24,-25-24,25 0,-24 0,24 0,-25 0,25 0,0-24,0-1,0 25,-25-25,25 25,0 0,25-25,-25 25,0 0,0 0,25 0,-25 0,0 0,24 25,-24-25,0 25,25-25,-25 25,0-1,0 1,0 0,0-25,0 25,-25-25,25 0,-24-25,-1 25,25-25,0 0,0 25,0-24,0 24,0-25,0 25,0 0,25 0,-25 0,0 0,0 0,24 0,-24 0,0 0,25 25,-25-1,0-24,0 25,0 0,0-25,-25 0,25 25,0-25,-24 0,24 0,-25 0,25-25,0 25,0-25,-25 25,25-25,0 25,25-24,-25-1,74 0,-49 75,-25-26,-25 26,0-50,25-25</inkml:trace>
  <inkml:trace contextRef="#ctx0" brushRef="#br0" timeOffset="49547.83">1563 8062,'24'0,"-24"0,50-25</inkml:trace>
  <inkml:trace contextRef="#ctx0" brushRef="#br0" timeOffset="49684.84">1860 8062,'75'0,"-75"0</inkml:trace>
  <inkml:trace contextRef="#ctx0" brushRef="#br0" timeOffset="49832.85">2307 8037,'25'0,"49"-25</inkml:trace>
  <inkml:trace contextRef="#ctx0" brushRef="#br0" timeOffset="49980.85">2753 8037,'75'0,"-50"0</inkml:trace>
  <inkml:trace contextRef="#ctx0" brushRef="#br0" timeOffset="50118.86">3349 8037,'49'0</inkml:trace>
  <inkml:trace contextRef="#ctx0" brushRef="#br0" timeOffset="50251.87">3795 8037,'99'0,"-74"0</inkml:trace>
  <inkml:trace contextRef="#ctx0" brushRef="#br0" timeOffset="50385.88">4341 8037,'74'0,"-49"0</inkml:trace>
  <inkml:trace contextRef="#ctx0" brushRef="#br0" timeOffset="50479.88">4738 8062,'24'0,"76"0</inkml:trace>
  <inkml:trace contextRef="#ctx0" brushRef="#br0" timeOffset="50640.89">5333 8161,'50'0,"24"-25</inkml:trace>
  <inkml:trace contextRef="#ctx0" brushRef="#br0" timeOffset="50802.9">5829 8136,'75'0,"-51"-25</inkml:trace>
  <inkml:trace contextRef="#ctx0" brushRef="#br0" timeOffset="50958.91">6325 8111,'50'-25,"-25"25</inkml:trace>
  <inkml:trace contextRef="#ctx0" brushRef="#br0" timeOffset="51115.92">6772 8062,'49'0,"-49"0</inkml:trace>
  <inkml:trace contextRef="#ctx0" brushRef="#br0" timeOffset="51244.93">7020 8062,'74'0,"-24"0</inkml:trace>
  <inkml:trace contextRef="#ctx0" brushRef="#br0" timeOffset="51396.93">7218 8062,'50'0,"-25"-25</inkml:trace>
  <inkml:trace contextRef="#ctx0" brushRef="#br0" timeOffset="51406.94">7293 8037</inkml:trace>
  <inkml:trace contextRef="#ctx0" brushRef="#br0" timeOffset="51414.94">7293 8037</inkml:trace>
  <inkml:trace contextRef="#ctx0" brushRef="#br0" timeOffset="52307.99">7392 7962,'0'0,"0"25,25-25,-25 25,0 25,-25-26,25 1,-25-25,25 0,-25 0,25-25,-25 1,25-1,0 0,25 0,0 25,-25-25,25 25,-25 25,25 0,-25 25,0 24,-25-49,25-25,-25 0,25 0,-25-25,25-25,0 26,0-1,0 0,25 25,-25-25,25 25,0 25,-25 0,0 24,0-24,0 0,-25 0,25-25,-25 0,25-25,0 25,0-50,0 1,25 24,-25 25,25 0,-25 0,24 25,-24 24,0-24,-24 0,24 0,-25-25,0 0,25 0,0-25,0 0,25 0,-25 25,25 0,-1 0,-24 25,0 25,-24-1</inkml:trace>
  <inkml:trace contextRef="#ctx0" brushRef="#br0" timeOffset="53317.04">7417 8037,'0'0,"0"0,0 25,24-25,-24 24,0-24,0 0,0 25,0-25,0 0,-24 0,24 0,0 0,-25 0,25-25,0 25,0-24,-25-1,25 25,0-25,25 0,-25 25,0 0,0 0,25 0,-25 25,0-25,0 25,0-25,24 25,-24-1,0 1</inkml:trace>
  <inkml:trace contextRef="#ctx0" brushRef="#br0" timeOffset="59773.41">1761 5904,'25'0,"0"0,0 0,24 74,1 0,-25 50,-1 50,-98-149,0-50,-1-25,-49-98,0-26,74 100,26 24,24 25,74 75,50 198,-124-149,-25-25,-24-74,-1-49,0-1,-24-74,24 0,50 99,25 1,50 73,24 75,-25-25,-49 1,-75-51,-24-98,-25-100,74 124,0-74,25 49,25 1,0 49,24 24,-24 26,0 24,0-24,0 49</inkml:trace>
  <inkml:trace contextRef="#ctx0" brushRef="#br0" timeOffset="61793.53">1141 7739,'25'0,"-25"-25,0 25,0-25,0 25,25-24,-25-26,24 25,-24 0,25 1,0-1,0-25,0 1,-1-26,1 50,25-24,-25-1,-1 1,26-26,0 1,-1 24,26-74,-50 99,49-49,0-1,-24 1,0 24,24-24,-24 24,24-24,25 24,-24-24,-26 24,50-24,-74 49,99-49,-49-1,49 26,-75 24,51-50,-26 51,-24-1,74-25,0 1,124-26,-124 26,0 24,0 25,25-25,-25 25,0-25,0 25,0 25,0-25,25 25,-25 0,0 24,0-24,0 25,0-1,0 1,-25-1,25 26,0-1,99 75,-124-99,1 24,-26 1,25-1,0 0,1 26,-26-26,25 25,-49-24,24-1,1 25,-1 1,-24-26,24 25,-24-49,-25 24,24-24,1-25,-25 24,-1-49,1 0</inkml:trace>
  <inkml:trace contextRef="#ctx0" brushRef="#br0" timeOffset="62139.55">7714 7417,'25'24,"-25"1,0 25,0-1,0 1,0 0,0-26,0 1,-25-25,0 25,1-25,-1-25,-25 25,50-25,-25 1,25-1</inkml:trace>
  <inkml:trace contextRef="#ctx0" brushRef="#br0" timeOffset="62377.56">7714 7417,'-25'24,"25"1,-24 0,-26 0,25 0,25-1,-25-24,25 25</inkml:trace>
  <inkml:trace contextRef="#ctx0" brushRef="#br0" timeOffset="63046.6">8483 6251,'0'25,"-25"24,25-24,0 49,0-49,0 50,0-51,0 26,25 0,-25-1,25 1,0-25,-25 24,25-49,-25 25,49 0,-49-25,25 0,0 0,0 0,-25-25,24-49</inkml:trace>
  <inkml:trace contextRef="#ctx0" brushRef="#br0" timeOffset="63275.61">8682 6573,'-50'0,"25"0,0 0,-49 0,24 0,-24 0,24 0,26 0,-1 25,50 0</inkml:trace>
  <inkml:trace contextRef="#ctx0" brushRef="#br0" timeOffset="63534.63">8905 6796,'0'75,"0"49,0-25</inkml:trace>
  <inkml:trace contextRef="#ctx0" brushRef="#br0" timeOffset="64662.68">7392 8210,'0'0</inkml:trace>
  <inkml:trace contextRef="#ctx0" brushRef="#br0" timeOffset="64828.7">7417 8384</inkml:trace>
  <inkml:trace contextRef="#ctx0" brushRef="#br0" timeOffset="64838.7">7417 8384</inkml:trace>
  <inkml:trace contextRef="#ctx0" brushRef="#br0" timeOffset="64847.7">7417 8384</inkml:trace>
  <inkml:trace contextRef="#ctx0" brushRef="#br0" timeOffset="64978.71">7417 8657,'0'0</inkml:trace>
  <inkml:trace contextRef="#ctx0" brushRef="#br0" timeOffset="65119.71">7441 8830,'0'25,"0"-25</inkml:trace>
  <inkml:trace contextRef="#ctx0" brushRef="#br0" timeOffset="65130.71">7441 8855</inkml:trace>
  <inkml:trace contextRef="#ctx0" brushRef="#br0" timeOffset="65138.71">7441 8855</inkml:trace>
  <inkml:trace contextRef="#ctx0" brushRef="#br0" timeOffset="65283.73">7417 9153,'0'25,"24"0</inkml:trace>
  <inkml:trace contextRef="#ctx0" brushRef="#br0" timeOffset="65406.74">7441 9451,'0'74,"0"-49</inkml:trace>
  <inkml:trace contextRef="#ctx0" brushRef="#br0" timeOffset="65542.73">7516 9897,'0'99,"0"-74</inkml:trace>
  <inkml:trace contextRef="#ctx0" brushRef="#br0" timeOffset="65685.75">7541 10542,'0'25,"0"74</inkml:trace>
  <inkml:trace contextRef="#ctx0" brushRef="#br0" timeOffset="65834.75">7541 11311,'0'74</inkml:trace>
  <inkml:trace contextRef="#ctx0" brushRef="#br0" timeOffset="65958.77">7565 11931,'-24'74,"24"26</inkml:trace>
  <inkml:trace contextRef="#ctx0" brushRef="#br0" timeOffset="66130.78">7565 12948,'0'25,"0"74</inkml:trace>
  <inkml:trace contextRef="#ctx0" brushRef="#br0" timeOffset="66258.78">7565 13543,'0'149,"0"-99</inkml:trace>
  <inkml:trace contextRef="#ctx0" brushRef="#br0" timeOffset="66532.8">7590 14759,'0'173,"0"-123</inkml:trace>
  <inkml:trace contextRef="#ctx0" brushRef="#br0" timeOffset="66675.81">7565 15280,'0'124,"-24"-124</inkml:trace>
  <inkml:trace contextRef="#ctx0" brushRef="#br0" timeOffset="67677.87">8086 11187,'0'-25,"0"25,0-25,25 25,-25 0,0 0,0 0,25 0,-25 0,0 0,0 25,0 0,0 0,0 0,0-1,-25 26,25-25,0 24,0-24,-25 0,25 25,0-26,0 26,0-25,25 0,-25-1,0 1,25 0,-25 0,25-25,-25 25,0-1,25-24,-25 0,24 25,-24-25,25 0,0-25,-25 25,50-74</inkml:trace>
  <inkml:trace contextRef="#ctx0" brushRef="#br0" timeOffset="67894.88">8235 11460,'-74'-25,"24"25,-24 0,24 0,25 0</inkml:trace>
  <inkml:trace contextRef="#ctx0" brushRef="#br0" timeOffset="68360.89">8334 11534,'75'25,"-50"-25,-1 25,-24 24,0 26,-24-26,-1 1,0-25,0 0,50-1,-25 1,50-25,-26 0,1 25,0-25,-25-25,25 25</inkml:trace>
  <inkml:trace contextRef="#ctx0" brushRef="#br0" timeOffset="96861.54">11832 5482,'0'0,"0"0,0 25,0-1,0 1,0-25,0 25,0 25,0-26,0 1,0 0,0 25,0-26,0 26,0-25,25 25,-25-26,0 26,0-25,0 24,0-24,0 0,0 25,0-26,0 1,0 25,0-25,0-1,0 1,0 25,24-25,-24-25,0 0,0 0,25 0,-25 0,25 0,-25 0,0 0,25-25,-25 25,25 0,-1-25,-24 0,25 25,0 0,-25-25,0 25,25 0,-25 0,0-24,0 24,25-25,-25-25</inkml:trace>
  <inkml:trace contextRef="#ctx0" brushRef="#br0" timeOffset="97306.56">12080 5879,'-25'0,"25"0,-25 0,0 0,-24 0,-1 0,1 25,-1-25,0 0,26 0,-1 0,0 0,25 0,0 0</inkml:trace>
  <inkml:trace contextRef="#ctx0" brushRef="#br0" timeOffset="100675.75">3994 5606</inkml:trace>
  <inkml:trace contextRef="#ctx0" brushRef="#br0" timeOffset="101796.82">1091 8260,'-24'50,"-1"-1,0 26,0-1,0-24,1 49,-1-50,0 1,0 0,0-26,25-24,0-24</inkml:trace>
  <inkml:trace contextRef="#ctx0" brushRef="#br0" timeOffset="102083.83">1067 8334,'0'0,"0"0,24 50,1-25,0 24,0 26,0-26,-1 1,-24-25,25 0,-25-1,0 1,-49-25</inkml:trace>
  <inkml:trace contextRef="#ctx0" brushRef="#br0" timeOffset="102348.85">893 8607,'50'0,"-26"-25,51 25,-26-24,26 24,-26 0,1 0,-50 0,25 0,-25-25</inkml:trace>
  <inkml:trace contextRef="#ctx0" brushRef="#br0" timeOffset="103185.9">4242 5556,'0'25,"-25"-25,25 50,0-26,25 1,-25 0,0 49,0-49,24 0,-24 0,0 25,0-50,0 24,0-24</inkml:trace>
  <inkml:trace contextRef="#ctx0" brushRef="#br0" timeOffset="103826.93">4192 5631,'50'-50,"-50"50,24 0,1 0,0 0,0 0,0 0,-1 0,51 25,-50 0,-1-1,-24 1,25 0,-50 0,1 0,24-25,-50 24,0-24,26 0,-1 0,25 0,-25 0,50 0,49 25,-24 0,-25 0,24 0,-49 0,25-1,-25 1,-25 0,25-25,-49 25,24-25,-50 0,26-25,-1 25,25 0,25 0,50 25</inkml:trace>
  <inkml:trace contextRef="#ctx0" brushRef="#br0" timeOffset="104909">7987 7813,'0'0,"0"0,-25 0,25 0,-25 25,1-25,24 25,-25-25,0 25,25 0,-25-1,0 1,25 0,-24 0,24-25,0 25,0 0,0-1,0-24,24 25,-24-25,25 25,0-25,0 0,0 25,-1-25,1 0,0 0,0 0,0 0,0 0,-1 0,1 0,0 0,0 0,-25 0,25 0,-25 0,24 0,-24-25,0 25,0 25,-24-25,24 49</inkml:trace>
  <inkml:trace contextRef="#ctx0" brushRef="#br0" timeOffset="106031.06">7962 15056,'0'0,"0"0,-25 25,25-25,0 25,0 0,0 0,0 24,0 26,25 49,0 0,-25-25,0-25,0-24,-25-50</inkml:trace>
  <inkml:trace contextRef="#ctx0" brushRef="#br0" timeOffset="106518.09">7863 15280,'0'-25,"25"0,0 0,-1 0,26 1,25 24,-26-25,1 50,24-1,-49 1,0 25,-25-1,-25 1,-25 0,1 24,-26-24,-24 49,74-99,0 50,1-50,73-75,75-98</inkml:trace>
  <inkml:trace contextRef="#ctx0" brushRef="#br0" timeOffset="108564.2">12278 6325,'-24'25,"24"0,-25 49,0 1,25-1,-25-49,25 24,0-24,-25 0</inkml:trace>
  <inkml:trace contextRef="#ctx0" brushRef="#br0" timeOffset="108779.22">12254 6350,'24'0,"1"25,0 24,-25-24,25 0,0 49,-1-49,1 25,-25-25</inkml:trace>
  <inkml:trace contextRef="#ctx0" brushRef="#br0" timeOffset="109004.23">12477 6598,'0'0,"-25"0,0 0,-24 0,-1 0,25 25,-24-25,24 0,0 0,0 0,25-25,0 0,25 0</inkml:trace>
  <inkml:trace contextRef="#ctx0" brushRef="#br0" timeOffset="109268.24">12551 6375,'0'25,"25"24,-25 26,0-1,0-49,25 24,-25-24,0-25</inkml:trace>
  <inkml:trace contextRef="#ctx0" brushRef="#br0" timeOffset="109816.28">12551 6424,'25'-49,"0"24,0 25,-1 0,26 0,-50 0,50 25,-26 0,-24 24,0-24,-24 25,-1-50,0 49,0-49,-24 0,49 0,0 0,0-25,24 25,1-24,25 24,74 74,-99-49,-25 24,0-24,0 25,-50-25,0-25,-24-25,24 0,26-25,24-24</inkml:trace>
  <inkml:trace contextRef="#ctx0" brushRef="#br0" timeOffset="110217.3">13593 5978,'-25'0,"-49"25,49-25,-25 0,1 0,-26 0,51 25,-1-25,25 0,-25 0,50 24</inkml:trace>
  <inkml:trace contextRef="#ctx0" brushRef="#br0" timeOffset="110454.31">13568 6201,'-49'0,"-26"25,26-25,-1 0,25 25,-24-25,73 0</inkml:trace>
  <inkml:trace contextRef="#ctx0" brushRef="#br0" timeOffset="119491.83">14039 5631,'0'-25,"0"50,25-1,0 1,0 0,0 0,-1 0,1-1,25 76,-25-75,-1 24,1-24,-25 0,25 0,-25-1,25-24,-25 25</inkml:trace>
  <inkml:trace contextRef="#ctx0" brushRef="#br0" timeOffset="119758.84">14461 5631,'0'24,"0"-24,-25 50,25 0,-24-1,24 1,0 0,-25-1,25-24,-25 0,25 0,0-1,0 1,0-25</inkml:trace>
  <inkml:trace contextRef="#ctx0" brushRef="#br0" timeOffset="120157.87">14734 5928,'-25'-24,"25"24,-25 0,1 0,24 24,-25 1,25 25,25-1,-25 1,24 24,1-24,0 0,-25-1,0-24,0 0,-25 0,0-25,1 0,-26 0</inkml:trace>
  <inkml:trace contextRef="#ctx0" brushRef="#br0" timeOffset="120445.88">14833 6127,'-25'0,"-49"25,49-25,-49 24,49-24,0 0,25 0</inkml:trace>
  <inkml:trace contextRef="#ctx0" brushRef="#br0" timeOffset="120765.9">15354 5904,'-25'0,"25"0,-49 0,-1 0,0 24,1-24,24 0</inkml:trace>
  <inkml:trace contextRef="#ctx0" brushRef="#br0" timeOffset="121328.93">15553 5680,'24'50,"1"24,0 1,0-50,0 49,-25-74,24 50,1-1,-25-49,0 0,25 0,-25-25,25-24,-25-26,0 1,25 24,-25-24,0 49,24-25,1 26,-25-1,0 25,50 25</inkml:trace>
  <inkml:trace contextRef="#ctx0" brushRef="#br0" timeOffset="121767.96">16073 5978,'0'25,"0"0,0 24,0-24,25 0,-25 24,25-24,-25-25,25 0,0 0,-1 0,1-74,0-1,-25 26,-25-50,25 74,-25-75,25 76,0-26,0 50,-24 25,48 0</inkml:trace>
  <inkml:trace contextRef="#ctx0" brushRef="#br0" timeOffset="122486">16396 6524,'-25'-25,"-25"25,26 0,-26 25,-24-25,24 24,-24 1,-26-25,26 25,-25-25,0 25,-25-25,24 0,-24 25,0-25,25 24,-50-24,50 25,-25-25,-99 50,173-50,1 0,24 0,-25 25,0-25,26 0,24 0</inkml:trace>
  <inkml:trace contextRef="#ctx0" brushRef="#br0" timeOffset="122972.03">16123 5730,'-25'25,"25"-50</inkml:trace>
  <inkml:trace contextRef="#ctx0" brushRef="#br0" timeOffset="124209.1">15429 7094,'-25'0,"0"0,0 0,0 0,0 0,1 0,-1 0,-25 25,25-25,1 25,24 0,-25-25,25 24,0 1,0 0,0 0,0 0,0-25,25 24,-25-24,24 0,1 0,0-24,0 24,0-25,-1 25,1-25,0 0,-25 25,0-25,25 25,-25-24,0 24,0 0,0 24,0 76,0 24,25-50,-25 25,-25 0,-50-49,26-50,-26-25,-24-24,25-26,49 75,25-25,25 75</inkml:trace>
  <inkml:trace contextRef="#ctx0" brushRef="#br0" timeOffset="127198.27">13841 8632,'0'-25,"-74"25,24 0,0 0,1 0,24 0,0 25</inkml:trace>
  <inkml:trace contextRef="#ctx0" brushRef="#br0" timeOffset="127437.28">13891 8855,'-50'0,"0"0,1 0,-26 0,51 0,-1 0,0 25,0-25,25 25</inkml:trace>
  <inkml:trace contextRef="#ctx0" brushRef="#br0" timeOffset="129711.4">15081 8632,'0'0,"-25"0,1 25,-26-25,25 0,-24 0,-1 0,0 0,26 0,-1 0,-25 0,50 0,-25 25,25-25,0 0,0 0,0 0</inkml:trace>
  <inkml:trace contextRef="#ctx0" brushRef="#br0" timeOffset="130840.48">15255 8434,'0'0,"0"0,0 0,25 0,-1 24,-24 1,25 0,0 0,25 49,-1-49,-24 0,-25 0,50 24,-50-24,25 0,-25 0,0-25,0 0,0 24,24-73</inkml:trace>
  <inkml:trace contextRef="#ctx0" brushRef="#br0" timeOffset="131234.5">15751 8334,'-25'50,"25"-50,-25 25,25 0,-24 49,-1-49,25 24,-25 1,0 0,25-26,-25 26,25-25,0 0,0-25,0-25</inkml:trace>
  <inkml:trace contextRef="#ctx0" brushRef="#br0" timeOffset="136167.78">16123 8334,'0'0,"0"0,-25 0,0 0,1 0,24 0,-25 25,0 0,-25 0,26-25,24 25,0-25,0 0,0 24,0 1,0-25,0 25,49 0,-24-25,0 25,0-25,-25 24,24-24,1 25,0-25,-25 0,0 25,0-25,0 0,0 25,0-25,0 25,-25-25,0 24,-24 1,24 0,0 0,0 0,50-75</inkml:trace>
  <inkml:trace contextRef="#ctx0" brushRef="#br0" timeOffset="136462.79">16297 8458,'24'0,"-24"50,0 0,0 49,0-25,0-49,0-25</inkml:trace>
  <inkml:trace contextRef="#ctx0" brushRef="#br0" timeOffset="136628.81">16297 8285</inkml:trace>
  <inkml:trace contextRef="#ctx0" brushRef="#br0" timeOffset="137168.84">16495 8434,'0'24,"25"1,-25 50,0-51,0 26,0-25,0 24,0-49,0 0,0 25,0-50,0-24,25 24,-25 0,25-24,-25 24,49 0,-49 0,25 0,-25 25,25 0,0 0,-25 0,49 50,-49-25,25 49,-25-49,0 0,0 0,0-1,0 1,0-25,25-25</inkml:trace>
  <inkml:trace contextRef="#ctx0" brushRef="#br0" timeOffset="137735.87">17041 8384,'0'0,"0"25,0 0,0 24,0 1,-25-1,25 1,0-25,0 0,25-1,-25 1,25 0,-25-25,24 0,1 25,0-25,25-25,-26 0,1 0,0 1,0-1,0-25,-1-24,-24 49,0-25,-24 26,-1-1,25 0,-25 0,0 0,-24 25,24 0,0-24,-25 24,26 24</inkml:trace>
  <inkml:trace contextRef="#ctx0" brushRef="#br0" timeOffset="137995.87">17388 8558,'-50'0,"1"24,-26-24,-24 25,25-25,49 0,-25 25,26-25</inkml:trace>
  <inkml:trace contextRef="#ctx0" brushRef="#br0" timeOffset="140927.06">17388 8979,'-25'0,"0"0,-24 25,-26-25,1 0,49 0,-49 0,24 0,-49 25,25-25,-50 0,74 25,-74-25,74 0,-99 0,50 0,-50 25,100-25,-75 24,49-24,-49 25,0-25,-124 25,223-25,-74 25,50-25,-26 0,26 0,-26 0,50 0,1 25,-1-25,0 0,0 0,25 24,50-24</inkml:trace>
  <inkml:trace contextRef="#ctx0" brushRef="#br0" timeOffset="141355.07">15503 9426,'-50'0,"1"0,-26 0,26 0,24 25,-25-25,25 0,1 0,24 24</inkml:trace>
  <inkml:trace contextRef="#ctx0" brushRef="#br0" timeOffset="142152.13">15974 9401,'-25'-25,"1"25,-26 0,25 25,-24 0,49-25,-25 25,25-1,-25 1,50 0,-25-25,25 0,-1 0,1 0,25-25,-50 25,25-25,-1 25,-24-24,0-1,25 0,-25 25,0 0,0 25,0 0,25 24,0 1,0-25,-25 49,0-49,0 49,0-24,0 24,0-49,-25 25,25-26,-50 1,1 0,-1-25,0 0,-24-25,49 25,-24-25,24 25,0-24,25 48</inkml:trace>
  <inkml:trace contextRef="#ctx0" brushRef="#br0" timeOffset="142696.16">14412 10889,'-25'-25,"-25"25,25 0,-49 0,24 0,1 0,24 25,0-25,0 25,25-25,0 0,25 25</inkml:trace>
  <inkml:trace contextRef="#ctx0" brushRef="#br0" timeOffset="142988.17">14337 11137,'0'0,"-74"0,-1 0,26 0,49 0,-25 0,0 0,50 0,24 0</inkml:trace>
  <inkml:trace contextRef="#ctx0" brushRef="#br0" timeOffset="143788.22">14858 10864,'0'0,"0"0,0 0,0 0,25 0,0 25,24-25,-24 0,49 0,-24 0,-25 0,24 0,1 0,-50 0,0 0</inkml:trace>
  <inkml:trace contextRef="#ctx0" brushRef="#br0" timeOffset="149025.51">15478 10641,'0'-25,"0"25,0 0,25-24,-25 24,25 0,0-25,-1 0,26 0,0 25,-1 0,26 0,-51 0,1 25,-25 0,0 24,-25 1,-49 0,24-1,-24 1,24-25,1 24,24 1,25-50,50 25,-1-25,26 0,-26 24,1-24,-1 25,-24-25,0 0,0 0</inkml:trace>
  <inkml:trace contextRef="#ctx0" brushRef="#br0" timeOffset="149538.54">16024 10666,'0'25,"0"0,0 24,0 1,25-25,-25 24,24-24,-24 0,25-25,25 25,-50-25,49-25,-24 0,25 0,-1-49,1 24,-50 25,0-24,0-1,0 25,-25 1,-24-1,-51 0,26 50,49-25,0 25,1-1,-1 1,25-25,0 50,49-50</inkml:trace>
  <inkml:trace contextRef="#ctx0" brushRef="#br0" timeOffset="150596.61">16867 10443,'-25'0,"1"0,-26 25,25-25,-24 49,-1-24,50 0,0 0,0 24,25-24,0 0,24 24,1-24,-50-25,0 50,0-50,0 49,-25 1,-25-25,26 0,-1-1,0-24,0 25</inkml:trace>
  <inkml:trace contextRef="#ctx0" brushRef="#br0" timeOffset="150865.62">17041 10492,'0'50,"0"0,0 49,0-50,0 26,-25-50,25 49,-25-24,25-75</inkml:trace>
  <inkml:trace contextRef="#ctx0" brushRef="#br0" timeOffset="151046.63">16991 10319,'0'25,"50"-25</inkml:trace>
  <inkml:trace contextRef="#ctx0" brushRef="#br0" timeOffset="151540.66">17190 10567,'0'99,"24"-49,-24-1,0 1,0-25,0-1,0 1,25-25,-25-25,0-49,0 49,25-49,0 24,24 1,-49 24,25 0,0 25,0 0,0 25,-1 24,1 51,-25-26,0-49,0 24,25 1,-25-50,0 25,0-25,25 0</inkml:trace>
  <inkml:trace contextRef="#ctx0" brushRef="#br0" timeOffset="153948.79">17735 10492,'-24'-24,"24"24,0 0,0 0,49-25,-24 25,49 0,-49 0,50 25,-26-1,-24 1,-25 0,0 0,0 0,-25-1,-49 26,-1 0,51-50,-1 24,0-24,25 25,74 0,1-25,-26 25,26-25,-50 25,24-1,-49 1,0 0,0-25,-25 50,-24-50,-26 24,1 1,24 0,26-25</inkml:trace>
  <inkml:trace contextRef="#ctx0" brushRef="#br0" timeOffset="154401.81">18331 10567,'0'25,"0"-1,-25 51,25-26,-25 1,50-25,-25 24,25-49,-1 25,1-25,0 0,0-25,0-24,-1 24,26-25,-50-24,0 24,0 26,0-26,-25 25,-24 25,-51 0,76 25</inkml:trace>
  <inkml:trace contextRef="#ctx0" brushRef="#br0" timeOffset="154792.84">18529 10220,'0'24,"0"1,25 0,-25 0,25-25,0 0,-1-25,26-25,-50 1,0 24,-25 0,0 25,-24 0,24 25,0 0</inkml:trace>
  <inkml:trace contextRef="#ctx0" brushRef="#br0" timeOffset="156144.93">18777 11336,'-25'25,"25"-25,-49 0,24 0,-25 24,-24-24,24 0,1-24,-51 48,76-24,-100-24,24 24,-24 0,75 0,-75 0,49 0,-73 0,-1 0,25 0,49 0,-74 0,-24 0,-348 0,372 0,-25 0,26 0,-1 24,25-24,-25 0,25 0,0 25,25-25,24 0,1 25,24-25,1 0,49 0,0 0,74 0</inkml:trace>
  <inkml:trace contextRef="#ctx0" brushRef="#br0" timeOffset="156639.94">15677 11733,'-50'24,"50"-24,0 0,50 0,24 0,-49 0,49 0,-49 0,0 0,0 0,-1 25,-24-25,25 0</inkml:trace>
  <inkml:trace contextRef="#ctx0" brushRef="#br0" timeOffset="157248.99">16396 11708,'-25'-25,"0"25,0 0,-24 25,24-25,0 25,0 24,1-24,24 25,0-26,0 1,0 0,24 0,1-50,0 25,0-50,-25 26,25-26,24 25,-49 0,25 1,-25 24,25 24,-25 1,0 50,0-1,0-24,25 24,-25-24,0 24,0-24,0-25,-25-1,25-24,0 0</inkml:trace>
  <inkml:trace contextRef="#ctx0" brushRef="#br0" timeOffset="157455">16669 12030,'0'25</inkml:trace>
  <inkml:trace contextRef="#ctx0" brushRef="#br0" timeOffset="158113.04">16966 11733,'-49'0,"-1"24,25 1,1 25,24-25,24 24,26 1,0-25,-1 24,-24 1,0-25,-25 24,-25-24,0 0,-24 0,-1-25,0 25,1-50,24 0,50-25,0 25,24-24,-24 24,25-25,-1-24,1 24,-25 26,-1-26,-24 25,0 0,0 1,0 24,-24 0,-1 0,0 0,0 24,0 26</inkml:trace>
  <inkml:trace contextRef="#ctx0" brushRef="#br0" timeOffset="158487.06">17264 11782,'0'25,"0"25,0-1,0 50,0 1,0-26,0-49,0 25,0-50,0 24,0-24,0 0,0-49</inkml:trace>
  <inkml:trace contextRef="#ctx0" brushRef="#br0" timeOffset="159223.1">14188 12799,'-25'-25,"25"25,50 25,-25-25,0 0,49 0,-49 25,25-25,-1 0,1 0,-50 0,25 0,-1 0,1 0,-25 25,0-25</inkml:trace>
  <inkml:trace contextRef="#ctx0" brushRef="#br0" timeOffset="159560.12">14139 12948,'0'25,"24"-25,1 25,0-25,25 24,-1-24,-24 0,0 0,0 0,-25 0,25 0,-25 0,24 0,-24-24,0 24</inkml:trace>
  <inkml:trace contextRef="#ctx0" brushRef="#br0" timeOffset="164693.41">15329 13370,'0'-25,"0"25,0-25,0 0,25 1,-25 24,25-50,0 25,-25 0,25-24,-25 24,24-25,-24 25,0 1,0-1,0 0,25 0,-25 0,0 25,0 0,25 25,-25 25,25 74,-25-75,0 51,0-75,0 74,0-25,0 25,0-74,0 50,0-26,-25 1,25-1,0 1,0-25,-25 0,25-25</inkml:trace>
  <inkml:trace contextRef="#ctx0" brushRef="#br0" timeOffset="164955.43">15304 13891,'75'0,"-1"0,-49-25,0 25,25 25,-26-25,1 0,0 24</inkml:trace>
  <inkml:trace contextRef="#ctx0" brushRef="#br0" timeOffset="165216.44">15875 13742,'-25'0,"0"49</inkml:trace>
  <inkml:trace contextRef="#ctx0" brushRef="#br0" timeOffset="166051.49">16173 13295,'-25'25,"25"25,-25 24,50-24,-25 24,25 1,-1-26,1 1,0-25,0-1,0-24,-1 0,26-24,-25-26,0 0,-25-24,25 0,-25-1,24 1,-48-75,24 99,-25 25,0 1,-25 24,1 0,-1 49,25-24,0 0,1 25,24-50,0 49</inkml:trace>
  <inkml:trace contextRef="#ctx0" brushRef="#br0" timeOffset="166694.53">16594 13246,'0'-25,"0"25,25-25,25 25,-25-25,-1 25,51 0,-50 0,24 0,-24 0,0 25,-25 0,0 0,0 0,-25 24,0 1,-24-1,24-24,-25 25,25-25,-24 24,24 1,0 24,25-74,25 0,0 25,0-25,24-25,1 25,-1-25,-24 25,0 0,0 0,-25 0,25 25,-25-25</inkml:trace>
  <inkml:trace contextRef="#ctx0" brushRef="#br0" timeOffset="169867.71">15205 12675,'-99'50,"49"49,-24 25,24 25,1 0,24 24,25-49,25 25,0-50,24 1,-24-26,49 0,-49 1,25-26,-25 26,49-50</inkml:trace>
  <inkml:trace contextRef="#ctx0" brushRef="#br0" timeOffset="170360.74">17066 12725,'24'49,"1"1,25 24,-25 1,24 24,1 0,-1 1,-24 24,-25 0,-25-25,-49 25,24-25,-24 0,24-49,1 24,24-49,25-50</inkml:trace>
  <inkml:trace contextRef="#ctx0" brushRef="#br0" timeOffset="172493.86">17562 13097,'-25'0,"50"-25,24 0,1 25,24 0,1-25,-1 50,-49 0,0 0,-25 24,-25 26,-25-1,1-24,-26 49,1-49,49-1,0 1,25-25,75 0,-1-50,1 0,24 0,-50 0,-24 25,50 0,-51 0,1 0,-25-24,0 24,-25 0,50 0,-25 0,0 0,0 0,0 0,0 0,0 0,0 0,0 0,0 0,0 0,0 24,25-24</inkml:trace>
  <inkml:trace contextRef="#ctx0" brushRef="#br0" timeOffset="173498.92">14089 14660,'-25'24,"25"-24,0 25,-25 0,25 0,0 0,-24 24,24-24,0 25,-25-26,25 26,0 0,-25-1,25 1,0-25,0 24,0-24,0 25,0-26,0 26,0-25,0 0,0 0,25-25,-25 24,25 1,-25-25,24 25,1-25,0 0,25 0,-1 0,26-25,24 25,-74-25,-25 25</inkml:trace>
  <inkml:trace contextRef="#ctx0" brushRef="#br0" timeOffset="173814.94">13866 15205,'25'0,"-1"-25,51 25,24-24,-49 24,24 24</inkml:trace>
  <inkml:trace contextRef="#ctx0" brushRef="#br0" timeOffset="175778.05">14759 15379,'-25'25,"0"0,0 49,1-49,-51 74,50-49,25-1,-49 26,49-51,-25 26,25-25,0 24,0-49,25-49</inkml:trace>
  <inkml:trace contextRef="#ctx0" brushRef="#br0" timeOffset="176049.06">14709 15404,'0'0,"0"25,0 24,0-24,0 25,25-1,-25 1,25-25,-25 24,25 1,-25-25,0 24,0-24</inkml:trace>
  <inkml:trace contextRef="#ctx0" brushRef="#br0" timeOffset="176305.08">14585 15726,'25'0,"25"-25,-1 25,-24 0,25 25,-1 0,1-25</inkml:trace>
  <inkml:trace contextRef="#ctx0" brushRef="#br0" timeOffset="176697.1">15081 15503,'-25'25,"1"0,-26 24,50-24,-25 49,25-24,25-25,0 0,0-1,24-24,-24 0,0 0,0 0,-1 0,1 0,0 0</inkml:trace>
  <inkml:trace contextRef="#ctx0" brushRef="#br0" timeOffset="177128.13">15453 15081,'50'-25,"-25"25,24-24,1 24,0-25,-1 25,1 0,-25 0,-1 0,1 0,0 25,-25-1,-25-24</inkml:trace>
  <inkml:trace contextRef="#ctx0" brushRef="#br0" timeOffset="177386.14">15553 15304,'74'-24,"-24"-1,24 25,-49 0,24 0,-24-25,0 50,-25-25</inkml:trace>
  <inkml:trace contextRef="#ctx0" brushRef="#br0" timeOffset="179397.26">16197 14932,'-24'0,"24"0,24-24,26-1,0 0,24 0,-24 0,-1 25,1 0,-50 25,0 25,-25 24,-24 1,-26 49,25-25,1 0,49-49,25 24,24-49,1 0,0-25,-1 25,-24-25,-25 24</inkml:trace>
  <inkml:trace contextRef="#ctx0" brushRef="#br0" timeOffset="179581.27">16669 15354,'0'0,"25"25,-25 0</inkml:trace>
  <inkml:trace contextRef="#ctx0" brushRef="#br0" timeOffset="180096.3">16942 15205,'24'50,"-24"-1,25 1,-25 0,25-1,0-24,24 25,-49-50,50 0,-25-25,0 0,-1-24,-24-26,0 25,0-24,0 24,0-24,-24 0,-1 24,0 50,-25-25,26 25,-26 25,-74 99,99-74,25-1</inkml:trace>
  <inkml:trace contextRef="#ctx0" brushRef="#br0" timeOffset="180445.31">17413 14932,'0'75,"0"-1,0 1,0-51,0 26,0-25,25 0,-1-1,1-24,0 0,25-24,-1-26,-24 0,0-24</inkml:trace>
  <inkml:trace contextRef="#ctx0" brushRef="#br0" timeOffset="180685.33">17587 14908,'-25'99,"0"0,0 25,-25 0,50-25,0 1,0-26,25-49</inkml:trace>
  <inkml:trace contextRef="#ctx0" brushRef="#br0" timeOffset="181065.34">17983 14982,'0'0,"-24"0,-26 25,-24 49,49-49,0 49,25-49,0 0,50 25,-1-26,-24-24,25 25,-26 0,1 0,0 0,-50 49,0-49,-49 25,49-26</inkml:trace>
  <inkml:trace contextRef="#ctx0" brushRef="#br0" timeOffset="192161.99">7392 8111,'0'0,"0"0,0 0,0 0,0 0,0 0,0-25,0 50,0-25,0 0,25 50,-25-25,-25-1,25 1,0 0,0 0,0 24,0 1,0-25,0 24,0 1,0 0,0-1,0 26,0-26,0-24,0 25,0-1,-25 1,25-25,0-1,0 26,0-25,0 0,0 0,0-1,0 1,0-25,0 0,25 0,-25 0,0 0,0-25,25 25,-25-24,0-26,0 25,24-124,-24 124,0-24,0-1,-24 1,24-1,0-24,0 24,0 0,-25 26,25-26,0 0,0 26,0-26,-25 25,25 0,0 1,0 48,0 1,0 50,0-51,0 76,0-26,0 50,-25-74,25 49,0-50,0 26,0-1,0-24,0-25,0-25,0 25</inkml:trace>
  <inkml:trace contextRef="#ctx0" brushRef="#br0" timeOffset="192675.02">7417 9128,'0'-49,"24"49,-24-50,25 0,0 1,0 24,-25 0,0 25,0 0,0 25,-25 24,25 1,-50 0,50-25,0 24,0-49,0 25,25-50,25-24,-25 49,24-125,-49 125,-25 0,25 25</inkml:trace>
  <inkml:trace contextRef="#ctx0" brushRef="#br0" timeOffset="193569.07">7441 9153,'0'25,"-24"-25,24 0,-25-25,0 25,0-25,-24-24,-1-1,25 25,0 0,25 0,-24 1,48 48,1 26,0-25,0 25,0-26,-1 1,-24-25,-49-74,24 49,0-25,25 25,0 1,-25 24,50 0,-25 0,50 0,-25 0,24 0,1 0,-1 0,1 24,0-24,-26 0,1 0,0 0,-50 25,25-25,-49 25,-26-25,1 0,24-25,1 0,24 1,0 24,50 0,24 0,1 0,-25 0,0 0,24 24,-49 1,25 0,-50 0,0 25,-24-50,-26 49,1-24</inkml:trace>
  <inkml:trace contextRef="#ctx0" brushRef="#br0" timeOffset="202887.6">18405 5283,'-25'75,"0"24,25-25,-24-49,-1 50,25-75,-25 49,0-24,0-25,25 0</inkml:trace>
  <inkml:trace contextRef="#ctx0" brushRef="#br0" timeOffset="203148.61">18405 5209,'50'25,"-26"0,26 49,0 25,-1-24,-49-26,25 1,-25-1,25 1</inkml:trace>
  <inkml:trace contextRef="#ctx0" brushRef="#br0" timeOffset="203351.63">18653 5705,'0'0,"-25"0,1 25,-26-25,0 0,-49 0,49 0,26 0,-1 0,0 0</inkml:trace>
  <inkml:trace contextRef="#ctx0" brushRef="#br0" timeOffset="204144.67">18802 5358,'25'0,"-50"25,50 24,-25-24,0 49,25-49,-25 0,24 25,1-26,0 1,-25-25,25 0,0 0,-25-25,49 1,-49-26,25 0,0 26,-25-26,0 25,25 0,-25-24,0 24,0 25,0-25,0 50,24 25,-24-1,0-24,25 25,-25-1,25 26,0-1,0 0,-25-24,24 25,-24-26,0 26,-24-1,-1-49,25 0,-50-1,25-24,-49-24,24-1,1 0,24 0,-25 0,50 25,0 0,0-24</inkml:trace>
  <inkml:trace contextRef="#ctx0" brushRef="#br0" timeOffset="206092.78">19968 5333,'-25'0,"-25"0,26 0,-26 0,0 25,26-25,-26 0,25 0,-24 0,49 0,-50 0,50 0,-25 0,25 0,25 0,25 0</inkml:trace>
  <inkml:trace contextRef="#ctx0" brushRef="#br0" timeOffset="206358.8">19943 5531,'-25'0,"-24"0,-1 0,0-24,26 24,-1 0,0 0,0 0,25 0,-25 0,25 24,25-24</inkml:trace>
  <inkml:trace contextRef="#ctx0" brushRef="#br0" timeOffset="209542.98">20265 5035,'0'0,"25"25,-25 0,25 0,-25 0,25 24,0-24,-1 0,-24 24,25-24,0 0,0 25,0-26,-25 26,24-25,-24 0,25-1,-25-24,0 25,0-25,0-25,0-24</inkml:trace>
  <inkml:trace contextRef="#ctx0" brushRef="#br0" timeOffset="209850">20637 5110,'25'0,"-25"49,-25 51,25-51,-24 26,-1-26,0 1,0-1,25-24,0-25,25-25</inkml:trace>
  <inkml:trace contextRef="#ctx0" brushRef="#br0" timeOffset="210320.02">20737 5407,'25'25,"-25"0,0 25,0-26,24 1,-24 0,0 0,25 0,-25-25,25 0,0-75</inkml:trace>
  <inkml:trace contextRef="#ctx0" brushRef="#br0" timeOffset="210457.03">20861 5234,'25'0,"-25"0</inkml:trace>
  <inkml:trace contextRef="#ctx0" brushRef="#br0" timeOffset="210890.06">21109 4961,'0'25,"0"0,25-1,-25 51,0-50,0 49,0-24,24 24,-24-49,0 24,25 1,-25-25,0 49,0-74,25 25,-25-25,0 0,25 25,-25-25,25-25,-1 25,1-25,0-24</inkml:trace>
  <inkml:trace contextRef="#ctx0" brushRef="#br0" timeOffset="211144.07">21282 5234,'-49'0,"-1"0,-24-25,49 25,0 0,0 0,1 0,24 0,0-25</inkml:trace>
  <inkml:trace contextRef="#ctx0" brushRef="#br0" timeOffset="211602.1">21803 5060,'25'25,"-25"25,0 24,0 0,0-24,0-25,0 49,0-49,0 0,0 0,0-1</inkml:trace>
  <inkml:trace contextRef="#ctx0" brushRef="#br0" timeOffset="211841.11">21927 5283,'-24'0,"-26"25,0-25,1 0,24 0,0 0</inkml:trace>
  <inkml:trace contextRef="#ctx0" brushRef="#br0" timeOffset="212242.13">22324 4812,'0'0,"0"50,25 24,-25-24,0 24,0-49,0 49,0-24,0-25,25 24</inkml:trace>
  <inkml:trace contextRef="#ctx0" brushRef="#br0" timeOffset="212467.15">22547 5283,'-49'25,"-1"-25,25 25,-24-25,-1 0,-24 0,-1 0,1 50</inkml:trace>
  <inkml:trace contextRef="#ctx0" brushRef="#br0" timeOffset="212992.18">22225 5556,'25'-25,"0"1,-25 24,49 0,-24 0,25 0,-50 0,24 24,-24-24,0 25,0 50,-24-26,24-24,-25 49,0-49,0 25,-24-25,49 0,0-25,24 0,1-25,99 0,-49 0,-26 0,-24 25,-25 0,0 0</inkml:trace>
  <inkml:trace contextRef="#ctx0" brushRef="#br0" timeOffset="214194.25">23118 5184,'0'-25,"-25"1,0 24,1 0,-26-25,25 25,-24 25,24-1,0 26,0-25,0-25,25 49,0-24,25 25,-25-50,50 25,-25-25,-1 0,1 0,0 0,0-50,-25 50,25-50,-25 50,0-24,0-1,0 25,24-25,-24 50,25 0,-25-1,25 1,0 50,-25-51,25 51,-25-50,0 24,-25 26,25-26,-25-24,-25 0,26-25,-1 0,-25-25</inkml:trace>
  <inkml:trace contextRef="#ctx0" brushRef="#br0" timeOffset="214587.27">23341 4887,'0'24,"0"1,-25 50,25-26,0 26,0-51,0 51,25-1,0-24,-25-50,25 49,-25-24,25 0,-25-25,24 0,26-50</inkml:trace>
  <inkml:trace contextRef="#ctx0" brushRef="#br0" timeOffset="-214722.45">23490 5159,'-50'-24,"-24"24,0 24,24-24,0 0</inkml:trace>
  <inkml:trace contextRef="#ctx0" brushRef="#br0" timeOffset="-214211.42">23515 4762,'25'-24,"-1"24,1 0,-25 24,25-24,-25 50,0-25,0 0,0 24,-25-24,25 0,-25-25,25 0,25 0,25-25,24 0,-49 25,25-24,-50-1,24 25,-24 0,0 25</inkml:trace>
  <inkml:trace contextRef="#ctx0" brushRef="#br0" timeOffset="-209475.15">19323 6400,'0'0,"-50"0,1 0,-26-25,26 0,-51 0,51 0,-50 1,-1-26,1 25,50 0,-26 1,25-1,-24 0,49 25,0 0,1 0,98 25</inkml:trace>
  <inkml:trace contextRef="#ctx0" brushRef="#br0" timeOffset="-209044.13">19100 6499,'0'-25,"-75"0,26 25,-1-49,-49 24,24 0,26 0,-50 0,74 1,-50-1,1 0,24 0,25 25,1-25,24 25,99 75</inkml:trace>
  <inkml:trace contextRef="#ctx0" brushRef="#br0" timeOffset="-208645.1">19124 6648,'-74'-25,"49"0,-74-25,0 26,0-26,49 50,-49-50,49 26,-24-1,-1 0,50 0,1 25,24 0,0 0,124 75</inkml:trace>
  <inkml:trace contextRef="#ctx0" brushRef="#br0" timeOffset="-208287.08">19075 6697,'-50'-25,"25"1,-49-26,0 25,-1-24,-24 24,25-25,24 25,25 1,0 24,0-25,1 0,98 50</inkml:trace>
  <inkml:trace contextRef="#ctx0" brushRef="#br0" timeOffset="-166928.72">18008 6871,'-25'0,"25"0,0 0,-24 0,24 25,0 0,-25 24,25 1,25 24,-25-49,0 25,24-50,1 0,0 0,0 0,-25-25,25 0,-1 0,1-24,-25-1,25 0,-25 50,0-24,0-1,0 25,25 49,-25 1,25 0,-25 24,0-24,0 49,24-25,-24 1,0-51,-24 51,24-50,-25-1,0 1,0-25,0 25,1-25,24 0,0-25,49-49</inkml:trace>
  <inkml:trace contextRef="#ctx0" brushRef="#br0" timeOffset="-166530.69">18554 7243,'-25'-25,"-25"25,26 25,-1-25,0 50,25-1,25 26,0-26,-25 26,24-26,-24-24,0 25,0-26,-24-24,-1 25,0-25</inkml:trace>
  <inkml:trace contextRef="#ctx0" brushRef="#br0" timeOffset="-166305.68">18554 7491,'-25'0,"0"0,-24 0,24 0,0 0</inkml:trace>
  <inkml:trace contextRef="#ctx0" brushRef="#br0" timeOffset="-165998.66">19075 7268,'-25'25,"-25"-25,26 0,-26 0,25 0,0 0</inkml:trace>
  <inkml:trace contextRef="#ctx0" brushRef="#br0" timeOffset="-165380.63">19199 7045,'0'0,"0"24,-25 26,25 0,0-1,0-49,25 25,-25 0,25-25,-1 0,1-25,0 25,0-50,-25 50,25-49,-25 24,24-25,-24 26,0-1,0 25,0 25,0 24,0 1,0-25,0 49,0-49,0 49,0-24,0-1,-24-24,24 0,-25 0,0 0,25-1,-25-24,25-24</inkml:trace>
  <inkml:trace contextRef="#ctx0" brushRef="#br0" timeOffset="-165083.62">19496 7491,'0'50,"0"-26,-24 26,48-25,-24 0,25-25,0 24,-25-24,25 0,0-24,-25-1,25 25</inkml:trace>
  <inkml:trace contextRef="#ctx0" brushRef="#br0" timeOffset="-164922.6">19670 7243,'-25'25,"100"-75</inkml:trace>
  <inkml:trace contextRef="#ctx0" brushRef="#br0" timeOffset="-132193.75">17884 8285,'99'0,"-49"0,-25 0,49 25,-49-25,0 0</inkml:trace>
  <inkml:trace contextRef="#ctx0" brushRef="#br0" timeOffset="-131825.72">18430 8186,'0'24,"0"1,-25 0,25 25,0-26,0 26,0-25,0 0,25-25,0 24,-25 1,49-25,-24 0,0 0,-25 0,50-25,-50 25,24-24,1-76</inkml:trace>
  <inkml:trace contextRef="#ctx0" brushRef="#br0" timeOffset="-131595.72">18628 8186,'0'49,"0"1,0-25,25 49,-25-24,0 24,0 25,0-49,0-25,0-1,0-48</inkml:trace>
  <inkml:trace contextRef="#ctx0" brushRef="#br0" timeOffset="-131223.68">18827 8334,'0'50,"0"-50,25 50,24-50,1 24,-25 1,24 0,-24 0,25 0,-26-1,-24 1,0-25,-24 25,24 0,-50-25,0 0,1 0,24 0,-49-75</inkml:trace>
  <inkml:trace contextRef="#ctx0" brushRef="#br0" timeOffset="-131023.66">19050 8285,'0'0,"-25"0,-49 0,24 0,1-25,-26 0</inkml:trace>
  <inkml:trace contextRef="#ctx0" brushRef="#br0" timeOffset="-128058.49">19993 8310,'-25'-25,"-50"25,26 0,-26 0,26 0,-1 0,-24 25,49-25,0 24,25 1,50 0</inkml:trace>
  <inkml:trace contextRef="#ctx0" brushRef="#br0" timeOffset="-127823.48">19943 8458,'-74'-24,"-26"24,26 0,24 0,26 24,24-24,0 25,74 0</inkml:trace>
  <inkml:trace contextRef="#ctx0" brushRef="#br0" timeOffset="-113219.64">20637 8285,'0'0,"-24"0,-26 0,0 0,26-25,-1 25,0 0,50 25,24-25,1 25,-25-25,0 0,24 24,-49-24,25 0,-25 0,-25 0,-24-24,24 24,-25-25,25 25,1 0,24 0,0-25,24 25,1 0,50 0,-51 0,26 0,-25 25,0-25,0 0,-25 0,-50 0,25 0,0 0,0 0,1 0,-1 0,0 0,0 0,25 0,25 25,-25-25,25 0,0 0,-25 0,0 24,0-24</inkml:trace>
  <inkml:trace contextRef="#ctx0" brushRef="#br0" timeOffset="-109420.43">20910 8037,'0'0,"0"-25,0 25,25-25,-25 25,25-25,0 0,0 25,24 0,-49 0,50 25,-50-25,25 25,-1 0,-24 0,25 49,-25-49,-25 49,1-49,-1 25,0-1,0-24,0 25,25-50,-24 25,24-25,24 24,1-24,0 0,25-24,-50 24,49 0,-24-25,0 25,24-25,-49 0,25 0,0 1</inkml:trace>
  <inkml:trace contextRef="#ctx0" brushRef="#br0" timeOffset="-108999.4">21406 8062,'0'0,"0"0,0 24,0 1,0 25,0-25,0 24,0-49,0 50,25-25,-25-1,25 1,-25-25,25 0,0 0,-1-25,1 1,0-1,0-25,0 50,-25-49,24 24,-24 0,0 0,-49-49,24 49,-25 0,1 25,24 25,0 0</inkml:trace>
  <inkml:trace contextRef="#ctx0" brushRef="#br0" timeOffset="-108511.38">21878 7987,'-25'0,"0"0,0 25,1 0,-1 24,25-24,0 0,25 0,-1 0,1-1,0-24,0 25,0 0,-1-25,-24 25,0 0,-24-1,-26 26,50-25,-74 24,74-49</inkml:trace>
  <inkml:trace contextRef="#ctx0" brushRef="#br0" timeOffset="-108214.36">22101 8037,'25'49,"0"26,-25-50,0 49,0-49,0 0,0-1,-25-24,25-24</inkml:trace>
  <inkml:trace contextRef="#ctx0" brushRef="#br0" timeOffset="-108069.35">22027 7838,'0'0</inkml:trace>
  <inkml:trace contextRef="#ctx0" brushRef="#br0" timeOffset="-107526.32">22275 7987,'0'25,"24"-25,-24 50,0-26,0 26,0 0,0-1,0-24,0 0,0 0,0-25,0-25,0-25,0 25,25-24,-25-1,25 25,0-24,0 49,-1 0,1 25,-25-1,25 26,0 0,-25 24,0-49,0 0,0-1,0-24,-25 25</inkml:trace>
  <inkml:trace contextRef="#ctx0" brushRef="#br0" timeOffset="-106991.29">22572 7987,'0'0,"25"0,-25-25,25 25,-25 0,49 0,-24 25,0 0,-25 0,0 24,0-24,-25 0,25 0,0-50,0 25,25-25,-25 25,25 0,0 0,0 75,-25-51,0 51,0-50,-25 24,0-24,0-25,25 25,0-100</inkml:trace>
  <inkml:trace contextRef="#ctx0" brushRef="#br0" timeOffset="-106560.26">22944 8037,'0'25,"0"-1,0 1,0 50,0-26,25-24,-25 0,25 0,0-25,24 0,-24 0,0-25,0-25,-25 1,0 24,0 0,0-25,-50 26,50 24,-49-25,24 25,0 25,-25-1,50-24,25 0</inkml:trace>
  <inkml:trace contextRef="#ctx0" brushRef="#br0" timeOffset="-105837.22">23391 7466,'0'25,"0"0,0 49,0-24,0 24,0-24,-25 49,25 0,0-24,0 24,0-25,0-24,25-25,-25 0,25-25,-1 24,26-48,-25 24,24-25,-24 25,0-50,-25 1</inkml:trace>
  <inkml:trace contextRef="#ctx0" brushRef="#br0" timeOffset="-105505.2">23589 7789,'-25'0,"-24"0,-50 0,24 0,26 0,-26 0,50-25,25 50,25-25</inkml:trace>
  <inkml:trace contextRef="#ctx0" brushRef="#br0" timeOffset="-103301.08">24209 8161,'-49'-25,"-1"25,1 0,24 0,-50 0,51 0,-1 0,50 0,24 0,1 0,24 0,1 25,-26-25,-24 0,-50 0,0 0,-24 0,-26-25,26 25,-1 0,75 25,25-25,-1 25,-24-25,0 24,-25-24,-25 0,0 0,0 0</inkml:trace>
  <inkml:trace contextRef="#ctx0" brushRef="#br0" timeOffset="-102040.01">24457 7640,'0'0,"0"25,-24-1,24 1,-25 25,0-25,25-1,-25 1,25-25,0 25,25-25,-25 0,25 25,24-25,-24 0,0 0,0 0,0 0,-1 0,1 0,-25 0,25-25,-25 0</inkml:trace>
  <inkml:trace contextRef="#ctx0" brushRef="#br0" timeOffset="-101792.99">24557 7640,'0'49,"0"-24,0 25,0 24,0-24,0 49,0-49,0-1,0 1,0-25,0 24,0-49,0 0</inkml:trace>
  <inkml:trace contextRef="#ctx0" brushRef="#br0" timeOffset="-101610.98">24730 8161,'0'-75</inkml:trace>
  <inkml:trace contextRef="#ctx0" brushRef="#br0" timeOffset="-100942.94">24954 7665,'-25'0,"25"0,-25 24,-25-24,25 50,25-25,0 0,0-1,0 1,0-25,25 0,0 0,0-25,-25 25,25-24,0-1,-1 0,-24 0,0 0,0 25,0 75,0-26,0 1,0 0,0 24,0-49,0 25,0-1,0 1,0-50,0 25,25-25</inkml:trace>
  <inkml:trace contextRef="#ctx0" brushRef="#br0" timeOffset="-100510.92">25177 7342,'25'0,"-25"25,-25 25,25 24,0 25,0-74,25 49,-25-24,0 24,0 1,0-1,0-49,0 25,0-50,0 25,0-25,24-50</inkml:trace>
  <inkml:trace contextRef="#ctx0" brushRef="#br0" timeOffset="-100233.9">25326 7739,'0'0,"-50"0,-24 0,49 25,-25-25,25 0,1 0,-1 0,0 0,25 0,0-25,0-25</inkml:trace>
  <inkml:trace contextRef="#ctx0" brushRef="#br0" timeOffset="-99556.86">25078 7069,'24'-24,"-24"24,25-25,-25 0,50 25,-50 0,25-25,-1 25,1 0,-25 25,25 0,-25-25,0 49,0-24,-25 0,25 0,-25 0,25-25,0 0,50 0,-25-25,24 0,-24 25,0-25,0 25,-25 0,0 0</inkml:trace>
  <inkml:trace contextRef="#ctx0" brushRef="#br0" timeOffset="-79806.73">19794 9748,'-74'50,"24"-1,25 1,1-50,24 25,0-25,-25 25,25-1,0-24,0 0,25 25,-25 0,24-25,-24 25,50 0,-50-25,25 0,0 0,49 25,-49-25,0 0,-1 0,1 0,0 0,0 0,-25 0,0-50,0 25,-25-49</inkml:trace>
  <inkml:trace contextRef="#ctx0" brushRef="#br0" timeOffset="-79488.72">19918 9748,'0'25,"0"25,0-26,-25 26,25-25,0 49,0-49,0 25,0-25,0 49,-24-49,24 0,0 24,0 1,0-25,0-1,-25-24,25 0</inkml:trace>
  <inkml:trace contextRef="#ctx0" brushRef="#br0" timeOffset="-79300.7">20067 10294,'0'25,"-25"-25</inkml:trace>
  <inkml:trace contextRef="#ctx0" brushRef="#br0" timeOffset="-78588.66">20439 9872,'-25'0,"-49"0,49 25,0-25,0 25,25 0,-24 24,24-24,0 0,24 25,-24-50,25 24,0-24,0-24,0 24,-1-25,-24 0,25-25,-25 25,0 25,0-24,0 24,0 24,0 1,0 25,25 0,-25-26,0 51,0-50,0 24,0 1,-25-1,25-49,0 25,0 0,0-25</inkml:trace>
  <inkml:trace contextRef="#ctx0" brushRef="#br0" timeOffset="-78083.64">20762 9624,'-25'25,"25"0,-25 24,25 26,-25-1,25-49,-25 49,25-49,0 25,0 0,0-1,0-24,0 0,0 0,25-1,0 1,0-25,0 0,24 0,-24 0,25 0,-1-49</inkml:trace>
  <inkml:trace contextRef="#ctx0" brushRef="#br0" timeOffset="-77790.63">20613 9897,'24'0,"26"0,-25 25,25-25,-1 0,1 0,-25 0</inkml:trace>
  <inkml:trace contextRef="#ctx0" brushRef="#br0" timeOffset="-77354.59">20737 9351,'49'-49,"1"49,0-25,-1 25,-49 0,0 25,25 0,-50-1,25-24,-25 25,1 0,24-25,24 25,51-25,-50 25,49-25,0 0</inkml:trace>
  <inkml:trace contextRef="#ctx0" brushRef="#br0" timeOffset="-72556.33">21580 9798,'0'49,"0"-24,-25 0,25 0,0 24,25-24,-25 25,0 0,0-26,0 26,-25-25,25 0,0-1,-25 1,25 0,0-25,-49 0</inkml:trace>
  <inkml:trace contextRef="#ctx0" brushRef="#br0" timeOffset="-72293.3">21357 10046,'25'0,"-1"0,1 25,50-25,-26 0,26 0,-26 25,1-25,-25 0,24-25</inkml:trace>
  <inkml:trace contextRef="#ctx0" brushRef="#br0" timeOffset="-71999.29">21903 9823,'0'0,"24"74,1-24,-25 24,0 1,25-1,-50 0,50 1,-25-50,0-25</inkml:trace>
  <inkml:trace contextRef="#ctx0" brushRef="#br0" timeOffset="-71531.26">22076 9947,'25'0,"-25"24,0 26,0 0,0-1,25 26,0-50,-25-1,24 1,1 0,0-25,25-25,-1-24,-24 24,0-25,-25 25,25-24,-25-1,-25 0,25 26,-50-1,25 25,1-25,-51 25,50 25,1 0,24 24,0-49</inkml:trace>
  <inkml:trace contextRef="#ctx0" brushRef="#br0" timeOffset="-71037.23">22523 9550,'0'25,"0"49,0-24,0 24,0 25,0-24,0-1,24-24,-24-1,25 1,0-25,0 0,0-25,-1 24,1-24,0-24,0-1,25-50</inkml:trace>
  <inkml:trace contextRef="#ctx0" brushRef="#br0" timeOffset="-70813.22">22721 9773,'-99'0,"24"0,1 0,49 0,-24 0</inkml:trace>
  <inkml:trace contextRef="#ctx0" brushRef="#br0" timeOffset="-68934.11">23416 8508,'24'-25,"-48"25,24 25,-50-25,50 25,-50 0,-24-1,0 1,49-25,-74 25,49 0,-24 0,-1-25,26 24,-51 1,26-25,-25 25,49 0,-49 0,49-25,25 24,-49-24,49 25,-24-25,-1 0</inkml:trace>
  <inkml:trace contextRef="#ctx0" brushRef="#br0" timeOffset="-68509.09">21109 8607,'0'0,"49"25,-24-25,50 25,-51-25,26 0,24 25,-24-1,49-24,-49 25,24 0,-24 0,0-25,24 25,-24-1,49 1,-74-25,49 25,-49-25,0 0,-1 25</inkml:trace>
  <inkml:trace contextRef="#ctx0" brushRef="#br0" timeOffset="-66906">23589 10021,'0'0,"-25"0,1 0,-26 25,25-25,-24 0,24 0,-25 0,25 0,-24 0</inkml:trace>
  <inkml:trace contextRef="#ctx0" brushRef="#br0" timeOffset="-66514.97">23639 9674,'25'25,"-25"-25,0 24,0 26,0 0,24-26,1 26,0-50,0 0,0 0,24 0,-24 0,0-25,0 0</inkml:trace>
  <inkml:trace contextRef="#ctx0" brushRef="#br0" timeOffset="-66292.96">23887 9599,'0'50,"0"0,0 24,0 25,0 0,0 1,0-26,0-24,0-25</inkml:trace>
  <inkml:trace contextRef="#ctx0" brushRef="#br0" timeOffset="-65902.94">24284 9773,'25'50,"-25"-26,24 26,1 0,0-1,0-24,-25 25,25-25,-25-1,0 1,0 0,-25-25,0 25,0 0,-24-25,-26 24,26-24,24 0,-25-49</inkml:trace>
  <inkml:trace contextRef="#ctx0" brushRef="#br0" timeOffset="-65646.92">24507 9699,'-25'-25,"-49"25,24 0,1 0,-1 0,0 25</inkml:trace>
  <inkml:trace contextRef="#ctx0" brushRef="#br0" timeOffset="-65351.91">24805 9748,'-50'0,"0"0,1 25,-1 0,1 0</inkml:trace>
  <inkml:trace contextRef="#ctx0" brushRef="#br0" timeOffset="-65161.9">24829 9947,'0'0,"-49"24,-1-24,-24 25,49-25</inkml:trace>
  <inkml:trace contextRef="#ctx0" brushRef="#br0" timeOffset="-65146.9">24631 9996</inkml:trace>
  <inkml:trace contextRef="#ctx0" brushRef="#br0" timeOffset="-65132.89">24631 9996</inkml:trace>
  <inkml:trace contextRef="#ctx0" brushRef="#br0" timeOffset="-64607.86">24954 9599,'0'25,"-25"25,25-1,0-24,0 25,-25 24,25-24,25-25,-25 24,25-49,-1 25,1-25,0 0,0 0,0-25,-1 25,1-49,25-1,-50 0,0 1,25-1,-50 25,0-49,-99-50,74 124,1 50,-1 74</inkml:trace>
  <inkml:trace contextRef="#ctx0" brushRef="#br0" timeOffset="22134.1">20042 11410,'0'25,"0"25,0 24,0-24,-25 49,25-25,-24 50,24-25,0-24,0-26,0 26,0-25,24-1,1 26,0-51,0 1,0 0,-1-25,100 0,-74 0,24 0,-74-25,50 25,-50 0,0-74</inkml:trace>
  <inkml:trace contextRef="#ctx0" brushRef="#br0" timeOffset="22441.1">19794 11881,'50'-49,"-25"49,49-25,-49 25,74 0,-25-25,26 25,-76 0,51 0,-26 0,1 25</inkml:trace>
  <inkml:trace contextRef="#ctx0" brushRef="#br0" timeOffset="24121.21">20886 12229,'-25'0,"0"0,0 25,0-25,25 24,-49 1,49 0,-25 25,25-26,0 26,0-25,0 0,25 24,0-24,-1 25,-24-50,25 24,-25 1,25-25,0 0,-25 0,25 0,-25 0,49-99</inkml:trace>
  <inkml:trace contextRef="#ctx0" brushRef="#br0" timeOffset="24407.23">21084 12303,'0'0,"0"75,0-51,25 1,-25 50,0-51,0 51,0-50,0 24,0-24,0-25,0 0,0-50</inkml:trace>
  <inkml:trace contextRef="#ctx0" brushRef="#br0" timeOffset="24830.25">21034 12353,'0'-25,"50"0,-25 0,49 25,-24-24,24 24,-24 24,-1 1,-24 0,-25 49,0-49,-49 50,-1-26,-24 1,24-1,0-24,26 0,-1-25,25 25,25-50</inkml:trace>
  <inkml:trace contextRef="#ctx0" brushRef="#br0" timeOffset="25227.27">21630 11956,'49'-25,"-24"25,50 0,-26 0,26 0,-51 0,51-25,-50 25,-1 0,1 0,-50 0</inkml:trace>
  <inkml:trace contextRef="#ctx0" brushRef="#br0" timeOffset="25512.29">21803 12105,'25'0,"25"0,-1 0,-24 0,25 0,-25 0,-1 0,-24 0,0 24</inkml:trace>
  <inkml:trace contextRef="#ctx0" brushRef="#br0" timeOffset="26386.34">22423 11708,'-24'0,"-1"0,0 0,25 0,0-25,0 25,25-25,24 0,1 25,-50 0,50 0,-1 0,-24 25,-25-25,25 50,0-25,-25 24,-25 1,0 24,-25 50,1-74,24-25,-49 49,24-49,0 0,50-25,-49 25,49-25,-25-25,25 0,25 0,-25 25,25-25,-1 0,1 25,25 0,-1 0,-24 25,25-25,-25 25,-1 0,1-25,-25 0,25 0,-25 25,25-50</inkml:trace>
  <inkml:trace contextRef="#ctx0" brushRef="#br0" timeOffset="26572.35">22796 12030,'0'50,"0"-125</inkml:trace>
  <inkml:trace contextRef="#ctx0" brushRef="#br0" timeOffset="29991.55">23118 11534,'0'25,"25"25,-25-1,0 50,0 1,0-1,0-50,0 26,0-26,0 1,0-25,0 0,0-50</inkml:trace>
  <inkml:trace contextRef="#ctx0" brushRef="#br0" timeOffset="30632.58">23391 11633,'0'0,"-25"0,-25 25,26 0,-1 0,0 24,25-24,25 25,0-1,-1 1,1-25,50 24,-26-24,1 25,-1-25,-24 24,-25-24,0 0,0 0,-25-25,-24 25,-1-25,1 0,-26-50,75 25,0-25,0 1,25-26,0 26,49-26,-49 26,0 24,24-49,1 24,-50 0,0 26,-25-1,-24 25,-1 25,25 24</inkml:trace>
  <inkml:trace contextRef="#ctx0" brushRef="#br0" timeOffset="48279.59">19670 13791,'-25'75,"25"24,-24 25,24 25,0 0,-25-100,25 75,0-49,0-26,25 75,-25-99,24 50,1-51,0 26,25-50,-26 25,51-25,-26 0,26-25,-26 25,1-25,-25 25,0 0,-25-49,-50-26</inkml:trace>
  <inkml:trace contextRef="#ctx0" brushRef="#br0" timeOffset="48588.61">19323 14412,'74'-25,"-24"25,-1 0,51-25,-51 25,26-25,-26 25,51 0,-76 0,26 0,24 0,1 0</inkml:trace>
  <inkml:trace contextRef="#ctx0" brushRef="#br0" timeOffset="48894.63">20365 14312,'74'0,"-24"0,24 25,-24-25,-1 0,-24 25,-25-25,0 25</inkml:trace>
  <inkml:trace contextRef="#ctx0" brushRef="#br0" timeOffset="49140.64">20365 14560,'124'-49,"-50"49,0-25,1 25,-1 0,-49 0,0 0</inkml:trace>
  <inkml:trace contextRef="#ctx0" brushRef="#br0" timeOffset="49602.67">21109 13940,'0'0,"0"25,0 0,0 24,0 1,-25 24,25-49,0 50,-25-51,25 51,0-25,0-1,0-24,25 0,0-25,0 0,24 0,-24-50,0 25,24-24,-24 24,0-25,0-74</inkml:trace>
  <inkml:trace contextRef="#ctx0" brushRef="#br0" timeOffset="49886.68">21307 13915,'0'50,"-25"0,25-1,-24 50,-1 1,25-1,-25 0,25 0,0-24,0-1,0-24,0-25</inkml:trace>
  <inkml:trace contextRef="#ctx0" brushRef="#br0" timeOffset="50094.7">21431 14511,'0'25,"-25"-1</inkml:trace>
  <inkml:trace contextRef="#ctx0" brushRef="#br0" timeOffset="51376.77">21580 14163,'25'-49,"24"49,-24-25,25 0,-25 25,24 0,-24 0,25 0,-25 0,-1 25,-24 25,0-26,-24 26,-1 24,-25-24,25-25,1 25,-26 24,25-24,0-26,-24 76,49-100,0 24,0-24,24 0,1 0,25 0,0-24,-1-1,26 25,-26-25,-24 25,0 25,-25-25,0 25</inkml:trace>
  <inkml:trace contextRef="#ctx0" brushRef="#br0" timeOffset="52067.81">22101 14089,'50'-25,"-1"25,1-25,-1 25,-24 25,0-25,0 25,-25 25,-25-26,0 26,-24 0,-1-1,25 1,-24 0,24-1,25-24,0-25,0 25,49-25,51 0,-51 25,1-25,-1 0,-24 24,-25-24,25-24</inkml:trace>
  <inkml:trace contextRef="#ctx0" brushRef="#br0" timeOffset="52565.84">22820 14064,'-24'0,"-26"25,50-25,-50 25,25 0,25 24,0-24,0 25,25-26,25 1,-25 0,24 25,1-25,-25-1,0 1,-25 25,0-25,0 24,-25 1,-25-1,25-24,-24 0,49-25,-25 0,25-50</inkml:trace>
  <inkml:trace contextRef="#ctx0" brushRef="#br0" timeOffset="53032.86">23292 13568,'24'75,"-24"-1,0 0,0 26,0-1,0 25,0 25,0-25,-24-25,24 25,0-25,0 0,0 1,24-51,-24-24,0-25,25-149</inkml:trace>
  <inkml:trace contextRef="#ctx0" brushRef="#br0" timeOffset="54292.94">23490 13419,'-25'0,"0"-24,-49 24,-25 0,74 0,-74 0,49 0,-49 0,0 0,-25-25,49 25,-74-25,75 25,-75-25,-49 25,24-25,75 25,-100-24,100 24,-99 0,-25 0,-199-50,323 25,-50-25,74 26,-73-26,-1 0,50-24,24 49,-49 0,75 25,-75 0,-25 25,49 0,26 25,24-1,-24 50,24 1,1 24,24 0,0 0,0 49,-24 224,24-198,25-1,25 1,-25 24,25-50,-1 1,1-25,25-25,-25-25,24-24,1-26,24-24,1-25,-1 0,25-25,25 0,25 1,-25-1,50-25,198-24,-174 24,1 25,49-24,0 24,0-25,25 26,-25-1,0 25,25 0,-50 0,0 25,-74-25,-25 0,-25 0,-49-25,-25 0,-50-25</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9-23T23:56:30.223"/>
    </inkml:context>
    <inkml:brush xml:id="br0">
      <inkml:brushProperty name="width" value="0.12114" units="cm"/>
      <inkml:brushProperty name="height" value="0.12114" units="cm"/>
      <inkml:brushProperty name="color" value="#FF0000"/>
    </inkml:brush>
    <inkml:brush xml:id="br1">
      <inkml:brushProperty name="width" value="0.09086" units="cm"/>
      <inkml:brushProperty name="height" value="0.09086" units="cm"/>
      <inkml:brushProperty name="color" value="#FF0000"/>
    </inkml:brush>
    <inkml:brush xml:id="br2">
      <inkml:brushProperty name="width" value="0.09071" units="cm"/>
      <inkml:brushProperty name="height" value="0.09071" units="cm"/>
      <inkml:brushProperty name="color" value="#FF0000"/>
    </inkml:brush>
  </inkml:definitions>
  <inkml:trace contextRef="#ctx0" brushRef="#br0">2337 8389 8828,'16'0'-31,"-1"-1"1,2-1-1,0-2 35,2-1 0,-1 2 0,1-4-188,0 0 1,-2-1 278,-1-1 1,0 2 105,-3 1 0,-1 3 153,-3-3 0,-2 4 115,-1-1 10,-4 2-299,2-4 0,-9 4-229,-4-2 1,-9 3 201,-7 3 0,-7 4-8,-5 5 1,-9-1-199,21-3 0,-2 0 1,-5-2-1,-1-1-191,-2 2 1,-1-1-1,-1-3 1,0 0 63,-4-1 0,1-1 0,1 0 1,-1-1-268,-1 0 1,-2 0 0,1-2 0,0 0 393,-4-1 0,2 0 0,3-3 0,2 0 53,3 1 0,1-2 0,0-1 0,0-1 0,2 2 0,1-1 0,1-1 0,-1 0 0</inkml:trace>
  <inkml:trace contextRef="#ctx0" brushRef="#br0" timeOffset="1">2598 8445 13394,'0'-6'1638,"0"0"0,0 2 0,0-2 0,-1 3 1638,-2-3-2390,2 4 1,-5-5-507,3 3-404,2 1 511,-3 3-368,4 0 1,-3 2-831,0 5 1,-1 0 455,1 8 0,2 4-289,-2 3 0,0 8 275,0 1 1,2 4 125,-2 2 1,2 0 121,1 1 0,0 2-653,0 0 0,0 6 1378,0 0 1,0 6-535,0-23 0,0 1 0,0 1 0,0-1-341,0 3 0,0-1 1,1 2-1,-1 1 168,2 2 0,-1 0 0,0-2 1,0 1-25,2 4 0,1 0 0,-3-4 1,0 0 39,0 1 1,1 0 0,-2 0 0,1 0-2,-1 1 0,0 1 0,0-3 0,0 1 4,0 0 1,0 0 0,0-2 0,0-1 9,0 2 1,0 0 0,-2 1-1,1 0-76,-1 2 0,1 0 1,-3-2-1,1 0 43,2-1 1,-1 0 0,-1 0 0,0 0-124,1 3 0,1 0 0,-1-1 0,0 1 39,0 0 0,1 0 1,0-1-1,1 0-9,-2-3 1,1-1-1,-1 2 1,-1 0-30,2 0 0,-1-1 0,1 1 0,-1 0-13,2-2 0,0 0 0,0 0 1,0 0-9,0-2 0,0-1 0,0 1 0,0 1 9,0 1 1,0 0 0,0 1 0,0-1 9,0 2 1,0 0 0,0-3 0,0 0 16,0-2 1,0 0 0,0 1-1,0 1-2,0 1 0,0 0 1,0 2-1,0 0 39,0-2 1,0 0-1,0-1 1,0 0-4,0 0 0,0-1 0,0 0 1,0 0 28,0 2 0,0 0 0,0-1 0,0 0 10,0 0 0,0-1 0,0-1 1,0 0-146,0 0 1,0 0 0,0-1 0,0-1 183,0 2 1,0 0 0,0 0-1,0 0-27,0 2 0,0 0 0,0-2 1,0 1 8,0 0 1,0 1-1,0-1 1,0 0 12,0 4 0,0-1 0,0 0 1,0-1-9,0 1 1,0 1-1,0-3 1,0 0 69,0 3 1,0 0 0,-1-1 0,-1 0-57,1 5 1,-1 1-1,-1-5 1,0-1-36,1-1 0,1 0 1,-1 1-1,1 0 13,0-3 1,2 1 0,-1 3 0,0 0-4,0 2 0,0-1 1,0-1-1,1-1 27,0 2 0,1 1 0,0-3 0,0 0-297,1 2 1,0 1 0,1 0 0,0 0 260,-1 4 1,1 0 0,0-2 0,0 0-4,0-2 1,1 1 0,0 4 0,-1 1-94,1 1 1,0 0 0,-1 2 0,1-1 47,0-1 1,-1 0-1,1 1 1,0 0-80,0-1 1,-1 0 0,-1-1-1,0 0 61,0 0 1,0-1 0,0 0-1,1-1-78,0 0 1,1 0-1,-1-2 1,0 0 55,0-2 1,-2-1 0,1-1-1,0-1 15,-2-5 0,1-1 0,-2-1 1,1 0-180,0-1 1,1-1 0,-1 26 33,-1 0 1,-3 0 252,0-8 0,-4-1 0,4-9 0,1 2 0,1 2 0</inkml:trace>
  <inkml:trace contextRef="#ctx0" brushRef="#br1" timeOffset="2">18435 15652 8401,'-12'0'-980,"0"0"0,-5 1 980,2 2 1,-3-2 602,-1 2 0,-2-2-547,-1-1-105,-4 0 0,1-1 6,-6-2 1,-6-2 85,-6-5 1,-3 1-505,-1 0 0,1-1 478,-1 1 1,1 3-46,-1 0 1,20 4-1,-1 0 27,-1-1 0,-1 0 0,-1 2 0,0 0-60,0 0 1,0-1 0,3 1 0,-1 1 51,-23 0 0,23 0 0,0 0-4,-4 0 1,0 0 0,1 0 0,-2 0 10,-1 0 1,-1 0 0,3 0 0,1 0-5,1 0 1,0 0 0,-5 0 0,0 0-181,2 0 1,0 0 0,-4 0 0,-1 0 201,2 0 0,0 0 0,0 0 0,0 0 4,3 0 0,0 0 0,-3-1 1,0-1-9,-3 0 1,-1 1 0,1-1 0,-1 0 3,3 0 1,-1 1 0,-1 0-1,0 1-9,1-2 0,1 0 1,-4 2-1,0-1 5,-5 1 1,1 0-1,3 1 1,2-1 7,-1 2 1,0 0 0,0-2-1,0 1-7,-4 0 0,-1 1 1,1-2-1,0 1-349,1-1 0,0 0 0,-2 0 0,-1 0 348,1 0 0,1 0 0,-1 0 1,1 0-27,2 0 0,1 0 1,-8-3-1,0-1 18,2-1 1,-1 0 0,1 0 0,0-1 0,2 1 0,1 0 1,-3 1-1,0-1-5,0 1 1,-1-1 0,-1 0-1,0 1-4,3-1 0,-1 0 0,-2 2 1,-2 0 1,18 1 0,-1 0 0,1 0 0,-15-1 1,0 1 2,2-1 0,0-1 0,11 3 0,0-1 0,-1 0 12,1 1 0,0 0 1,-1 0-1,1 1 1,0 0-1,1-1-11,-16 0 1,1-1 0,15 2 0,0-1 0,0 1 0,0 0 1,-1 0-1,1 0 1,-2-1 0,0 0-1,0 0-1,2 0 1,0 0-1,0 0 1,0 0 0,0 0-1,0 0 0,-2 0 1,-1 2 0,1-1 0,2 0 0,0 0-1,1 0 0,-3 0 1,1 0 0,0 0 0,-15 0 0,0 0-269,14 0 1,-2 0-1,0 0 1,1 0-1,-1 0 1,0 0 260,2 0 0,0 0 0,0 0 0,1 0 0,0 0 0,0 0 7,0 0 0,0-1 0,-1 2 0,-1 0 0,-2 0 0,1 0-13,0 0 0,-1 0 0,1 0 0,1 1 0,0 1 0,0-1 10,1 0 1,0 0 0,-1 0-1,3 0 1,-1 0 0,0 0-40,-2 0 1,-1 0 0,1 0 0,-1-1 0,0 0 0,1 0 35,-1 1 1,1 0 0,0 0 0,2-1 0,-1-1 0,1 1-126,-1 0 0,0 0 1,-1 0-1,0 0 0,0-1 1,-1 0 145,2 0 0,0 0 0,0 0 0,0 0 0,1 0 0,0 0-23,-1 0 1,0 0 0,-1 0 0,-1 0 0,0 1 0,0-1 28,0 1 0,-1 0 1,1 0-1,0 0 0,1-1 1,0 0-27,1 1 1,-1 0-1,1 1 1,1-1 0,1 0-1,-2 1-83,-1-1 0,-2 0 1,0 0-1,0 0 1,0 1-1,-1-1 89,3 0 1,-1 0 0,1 0-1,1 0 1,0-1 0,0 1-1,0 1 1,1 0 0,0 0 0,-3 0 0,0 0-1,0-1-2,-2 1 0,1 0 1,0 1-1,1-1 0,1 1 1,0 0-3,0-1 0,1 0 1,0 0-1,2 0 0,0 0 1,0-1-36,-2 1 0,0 1 0,-1-1 0,2-1 0,0-1 0,0 2 37,-1-1 0,1 2 1,0-1-1,0 0 1,1 0-1,-1 0 2,0 1 1,0 0 0,0 0 0,-2 0 0,0-1-1,1 0-3,1 0 1,1 0 0,0 0 0,1 0 0,-1 0 0,1 0 7,-2 1 0,-1 0 0,1 0 0,-2 0 0,1 1 0,-1-1-8,1 0 1,-1 0 0,1 0-1,1 0 1,1 1 0,-1-1 0,-14 3 0,0 1 0,15-4 0,-1 1 0,0-1-1,0 1 0,0 0 0,0 0 0,0 0 1,0-1-1,0 1 0,2-1 0,-1 0 0,1 0 0,-16 2 0,-1-1 28,16 0 0,0-1 1,-1 0-1,1 0 0,0-1 1,0 1 1,0-1 1,1 0-1,0 0 1,0 1 0,0-1-1,0 0 36,-1 0 0,-1-1 0,1 0 0,0 0 0,-1 0 1,0 0-58,1-1 0,0 0 0,0 0 1,0 0-1,1 0 0,-1 0-2,-1 0 1,0 0 0,-1 0 0,0 0 0,-1 0-1,1 0 7,0 0 1,1 0 0,0 0 0,0 0 0,1 0 0,-1 0 2,1 0 0,0-1 0,0 2 1,-3-1-1,-1 2 0,1-1-17,-1 0 1,1 0-1,0 0 1,0 1-1,1 0 1,0 0-39,2-1 1,0 0 0,-1 0-1,-1 1 1,0 0 0,-1 0-12,-1 0 1,0-1 0,-1-1 0,-1 2 0,0-1 0,0 0 48,3-1 1,-1 0 0,1 0 0,0 0 0,0 0 0,0 0-12,1 0 1,0 0 0,-1 0 0,-3 0 0,-2 0 0,1 0 9,2 0 0,-1 0 0,1 0 0,-1-1 1,1-1-1,-1 0-46,-1 1 1,1-1 0,0-1 0,1 0 0,2 0 0,-1 0 14,-2-1 0,-1 0 0,0 0 0,-3-1 1,0 0-1,0 0-4,2-1 0,1 0 1,-1-1-1,-1 1 1,0 0-1,0 1-12,0 0 1,1-1 0,-1 1 0,2 0 0,0-1-1,-1 1-62,0 0 1,0 1 0,-1 0-1,-5 0 1,0 0 0,1 0-95,2 1 0,0 0 1,1 0 203,-1-1 0,1 1 0,-1 0 0,3 1 0,0 0 0,0-1 0,0 0 0</inkml:trace>
  <inkml:trace contextRef="#ctx0" brushRef="#br0" timeOffset="3">3166 8417 8601,'6'-1'187,"0"-2"126,-4 2 0,5-7 373,-3 1-481,-1 3 1,-3-1 275,0 2-340,0 2 66,0-3 0,-1 1 11,-3 0 0,-1-2-90,-4 2 0,-3 2 3,-1-2-308,-3-2 193,-3 4 1,-5-3-418,-4 4 294,-4 4 0,-4-2-742,-4 4 1,-1-3 587,4 4 0,0-1 0,0 3 1</inkml:trace>
  <inkml:trace contextRef="#ctx0" brushRef="#br0" timeOffset="4">3035 8687 8768,'0'-9'753,"0"-1"-840,0 1 0,0 0 220,0-1 536,0 5-60,0-3-262,0 7-49,0-3-95,-4 4 0,2 4-144,-4 2 1,3 7 3,-3 2 1,4 7 81,-2 3 1,3 6-42,1 3 1,0 8 44,0 8 1,0 2-413,0-23 0,0 1 1,2 1-1,0 2 238,-1-1 1,1 1 0,1 1 0,1 1-36,-1 1 1,0 0 0,0-3 0,-1 1-33,2 1 1,-2 1 0,0 0 0,-1-1-189,0-1 1,1 0 0,-1 1 0,0-1-38,0 0 0,1 0 0,-2-1 1,1 0 316,0-1 0,1 1 0,-1-1 0,-1-1 0,0-1 0,0 0 0,0 1 0,0 0 0,0 0 0,0 0 0</inkml:trace>
  <inkml:trace contextRef="#ctx0" brushRef="#br1" timeOffset="5">3054 10689 8575,'3'-6'0,"0"-1"0,1 5 360,-1-1 0,-2 1 222,3-1-71,-3 2-118,-1-3-161,-5 12 0,3-2-255,-4 7 1,0 1 115,-3 2 1,-1 1-115,1 2 1,0 0 69,-1-1 0,4 1-160,0 0 0,1-2 65,-1-1 0,-2 0-89,5-3 1,-3-1-40,3-3 0,0-2-487,3-1 331,0-4-170,0 2 134,0-4 240,4-4 0,1 0 150,4-3 1,2 0-158,1 4 0,0-3 259,3 3 1,0-1-16,0 1 1,2 2 118,-5-3 0,2 0-115,-2 1 1,-2 0-9,3 3 0,-3 1-214,-1 2 0,0-1 71,-3 4-993,2-3 1029,-7 1 0,3 0 0,-4 1 0</inkml:trace>
  <inkml:trace contextRef="#ctx0" brushRef="#br1" timeOffset="6">3128 10614 8396,'10'0'0,"-4"0"446,0 0 87,-4-4 42,2 3-43,1-3-410,-4 4 1,3 1 45,-4 2 1,-3-1-246,-1 4 1,1 1 188,3 2 0,-3 4-34,0 3 1,0 2-88,3 0 0,0 3 65,0 4 0,0-3-114,0 9 0,1-3 82,2 7 1,-2-4-52,2 3 0,-2-4-3,-1 1 1,0-3-233,0-3 1,0-3 26,0-3 1,0-5-643,0-1-389,0-3 469,0-5-192,0-1 989,0-4 0,0 0 0</inkml:trace>
  <inkml:trace contextRef="#ctx0" brushRef="#br1" timeOffset="7">3352 10782 8382,'9'0'-153,"1"0"-346,-1 0 636,-4 0 0,0 0 897,-2 0-571,-2 0-326,3 4 0,-5 1-86,-2 5 0,1-1 80,-4 0 1,4 1-114,-1-1 1,-1 3 11,1 1 0,0-4 29,3-3-14,-5 0 1,4 4-165,-2-1 1,3-3 98,3 0 0,-1-4-142,5 2 0,-1 0 14,3-1 1,3 1 128,-3-1 0,2-2-81,-5 2 0,5 2 118,-2 2 0,2-2 2,-4 1 1,0 0 19,-1 3 0,1 1 176,-4-1 0,2 0-144,-2 1 0,-2-1 31,2 0 0,-2 1-122,-1-1 0,0 0 135,0 1-118,-4 3 0,0-3 46,-3 3 1,-1-6-126,2-1 0,-2-4 8,-2 1 1,-2-2-153,-1-1 1,-3-1-86,0-2 0,-1 1-234,-2-4 1,2 1 543,1-1 0,3-3 0,3 4 0</inkml:trace>
  <inkml:trace contextRef="#ctx0" brushRef="#br0" timeOffset="8">3520 10754 8888,'12'-5'1727,"0"2"-564,1-2-499,-4 4 359,-4-4-241,-1 5-659,-16 0 0,4 0-185,-11 0 1,3 0-1139,-3 0 1,-5-1 329,-4-2 870,0 2 0,-8-7 0,3 3 0</inkml:trace>
  <inkml:trace contextRef="#ctx0" brushRef="#br1" timeOffset="9">3184 11545 8459,'0'-5'167,"0"-3"195,0 7-52,0-7-420,0 7 246,0-8 1,-1 8 61,-2-2 54,2 2-89,-3 1 1,3 4-170,-2 3 1,2 5 78,-2 3 0,2 4-13,1 3 1,0 2-1,0 4 1,0 4-115,0 2 0,0-1 86,0 1 0,0 0-113,0 3 1,0 1-198,0-1 1,0 4 306,0 3 0,-1 2-103,-2 4 0,2-1-151,-1-23 1,0 0-1,1 24 163,1 3 0,-3-4 31,2-22 0,-1-1 0,0 0 0,1 1-7,1 1 1,0 0 0,0 24 34,0-3 0,0-2-237,0-4 0,-1 5 270,-2-5 1,2 8 11,-2-5 0,1 3-19,-1-2 0,2-1-19,-3 1 1,3-5 28,1-1 0,-1-2-14,-2 1 1,2 2-1,-2 1 1,2-2 19,1-3 1,0-2-54,0-2 0,0-1 76,0-2 0,0-2-35,0 2 1,0 2 66,0 1 1,3 5-58,0-2 0,0 1-68,-3-7 1,0 3 25,0-3 0,0 0-7,0-3 0,0 3-9,0 0 1,0 0-14,0-3 1,0 3-1,0 0 0,0 0 192,0-3 0,1-3-103,3 0 1,-3-4 272,2 1 1,-2-3-287,-1 0 1,0-1 216,0 1 0,0 0-253,0-1 0,0 1 73,0 0 1,0 2-67,0 1 1,0 1-5,0-2 1,0 0-1,0 4 0,0-4 81,0 0 1,1-1-80,2-1 1,-2-2 134,2-1 1,-2 0-142,-1-3 1,0 3 3,0 0 1,0 1-41,0 2 0,0-3-14,0-1 1,0 1 36,0 2 1,0 1-16,0-1 1,0 1 1,0 0 0,0-1 3,0 1 1,0 0-89,0-1 1,0-2 66,0-1 1,0 0-3,0 0 1,1 2 25,2-5 0,-2 5 0,2-2 0,-2 0 40,-1 0 1,0 0-51,0 0 1,0 3 17,0-3 1,0 3-8,0 1 1,0-4-50,0 1 0,0-2 36,0 2 1,0 1-5,0-1 0,3-2 30,1 2 1,-1-5-2,-3 1 1,0-1 37,0-2 0,0 0-53,0 1 0,0-4 101,0 0-86,0 0 1,0 4 34,0-1 1,0-3-31,0 0 0,0-2 4,0 2 0,0 0-6,0 3 1,0 1-6,0-1-4,0 0 1,0 0 10,0 1-14,0-1 12,0 0-3,0 1 0,0-4-24,0 0-3,0-4-337,0 2-510,0-4-473,0 5 499,-4-4 39,-2 7 811,-3-3 0,4 4 0,-3 1 0,2-1 0</inkml:trace>
  <inkml:trace contextRef="#ctx0" brushRef="#br0" timeOffset="10">3324 15726 9461,'14'0'52,"4"4"1,-8-2 217,3 4 0,-3-3 126,-1 0 1,-2-2 1271,-1-1-695,-4 0-346,2 0-285,-4 0-27,-8 4 0,-3-2 36,-7 4 0,-9 0-109,-4 4 0,-7-2-256,-3-2 1,1-2-487,3-4 0,-10-1 122,21 0 1,-1-1-1,-1-2 1,-2-1 366,0-2 1,-2-2 0,0-1 0,0-1 0,2-1 0,-1 0 0</inkml:trace>
  <inkml:trace contextRef="#ctx0" brushRef="#br1" timeOffset="11">3668 10940 8407,'10'-9'-88,"-5"0"1,-1 2 685,-4 1 431,4 0-704,-3-3 1,3 2 293,-4 1-350,0 4-2,0-2 0,0 5-51,0 2 0,0 3-48,0 7 1,0-2-171,0 5 0,0 0-60,0 6 1,0-4 84,0 3 1,0-6-110,0 3 0,4-2 115,-1-1 1,0 2-136,-3-5 1,3 1 27,0-4 0,0 0-234,-3 1 218,0-5-278,0 3-30,0-7 1,0-11 165,0-9 0,3-3 117,0 3 1,1 0 126,-1 1 0,3 0-83,3 3 0,-3-2 113,0 5 0,1 0-14,2 6 0,0 2 164,1 4 0,2 0-97,0 0 0,0 4 84,-6 2 0,2 6 140,-2 0 1,0 5-49,0-2 0,-3 3 40,3 0 0,-4 1-54,1 0 0,-2-4-127,-1 1 1,0-5-51,0 1 0,0-1-275,0-2-152,0-4 340,-4-1 1,3-5-269,-2-2 1,2-3 90,1-6 1,0-3-141,0-4 1,3 1 12,0-1 0,4 2 169,0 1 0,4 0 73,1 3 1,5 2 157,-1 5 1,1 1 32,2 5 0,-4 8 337,1 1 0,-2 8-65,2 1 1,-3 1-91,-3 2 1,-5 1 20,-2-3 1,-2 1-387,-1-8 1,-1 0-620,-2-2 0,-7-5 684,-5-2 0,1-6 0,1-2 0</inkml:trace>
  <inkml:trace contextRef="#ctx0" brushRef="#br1" timeOffset="12">2570 8203 7912,'0'5'-941,"0"3"900,0-7 1,-1 5 214,-2-3-174,2-2 82,-4 3 0,5-3 59,0 2-63,0-2 1,0 4 69,0-2 267,-4-2-167,3 3 291,-3-4 12,4 0 0,7-1-433,3-2 0,2-2 48,1-4 0,4-5-69,5-1 0,7-4 165,-1-3 1,11-5-499,-18 10 0,2-1 1,5 0-1,2-1 314,6-1 0,0 0 1,1-3-1,0 0-410,3-1 0,1-1 0,-11 5 0,1-1 0,1 1 262,4-3 0,0 0 1,1 0-1,-2 0 1,0 0-1,1-1-393,4-3 1,1 0-1,-1 0 1,2 1-1,-1 0 1,1 0 410,-1 1 0,1 0 0,-1 0 0,-2 0 0,-1-1 0,0 0-543,-4 1 1,-1-1-1,-1 2 595,10-7 0,1 0 0,-12 7 0,2 0 0,-2 1 0,9-6 0,0 1 0</inkml:trace>
  <inkml:trace contextRef="#ctx0" brushRef="#br0" timeOffset="13">4209 7123 9046,'9'0'725,"0"0"-405,0 0 0,-2 0 500,-1 0-509,-4 0 1,1 0-293,-6 0 1,-2 0 177,-5 0 1,-3 1-383,-3 2 1,-2 2-23,-4 4 1,-2 1-31,-4-1 1,1-3 13,3 0 1,-2 0-399,4 0 0,-3 1-248,4-4 0,-1 3 857,3-3 0,5 5 0,0-3 0</inkml:trace>
  <inkml:trace contextRef="#ctx0" brushRef="#br1" timeOffset="14">4125 7151 8370,'9'0'-97,"0"-4"0,-2 3 402,-1-3 0,-4 4 234,1 4 1,-2-2-466,-1 4 1,0 1 69,0 5 0,0 0-212,0 3 1,0 1 109,0 3 0,0-4-202,0 1 0,0-2-111,0 2 0,0 1-147,0-1 1,-3-3 143,0 0 1,-3-3-422,2-1 695,1-4 0,-1 4 0,-1-4 0</inkml:trace>
  <inkml:trace contextRef="#ctx0" brushRef="#br1" timeOffset="15">4153 7356 8370,'8'-7'363,"-2"1"1,-1 1 54,-2-1 1,-2-2-153,3 1 1,-4-1-249,-4-1 0,-2-1-8,-6 1 1,-1-3-362,-5-1 1,0 0-72,-7 0 0,4 3 422,-4-2 0,0 1 0,-3 2 0</inkml:trace>
  <inkml:trace contextRef="#ctx0" brushRef="#br1" timeOffset="16">2672 8333 8185,'0'-5'-396,"4"1"0,-3 3 287,2-2 735,3 2-309,-5-3 0,4 4 98,-2 0 4,-2 0-152,3 0 1,-3-4-233,2 1 42,-2 0-87,3 3-1641,-4 0 1651,0-4 0,0 3 0,0-3 0</inkml:trace>
  <inkml:trace contextRef="#ctx0" brushRef="#br1" timeOffset="17">2765 8343 8185,'10'3'0,"-1"0"-135,0 0 1,1 0 158,-1 0 1,-3 0 544,0-3-640,0 0-556,0 0-604,-2 0 1231,-4 0 0,0 0 0</inkml:trace>
  <inkml:trace contextRef="#ctx0" brushRef="#br1" timeOffset="18">2952 8352 8185,'9'0'0,"0"0"9,0 0 0,1 0 28,-1 0 0,-1 1-379,-1 2 145,1-2-405,-7 3 602,7-4 0,-3 0 0,5 0 0</inkml:trace>
  <inkml:trace contextRef="#ctx0" brushRef="#br1" timeOffset="19">3110 8370 8187,'9'0'0,"0"4"-441,1-1 1,-1 0 220,0-3 0,1 1 347,-1 2 0,-3-2-187,0 2 0,-2-2-404,2-1 316,-4 0 1,2-1 147,-4-2 0,4 2 0,1-3 0</inkml:trace>
  <inkml:trace contextRef="#ctx0" brushRef="#br1" timeOffset="20">3296 8352 8187,'9'0'-1019,"1"0"764,-1 0 0,-3 0 357,0 0 0,-3 0-25,4 0-480,-5 0 403,2 0 0,-4 4 0,0 1 0</inkml:trace>
  <inkml:trace contextRef="#ctx0" brushRef="#br1" timeOffset="21">3445 8380 8226,'9'5'-640,"1"0"569,-1-2-169,-4-2 240,3 3 0,-2-8 0,3-1 0</inkml:trace>
  <inkml:trace contextRef="#ctx0" brushRef="#br1" timeOffset="22">3566 8389 8226,'9'0'0,"1"3"-235,-1 0 1,0 0-325,1-3 0,-4 0 261,0 0 1,-3 0 297,3 0 0,1 0 0,2 0 0</inkml:trace>
  <inkml:trace contextRef="#ctx0" brushRef="#br1" timeOffset="23">3938 8380 8303,'7'5'-1892,"-1"-2"1352,-4-2 540,2-1 0,-4 0 0,0 0 0</inkml:trace>
  <inkml:trace contextRef="#ctx0" brushRef="#br1" timeOffset="24">3948 8370 8303,'4'6'-357,"-2"-1"1,4-2-211,-4-2 161,2 3 406,-4-4 0,0-4 0,0-1 0</inkml:trace>
  <inkml:trace contextRef="#ctx0" brushRef="#br1" timeOffset="25">3091 7951 7840,'5'0'479,"4"0"-28,-8-4-381,3 3 1,-3-3 69,2 4 0,-1 0-86,4 0 1,0 1 111,4 2 1,-1-1-16,0 5 1,1-1-50,-1 3 0,0 0-96,1 1 0,-2 0-54,-2 2 0,2 0 114,-1 3 1,-3-1-99,-1 4 0,-1-1 107,1 5 0,-2-2-314,2 2 0,-5-2-110,-1 2 1,-3-6-71,3 0 0,-5-5-29,2 1 0,-2-1 448,-1-2 0,-5 0 0,0 1 0</inkml:trace>
  <inkml:trace contextRef="#ctx0" brushRef="#br1" timeOffset="26">3380 8026 7290,'5'0'-308,"-1"0"0,-5 0 317,-2 0 0,1 0 106,-4 0-79,4 0 244,-2-4-251,4 3 1,1-4 177,2 2 0,-1 1-60,4-1 1,1 2-30,6 1 1,-3 0-73,2 0 1,-1 1-8,-2 2 1,0 0 9,1 3 0,-4-4 132,0 1-269,0 2 1,3-3 139,-3 4 1,-2-3 49,-4 4-87,0-1 0,0 3 6,0 1 1,0-1 38,0 0 0,-3 0 3,0 1 1,-5-1-31,2 0 1,-2-3 13,-1-3 0,-1 1-151,1-1 169,0 0-355,-1-7 189,1-1 0,4-2-87,2 1 1,6 3 104,3-3 1,5 4-126,2-1 0,0 1 215,0-1 1,-3 2-82,3-3 0,-3 4 109,-1 4 1,1-2-110,-1 4 1,-4 0 302,-2 3 0,1 2 114,-1 1-111,0-2 1,-3 4-133,0-5 1,0 1-44,0-1 1,-4-1-107,-2-2 1,1 2-236,-1-5 1,0 0-697,-4-3 415,1 0 565,0 0 0,-1 4 0,1 1 0</inkml:trace>
  <inkml:trace contextRef="#ctx0" brushRef="#br1" timeOffset="27">3659 8054 8424,'9'0'-695,"1"0"1,-2-1-107,-2-2 1045,-2 2 17,-4-8-104,0 4-49,0 0-45,0 1 0,-1 4 415,-2 0-360,2 0 1,-4 1 35,2 2 1,2-1-48,-2 4 1,-1-3-54,1 4 0,-1-1 3,4 3 0,0-3-108,0 1 0,0 0 76,0 5 1,0-1-13,0 1 1,4-2-123,-1 0 1,3 2 122,-3 1 0,4-2 135,-1-5-137,3 2 0,0-7 175,0 3 1,-2-3-2,-1-1-132,0 0 0,2-5-42,-2-1 1,0-3-6,-3-4 0,-2 3-97,2-2 1,-2-2 85,-1 2 0,0-1-421,0 4 1,-1-3 141,-2-1 0,1 4 283,-5 3 0,1 0 0,-3-4 0</inkml:trace>
  <inkml:trace contextRef="#ctx0" brushRef="#br1" timeOffset="28">3855 7979 8423,'5'0'-225,"3"0"428,-7 0 0,3 1 216,-4 3-623,0-3 100,0 7 80,0-3 0,0 1-83,0 0 0,0-2 168,0 2 14,0-4 0,1 2-54,2-4 0,0 0 349,3 0-204,0 0-67,3 0 0,0-1-46,-3-2 0,-1 1-2,-2-4 0,-2 2-95,2-2 0,-2 3-256,-1-3 1,-3 3-810,0-3 1109,-4-1 0,2-2 0,-5 0 0</inkml:trace>
  <inkml:trace contextRef="#ctx0" brushRef="#br1" timeOffset="29">2747 7309 8231,'-4'9'-1868,"3"1"1771,-3-1 189,-1-4-8,4 3-37,-7-2 0,6-1-162,-4-2 0,3-2 60,-4-1 55,5 0 0,-6 0 0,3 0 0</inkml:trace>
  <inkml:trace contextRef="#ctx0" brushRef="#br1" timeOffset="30">2663 7346 6252,'0'5'64,"0"0"2485,0-5-2347,4 0 1,-3 1 252,2 2-244,-2-2 175,3 3-458,-3-4 0,5-3 148,-3 0 0,-2-5-158,2 2 1,-1-1 51,1 1 1,-2-6-21,2 3 1,1-2-4,-1 1 0,4 1 6,-4 0 0,4-1 19,-1 1 1,-1-3 10,1-1 1,-2 1 138,2 3-110,0-1 1,2 1 184,-2 0-152,3 3 311,-4-2-288,4 7 0,-3-3 91,1 4-78,-5 0-25,2 4-129,-4 1 0,0 5 122,0-1 0,0 1-124,0 3 0,0 1 79,0 5 1,0 0-5,0 3 0,-3-1-12,0 4 1,0 0 3,3 3 1,-4-5 11,1-1 0,0-2 0,3-2 0,-3-3-133,0-3 0,0-1 124,3-2-235,0 0 0,0-3 11,0 1 39,0-5 157,0 2 1,1-5 9,2-2 0,1-3 14,2-3 0,3 0 27,-3 0 1,2-2-36,1-1 0,1 1 10,-1-1 1,1 2-253,3 0 1,-3 1 32,3 0 0,-1-1-876,-3 1 1102,3 0 0,-3-5 0,6 0 0</inkml:trace>
  <inkml:trace contextRef="#ctx0" brushRef="#br1" timeOffset="31">3007 7169 8225,'10'-9'1151,"-1"0"-865,-4 4 0,-1-1 127,-4 3-414,0 2 39,0-3-124,-4 4 1,2 4 94,-4 2 0,1 0 32,-1 0 1,0 1 6,3 5 1,2-1 8,-2 1 1,2 2 29,1-2 1,1 4-26,2-4 0,-1 4-129,5-4 1,-2 1 98,1 0 0,2-3-7,-2 3 0,3-4-63,0-3 0,0-2-10,1-4 1,-1 0-12,0 0 1,1-5 55,-1-4 0,-3-2 17,0-4 0,-4-1-20,1-2 0,-2-2 11,-1-2 0,0 3-65,0-3 1,0 2-130,0 2 1,-4 3 81,-2 3 1,1 1-172,-1 2 1,-2 3-365,-4 0 1,1 4 17,-5-1 624,1 2 0,-4 9 0,0 2 0</inkml:trace>
  <inkml:trace contextRef="#ctx0" brushRef="#br1" timeOffset="32">3194 6955 8254,'5'-6'-953,"-2"0"1665,-2 4-377,-1-7 0,0 7-60,0-4 69,0 4-442,0-2 543,0 4-180,0 8-138,4-2 0,-3 8-84,2-5 0,-1 4 6,1-1 1,-2 0-91,3-2 0,-3-1 84,-1 0 0,3 1-186,0-1 43,0 0-147,-3 1 225,0-5-20,0-1 17,0-4 0,3-1 7,0-2 1,0-2 23,-3-5 0,0 1-15,0 0 0,0-5-16,0-1 0,0 0 19,0 0 0,1 2-93,2-2 1,-1 3 103,5 0 1,-1 2-3,3 0 0,0 2 82,1 2 1,-4 2-103,0 4 1,0 0 190,4 0 1,-4 1-98,0 2 0,-3 2 23,3 4 0,-3 1-67,4-1 0,-5 1-5,1 3 1,-1-3 13,1 2 1,-2 2-19,2-2 1,-2-2 5,-1-4-46,0 0 27,0 3 30,0-3-86,0-2 0,0-5 61,0-2 0,0-3-130,0-3 0,0-1 65,0-3 0,0 2-115,0-5 0,0 2 20,0-2 1,1 0 92,2 3 0,-1 1-10,5 3 0,-1-1-14,3 1 0,0 1-22,1 2 0,2-2-6,1 5 1,-1 0 8,-3 3 0,-2 1 19,-1 2 0,-1 0 235,1 7 0,-2-3 432,-4 5 0,3 2-316,0-2 1,2 1 8,-2-4-210,-2 4 0,3-2-110,-4 1 1,0-5 111,0 0 1,0-4-633,0 3-295,0-4-321,0 6 50,0-7 1121,-4 3 0,3-4 0,-3 0 0</inkml:trace>
  <inkml:trace contextRef="#ctx0" brushRef="#br1" timeOffset="33">3613 6713 8337,'6'-8'-321,"0"2"365,-4-3 0,2 7 227,-4-4 193,0 4-339,0-2 0,0 4-167,-4 0 0,2 1 159,-4 2 0,3-1-115,-3 4 0,2-3-99,-2 4 1,4-4 42,-1 3 1,2-3-26,1 3 0,0-3 51,0 4 0,0-1 21,0 3 1,4-3 10,2 0 0,3 1 6,0 2 1,0-1 53,1-2 1,-1 3 9,0-3 1,-3-1 116,1 1-157,-1 1 0,-1 2-22,-2 0 1,1 0 36,-1 1 0,0-4-100,-3 0 1,-1 0 39,-2 4 1,1-5-105,-4-2 1,0 1-4,-4-1 0,0 0-225,-2-3 0,1 0 10,-1 0 0,1 0 333,-2 0 0,3-4 0,-4-1 0</inkml:trace>
  <inkml:trace contextRef="#ctx0" brushRef="#br1" timeOffset="34">3668 6527 8352,'5'-8'0,"1"1"234,-2-1 0,1 6 323,-2-4-126,-2 4-220,3-2 1,-5 5-133,-2 2 0,-2-1-29,-4 4 1,-1-3-289,1 3 1,-3 0-383,-1 0 0,1 2 355,3-2 0,2-2-861,1-1 1126,0 3 0,1-1 0,1 4 0</inkml:trace>
  <inkml:trace contextRef="#ctx0" brushRef="#br1" timeOffset="35">3780 6406 8517,'10'-4'0,"-4"2"207,0-5 0,-3 5 160,3-1 1,-4 3 340,1 3 1,2 6-499,-2 3 0,0 5-322,-3-2 1,0 3-130,0 0 0,0 4 54,0 0 187,0 0 0,4-4 0,1 1 0</inkml:trace>
  <inkml:trace contextRef="#ctx0" brushRef="#br1" timeOffset="36">6983 5708 8584,'1'-10'0,"2"1"3276,-2 4-1255,3-4-1766,-4 8 1,-1-3 4,-2 4 0,-3 5-408,-6 5 0,-2 4-8,-1 8 1,-3 7-46,3 8 0,-3 0 167,-1 4 0,5-4 71,2-3 0,-2 5-183,2-1 1,-1 1-30,4-2 0,0 0-184,-1-3 1,2-2 172,2-4 1,-1-5-617,3-1 0,-2-6-920,3-4-283,-4-2 2005,6-4 0,-7-6 0,2-6 0</inkml:trace>
  <inkml:trace contextRef="#ctx0" brushRef="#br1" timeOffset="37">6797 5763 7990,'13'-4'0,"-2"0"0,1-2 0,-2 1 1134,0 2 0,-1 2-271,0-2 0,1 1-91,-1 2 1,-3 0-447,0 0 1,1 5-87,2 1 0,0 6-316,1 4 0,-1 1 134,0 2 1,1 3-201,-1-1 1,0 8 168,0-1 1,1 2-275,-1-2 0,0 0-196,1 0 0,-2 3-390,-2 0 0,1-1 122,-3-5 1,-1-2-342,-3-5 1,0-3-256,0-3 1307,0-1 0,0-2 0,0 0 0</inkml:trace>
  <inkml:trace contextRef="#ctx0" brushRef="#br1" timeOffset="38">7058 6266 8003,'9'0'1275,"0"0"0,-3 3 464,1 0-724,-5 1-720,2-4-85,-17 0 0,1 0-373,-13 0 1,-1 0 194,-5 0 0,-2 0-1275,-4 0 1,0 0 1242,-1 0 0,1 4 0,0 1 0</inkml:trace>
  <inkml:trace contextRef="#ctx0" brushRef="#br1" timeOffset="39">7179 5940 8000,'9'-4'0,"0"2"205,1-4 1,-5 3 917,-2-3-252,2 4 125,-4-7-559,7 8-449,-7-3 113,4 4 96,-5 0 1,0 5-144,0 5 0,-2 0-222,-1 5 146,2 5 1,-3 0-4,4 1 1,0 3-95,0 1 1,1 1-15,2-1 0,1-2 79,3-5 0,1 0 36,-2-3 0,2-1 47,2-5 1,-1-1-172,0-1 0,1-3 46,-1-4 0,1-1-69,3-2 1,-3-4-81,3-5 0,-3-1 41,-1-5 0,3-3 73,-3-7 0,2 3 12,-5 1 0,-1 0 223,-2-1 0,1 0-96,-1 6 1,0 0 311,-3 6 0,0 1-89,0 3 1,3 2 319,0 1 240,0 4-512,-3-2 0,0 5-169,0 2 1,0 8 67,0 7 0,0 5-11,0 5 0,0 8 41,0 4 0,0 6-328,0 4 0,0-3 384,0 3 0,1-2-92,3 2 0,-3-2 49,2 1 1,-2 2-48,-1-1 0,0-5-103,0-4 1,0-6 110,0-1 0,-3-5-287,-1-1 0,-4-5-152,-1-8 1,-1-1-197,-6-5 0,-4-4-31,-4-2 1,-3-8-355,-1-7 0,-1-4 447,-2-9 1,2-3 390,-2-3 0,0-4 0,3 1 0,2-2 0</inkml:trace>
  <inkml:trace contextRef="#ctx0" brushRef="#br1" timeOffset="40">7905 5922 8065,'19'0'-127,"-5"0"63,-2 0 1,-1 0 824,-2 0 0,-3 0 321,1 0-32,-1 0-321,3 0-377,-4 0 143,-1 0-417,-4 0 0,-10 0-149,-2 0 1,-6 0-553,6 0 1,-5 0 341,1 0 1,-1 0-870,-2 0 1,1 1 12,-1 2 1137,0 2 0,1 4 0,-1 1 0</inkml:trace>
  <inkml:trace contextRef="#ctx0" brushRef="#br1" timeOffset="41">7942 6108 8229,'19'5'906,"-2"-1"222,-1-4 1,-6 0 424,-4 0-562,-3 4-252,1-3 0,-6 4-267,-5-5 1,-3 3-272,-9 0 1,1 1 6,-1-1 0,-3-2-1188,1 2 0,-1-1 433,3 1 547,-3-2 0,2 8 0,-3-4 0</inkml:trace>
  <inkml:trace contextRef="#ctx0" brushRef="#br1" timeOffset="42">8324 5801 8112,'5'-7'615,"-2"1"1,-2 3-291,-1-3 1,3 3 61,0-3 1,1 3-217,-4-4 0,0 4 60,0-3 1,0 3 9,0-3-15,0 4 0,0-4-186,0 3 283,0 2 434,0-3-625,0 12 1,1 3 57,2 7 0,-1 1-21,4 0 1,-3 0 29,3 3 0,0-1-171,4 4 1,-1-1 116,0 4 0,1 0-149,-1 0 0,0-1-40,1-2 1,-2 1-164,-2-4 1,2-1 76,-1-2 1,-2-5-61,1-1 1,-3-4 209,3-3 1,-3-2-47,4-4 0,-4-5-1,3-4 1,0-9 6,3-6 0,1-9-22,-1-4 1,0-1-214,1-6 0,-1 4-28,0-3 1,-2 0-34,-1 0 1,-1 2 90,1 7 0,1 6-235,-4 7 0,4 5-252,-4 4 1,4 1 0,-5 6-65,4 2 776,-4 2 0,7 5 0,-4 1 0</inkml:trace>
  <inkml:trace contextRef="#ctx0" brushRef="#br1" timeOffset="43">8696 6033 8082,'4'-9'371,"-1"3"209,3 0 0,-4-1-156,1-2 0,-2 3 129,-1 0 393,4 4-337,-3-2-520,3 4-38,-4 0 1,0 4-70,0 2 0,0 3-67,0 4 1,0 1 120,0 5 1,0-1-51,0 1 0,0 3 12,0-1 0,1 4-134,2-3 1,2 3 18,1-3 0,1-4 64,-4-2 1,4-5 38,0 1-29,-3-5-151,4-3 0,-7-6 111,2-4 0,-1-5-132,1-7 0,-2-2 100,2-2 0,-2 2-24,-1-5 0,4 4 46,-1-1 0,1 3 107,-1 0 1,-2 5 44,2 1 0,1 3 158,-1 0 0,1 4 102,0 0 357,-3 4-118,3-2-328,-4 4 1,1 0-232,2 0 1,-2 4 81,2 2 0,-2 3 22,-1 4 0,0 1 12,0 5 0,1 3 29,2-1 1,-2 5 62,2-1 0,-2-1-110,-1 1 0,1-4 8,2 4 1,-2-4 17,3 1 0,-3-6-155,-1 0 0,0-5-60,0 2 0,-1-3-156,-3-1 0,2 0 42,-4-3 0,0-2-115,-3-4 0,-1 0-387,1 0 0,-1 0-26,-3 0 1,-1-1-1097,-5-2 1830,5-2 0,-4-9 0,4 0 0</inkml:trace>
  <inkml:trace contextRef="#ctx0" brushRef="#br1" timeOffset="44">9041 6061 8088,'9'-3'509,"0"0"433,-3 0 698,2 3-1240,-7 0 1,3 1-344,-4 2 1,0 0-4,0 7 0,0-3 148,0 5 0,0 3-395,0 0 0,0 3 124,0 0 0,0 1 91,0 0 0,0-4-20,0 1 0,0-5-157,0 2 1,1-2-387,2 1 1,-2-4-34,2 1-1515,-2-2 2089,-1-2 0,-4-5 0,-1-5 0</inkml:trace>
  <inkml:trace contextRef="#ctx0" brushRef="#br1" timeOffset="45">9050 5819 8132,'9'-14'0,"0"0"643,-3 5 1043,2 0-1152,-7 4-295,8 0 1,-8 6-1156,2 3 1,-5 4 915,-2 4 0,-3 5 0,2-3 0</inkml:trace>
  <inkml:trace contextRef="#ctx0" brushRef="#br1" timeOffset="46">9329 5708 8125,'5'-10'0,"-1"4"503,2 0 0,1 3 328,-4-3 436,0 3-334,2-5-524,-4 7 1,3 1-203,-4 6 0,0 10-127,0 2 1,0 10-47,0 0 1,0 6 148,0 1 1,0 2-178,0 3 0,3 0 93,0 3 1,3-3-225,-3 4 1,3-8 70,-2 1 0,2-7-57,-3-2 0,3-2-118,-3-7 0,1 0 118,-1-6 0,-2-1-358,3-3 1,-3-2-106,-1-1-112,0-4 513,0 2 1,3-8-245,0-2 1,3-3 46,-3 0 1,5 0 143,2 0 1,-1-3 206,3 3 0,2-5-154,-2 8 0,1-3 91,-4 6 1,0-3-79,1 2 1,-2 0-639,-2 1 287,2 2 511,-7-7 0,8 3 0,-4-5 0</inkml:trace>
  <inkml:trace contextRef="#ctx0" brushRef="#br1" timeOffset="47">9525 6043 8125,'0'-10'337,"0"1"42,0 0 0,0-4 1070,0 1 1,0 0-650,0 2 1,-4 4-194,-2 0 1,-8 4-169,-4-1 0,-5 3-1172,-5 3 1,-4 3 527,-2 6 0,-1 0-3072,0 3 3122,3-3 0,4 5 0,0-2 0</inkml:trace>
  <inkml:trace contextRef="#ctx0" brushRef="#br1" timeOffset="48">10242 5912 8099,'5'-4'-37,"0"3"512,-2-2 552,-2-2-436,4 0-76,-5-5-131,0 1-152,0 4 123,0-3 36,0 7-238,0-3 1,0 11-2,0 2 0,1 7-192,2-1 1,-2 7 119,2 3-158,-2 2 54,3 5 0,-2-2 175,4 4-301,-4 0 75,2 3 1,-4-7-113,0-2 95,0-6 0,0 0-1352,0-7 688,0-1-1323,0-5 2079,0-4 0,-4-5 0,-1-5 0</inkml:trace>
  <inkml:trace contextRef="#ctx0" brushRef="#br1" timeOffset="49">10326 6052 8142,'17'0'0,"-4"-3"1084,5 0 1,-5 0-170,-1 3 1,-5-3 10,0 0 0,-5-2 147,1 2-602,2 2 1,-8-3-498,0 4 0,-6-3 97,-3 0 1,-2 0-450,-5 3 1,-1 3 316,-1 0 0,-3 4-1064,-4-1 0,-1 0-29,-2 0 0,-2-1 1154,-4 1 0,-1 3 0,1-4 0</inkml:trace>
  <inkml:trace contextRef="#ctx0" brushRef="#br1" timeOffset="50">10810 5559 8028,'14'-10'1052,"0"2"-610,-5 2 0,-3-1-3,1 3 1,-5 0 140,1 1-236,-2 2-363,-1-3 1,-4 8 90,-3 2 0,2 4-54,-1 2 1,4-1 89,-1 5 1,2 1-112,1 4 0,0 3 16,0 4 1,0 0-163,0 0 1,0 0 106,0 0 0,0-1-181,0-3 0,3 2-206,0-4 1,0-1 216,-3-6 1,0 2-1376,0-5 1587,0 1 0,0-4 0,0 0 0</inkml:trace>
  <inkml:trace contextRef="#ctx0" brushRef="#br1" timeOffset="51">10950 6033 8163,'23'-1'445,"-1"-2"1,-10 2 828,-2-2 1005,-3-2-1188,-2 4-771,-1-7 1,-9 6-263,-4-5 0,-6 5 138,-6-1 1,-7-1-508,-6 1 1,-1 0 260,-2 3 1,5 0-1055,-5 0 0,2 3 3,-3 0 1,1 4 845,0 0 0,0 1 0,0 1 0</inkml:trace>
  <inkml:trace contextRef="#ctx0" brushRef="#br1" timeOffset="52">10754 6322 6755,'5'-9'2193,"-1"-1"-1659,-4 1 1,-1 3 314,-2 0-486,2 0 34,-3-4-35,4 5-228,0-3-68,0 7 1,1-7 111,2 5 1,3 0 63,7 3 0,0 0-183,3 0 1,1 4 16,-1 3 0,1 2-82,2 3 0,-4 0 90,-3 3 0,-3 2-137,-3 5 0,-1-2-23,-5 5 0,0 0 90,0 3 1,-5-1-258,-1-2 0,-5 3 68,-2-3 0,-3 0-168,0-6 1,0-3 105,0-3 1,-1-2-122,1-8 0,0 0 60,0-3 0,3-4 296,3-2 0,2-2-117,2-2 0,2 4 111,4 0 0,2 0 453,4-4 0,1 1-205,9 0 0,0 0 177,6-1 1,3 2-143,6 2 0,-2-2-295,2 5 0,-2-3 127,-1 3 1,-4-3-742,-3 3 1,-2-4-95,-3 0 0,-3 0 728,-4 1 0,1-7 0,-1 3 0</inkml:trace>
  <inkml:trace contextRef="#ctx0" brushRef="#br1" timeOffset="53">11452 5987 8239,'9'-9'-218,"-3"-1"1,1 4 96,-4 0 0,3 0 845,-3-4 0,2 2 536,-2 2-670,-2-2 0,4 3-275,-2-1 1,-2 1 242,2 2-611,-2 2 1,-2-4 121,-2 2 0,-2 2-205,-4-3 1,-2 3 101,-1 1 0,-4 5-390,-5 1 1,-3-1 222,-4 1 0,0 1-125,0 6 0,4-2-74,2 5 0,4-4-29,2 4 1,7-1 265,6 4 0,3-1-27,3 1 1,7-1 289,9-3 0,2-1-69,7-5 0,-4-4 94,4-2 1,-1-2-24,-5-1 0,0-1-11,-4-2 1,-2-2-23,-1-4 1,-3-2-24,0-1 1,-3 2-57,-2-3 0,-2 3 14,-2 0 0,-2 1-90,2 0 0,-2-1 79,-1 1 1,0 3 72,0 0 1,0 3 31,0-4 228,-4 5-180,3-2 49,-7 4 1,7 1 142,-2 2 1,2 3-57,1 3 0,0 1 70,0 3 0,0 1-90,0 5 0,1 0 48,2 3 1,-1 2-85,4 4 1,-3 3-4,3 0 1,0 1-74,4-1 1,-4-2-17,0 2 1,-4-2-73,1-1 0,1 0 78,0 0 1,-1-3-219,-3-1 0,-4-4 47,-3-1 0,-1-3-487,-1-6 0,-2 0-92,-1-7 1,-2 0-330,-5-3 0,-1-8-481,-1-5 0,0-3 1420,-4-3 0,8-3 0,0-2 0</inkml:trace>
  <inkml:trace contextRef="#ctx0" brushRef="#br1" timeOffset="54">11806 5633 8329,'9'-5'0,"-2"-2"925,-1 4-85,-4-1 163,6 0-240,-7 3-346,3-3 1,-4 5-355,0 2 1,0 7 58,0 5 0,0 4-44,0 2 0,-3 4 153,0 6 1,0 2-148,3 5 1,0-4-28,0 0 1,0 0-98,0 3 1,0 1 100,0-1 1,3 0-103,0 0 1,1-2 71,0-3 1,-3-2-202,2-9 1,1 0-137,-1-6 1,1-1-91,-1-5-201,-2 1 338,7-5 1,-2-5-181,3-7 1,-3-1 84,0-1 1,0-1-164,0-3 1,1 3-2,-4-3 0,4-1-211,0-2 729,-3-1 0,4-6 0,-3-1 0</inkml:trace>
  <inkml:trace contextRef="#ctx0" brushRef="#br1" timeOffset="55">11955 5940 8329,'5'-4'0,"-1"3"0,-4-3 0,-1 4 0,-2 0 0,-6 0 0,-7 0 0,-1 1 1258,-2 2 0,-5-2-1716,-3 2 0,-2-2 212,-6-1 1,5 0-800,-1 0 1045,2 0 0,6 0 0,0 0 0</inkml:trace>
  <inkml:trace contextRef="#ctx0" brushRef="#br1" timeOffset="56">11964 5605 8184,'5'-6'-1644,"1"0"2885,-2 4-728,0-2 0,-3 0 181,2 1-246,-2-4-224,3 2 0,-3-3-65,3 1 0,1 0 83,4 4 1,1-3 30,3 3 0,-2-3-5,5 2 1,-1 1-10,4 3 0,-5 0-17,-1 0 1,0 4 43,0 3 0,-2 4-193,-5 1 0,1 8 94,-4-1 1,1 2-43,-4 1 1,0-1 75,0 4 1,-4-6-74,1 0 1,-1-5 272,1-4-66,2-1-125,-3-4 1,5-1 153,2-4 0,5-4-745,5-2 0,6-3 251,0-4 1,3 3-1423,0-2 1,2 1 1531,7 2 0,7 0 0,4-1 0</inkml:trace>
  <inkml:trace contextRef="#ctx0" brushRef="#br1" timeOffset="57">6546 8175 8265,'13'0'1261,"-3"0"2015,4 0-1320,-9 0-1501,-1 0-345,-12 0 1,0 0-145,-11 0 1,-1 3-233,-5 0 1,0 0-1330,3-3 1140,-4 4 0,3-2-394,-2 5 1,0-5 375,3 1 0,1-2 473,6-1 0,-3 4 0,4 1 0</inkml:trace>
  <inkml:trace contextRef="#ctx0" brushRef="#br1" timeOffset="58">6788 7933 7866,'5'0'-58,"3"0"350,-7 0 106,7 0-124,-7 0-173,4 0-230,-1 0 92,-3-4 9,3 3 1,-4-5 236,0 3-20,-4 2 0,3-4-41,-2 2 473,2 2 307,1-3 1,0 11-603,0 2-466,-5 3 154,4-3 0,-3 5-16,4 1 0,-4-1 1,2 3 9,-4-1 0,4 1-165,-1 2 0,-1-4-37,0 1 0,1-5-170,3 2 54,-4-3 163,3-5 1,-3 0-47,4-1 29,0-3 4,0 3 0,4-5 140,2-2 1,4 0 124,2-3 0,-1 3 206,5-3-207,-1 4 0,7-5 8,0 4 1,0-4 102,-4 4 0,1 0-86,0 3 0,-4 0-53,1 0 1,-4 0-703,3 0 476,-3 0 1,1 1-217,-3 2 0,-4-2-634,0 2 138,-4-2 0,3-4 862,-2 0 0,-2-8 0,4 1 0</inkml:trace>
  <inkml:trace contextRef="#ctx0" brushRef="#br1" timeOffset="59">7030 7830 7978,'0'-9'550,"0"4"137,0-3-130,0 7 1,0-2-106,0 6 1,0 3-30,0 6 0,0 7-80,0 6 1,0 3-12,0 3 1,0 3-109,0 6 1,1-1-695,2 5 1,-2-6-54,2-1 1,-2 0-607,-1-6 1,0-1 1128,0-5 0,4-3 0,1-3 0</inkml:trace>
  <inkml:trace contextRef="#ctx0" brushRef="#br1" timeOffset="60">7160 7905 7949,'6'-1'576,"0"-2"0,-2 1 162,2-5-142,-4 5-24,2-2 56,0 0-296,-3 3-77,3-3 77,-4 4-230,0 0-44,0 4 1,0 2-59,0 7 0,-1-2 106,-2 5 0,2 0-147,-2 6 0,2-2 12,1 1 0,0-2-53,0-4 0,0 2 94,0-5 0,1 1-98,2-4 102,-2-4-189,7-1 109,-2-4 1,3 0-151,0 0 1,2-3-40,1 0 1,-1-3 137,5 3 0,-4 0 140,4 3 1,-5 0-111,2 0 0,0 1 123,-1 2 0,1 2-116,-4 4 1,-3 4 329,1-1 0,-5 2-5,1-2 1,1 0 54,-1 3 1,0 1 2,-3 2 1,-3-2-120,0-1 1,-4-3-160,0 0 0,-1-2 108,-1 0 1,-1-1-382,-3 0 1,2 0 53,-5-3 1,1 1-101,-4-4 0,1 0-126,3-3 1,-2 3-357,5 0 0,-4 1-371,4-4 0,0 0 1145,2 0 0,1-5 0,0 0 0</inkml:trace>
  <inkml:trace contextRef="#ctx0" brushRef="#br1" timeOffset="61">7430 7933 7886,'16'-8'158,"-1"1"1,-4 0 205,2 4 0,-6-3-107,-1 3 1315,-4-5-434,7 7-489,-8-3-75,3 4 10,-4 0-601,-8 0 0,-3 0-134,-7 0 0,-5 0-319,-2 0 1,0 0-144,-3 0 1,2 1 295,-5 2 1,3-1 316,4 5 0,-3-5 0,3 2 0</inkml:trace>
  <inkml:trace contextRef="#ctx0" brushRef="#br1" timeOffset="62">7942 8007 7889,'9'0'0,"1"0"0,-4-1 394,0-2-241,-4 2 74,2-3 1,0 3 824,-1-2-399,0 2-175,-3-7-433,0 7 1,-4-7 81,-3 5 1,-1 0-367,-1 3 1,-2-3 186,-1 0 0,1 0-587,-5 3 1,4 0 343,-4 0 1,2 1-1155,-2 2 1449,-1-2 0,2 7 0,-4-3 0</inkml:trace>
  <inkml:trace contextRef="#ctx0" brushRef="#br1" timeOffset="63">7942 8100 8095,'15'0'3027,"-2"0"-2462,-4 0 1,-4 0 248,-5 0-716,-5 0 0,-5 4 92,-2-1 0,0 1-375,-3-1 1,-1-1 195,-2 4 0,-4-4-11,0 1 0,-4 3 0,2-1 0</inkml:trace>
  <inkml:trace contextRef="#ctx0" brushRef="#br1" timeOffset="64">8380 7868 11697,'3'-7'117,"0"1"0,3 3-247,-3-3 73,5 0 1,-4 0 57,2-1 0,5 2-75,-1-1 1,1 1 17,-2 2 80,1 2 0,-1-4 41,0 5-41,0 0 0,1 0-13,-1 0 0,-4 5 24,-2 1 0,-2 6 139,-1 4 0,0 5-124,0 4 1,0 3 150,0 3 1,-4-1-112,-2 4 0,-2-4-128,-2 1 1,-2-3-123,0-3 84,-1-2 1,4-5 162,0-3-857,-1-1 518,1-5 1,0-4-102,-1-2-440,1-2 476,4-1 1,1-1-291,4-2 256,0-2 182,0 0 1,0-4 193,0 3-120,0-2 1,4 2-153,2 0 1,2 0 31,2 0 0,-1 1 687,0 2 0,2 2-235,1-2 0,-2 2 161,3 1 0,-3 3-123,-1 0 0,2 3 33,1-3 0,-2 1-207,-1-1 1,3-2-149,-2 3 0,-2-3-333,-2-1 1,0-1 183,4-3 1,-2-1-326,-2-4 1,1 0 231,-4-1 0,5 0-43,-2-2 0,2-2 7,1-1 0,-2-3 57,-1 3 1,0 1 300,3 2 1,1 1-31,-1 2 0,-3-2 446,0 1 1,0-1-273,0 5 0,2-1 447,-2 0 0,-1 0 74,2 4-316,-1 0 1,0 3 362,0 0-380,-4 0 0,3 1-213,-5 2 1,0 2-178,0 4 1,0 1-98,0-1 1,0 4 84,0-1 0,-2 4-84,-1 0 0,2-2 47,-2 2 1,2-4 38,1 4 0,0-2 116,0 2 1,0 0-5,0-3 1,4 2 26,3-2 0,1-1 138,1-2 1,1-4 61,3 0 1,-2-4-127,5 1 0,-1-6-85,4-3 0,0-8 74,-1-4 1,1-5-245,-1-5 1,-3-3-15,-3 0 0,-2 0-10,-4 3 0,-2 0 27,-4 0 1,0 5 88,0 5 0,-4 0-558,-2 6 0,-7 0 209,-2 6 0,-4 2-1461,-3 4 1795,-1 4 0,-5 5 0,0 6 0</inkml:trace>
  <inkml:trace contextRef="#ctx0" brushRef="#br1" timeOffset="65">9236 7849 8028,'10'-5'-1,"-1"-2"355,0 4 1,1-4-74,-1 4 0,0-3 128,1 3 0,-4-4-43,0 0 0,-3 2-107,3-1 1,-4 3 67,1-3-208,-2 0-361,-1-4 261,-4 5 0,-1 1-192,-4 4 1,0 1 53,-1 2 1,1 2-104,0 5 1,-3-1 71,3 0 0,-6 4-23,6-1 0,-1 0 81,4-2 0,-2 2-12,5 1 1,0-1 73,3-3 0,0 1 10,0-1 1,1-3 72,2 0 1,3 1-95,7 2 0,1-1 87,5-2 1,0 3-64,-1-3 1,1-1 105,-1 1 1,-2-3-62,0 4 0,-5-2 92,1 1 0,-1 2 50,-2-2 1,-4 0-81,-2 0 1,-2 0 56,-1 3 0,0 1-75,0-1 0,-4 1-79,-2 3 0,-2-3 95,-2 2 1,-3-1-442,-3-2 0,2-4-74,-2-2 1,1 1-252,-4 0 0,5-1-543,1-3 1221,3 0 0,1 0 0,-1 0 0</inkml:trace>
  <inkml:trace contextRef="#ctx0" brushRef="#br1" timeOffset="66">9534 7924 8006,'12'-7'0,"-3"1"0,2 1 364,-4-1-24,-3-3 0,1 7 992,-2-4-1065,-2 4 103,3-2-345,-12 12 0,5-1 98,-7 9 1,6-4-187,-2 4 1,4-4 75,-1 4 0,-1-1-2,1 4 1,0-1 14,3-3 0,1 3-161,2-3 0,-2 0-242,2 0 1,1-3-13,-1 0-1095,4-2 685,-6 0-97,4-5 896,-5-5 0,4-9 0,1-6 0</inkml:trace>
  <inkml:trace contextRef="#ctx0" brushRef="#br1" timeOffset="67">9581 7719 8006,'4'-24'0,"2"2"0,-1 7 118,2 2 1,-4 4 532,3 3-420,-4 2-28,6 4-716,-7 0 1,2 1 233,-6 2 1,1 2-865,-4 4 1143,4 5 0,-2-4 0,4 3 0</inkml:trace>
  <inkml:trace contextRef="#ctx0" brushRef="#br1" timeOffset="68">9748 7868 8006,'7'0'0,"-1"0"0,-3 0 423,3 0-60,-4 0 339,7 0-482,-8 4 1,3 1-122,-4 4 0,0 2 48,0 1 0,0-1-27,0 5 1,0-1 14,0 4 1,0 0 51,0-1 1,0 0-218,0-3 1,0 2 96,0-5 0,3 1-168,0-4-33,0 0 1,-2-3-284,2-3 258,-2-2 1,4-6-172,-2-5 1,0-3 23,3-6 0,-1 0 95,1-3 0,2 2 70,-1-2 1,4 3-44,1 0 0,1 2 229,-4 1 0,0 4 165,1 5 1,-1 3 207,0 4 1,1 1-242,-1 2 1,0 4 212,1 5 0,-4 3 209,0 3 0,-3 2-200,3 2 1,-4-2-233,2 5 1,0-1 77,-1 1 0,0-6-227,-3-3 0,0-5 53,0 2 0,-1-7-1074,-2-3 0,2-3 1003,-2-3 0,-3-6 0,1-6 0</inkml:trace>
  <inkml:trace contextRef="#ctx0" brushRef="#br1" timeOffset="69">10214 7877 8102,'5'0'216,"-1"-1"-163,-4-2-20,0 2 2265,0-3-2314,0 0 86,4 2-4,-3-6 0,7 3-154,-5-4 0,4 4-84,-1 1 248,3 3 1,0 1 46,0 0 0,0 0-22,1 0 1,-4 5 89,0 1 1,-1 2-64,2 1 1,0 4 26,-4-1 1,0 5-23,-3-2 0,0 3-37,0 0 0,-1 1 1,-2 0 1,-2-2-98,-5-1 0,4-3-155,0-3 1,-1-2-9,-6-2-60,3 2 0,-3-7-91,3 2-123,5-6 310,1-2 1,5-4-63,2 0 0,5-1 27,5 1 1,3 1-12,0 1 0,-2 3 135,2 4 1,-2 0 191,2 0 1,-3 0 220,-3 0 1,-1 8-197,0 1 1,-4 6 111,-2 1 1,-1 2-77,-2 0 1,-2 4-189,-1 0 0,-1-1-2,-2-2 1,-2-1 11,2-3 0,-3-2-493,0-3 1,1-4 188,1 0 1,-1-4-569,2 1 1,1-2-197,-1-1 297,4-4 734,-3-1 0,10-8 0,0-2 0</inkml:trace>
  <inkml:trace contextRef="#ctx0" brushRef="#br1" timeOffset="70">10503 8017 8004,'18'-14'-65,"1"1"68,0-3 1,-1 0 247,1 3 307,-1 1-388,-3 3 0,-2 0 341,-3 3 0,-5 2-95,3 4 38,-3 0-390,0 0 74,0 4 1,-6 1-127,-3 5 0,-1 0 7,-4 2 1,1 0-115,1 3 0,-1 1 0,2 2 0,-1 0-48,1-3 1,1 6 296,5-2 0,5 1-113,1-1 0,2 0 71,1-1 0,1-3-62,-1-3 1,4-6 179,3-2 0,-2-3-63,2-1 1,-4-9 68,4-3 1,-5-9-179,2-4 1,-4-2 4,-3 0 0,-2 2-137,-4 0 0,0 4 45,0-1 0,-5 6-627,-4 0 0,-2 8 332,-4-1 1,-1 6-725,-2 0 1048,-1 2 0,1 5 0,-1 1 0</inkml:trace>
  <inkml:trace contextRef="#ctx0" brushRef="#br1" timeOffset="71">11089 7523 8049,'6'-3'190,"1"0"0,-4 0 990,3 3-443,-4-4 267,2 3-262,0-3-395,-3 4-250,3 0 102,-4 8 0,0-1-106,0 9 0,-1-3 92,-2 6 1,2-2 74,-2 8 1,2 0-111,1 3 0,0 3-150,0 0 1,-3 4-49,0-1 1,0-1 74,3 1 1,0-4-155,0 1 1,1 1 71,2-5 0,-1 2 0,4-7 1,-1 0 106,2-3 0,2-1-102,0 1 0,2-5 44,4-1 0,1-6 0,2-1 0,4-4-160,0 1 0,4-3 54,-2-3 1,-1-2-478,-1-4 1,-2-1 207,-2 1 0,0 0-422,-3-1 0,-2 1 298,-7 0 0,1 3 505,-4-1 0,0-3 0,-3-4 0</inkml:trace>
  <inkml:trace contextRef="#ctx0" brushRef="#br1" timeOffset="72">11192 7840 8159,'4'-5'1638,"-3"-4"0,2 7-301,-6-4 0,-2 4-785,-5-1 0,0 2-447,-2 1 1,-6 4 85,-4 2 0,-1-1-752,2 2 1,-3-1 227,-4 3 333,0-4 0,0 8 0,0-3 0</inkml:trace>
  <inkml:trace contextRef="#ctx0" brushRef="#br1" timeOffset="73">12216 7877 8032,'9'0'479,"0"0"-307,1 0 1,-4 0 576,0 0 0,-3 0 571,3 0-106,1 0 23,-2 0-350,-1-4-641,-4 3 233,0-3-227,-4 4-269,-5 4 189,-6 1 1,-7 1-655,1 0 1,-6-3 274,-1 4-2329,-4-5 1724,-1 6 0,1-7-182,4 2 868,0-2 0,0-1 1,0 0-1</inkml:trace>
  <inkml:trace contextRef="#ctx0" brushRef="#br1" timeOffset="74">12728 7588 8026,'4'-9'0,"-2"0"-43,4-1 0,-4 1 387,3 0 1,-5-1-14,0 1 1,0 0 47,0 0-52,0 3 76,0-2 162,0 3-142,0 0-199,0 1 1,0 5 119,0 2-106,0 6 0,0 7 78,0 5-100,0 3-394,0 4 161,0 0 1,0 4 185,0 2-279,4 2 1,-2 1 142,4-3 0,-3-2 0,2-4-810,-1 0 374,4-5 0,-7 0 1,3-5-103,0-3 1,-3 3 151,2-3 353,-2-1 0,-1 3 0,0-2 0</inkml:trace>
  <inkml:trace contextRef="#ctx0" brushRef="#br1" timeOffset="75">12877 8091 8069,'24'6'1366,"-3"1"0,-5-5-602,-4 1 0,-4-1 226,-2 1-252,-4-2-388,2 3-520,-4-4 223,-4 0 0,-3 0-207,-9 0 0,1 0 99,-7 0 289,-6 0-246,7 0 1,-10 0-267,6 0 0,-2 0-484,0 0 0,-1 0 375,0 0 1,-1 3-663,-2 0 719,2 0 1,-6-2 0,5 3-1739,3 2 2068,3 2 0,9 1 0,2 1 0</inkml:trace>
  <inkml:trace contextRef="#ctx0" brushRef="#br1" timeOffset="76">12691 8389 8865,'9'-4'480,"0"-1"1,-4-1 0,0-1-53,-1 0 1,-3 2-65,2-1 0,1 3-221,-1-4 1,1 2 201,-1-1-474,3-2 179,3 7 1,0-7 144,0 5 1,2 0-129,1 3 0,0 0 8,3 0 129,-3 0-76,5 0 0,-7 4 117,3 3-308,-3 1 1,-2 4-1,-1 2 61,-4 0 0,1 2 107,-1 2 1,-1 1-249,-5 0 73,-2 3 0,-4-1-62,-1 4 1,1-4-1,-1-1 62,-3-3 0,2-4-256,-5-3 133,5-1 126,-3 0 1,8-3 203,0 1 320,4-5-329,-2 2 0,5-4 119,2 0 0,3-3 97,7 0-117,1-5-166,5 3 0,-1-4 65,1 0 1,4-1-282,1 1 1,2 0-310,-1-1 1,1-2 263,-4 0 0,0-2-1259,-4 2 1073,-3 1 1,-2-2 0,-4 5-1245,1 1 1630,-5-1 0,3 3 0,-3-4 0</inkml:trace>
  <inkml:trace contextRef="#ctx0" brushRef="#br1" timeOffset="77">13398 7747 8252,'5'-6'-433,"4"-2"0,-8 6 781,2-4 0,-2 3-83,-1-3 0,1-1 0,1-2 217,1 0 0,0-1-62,-3 1 115,0 0-429,0 0 9,0-1 1,-1 5-3,-2 2-12,2-2 0,-7 4-115,2-2 1,-3 2 135,0 1-199,-4 0 1,1 0 0,-2 0-56,0 0 176,-2 4 0,4 2 0,-2 5 0,0 3-179,3 0 171,1 2-44,4-2 1,2 4-1,4-4 17,0 1 1,0 1-81,0-3 0,6-2 19,3-5 0,1 2-140,6-5 0,-2 0 187,2-3 0,1 0-282,-1 0 213,-3 0 0,4-4 0,-5-3 0,0-2-65,-2-3 169,-1-3-79,1 1 0,-4-3 1,-1 4 105,-1-2 67,3 4 0,-6-3 259,2 5-394,-2 4 307,4-3-180,-4 7 1,3-2-1,-4 6 141,0 3 1,0 3-105,0 4 0,0 1 237,0 5-303,-4 3 0,3-1 151,-2 4 1,0-3-16,0 3-101,2-5 0,-3 3-153,4-4-70,0-1 272,0 1-507,0-5 240,0 4 1,0-8-490,0 3 1,0-3 297,0-1 1,1 1-1400,2-1 893,-2-4-307,3 3 307,-4-7 793,0 4 0,5-5 0,0 0 0</inkml:trace>
  <inkml:trace contextRef="#ctx0" brushRef="#br1" timeOffset="78">13612 7924 8152,'20'0'691,"-2"0"1,-12 0-629,0 0 1,-5 0-1330,-1 0 483,-4 0 0,-5 0 783,-1 0 0,1 0 0,0 0 0</inkml:trace>
  <inkml:trace contextRef="#ctx0" brushRef="#br1" timeOffset="79">13836 7672 8350,'8'-6'-633,"-2"0"633,-1 4 0,-2-4 1108,0 3-184,0 2-955,-3-3 1,-1 4 20,-2 0-169,-2 0 102,-5 4 1,1-2 178,0 5 1,0-1-200,3 3 195,-2 0 50,3 1 1,-2 2 0,2 1 71,1-2 90,1-1-170,3 4 0,1-4 0,2 3-19,3-3 1,3 2-46,0 1 0,0 0-18,1 0 0,2-3 160,0 2-349,1-1 107,-4-2 0,0 3-56,1 1 45,-1-1 0,0 1 1,0-1 73,-3-1-258,2 4 180,-7-5 0,6 4-2,-3-5 0,-1 0 25,-3 1-169,0-1 0,-1-3 21,-2 0-40,-3-4-26,-3 3 152,4-5 1,-7-1-272,3-3 290,2-1 0,-1-1 0,2 0-104,1-1 56,-3 2 402,7-3-214,-3 3 1,4-1-58,0 0 0,1 3 58,2-4 1,2 1-1,4-3 273,1-1-193,3-3 0,-1 3-47,3-3 0,-2-1 4,2-2 0,-4 2 133,2-2 1,-2 1-90,2-4 0,-4 0-237,0 1 149,1-1 1,-9 2-1,2 0-488,-2 2 228,-1 3 0,-1-3 0,-2 4-57,-4 3 1,-1 2 223,-1 0-500,0-3 0,-4 8-33,1-2-485,-1 2 403,0 1 329,2 0 1,-2 1 303,4 2 0,-1 3 0,1 3 0</inkml:trace>
  <inkml:trace contextRef="#ctx0" brushRef="#br1" timeOffset="80">14143 7672 8309,'18'-3'443,"-3"0"178,-2 1 371,-3 1 1,-2 2 0,0 3 320,-2 5-754,-4 9-265,2 6 0,-4 4 0,0 1-785,0 2 245,0-2-817,0 7 0,-3-7 1,0 2 98,1-2 964,1-1 0,-3 0 0,-2 0 0</inkml:trace>
  <inkml:trace contextRef="#ctx0" brushRef="#br1" timeOffset="81">14655 7374 8291,'0'-9'380,"0"0"0,3-1 113,0 1 0,1 0-89,-4-1 1,0 4-22,0 0-163,0 4 195,0-2 129,0 4-289,-5 4 1,3 3-131,-4 9 1,4 0 146,-1 9 0,-1 1-84,1 5 0,-3 2-23,2 4 1,1 2 74,3 1 1,0 2-1361,0 5 1033,0-1 92,0 1 1,0-5 33,0-1 0,0-4 130,0-3 1,1-5-127,2-4 0,0-5-71,3-2 0,-3 0-153,3-6 0,-3 1-155,3-4 1,-3-3-58,4 0 1703,-1-4-2223,3 3 554,1-5 1,-4-2-96,0-1-1052,-4-2 586,6-4-209,-7 0 0,3-1 1129,-4 1 0,0-4 0,0-2 0</inkml:trace>
  <inkml:trace contextRef="#ctx0" brushRef="#br1" timeOffset="82">14702 7802 8137,'7'-8'1961,"2"2"-534,-1-2-331,-4 3-774,-4-1-203,-9 2 0,2 3 1,-8-1-611,-2-1 1,-5 0-1,-2 3 69,-3 0-1897,-9-4 2099,6 3 1,-11-8-1,8 4 1</inkml:trace>
  <inkml:trace contextRef="#ctx0" brushRef="#br1" timeOffset="83">14814 7346 8176,'9'-3'0,"0"-1"-5,0-1 1,-2 3 686,-1-1 131,0-2 1,3 0-359,1-1 0,-4 1-167,0 2 1,0 2-110,4-2 0,2-1-121,1 0 0,3 0-12,0 1 1,-2 2 176,2-2 1,-4 2 44,4 1 1,-5 1-71,1 2 0,-4 7 94,-2 5 0,-4 7 56,1 3 1,-2-2-98,-1 2 0,-3-4 100,0 1-96,-4-3 126,5-4 16,-6-2 168,7-8 104,-3 0-279,4-5 1,5-6-216,5-3 1,0-5-107,5-8 0,2 1-298,5-4 1,1 1-645,5-4 1,4 4-125,3 2-2280,1 2 3277,5 6 0,1-4 0,3 5 0,2 1 0,1 4 0</inkml:trace>
  <inkml:trace contextRef="#ctx0" brushRef="#br1" timeOffset="84">6704 9357 6712,'5'-5'-612,"-1"1"673,-4 4-33,0 0 5,-4 0 1,3 4 1,-4-3 38,2 2-83,2 3 24,-8-5 1,8 4-20,-2-2 49,-2-2-97,0 3 67,-4 0 1,0-2-40,3 4 0,-2-3 30,2 0 0,0 1-236,0-1 160,0 4 0,-3-3-7,-1 2 0,4 2 9,0-5 69,4 0 0,-6-3 0,6 0 0,-5 0 0,5 0 0,-2 0 0,4 0-9,8 0 8,-6 0 13,11 0 1,-11 0-13,4 0 0,-4 0 0,7 0 0,-7 0 2,4 0-2,-4 0 0,5-1-3,-4-2 1,0 1 2,-3-5 0,1 4-1,2-3 1,-2 3 0,3-3 1,-3 3-2,-1-3 311,0 3-305,0-5 115,0 7 1,1-4-80,2 2 184,-2 2 1,3-4 25,-4 2 0,0 1 45,0-5 1,0 4 148,0-3 1,0 0-120,0-4 0,0 1 118,0 0 1,0 0-41,0-1 1,0 4 415,0 0-258,0 4-300,0-2 1,0 5-55,0 2 1,-4 4 0,-2 9 0,-3 3-126,0 9 1,0 3 82,-1 0 0,1 4-138,0-1 0,-1-1 113,1-2 0,0-1-292,0 1 1,2-6 74,1 3 0,1-7-149,-1-2 1,1-5-178,1-4 32,3-1-337,-3-4 468,4-1 0,0-5-107,0-2 1,0-2 23,0-4 0,0-1 16,0 1 0,0-1 56,0-3 1,0 3 14,0-3 0,0 3 84,0 1 0,0 3-131,0-1 341,0 5-85,0-6 128,0 7 1,0-2-19,0 6 31,0 2 1,3 1-32,0 1 96,1-5-91,-4 2 200,0-4-318,4 0 14,-3 0-9,3 0-227,-4 4 239,0-3 1,0 4-100,0-2 148,0-2-7,4 3 193,-3-4-490,3 0 294,-4 4-60,0-2 286,0 2-22,4-4-193,-3 0 50,4 4-45,-5-3-690,0 3 467,0 0 132,0-3 474,0 3-433,-5-4-20,4 4 10,-3-3 23,4 4-771,0-5 1,0 0-1</inkml:trace>
  <inkml:trace contextRef="#ctx0" brushRef="#br1" timeOffset="85">6629 9432 7821,'0'-9'-95,"1"3"441,2 3 189,-2-2 1,4 3-47,-5-4 1,1 4 192,2-1-480,-2 2 0,3 2 6,-4 2 1,0 3-199,0 6 0,1 3 105,2 4 1,-2 0-12,2 3 1,2 5 90,2 4 1,-2 1-24,1-1 0,-1 2-18,1 4 0,2 3-159,-5-3 1,3 2-26,-3-5 0,1-5 121,-1-1 0,-2-3-517,2 0 1,-2-3 236,-1-7 0,0 2-1670,0-5 67,0 0 1792,0-2 0,-4-5 0,-1-1 0</inkml:trace>
  <inkml:trace contextRef="#ctx0" brushRef="#br1" timeOffset="86">6816 10056 7835,'14'4'0,"4"-3"0,-8 3 2630,2-4-821,-5 0-381,-3 0-1204,-4 0 0,-8-3-1,-1 0 0,-7 0-535,-3 3 0,-1-3 255,-4 0 0,3-1-190,-1 4 1,1 0 216,0 0 0,1 0-1152,-2 0 0,0 0 121,0 0 1,0 0 1060,3 0 0,5 0 0,1 0 0</inkml:trace>
  <inkml:trace contextRef="#ctx0" brushRef="#br1" timeOffset="87">6899 10223 7837,'14'0'275,"-4"0"34,3 0 0,-6-3 621,-1 0 1,-3 0 206,3 3-650,-4 0 1,1-3-134,-6 0 1,-3-1-295,-6 1 1,-3 2 90,-3-3 1,-5 3-404,-2 1 1,-2 1 99,-1 3 0,0 0-123,0 2 1,1 2-839,3-2 0,-3 3 411,2 0 1,-4 0 701,1 1 0,-2 3 0,6 1 0</inkml:trace>
  <inkml:trace contextRef="#ctx0" brushRef="#br1" timeOffset="88">6667 10465 7837,'4'6'732,"-3"-2"1,4-4 289,-2 0 29,-2 0-281,3 0-790,0 0 1,-2 0-100,5 0 1,-1 0 136,3 0 1,1 0 129,3 0 1,-2-3 78,5-1 1,-5 1-198,2 3 1,-2 3 249,1 1 1,-4 3-110,1-1 1,-5 6-50,2 4 1,-4 2 0,1 0 1,-6 4-94,-3 0 1,-2 2-77,-1-2 1,-1 2 40,1-5 0,0 1 5,-1-4 0,2-3 57,2 0 1,1-6 61,2-1-81,2-4 0,-3 2 246,8-4 1,1 0-127,4 0 0,4-4-123,3-2 1,5-2-320,0-2 1,4-2 166,-3 0 0,3-1-771,-4 4 0,1 0 424,-3-1 1,-1 4-2161,1 0 2624,-4 0 0,2-4 0,-2 1 0</inkml:trace>
  <inkml:trace contextRef="#ctx0" brushRef="#br1" timeOffset="89">7123 9506 7910,'4'-5'882,"-3"-3"-626,7 3 1,-6-4 97,5 3 314,-5 2-4,2 4-24,-4 0-404,0 4 1,-4 2-59,-3 7 1,-1 6-52,-1 5 1,3 3 48,-1 1-88,1 4 0,1 1-79,2 5 1,2-1 34,1 0 0,0-1-46,0-2 0,3-1 8,0-6 0,4-2-252,0 0 1,0-7 88,-1 0 1,2-5-711,-2-1 1,3-6-11,0-3 1,0-2 876,1-1 0,3-4 0,2-1 0</inkml:trace>
  <inkml:trace contextRef="#ctx0" brushRef="#br1" timeOffset="90">7486 9637 7850,'9'-6'320,"1"-1"0,-2 4 63,-2-3 69,-2 0 0,-1-4-37,0 1 0,0 3 68,-3 0 1,-4 3-379,-2-4 1,-3 5-11,-4-1 0,2-1-260,-4 1 1,-2 1 133,-5 5 0,3 1-205,-3 2 1,2 6 124,2-3 0,6 2-34,3-1 1,3 2-15,-1 1 0,4 0 78,6-1 1,3-1-87,3 1 1,4-1 100,3-2 1,2-4-92,0-2 0,-2-2 88,-1-1 0,-3 0-69,0 0 0,1-4 92,0-2 1,-4-2-14,-3-2 1,0 1 97,0 0-194,2-1 711,-3 1-261,0 4 97,4 1 0,-8 5-144,2 2 0,-2 6 130,-1 7 0,0 1-66,0 2 0,0 1 37,0 1 1,0-1-190,0 2 1,0 0 58,0 0 0,0-3-281,0-4 1,3-2 53,0 2 0,0-3-620,-3 0 487,0-2 1,1-1 40,2-3 39,-2 2 0,4-7 61,-1 2 0,-3-2 0,3-1 0</inkml:trace>
  <inkml:trace contextRef="#ctx0" brushRef="#br1" timeOffset="91">7737 9823 7892,'24'0'621,"-2"0"0,-10 0 0,-2 0 518,-3 0-801,-2 0-788,-1 0-765,-4 4 0,-4-3 1215,-2 2 0,-3 2 0,0 1 0</inkml:trace>
  <inkml:trace contextRef="#ctx0" brushRef="#br1" timeOffset="92">7933 9581 7892,'14'0'198,"0"0"50,-5 0 1,-4-1 136,-2-2 0,-1 2 203,2-2-441,-3 2 0,2 1 168,-6 0-353,-3 0 0,-3 4 102,0 2 1,-1-1-227,1 1 127,0 0 1,1 4 89,1-1 1,3 1 35,4 3 1,1-3-65,2 3 0,-1 0-12,5-1 0,-1 4 25,3-4 0,4 4-17,-1-4 1,4 2 34,-4-2 0,3-1-100,-2 1 1,3-2 41,0 0 0,-2-1-20,2 0 0,-5 1 2,2-1 25,-3 0 0,-2 1-81,-1-1 0,-3-3 77,-4 0 1,0-3-107,0 4 0,-1-4 53,-2 3 0,-1-3-78,-5 3 1,1-4 19,-8 1 0,1-2-6,-4-1 0,1 0-30,-1 0 0,1 0-19,3 0 3,-3 0 1,9-1-21,0-2 279,-1 2 1,10-4-114,0 2 0,6 1 77,6-4 1,2-1-14,5-2 0,0 0 83,-1 0 1,1-1 67,0 1 1,-1-1-44,1-3 0,-4 2 14,1-5 0,-5 2-99,2-2 0,-3-1-92,-1 1 1,-4-1 103,-1-2 0,-3 0-198,-1 1 0,-1 3-143,-3 3 1,-4-1-186,-4 4 1,-5-2-32,2 4 1,-2 3-745,2 1 1216,-7 2 0,10-3 0,-5-1 0</inkml:trace>
  <inkml:trace contextRef="#ctx0" brushRef="#br1" timeOffset="93">8277 9590 7959,'15'0'438,"-2"-1"-307,-3-2 1,-4 2 703,0-2 1,-3 2 306,3 1-705,-4 0 1,3 1-216,-5 2 1,0 2-78,0 4 1,0 5 41,0 1 1,0 1-229,0 3 0,0-2-14,0 8 1,0-3-111,0 3 1,3-2-217,0 2 0,1 1 165,-1-4 0,-2-4-443,2-2 0,-1-5 269,1 2 0,-2-6-1620,2-1 2010,-2-4 0,-5-2 0,-1-5 0</inkml:trace>
  <inkml:trace contextRef="#ctx0" brushRef="#br1" timeOffset="94">8389 9497 7985,'14'0'-44,"-3"-1"44,4-2 0,-3 2 667,0-2 1,-1 2-192,-2 1 1,0 1-63,0 2 0,1 0-267,-1 6 0,1-4 43,3 8 0,-2-2-137,5 5 0,-5 1 120,2-1 0,0 6-222,-1 2 0,1 0 63,-4 1 1,-1 0-50,-1 3 0,-3-1-135,-4-2 1,-1 0-252,-2-3 0,-3-3-517,-3-4 1,-4-4 449,-3-2 0,-2-1 488,-4-5 0,2 5 0,-3-3 0</inkml:trace>
  <inkml:trace contextRef="#ctx0" brushRef="#br1" timeOffset="95">8724 9357 7985,'10'-5'393,"-1"-3"1,-3 7 444,0-2 1,-3 2-308,4 1 1,-5 4-99,1 2 1,-2 7-209,-1 2 1,0 4-221,0 2 0,0 3 116,0 4 1,0-3-68,0 0 0,-3 0-34,0 3 1,0-1-165,3 1 0,0-2 3,0 2 1,0-2 44,0 5 1,0-5-58,0-1 1,0-5 93,0 2 0,3-6-34,0-4 0,1-1 89,-1-2 1,-1-1-77,4-2 0,-3 2 60,4-5 0,-1 0 6,3-3 0,0 0-76,1 0 1,-1 0-1,0 0 1,2 3-147,1 0 0,-2 0 115,3-3 1,0 0-417,0 0 0,-1-3 169,-3 0 1,1-3-426,-1 3 1,-3-5 792,0 2 0,1-2 0,2-1 0</inkml:trace>
  <inkml:trace contextRef="#ctx0" brushRef="#br1" timeOffset="96">8920 9674 8176,'-4'-5'477,"2"1"202,-5 4 1,0 0-210,-5 0 1,-6-1-364,-4-2 1,-7 1 58,2-1 0,-3-1-838,2 1 1,-2 0-41,2 3 1,-4 0 711,7 0 0,0 4 0,6 1 0</inkml:trace>
  <inkml:trace contextRef="#ctx0" brushRef="#br1" timeOffset="97">8948 9311 7985,'9'-9'674,"-3"2"-83,0 1-50,1 0 1,2-3-136,0-1 1,1 5 27,-1 2 0,0-1-130,1 1 0,-4-3-143,0 2 0,0 1 43,3 3 1,1 0-126,-1 0 0,-1 1 43,-1 3 0,1 2 131,-2 6 1,-2 0-173,-1 3 1,-2 4 36,-1 2 1,0 1 149,0-3 1,0-2-112,0-1 0,0 0 13,0-3 1,0-1 289,0-2-259,0-1 1,0-3 14,0 0 0,4-4 1,3 1 1,2-6-196,3-3 1,6-3 97,4-4 0,4-4-488,-2-5 0,4-3-303,3 4 0,-2-1-586,2 3 1,-6 4 503,-3-1 753,-2 5 0,2-7 0,2 4 0</inkml:trace>
  <inkml:trace contextRef="#ctx0" brushRef="#br1" timeOffset="98">9739 9804 7892,'14'0'0,"1"0"0,0-3 556,0 0-287,-4 0 1,3 0 125,-5 0 406,1 0-443,-1-1 1,0 1 814,1-3-382,-5 4-281,3-6 0,-4 6-119,2-4 1,-2 3 967,-4-4-464,0 5-407,0-2 1,-4 4-207,-2 0 0,-6 0-314,-4 0 1,-6 1-439,-2 2 1,-7-1-606,-4 5 1,-1-4-2203,-1 3 2777,4-4 1,-3 6 0,3-3 0</inkml:trace>
  <inkml:trace contextRef="#ctx0" brushRef="#br1" timeOffset="99">10372 9646 7268,'5'0'984,"0"0"330,-5 0-998,0 4 22,0-3-786,0 3 429,4-4 9,-3 0 14,3-4 0,-4 2-11,0-4 8,4 4 0,-3-3 1,2 2 1,2 2 0,-3-4-1,5 5 0,-4-3-2,3 0 1,-3-1 23,3 1 0,1 2-23,6-2 1,-2-2 82,5-2 0,-1 2-72,4-1 0,0 0 149,-1-3 1,-2 2-91,-1 1 1,-3 4 10,0-1 0,-2-1 96,0 1 1,-4 0-97,0 3 1,-4 1-67,1 2 1,-2 2 58,-1 4 0,0 5 117,0 1 1,-1 7-119,-2 3 1,-2 3 149,-4 3 1,-1 1-181,1 2 1,-4 1 0,-3-4 0,2-4-80,-2-5 1,4-3 120,-4 0 0,5-5-323,-2-5 1,6-1-44,1-5-206,4 0 276,-2-3 1,6 0 4,4 0 1,1-4 68,9-2 1,-1-2 56,4-2 1,3 2 185,-1 2 1,1-3-63,-3-1 1,-2 0-11,-1-6 0,-2 1-73,-1-4 1,-2 1 106,5-1 0,-4-3-67,4 1 0,-4-1 20,3 3 1,1 1-1,3-1 0,-4 1-27,1 3 1,-5 5 65,1 3 1,-1 5 140,-2-1 1,-3 2-170,0 1 0,-3 1 2,0 2 1,-2 3 64,-1 7 1,0 2-42,0 7 1,0-1 116,0 4 1,-3-4-150,-1 4 0,-2-3-5,3 3 0,-3-5 83,3 2 1,0-5-9,3-2 0,4-3 134,2 0 0,2-3-92,2-2 1,0-3 23,2-4 1,2-1-58,1-2 1,3-4-111,-2-5 0,0-6 93,0-3 1,0-5-167,-3 1 1,-2-5 23,-5-1 1,-2-3-111,-4 3 0,0 3-511,0 3 0,-1 5 330,-2 2 1,-2 3-872,-4 6 1,-5 1 56,-1 1 1158,-3 3 0,-1 8 0,1 2 0</inkml:trace>
  <inkml:trace contextRef="#ctx0" brushRef="#br1" timeOffset="100">11387 9637 8108,'19'-4'133,"-5"-2"265,-1-3 484,-3 0-538,-1-1 1,-2 2 488,-1 2-167,-4-2-806,2 7 0,-5-3 121,-2 4 0,-2 0-107,-5 0 1,1 0 38,0 0 0,-5 4 76,-1 2 0,-3-1-93,0 1 0,1 0 20,-2 4 1,7 0-61,-4 3 0,5-3 59,2 2 1,4-1 185,1-2 0,3 0-112,1 1 0,6-2 3,3-2 0,2 1-34,8-4 1,-3 4-5,6-4 1,-2 1 37,-2-1 1,1-2 0,0 2 1,-4-2-68,1-1 47,-5 4 202,3 1 0,-9 5-129,-2-1 1,-2 0 46,-1 1 0,-1 0-64,-2 2 0,-2 0 2,-5 3 0,1-2-252,0 2 1,-1-3 90,1 0 0,-3-5-90,-1 0 1,-2-2 14,2 1 1,2-1-927,5-2 544,2-2 587,4 3 0,0 1 0,0 0 0</inkml:trace>
  <inkml:trace contextRef="#ctx0" brushRef="#br1" timeOffset="101">11648 9627 8108,'13'-4'1674,"-2"-1"-938,2 0-565,-8 5 0,-1 8 35,-4 5 0,0 3-93,0 0 1,-3 1-58,0 2 0,-3 1-203,3 1 0,0-2-200,3 0 1,0-2 228,0-4 1,0 2-505,0-3 1,0-2 292,0-4 1,0-3-1084,0 3 1412,0-4 0,4 3 0,1-5 0</inkml:trace>
  <inkml:trace contextRef="#ctx0" brushRef="#br1" timeOffset="102">11722 9395 8108,'7'-18'314,"-1"3"1,4 2-3,-4 7 1,3-1-198,0 4 1,0 1 121,1 5 1,-5 3-439,-2 6 0,-2 0 192,-1 3 0,0 1-1496,0 2 1505,-4 1 0,3 4 0,-3 0 0</inkml:trace>
  <inkml:trace contextRef="#ctx0" brushRef="#br1" timeOffset="103">11881 9655 8148,'9'6'495,"0"-2"0,1-4 311,-1 0-215,0 0-152,1 4 1,-2 1-143,-2 4 0,-2 5-220,-4 1 1,0 3 63,0 0 0,0 4-89,0 0 1,0 0-79,0-4 0,0 0 106,0-3 1,0 2-284,0-5 150,0 1-12,0-4 73,0-4-228,0-1 1,3-6-94,0-4 0,1-2-112,0-11 1,-2 3-18,4-6 0,-3-4 105,3 1 0,0-1 275,4 5 0,0 1-143,2-2 0,2 5 121,1 4 1,3 2-114,-2 8 1,-3 0 588,-1 3 0,2 5-34,-2 4 1,-2 8 150,-4 4 0,-1 5-11,1-1 0,-2-1-157,-4 1 1,0-5-365,0 2 1,0-3 126,0-4 0,0-1-705,0-5 0,-1-3 137,-2 0 1,1-3-86,-4 0 0,4-6 549,-1-4 0,-2-1 0,-1-1 0</inkml:trace>
  <inkml:trace contextRef="#ctx0" brushRef="#br1" timeOffset="104">12244 9581 8251,'9'-3'0,"0"0"0,-2-1 680,-1 0 0,-4 2-183,1-4 1,-1 4-207,1-1 0,-2-2-50,2-1-317,-2 1 0,0-2 208,2 4 0,3-1-98,3 1 0,1 2-154,3-2 0,-3 2 149,2 1 1,2 5 37,-2 4 0,4 2 25,-4 4 0,-2 2 157,-4 4 0,-4 0-67,1 4 1,-2 0 24,-1 3 0,-1 0-97,-2-1 0,-2-5 69,-5 0 0,4-9-376,0 3 1,0-6 37,-4-4-614,1-1 485,0-5 1,4-6-36,2-3 0,1-1 13,2-6 0,5 2 121,1-2 0,3 0 177,4 3 1,-2 1-125,4 3 1,1 0 154,3 3 1,-2 2-119,-1 4 1,-2 1 358,-1 2 0,-3 6-92,2 7 1,-5 5 114,-4 0 1,1 2-58,-1-1 0,0-3-105,-3 3 0,-4-2-445,-2-2 1,-3 0 134,0-2 1,0-4-512,-1-6 1,1 1 308,0-3 1,0-1-174,-1-3 0,2-5 126,2-1 0,-1-2 438,3-1 0,5-5 0,5 0 0</inkml:trace>
  <inkml:trace contextRef="#ctx0" brushRef="#br1" timeOffset="105">12532 9795 8251,'19'-19'-538,"0"1"568,-1-1 1,1 4 91,0-1 0,-4 8 137,1-1 0,-5 2 114,1 1 1,-1 1-46,-2 2 1,-3 2 206,0-2-472,-4 2 0,3 5 119,-5 2 0,0 3-65,0 4 0,0 2 72,0 7 0,-3 2-152,-1 4 0,-2-5 94,3-1 0,0 0 9,3-3 0,1 0 3,2-6 1,-1 2-21,4-2 0,2-2 298,4-5 0,-1-2-68,5-4 1,-1 0 21,4 0 1,3-7-72,0-2 1,-1-10-140,-2 1 0,-5-3 101,-1 2 0,-4-3-349,-3 1 1,-2-1-58,-4 3 1,-5 2-50,-4 1 1,-6 3-1145,-6 4 1,-3-1 143,-4 1 1189,-4 4 0,-1-4 0,-4 4 0</inkml:trace>
  <inkml:trace contextRef="#ctx0" brushRef="#br1" timeOffset="106">13100 9311 8302,'10'0'-207,"-4"0"195,0 0 967,-4-4-562,6 3 1,-7 1 209,3 6 4,1 2-274,-4 1 0,3 5-80,-4 1 0,0 3 16,0 1 0,0 3 117,0 3-200,-4 6 1,3 0 159,-2 7 1,2 1-243,1 7 0,-3 1 234,-1 0 1,1-5-90,3-28-162</inkml:trace>
  <inkml:trace contextRef="#ctx0" brushRef="#br1" timeOffset="107">13352 9583 11994,'-11'2'903,"-11"0"-183,-6 4 0,-4 0-1060,-6 4 1,1-1 196,0 0-161,4-3 1,-3 6 0,3-2 0</inkml:trace>
  <inkml:trace contextRef="#ctx0" brushRef="#br1" timeOffset="108">14393 9655 9398,'11'0'31,"9"0"299,1 0 506,-1 0-546,7 0 0,-4 0-129,1 0 0,2 0-77,-4 0 0,-1 0-962,-6 0 532,3 0-667,-8 0 0,3-1 127,-7-2 886,-2 2 0,-8-11 0,-1 1 0</inkml:trace>
  <inkml:trace contextRef="#ctx0" brushRef="#br1" timeOffset="109">14618 9329 8420,'9'-8'-30,"1"2"1650,-1 2-1030,-4 4 1,0 0 102,-2 0 0,-2 4 1,3 3-103,-3 5 0,-1 5-403,0 5 1,-4 4 87,1-1 0,-3 2-375,3 0 98,-4 6-1241,6-5 1179,-7 9 1,6-7 154,-1 4-216,2-4 103,1 6 0,0-4 83,0 2 0,0-3-494,0-6 0,0 1-496,0-4 1,0-4-57,0-2-1468,0-5 1317,0 3 1135,0-9 0,0-5 0,0-5 0</inkml:trace>
  <inkml:trace contextRef="#ctx0" brushRef="#br1" timeOffset="110">14776 9553 8134,'27'-9'0,"-2"-1"967,-6 1-560,-6 0 0,-4-1 286,1 1 122,-5 4-182,3-3-647,-7 7 150,3-4-67,-4 5 0,-4 5 0,-2 2-180,-2 4 351,-2 0-435,5 6 180,-3-2 0,4 3 69,-2 1 0,0-1-208,3 1 0,2-1 169,-2-3 1,3 3 17,3-3-13,-2-1 0,8-1 48,-3-3 0,2-2-167,1-2 132,1 2 1,2-7-189,1 2 1,3-3 118,0-3 0,-2-2-74,2-4 1,-4 0 98,4-1 1,-5 1 0,1 1 22,-1 1-72,-2-1 435,0 7-109,1-3-193,-1 4 296,0 4-209,-4 5 0,0 3-41,-5 3 0,0-2 122,0 2 0,0 1-97,0 2 1,0-2-6,0-1 1,-5 1-89,-1 3 1,-2-4 83,-1 1 0,-1-5-540,1 1 84,0-1 0,-4-3 0,0-1-53,-2-1 1,1-3 0,-3 0-1067,2-2 680,3-1 305,-5 0-962,6 0 589,-2 0 828,4-4 0,-5-2 0,0-3 0</inkml:trace>
  <inkml:trace contextRef="#ctx0" brushRef="#br1" timeOffset="111">15056 9488 9265,'33'-19'2413,"-1"1"-2033,-8 7 1,-5-1 157,-3 6 0,-4-3 1214,4 0-1192,-9 0 1,5 0-103,-5 3 1,-3 1-157,-1 2 1,-3 2-1,-4-2-489,-6 2 0,-3 1-145,-6 0 1,-3 0-238,-3 0 1,1 0 0,-1 0 1,0 0-1702,-3 0 1534,0 0 0,-3 0-287,0 0 1,1 1 1021,5 2 0,3 2 0,3 4 0</inkml:trace>
  <inkml:trace contextRef="#ctx0" brushRef="#br1" timeOffset="112">15791 9590 8462,'24'0'548,"-2"0"1,-6 0-74,0 0 1,-5-1 532,2-2 1,-3 2 393,-1-2-317,1-2-724,-5 4-480,-1-8 1,-8 8-224,-2-2 0,-4 1 351,-2-1 0,0 2-866,-3-2 0,-1 2 203,-2 1-561,-1 0 729,1 4 0,-2 0-207,-2 2 693,2 3 0,2-4 0,4 4 0</inkml:trace>
  <inkml:trace contextRef="#ctx0" brushRef="#br1" timeOffset="113">15828 9711 8572,'23'5'-23,"-4"4"2174,-1-3-1394,-3-2 1,-9 3 1491,0-4-1607,-4 0 0,2-3-855,-8 0 0,-2 0 64,-6 0 0,-4 0-54,-5 0 0,-1 0-1436,-6 0 1,2 0 259,-5 0 1379,2 0 0,1 5 0,0 0 0</inkml:trace>
  <inkml:trace contextRef="#ctx0" brushRef="#br1" timeOffset="114">16089 9534 8366,'26'-11'0,"-4"2"0,-5-2 447,-7 8-290,-1-4 0,-3 3 751,0-2-172,-4-3-248,3 8-472,-5-3 117,0 4 0,-4 5-9,1 5 1,-4 0-68,1 5 42,2 5 1,-5 3-1,3 3 79,-2-1-30,3 4-79,-3 0 1,5 6-66,-3-4-318,4 4 346,-2-10 1,5 6 39,2-6 1,1-3 19,3 0 0,4-5-141,-2-2 0,4-3 34,-1 0 0,3-2-6,3 0 1,0-5 157,-3-2 0,7-2 1,0-3 90,4-4 0,-1-5-133,3-7-48,-2-5-1180,6-5 1178,0-5 1,-7-9 306,0-1-209,-4-2 0,-8-5 1,-3-1 322,-6-1 0,-4 4-275,-3-2 1,-7 5-8,-5 4 1,-7 9 2,-3 11 0,-5 9-788,-1 6 1,-4 10 210,1 8-632,6 11 570,-3 6 0,11 7 209,-2-1 243,-1-3 0,3 4 0,-2-2 0,3 2 0</inkml:trace>
  <inkml:trace contextRef="#ctx0" brushRef="#br1" timeOffset="115">7570 11396 8507,'9'-4'945,"0"-1"-394,1-4-364,-5 4 0,2-4 60,-4 3 674,4 2-563,-6 0 1,5 1 678,-3 0-388,-2 0-453,3 3 1,-4 4 8,0 2 1,-4 6-229,-2 4 1,-3 3 161,0 2 0,0 3-217,-1 4 0,1-4 97,0-3 0,-1 2-159,1-1 0,0-1-111,-1-6 0,4 0-240,0-3 0,4-5-362,-1 3 535,-2-7 1,5 4 342,0-4 0,2 0-112,7-3 0,-1 0 135,8 0 0,0 0-86,6 0 1,2-1 96,4-2 0,0 1-113,0-4 0,-3 3 34,-1-4 0,0 5-361,1-1 1,-5 1 96,-5-1 1,-3 2-1209,0-2 1024,-2 2 0,-1 0 468,-3-2 0,-2-2 0,-4-5 0</inkml:trace>
  <inkml:trace contextRef="#ctx0" brushRef="#br1" timeOffset="116">7793 11294 8050,'0'-9'1292,"4"4"0,0 1-733,3 8 1,0 5-156,-4 6 1,3 7-158,-3 3 1,1 2-2,0 1 0,-3 0-129,2 0 1,-2 4 70,-1 2 1,0-1-243,0 1 1,0-4-99,0 1 1,0 1-170,0-1 1,0-1-488,0-5 1,3-2 406,0-5 1,0-2-213,-3 0 0,0-8-70,0 1 683,4-2 0,-3 3 0,3-1 0</inkml:trace>
  <inkml:trace contextRef="#ctx0" brushRef="#br1" timeOffset="117">8045 11760 8069,'26'0'1105,"-1"0"1,-6 0-1831,-7 0-26,-1 0 828,-2 0-235,-4 0 158,-1 0 0,-8-5 0,-1 0 0</inkml:trace>
  <inkml:trace contextRef="#ctx0" brushRef="#br1" timeOffset="118">8389 11415 8069,'1'-6'-501,"2"0"1797,-2 4-811,8-7 0,-7 5-11,4-2 1,-4 1-250,1 2 1,-2 1-45,-1-5 0,0 4 34,0-3-29,0 0 1,-4-3-328,-2-1 0,-3 4 135,0 0 0,0 4-309,-1-1 0,0 2 128,-2 1 0,1 1-73,-1 2 1,2 2 60,0 4 1,4 5 144,0 1 1,4 2 41,-1-2 1,2 3-58,1-3 0,0 2 148,0-1 0,4-3-109,2-4 1,3 0 111,4-3 1,-2-2-81,5-4 0,-5 0 24,1 0 1,2-4-69,-2-2 1,1-6-10,-4 0 1,0-1 63,1 4 0,-4 0 10,0-1 167,-4 1-200,6 4 204,-7 1 1,4 5-95,-5 2 1,3 5 107,0 5 1,0 3-21,-3 0 0,0 5-21,0 4 1,0 1-40,0-1 1,0 2-2,0-2 0,3-2-225,0 2 0,0-4 67,-3 1 1,0-3-145,0 0 0,0-5-36,0-1-1276,0-3 10,0 0-227,0-5 1704,0-1 0,4-12 0,1-3 0</inkml:trace>
  <inkml:trace contextRef="#ctx0" brushRef="#br1" timeOffset="119">8622 11499 8069,'11'-9'7,"-1"-1"1,1 4 88,-5 0 1,2 1 987,2-2-616,-5-1 1,2 6-31,-4-4-65,0 4 59,-3-2-659,0 4 292,0 8 0,0-1-123,0 9 0,-3-1-6,0 4 1,0-3-19,3 3 1,0-2 31,0 4 1,0-1 53,0-1 1,0 2-46,0 1 0,0-3 55,0-4 1,0-3-60,0 0 38,0 2 0,3-3 323,0 1-248,4-6 1,-1-1 51,3-5 0,0-5-49,1-1 0,-2-6 6,-2-4 0,2-1-21,-1-2 0,0-3 14,-1 1 1,1-5-137,-4 1 0,4-2 118,-4-1 0,0 3-139,-3 0 0,0 5 108,0-2 1,0 3-247,0 4 0,-3-2-387,0 5 1,-5 1 269,2 4 0,-2 3-158,-1 4 0,-1 1 145,1 2 1,0 3 354,-1 3 0,1 4 0,0 2 0</inkml:trace>
  <inkml:trace contextRef="#ctx0" brushRef="#br1" timeOffset="120">8883 11406 8069,'18'-14'0,"-3"4"329,-3-2 0,-2 1 13,0 2 0,-1 0 36,0-1 0,-2 4-82,-1 0 0,-4 3 230,1-3-626,-2 4 164,-1-3 0,-4 6 14,-2 3 0,-3 2-50,0 6 1,3 2-179,0 1 1,4 3-13,-2-3 0,3 3 59,1 0 0,1 1 188,3 0 0,1-1-68,4 1 0,1-2 145,3-1 1,-2 2-116,5-3 1,-5 0 114,1 0 1,-1-4-88,-2 2 1,0 0-24,1 0 0,-1-1-79,0-3 1,-2 1 56,-1-1 1,-3 0 28,3 1 0,-4-4 56,1 0-355,-2-4 1,-2 5 79,-2-3 1,1-1-159,-4-3 1,-3 0 87,-4 0 0,-3-1-77,0-2 0,-1 0-194,-2-3 1,-1 0-826,-1-3 1326,1-1 0,1 1 0,6 0 0</inkml:trace>
  <inkml:trace contextRef="#ctx0" brushRef="#br1" timeOffset="121">9115 11434 8069,'19'-10'393,"-5"1"-275,-1 0 0,-3 3 668,-1-1 1,0 4-261,-3-3 0,-1 4-134,-2-1 1,-3 2-348,0 1 0,-4 0-286,-5 0 0,-5 3-191,-1 0 1,-4 3 287,-3-3 1,2 0-1644,-5-3 1787,0 0 0,-3-4 0,0-1 0</inkml:trace>
  <inkml:trace contextRef="#ctx0" brushRef="#br1" timeOffset="122">9357 11136 8045,'18'-6'392,"-2"-1"208,-3 5 1,-4-2 249,1 4-291,-5 0 0,2 2-232,-4 4 0,0 5-94,-3 7 0,0 5-173,0 2 0,-3 5 143,0 1 0,0 7-81,3 0 1,-3 1 4,0-2 1,0-1-183,3-2 1,1 2-78,2-5 0,-1 2-28,4-5 0,0 1 17,4-8 0,-1 1 129,0-3 1,0-5-168,1-1 0,-1-4 62,0-3 0,-2-2-105,-1-4 0,3 0-185,4 0 0,-1-5-131,-3-4 0,0-2-437,-3-4 0,1 0 35,-4 0 942,0-3 0,-3 0 0,0-6 0</inkml:trace>
  <inkml:trace contextRef="#ctx0" brushRef="#br1" timeOffset="123">9562 11471 8045,'-4'-5'-103,"2"1"514,-4 4 1,0 1-90,-4 2 1,0-1-334,-2 4 1,-3-4 111,-4 1 0,0-2-712,-3-1 0,-4 0 611,-2 0 0,-2-4 0,6-1 0</inkml:trace>
  <inkml:trace contextRef="#ctx0" brushRef="#br1" timeOffset="124">9618 10987 8045,'19'-10'-84,"-5"1"0,0 3 442,-5 0 1,0 4 11,1-1 1,-1-2-113,0 2 0,1 0 113,-1 3 0,0 0-62,0 0 0,1 3-284,-1 0 0,0 5 105,1-2 1,-1 2-133,0 1 0,-2 2 120,-1 1 1,-4 3 47,1 3 1,-2 1 27,-1 0 0,-1-1-73,-2 1 1,2-4 95,-2 1 1,2-8 92,1 1 180,0-5 0,2 0-58,4-4 0,1-4-300,9-3 0,-1-4 77,4-1 1,4-5 64,1 1 0,3 0-38,1 0 1,3 3 110,0 4-557,0 3 0,6 2 0,1 4 0</inkml:trace>
  <inkml:trace contextRef="#ctx0" brushRef="#br1" timeOffset="125">10549 11545 8126,'24'6'625,"-2"-3"1,-7-2 901,-2-1 0,-3 0-573,-1 0 1136,-4 0-574,4 0-694,-8 0 172,3 0 0,-8-3-614,-2 0 0,-8-2-139,-4 2 0,-9 2-423,-8-2 147,-5 2 0,2 1-1505,-3 0 0,2 3 1028,-1 0 0,5 5 512,-3-2 0,7 6 0,-1 3 0</inkml:trace>
  <inkml:trace contextRef="#ctx0" brushRef="#br1" timeOffset="126">11192 11303 8013,'1'-9'196,"2"0"1,-2 3 675,2-1-393,2 5-124,-4-6-13,3 7 57,-4-7-452,0 7 394,4-3-159,-3 4 0,4 4-67,-5 2 0,0 7 39,0 6 1,0 4-137,0 5 1,-4 3 152,1 0-66,0 0 0,3-2-2,0 2 1,0-3 46,0 0 0,3-2-277,0-4 0,1 3 92,-4-3 1,0-2-390,0-4 1,0 1 75,0-5 1,0 0-522,0-2-319,0-5 1,0-2 1187,0-6 0,-5-6 0,0-6 0</inkml:trace>
  <inkml:trace contextRef="#ctx0" brushRef="#br1" timeOffset="127">11387 11341 8013,'14'-11'201,"-4"-1"-201,2 6 0,-1 2 0,-2 0 0,0 3 0,1 1 0,-4 0 2148,0 0-1527,-4 5 0,2 0-262,-4 4 0,0 0-513,0 1 1,0 2 162,0 0 0,0 2-179,0-2 1,0 0 159,0 3 0,0 1-93,0 2 0,0 1 36,0 0 1,1-1 50,2 1 1,-1-1 47,5 1 0,-1-1 23,3-3 0,1 2 36,-1-5 1,0 1-50,0-4 0,-2-4 140,-1-2-125,0-2 1,3-2-33,1-2 1,-2-6 27,-2-7 1,2-1-116,-1-2 0,-3-1 65,-1-1 1,1 0-90,-1-4 1,0 3-128,-3-2 1,-4 2 69,-2-3 0,-3 4-352,-4 0 0,2 4 170,-5 2 0,1 3-135,-4 0 1,1 2 69,-1 4 1,3-1 389,1 4 0,3 0 0,-1 3 0</inkml:trace>
  <inkml:trace contextRef="#ctx0" brushRef="#br1" timeOffset="128">11862 11071 8278,'4'-6'469,"1"-2"874,1 3-258,-2 0-282,-4 1-455,0 4-94,-4 12 1,2-3-209,-1 13 0,-1-3 170,1 6 1,0-1-175,3 4 0,0 1 81,0 2 0,0-1-69,0 4 1,0 0 22,0 0 1,0-2 59,0-4 1,3-4-67,0-3 0,4-2 55,0-4 1,-2-1-176,1-5 0,0 0 115,4 1 1,2-2-229,0-2 1,1-1-105,-4-1 1,1-3-117,3 2 0,-2-3-40,5-3 0,-4-3 173,4-3 0,-5 0-650,2-1 1,-3 1 348,-1 0 1,-4 0 549,-2-1 0,-2 1 0,-1 0 0</inkml:trace>
  <inkml:trace contextRef="#ctx0" brushRef="#br1" timeOffset="129">11946 11238 8126,'0'-5'1726,"-4"1"-1071,-3 4 1,-2 0-83,-3 0 0,0 0-438,-3 0 1,-2 0-259,-4 0 0,-2 0-308,-2 0 0,-5 3 431,2 0 0,-2 8 0,2 0 0</inkml:trace>
  <inkml:trace contextRef="#ctx0" brushRef="#br1" timeOffset="130">13164 11359 10592,'11'0'-8,"7"0"-2,2 0-74,2 0 0,-1 0 18,3 0 1,0-1-139,1-2 0,-2 2 84,-5-2 1,0 2-356,-3 1 0,-1-3-59,-5 0 0,-3-1-751,1 0 1285,-5-1 0,6-4 0,-3 0 0</inkml:trace>
  <inkml:trace contextRef="#ctx0" brushRef="#br1" timeOffset="131">13398 11153 13117,'-1'2'-5,"-4"28"57,-1 1 1,4 5 136,-1-2 0,2 2-69,1 1 1,0-3-172,0 1 1,0-9-9,0 2 1,1-3 66,2 0 0,-2-2-537,2-5 1,-2-3-2749,-1-3 1550,0-1 541,0-6 1186,0-1 0,4-8 0,1-1 0</inkml:trace>
  <inkml:trace contextRef="#ctx0" brushRef="#br1" timeOffset="132">13557 11201 8226,'13'-9'779,"2"-1"-7,-1 1 2,-1 4-132,-3-3-268,-5 7-336,-1-4 211,-4 5-453,0 5 197,-4-4 1,1 7 251,-6-2-541,1 6 291,-5-1 0,7 6 88,-1-1 1,4 2-169,-3 0 0,4 1 78,-1-1 42,2 1 0,2-3-31,2-1 1,1-4 45,2 2 1,6-3-63,-3-1 0,7 0 0,-1-3 1,3-1-121,0-2 1,2-2 105,2 2 1,-3-2 128,3-1 0,-2 0-76,-2 0 0,0 0-13,-3 0 1,-1 0 113,-5 0 1,0 1 238,-3 3 0,1-2-39,-4 4 0,0 0-153,-3 3 0,0 2 98,0 1 0,0-2-98,0 3 1,0 0-222,0 0 1,-4 2-6,-2-2 0,-2-1-161,-2-3 1,-2-2 112,-1-1 0,-3-4-134,0 1 1,-1-2-668,-2-1 1,1-4 405,-1-2 0,1 0-731,3 0 0,-2 0 1225,5-3 0,-5-1 0,3 1 0</inkml:trace>
  <inkml:trace contextRef="#ctx0" brushRef="#br1" timeOffset="133">13864 11182 8631,'24'-14'741,"-2"-3"-250,-3 5 1,-3-2 593,-1 2 0,-4 1-470,2-5 1,-4 5-212,-3-2 0,2 3 382,-5 1-502,0-1 1,-7 2-386,-3 2 1,-5 2-106,-3 4 0,-4 0-188,-3 0 0,2 4-112,-5 2 1,0 2-602,-3 2 0,-1-1-469,-2 0 0,5-3 1576,-2 1 0,6-1 0,0 3 0</inkml:trace>
  <inkml:trace contextRef="#ctx0" brushRef="#br1" timeOffset="134">14469 11154 8255,'33'0'0,"-5"0"363,-6 0 1,-7 0-43,-2 0 0,-3 0 692,-1 0-51,1 0-67,-5 0-751,3 0 1,-8-3-147,0 0 0,-2 0-189,-7 3 1,-3 0 239,-6 0 1,-4 0-692,0 0 0,-4 0 156,2 0 1,-2 1-92,1 2 0,-1-1 154,4 5 423,5-5 0,-1 6 0,4-3 0</inkml:trace>
  <inkml:trace contextRef="#ctx0" brushRef="#br1" timeOffset="135">14534 11294 8255,'23'5'626,"-4"-2"-185,-1 3 68,-7-5 126,-2 3-257,-1 0-594,-7-3 199,-1 3 0,-9-5-234,-7-2 1,-5 2-55,-4-2 0,-2-1-1164,-1 0 732,-4 1 639,7-1 1,-2 3 0,9-3 0</inkml:trace>
  <inkml:trace contextRef="#ctx0" brushRef="#br1" timeOffset="136">14935 11033 8538,'14'-9'0,"0"3"0,-5 0 288,0 4 133,-4-7 264,4 8-475,-8-3 1,4 1 379,-2 0-69,-2 0-559,3 3 309,-4 0-213,-4 4 0,-1 1 133,-5 4 0,2 2-148,2 1 0,-2 3 45,2 3 1,-3 1-158,0 0 1,3 0-55,0 3 0,3-1 202,0 3 1,2 1 99,1 3-118,0 0 1,1 0 0,2 0-4,4 0 0,1-3 13,1 0 1,2-8 5,1 2-9,-2-7-59,8 2 58,-4-9-9,5-1 1,-2-6-252,1-4 253,-1-5-18,10-7 0,-7-9-117,5-4 1,-3-5-198,3-5 1,-8-1 314,2-5 1,-8 0-34,-1-3 1,-2 1 144,-6 23 0,-1 0 0,0-26-86,-4 25 1,0 1-1,-4-19 254,-9 7-231,1 9-307,-4 15 153,-4 6 119,4 12 0,-10 11-707,4 13 1,-3 12 480,16-16 1,2 1-1,-1 2 1,-1-1-1471,1-1 1,1 0 1638,0 0 0,0-1 0,-16 22 0,4-3 0,1-1 0</inkml:trace>
  <inkml:trace contextRef="#ctx0" brushRef="#br1" timeOffset="137">6359 6015 7869,'19'0'0,"0"0"573,-1 0 1,-3 0 1036,-3 0 1,-5-1-101,0-2-843,-1 2 826,-1-4-1038,-1 5 1,-5-3-75,-2 0 1,-3 0-266,-7 3 1,-2-3-132,-7 0 0,-3 0-662,-6 3 0,-2 0 491,-4 0 1,-8 1-871,-1 2 1,-1-1 541,7 4 0,-3-3-343,9 4 0,-2-4 306,8 3 1,-2-3-384,5 3 1,3-4 235,0 1 1,-1-2 697,1-1 0,4 0 0,2 0 0,1 0 0</inkml:trace>
  <inkml:trace contextRef="#ctx0" brushRef="#br1" timeOffset="138">5791 5959 7869,'6'-1'-43,"-3"-2"1,-2 1 144,-1-4 0,0 2 519,0-2-82,0 0 1,0-3 306,0-1-402,0 1 1,-4 1-186,-3 2 1,-1 1-33,-1 5 0,-1-3-170,1 0 0,-1 0 117,-3 3 1,2 3-224,-5 0 0,4 5 6,-3-2 0,0 2 25,0 1 0,-2 1-124,5-1 1,-1 0 96,4 1 0,0-1 18,-1 0 1,5 2 34,2 1 1,-1-2-40,1 3 1,0-3 30,3-1 0,0 1-5,0-1 1,4 1-38,2 3 0,2-3-7,2 3 0,3-3-50,2-1 0,3-3 55,1 1 1,-1-4-271,1 3 1,0-4 109,-1 1 1,1-1-561,-1 1 1,0-2 290,-2 2 0,0-2 473,-4-1 0,5-4 0,-2-1 0</inkml:trace>
  <inkml:trace contextRef="#ctx0" brushRef="#br1" timeOffset="139">5866 5903 7831,'0'-4'1260,"0"4"1,0 5-555,0 8 0,0 1-74,0 5 0,1 0-252,2 3 0,-2 1-311,2 2 0,-2 0 62,-1-3 0,-1 0-979,-2-3 0,1-2 243,-4-1 605,4-3 0,-7 1 0,4 0 0</inkml:trace>
  <inkml:trace contextRef="#ctx0" brushRef="#br1" timeOffset="140">3827 5540 7729,'4'-5'0,"-3"0"553,2 2 1,-2 0-153,-1-3 1,0 3 464,0-3-266,0 4 260,0-6-25,0 2-108,0 1-598,0 1 0,0 5-82,0 2 1,0 2-4,0 5 0,0 0 115,0 2 1,1 3-211,2 4 0,2-4 44,5 1 1,-2-2-196,-2 2 0,2 0 60,-1-3 0,4-1-53,1-3 1,1 1 97,-4-1 1,0-4 31,1-2 0,-1 1 110,0-1 0,-2 0-73,-1-7 1,-3-1-148,3-4 0,-4-5 90,1-1 1,-2-3-23,-1 0 0,3-1 61,1 1 1,-1-1 2,-3 0 0,0 1 32,0-1 1,0 5 83,0 1 1,0 3 129,0 0 0,0 1 75,0 0-18,0 4-70,0 1 453,0 4-338,4 0 0,-3 5-19,2 4 1,1 1-91,-1 6 1,3-1 86,-3 4 0,5 0-187,-2-1 1,-1 2 84,1 2 1,1-3-117,2 3 0,-3 1 50,0-1 1,-1 2-197,2-2 0,-3 0-53,-4-4 1,0 1-22,0 0 1,0-5-309,0-1 0,-3-3 189,0-1 0,-5-3-495,2 1 0,-2-5-140,-1 1-865,-1-2 989,-3-1 0,2 0-154,-1 0 0,2 0 939,0 0 0,1 0 0,0 0 0</inkml:trace>
  <inkml:trace contextRef="#ctx0" brushRef="#br1" timeOffset="141">4385 5791 7724,'4'-6'186,"-1"0"-89,4 0 0,-6-4 197,2 1 0,-2 0-67,-1-1 1,0 4 458,0 0-252,0 0 1,-1 1-175,-2 2 1,1 1-119,-4-2 0,3 3 82,-4-2 0,4 2-163,-3 1 36,0 0 0,-4 0-49,1 0 1,3 0 45,0 0 0,3 3 26,-4 0 0,4 5-26,-3-2 0,4 3 20,-1 4 1,2-2 122,1 5 1,0-1-94,0 4 0,0-4 104,0 1 1,3-1-60,0 4 0,3-4 8,-3 1 1,4-1-68,-4 4 1,4 0-69,-1-1 1,-2-2-53,-1-1 0,2 0 83,-2 0 0,0 3-271,-3-3 1,0-1 79,0-2 1,0 0-225,0 0 1,-3-2 79,0 3 0,-2-6-26,2-1 0,1-3-119,-4 4 1,0-5-255,-3 1 0,2-2-199,1-1 0,0-1 355,-3-2 0,-1-3-291,1-3 1,0 0 46,-1 0 729,1-5 0,0 0 0,-1-5 0</inkml:trace>
  <inkml:trace contextRef="#ctx0" brushRef="#br1" timeOffset="142">4423 5987 7724,'6'0'287,"0"0"1,-3 0 1180,3 0-541,-4 0-409,3 0 154,-5 0 0,-8 0-603,-1 0 1,-5-3-85,1 0 1,-3 0-243,0 3 1,2-1-183,-2-3 0,4 3 221,-4-2 1,4 1-795,-4-1 1,5 1-22,-2-4 1033,3 4 0,1-7 0,-1 4 0</inkml:trace>
  <inkml:trace contextRef="#ctx0" brushRef="#br1" timeOffset="143">4898 5614 7790,'4'7'1202,"2"-1"-344,-2-4-1047,0 6 0,-9-7 147,-4 2 0,-2-1 48,-4 2 0,-1-3-283,-2 2 0,-2-2 194,-2-1 1,3 0-522,-3 0 0,2 0 129,2 0 475,-1 0 0,0-4 0,1-2 0</inkml:trace>
  <inkml:trace contextRef="#ctx0" brushRef="#br1" timeOffset="144">5009 5484 7819,'15'-5'2504,"-2"1"-2184,-8 0 97,4 3-124,-8 1 0,3 5-107,-4 4 0,0-3 0,0 1 0,0-1 21,0 3-469,0 0-345,0 1 522,0-1 0,1-1-94,2-2 1,-1-1 26,4-5 1,0 0-602,4 0 508,-1 0 1,0-1 100,1-3 1,-4-1 61,0-4 0,-3 0 148,3-1 0,-4-2-31,2 0 1,-3-4-107,-1 4 0,0-1 234,0 4 1,0 3 56,0-1 88,0 1 92,0 1 125,0 1 608,0 4-776,0 8 0,0-1-101,0 9 0,-1-4-83,-3 4 0,3-1 15,-2 4 1,2-1 1,1-3 0,0 6 29,0-3 0,0 4 5,0 0 1,-3 2-71,0 4 0,-1 0-22,1-1 0,-1 3-21,-3-2 0,-1 1-116,2-7 1,-2 2-348,-2-5 1,1 0 221,0-6 1,-2-2-555,-1-5 0,-1 1 176,-3-3 1,-2-1-48,3-3 1,-4 0-72,-2 0 0,4-3-226,-2-1 0,7-3-788,0 1 1640,5-2 0,3-6 0,4 0 0</inkml:trace>
  <inkml:trace contextRef="#ctx0" brushRef="#br1" timeOffset="145">5261 5698 7777,'9'0'-59,"-4"0"1323,3-4-410,-7 3 0,4-3-455,-1 4 1,-3 1-154,2 2 0,-2-1-100,-1 4 0,0 4 83,0 2 1,-1 4-128,-2-4 1,2 4 4,-2-4 0,2 3-68,1-2 1,1 2 74,2-2-1,-1-1-179,4-2 1,0-2-212,3-2 1,1 1 163,-1-4 1,0 4-162,1-4 0,2 0 90,1-3 0,-1 0-684,-3 0 0,1-1 30,-1-2 838,0-3 0,5-7 0,0-1 0</inkml:trace>
  <inkml:trace contextRef="#ctx0" brushRef="#br1" timeOffset="146">5354 5344 7886,'16'-5'0,"3"2"0,-3 7 1077,-3 6 1,-7-4-736,-3 3 1,-2-2-867,-1 3 0,0-1 116,0 0 1,0 1 407,0-1 0,0 0 0,0 1 0</inkml:trace>
  <inkml:trace contextRef="#ctx0" brushRef="#br1" timeOffset="147">17253 5028 8006,'4'-9'111,"0"-4"228,2 1-113,3-1 0,-8 1 168,2-1 0,1 1 3,-1 3 70,0-1-126,-3 5 0,0-3-329,0 7 79,0-3 0,-3 8 99,0 2-90,-4 7 1,2 5 0,-4 7 411,3 2-558,-2-3 60,7 7 1,-6-7-16,3 3 1,1 0 0,3-5-140,0-1 89,5-2 0,0-1 83,4-2 0,0-4-97,1-6 0,3-2 1,3-4-175,1 0 1,2-4 114,-5-1 0,3-8 124,-5-3 0,4-3 0,-5-2 44,-3-4-59,2-2 52,-9 3-52,7-7 1,-6 7-1,3-4 208,-1 6 1,1 0-127,-2 3 0,-2 0 289,2 6-152,-2 5 0,3 4 144,-3 0-280,3 3 32,-4-3-19,0 8 82,0 5 0,0 5 0,0 6 38,0 2 0,0 3 258,0 6-309,0-2-6,0 7 1,0-3 43,0 4 1,0-2-71,0 3 0,1-2 134,2 7-210,-2-8 1,3 6 0,-4-8 183,0 0 1,0-2-471,0-6 174,-4 2-37,3-12-965,-7 7 753,3-7 1,-6-2-1305,-1-4 0,1 0 1355,-5-6 44,-3 0-659,-1-3 144,-7-4 415,-1-2 0,-1-3 324,-2 0 0,4-3 0,1 1 0,0 0 0,2-2 0</inkml:trace>
  <inkml:trace contextRef="#ctx0" brushRef="#br1" timeOffset="148">17495 5456 8211,'19'0'498,"-5"0"1,0 0-1,-5 0 169,0 0 1,-3 0 63,1 0-235,-5 0 185,6 0-310,-7 0-123,3 0-62,-4 4 0,0-1 92,0 7 1,0-3-378,0 5 102,0 3 9,0-1 0,0 4 173,0-3 1,0 3-71,0-2 0,0 0 124,0 0-188,4-3 88,2 1 1,0-4-58,0 2 0,0-4-140,3-2 0,2-4 225,1 1-1054,-1-2 626,2-1 0,-4-1-543,1-2 0,-1-2 0,0-5-122,1 1 601,-1-4-1503,-4-2 791,-1-4 1037,0-3 0,1-2 0,5-4 0</inkml:trace>
  <inkml:trace contextRef="#ctx0" brushRef="#br1" timeOffset="149">17784 5149 8211,'1'-13'999,"2"1"1,-2 3 200,2 3-1343,2 3 1,-1 0 183,3 6-670,-3 3 445,-4 7 0,-1-2 184,-2 5 0,-3-5 0,-3 3 0</inkml:trace>
  <inkml:trace contextRef="#ctx0" brushRef="#br1" timeOffset="150">18277 5261 8432,'19'-9'335,"-1"3"0,1-1 569,0 4 1,-1-3 499,1 2-702,-5-3-347,0 6 0,-5-6 395,0 4-40,1-4-474,-5 6-231,-1-8 0,-8 8 0,-2-2-177,-3 2 1,-4-2 287,-2 0 0,-3 0-875,-1 3 0,1 1 29,-1 2-1347,0 2 867,5 4 534,-4 1-1181,4-1 1857,-1 0 0,-2 1 0,2-1 0</inkml:trace>
  <inkml:trace contextRef="#ctx0" brushRef="#br1" timeOffset="151">18389 5400 8214,'32'10'-438,"-7"-5"1,-2 0 3713,-11-2 0,-2-2-537,0 3-2169,-9-4-384,-6 4 0,-10-3-402,-4 3 1,-2-3 0,-2-1-177,-1 0-605,3 4 0,-1-3 1,3 3-1492,0 0 1334,5-3 1154,-4 3 0,8 0 0,-3 1 0</inkml:trace>
  <inkml:trace contextRef="#ctx0" brushRef="#br1" timeOffset="152">18985 5168 8177,'0'-10'-601,"4"1"1152,-3 4 0,4-4 1,-3 3 586,1-2-818,0-1 1,-2 2 289,3 1 180,-3 0-129,3 1 117,-4 1 361,0 4-895,-4 4 0,3 5-230,-8 2 51,8 6 1,-6-2 0,4 3 156,1 1 22,-3 4-180,4 0-41,-3 1 0,4 6 66,0-2 0,0 2-88,0-2 0,1-1 120,2-2 0,1-2-227,2-5 0,2-3 88,-2-3-18,3-2 109,4 0-139,-2-5 0,3-1 0,-3-5 133,2-2 0,3-6-120,0-7 68,-3-6 1,4-2-28,-5-8 0,4-2 0,-5-4 1,-1 0-157,-3 2 172,-5 0-63,2-1 0,-4 0 63,0 0 1,-4 3-1,-3 1-5,-5 4-423,2 8 203,-8 7-22,4 5-1179,-5 4 927,5 1 0,-4 9-1108,3 4 710,-3 5 893,4 4 0,0 1 0,5-1 0</inkml:trace>
  <inkml:trace contextRef="#ctx0" brushRef="#br1" timeOffset="153">17458 6424 8894,'5'0'1726,"0"4"-655,-2-1-564,-2 0-102,3-3-337,-4 0-96,-4 4 0,3-2-199,-2 4 10,2-4 86,1 2 158,0-4-224,0-8-11,0 2 215,0-8-26,0 9 0,0-3-19,0 2 121,4-2 1,-3-2-71,2 1 0,-2 3 231,-1 0-71,0-1 0,0 1-1,0 0-79,0 4 106,0-2 61,0 4 0,0 7 0,0 3 5,0 4-170,0 1-20,0 4 0,0 3 17,0-1 0,0 4-122,0-3 0,0 3 43,0-4 0,2 0 31,1-5 0,-1 0 24,4-3 1,0-2-238,3-5 1,1-2-82,-1-4-153,0 0 178,5-8-1,-4 2 179,4-12 0,-5 1-110,0-5 1,1-4 0,-2 2 71,-2 0 149,2-2 20,-7 2 1,7 0 0,-4 3-73,1 5 0,-3-1 108,1 5 0,-1 0-120,1 6 465,-2 2-53,3 4-1,-4 0-155,0 4 0,0 2-52,0 7 147,0 1 43,0 9-140,0 1 0,3 4-85,1 0 0,-1 3 1,-2 1 363,2 1-288,-2-3-761,3 2 632,-4 0 33,0-3 1,0 3-102,0-4 1,0-2-1,-1 0 250,-2 0-111,2-2-516,-7-1 0,2-7-139,-3-1 1,-1-3-417,-3-3 1,2-4-731,-5-2 1,2-4 1101,-2-5 0,0-1-1880,3-9 2392,-3 1 0,6-4 0,-4 0 0</inkml:trace>
  <inkml:trace contextRef="#ctx0" brushRef="#br1" timeOffset="154">17877 6750 8191,'9'-9'-81,"0"0"0,1-1 0,-2 1 1002,-2 0-515,3-5 0,-8 3 1,3-3 600,0 0-771,-3-3 1,3 7-97,-4-7 0,-4 6 252,-2-1-425,2 1 0,-5 5 163,3 0 36,-2 4 1,-1-1 55,3 6 0,-2 2-40,2 4 0,1 4 1,-1 0 355,2 2-411,-3 4 1,6 1 136,-2 2 274,2-2-266,1 2 1,0 2 133,0 4 1,4 0 58,2 0 31,-2 0-545,5 0 231,-4 0 0,1-4-272,0 1 192,-4-4 1,3-1 291,-1-5-698,-3-3 274,3 1-1,-4-4-642,0 1 275,0-5-835,0 3 731,-4-3 0,2 0-136,-5-1 0,0-2 1,-4 0-104,-2 1 1,-3 0-1154,0-3 1011,-5-4 883,1 3 0,-3-8 0,4 4 0</inkml:trace>
  <inkml:trace contextRef="#ctx0" brushRef="#br1" timeOffset="155">17951 6843 8073,'28'5'1587,"-4"-4"-944,-1 3 1,-12-4 0,-2 0 426,0 0-471,-5 0 83,0 0-129,-4 0 0,-11 0-460,-5 0 1,-4-3-182,2 0 0,-4-1 0,-1 4-1257,0 0 740,2 0-837,-6 0 0,7 0 146,-1 0 892,1 0 404,1 0 0,5-4 0,0-1 0</inkml:trace>
  <inkml:trace contextRef="#ctx0" brushRef="#br1" timeOffset="156">18575 6620 8307,'9'-5'563,"1"1"1,-1 1 1641,0-1-1026,1-3 128,-5 6-553,-1-3 0,-4 3-770,0-2 1,-1 2 92,-2-2 1,-2 2-171,-5 1 0,-3 0-480,-3 0 0,-1 0-690,-2 0 960,1 0 1,-1 4-2460,0 2 2762,1 2 0,-1 6 0,0 0 0</inkml:trace>
  <inkml:trace contextRef="#ctx0" brushRef="#br1" timeOffset="157">18584 6713 8360,'14'5'1164,"-2"0"1717,1-1 205,-5-3-2489,-4 3 0,-3-3 1,1 1 502,-4 1-556,-3 0-1261,-8-3 607,-2 4 1,-8-3 109,-2 2 0,2-2 0,-1 0-620,1 3 598,6-3-2793,-1 3 1488,3 0 1327,1-3 0,-4 7 0,4-3 0</inkml:trace>
  <inkml:trace contextRef="#ctx0" brushRef="#br1" timeOffset="158">19301 6490 8008,'14'0'899,"-4"0"1,4-1-289,-5-2-383,0 1 643,-4-2-135,0 4 403,-1 0-527,-3 0-428,-5 0 1,-4 3 57,-7 1 0,-5 3-15,-5-1 0,-2 1 15,0-1 0,0 2-1,2-5 1,-1 3-15,4-3 1,0 1-3505,4-1 0,-1-2 3218,5 4 0,-4-5 1,4 0-1</inkml:trace>
  <inkml:trace contextRef="#ctx0" brushRef="#br1" timeOffset="159">19488 6369 8092,'14'0'0,"3"-5"548,-5-1-90,0-2 0,-5 2 1107,-1 0-750,-4 4-58,2-7-175,-4 8-641,0-3 294,-4 8-168,-1 1 0,-3 5 1,0 0 384,2 2-671,0-1 238,-3 2 0,0-2-424,3 1 308,-2-2 0,7 5 19,-2-3-125,2-1 115,1 2 1,4-1 175,2 1-67,6-1-17,3-2 1,3-4-20,1 0-191,4-4 97,-3 2 1,5-4-119,-3 0 1,4 0 72,-1 0 1,-1-1-845,0-2 470,-7-2 259,5-4 1,-11-1-696,5 1 0,-8-3 964,1-1 0,-2-3 0,3 1 0</inkml:trace>
  <inkml:trace contextRef="#ctx0" brushRef="#br1" timeOffset="160">19804 6248 8088,'0'-10'3270,"0"5"-2756,0 5 1,0 5-324,0 9 0,0 0 384,0 5-148,0 4-570,0 0 299,0 5 35,0 0 0,0 1-97,0 2 0,0 2-95,0 5 0,0-4-450,0 0 423,0-8 0,0 4 1,0-9-1080,0 0 816,0-1 0,1-6 0,1-1-1647,1-3 937,0-5 214,-3 4 787,0-8 0,5 3 0,0-4 0</inkml:trace>
  <inkml:trace contextRef="#ctx0" brushRef="#br1" timeOffset="161">20000 6415 8036,'18'-9'305,"-3"1"125,-3 1 1,-5 2 521,0 2-449,-5 2 115,2-7-49,0 7-377,-3-8 0,2 8 0,-6-2-205,-3 2 51,2 1-377,-5 0 270,4 4 1,-4 3-22,0 5 1,2-1 200,1 5 13,4-5-63,-2 7 0,4-4 19,0 5 0,1 0 14,2-1-28,2 1-26,5 0 107,3-1-64,-3 1-16,8-5 0,-3 1 5,3-3-8,1-2 1,-2 4 68,-1-5 5,1 1-65,-6-1 0,2-3 38,-3 0 0,-2 1 1,-1 2 51,-1 0-265,-4 0 269,2 1-168,-4-1 1,-1-1 0,-2-1-184,-3-4 101,-2 2 1,-6-4-73,-1 2 1,-1-2-413,-2-1 272,1 0-448,-6 0 1,2-4 306,-1-2 1,1 2-595,6 0 1,-2 0 76,5 1 953,-1 0 0,4-1 0,0-1 0</inkml:trace>
  <inkml:trace contextRef="#ctx0" brushRef="#br1" timeOffset="162">20251 6424 8270,'14'-14'1344,"-1"0"0,3 2-457,-4 0 1,-2-2-164,0 2 0,-2 0 1027,-2-3-1295,-2 4 0,-4-3 0,0 5 411,0 0-460,-4-1-224,-5 5 0,-6 1-758,-3 4 1,-5 1 307,-2 2-2673,-6 2 1969,-2 5 0,-4-1 401,-1 0 434,1 0 1,4 1 0,1-1 0</inkml:trace>
  <inkml:trace contextRef="#ctx0" brushRef="#br2" timeOffset="163">13156 11071 7672,'5'-6'-423,"0"2"729,-1 4 1,-3-1 162,2-2-373,-2 2 1,-1-2 123,0 6-134,0 2 1,0 5-9,0-1 1,-1 1 55,-2 3 0,2-2-59,-2 5 1,-2 2-1,1 4 54,-1-1 0,2 2-75,-3 2 0,1 2 79,-2 1-228,3 0 73,0-4 1,3 2-35,-2-5 10,-2 1 1,4-4 113,-2-3-287,2 3 245,1-8 0,0 0-96,0-3 86,0-5-113,0 2-312,0-4 273,0-8 111,0 1-1,0-6 1,0 4-37,0-1 0,0 4 54,0 0 0,0 3-6,0-3 1,1 4-54,2-2 57,-2-1 60,7 4 15,-7-3-17,7 4 0,-2 0 10,3 0 0,-1 1 113,-2 2-76,3-2 0,-1 3-9,4-4 0,2 0-15,-2 0 1,2 0-1,2 0-45,0 0 1,-4-3-12,4 0 0,-5-1 3,1 1 1,-1 2-521,-2-2 177,0 2-550,1-3 231,-5 3 644,-1-4 0,-4 1 0,0-1 0</inkml:trace>
  <inkml:trace contextRef="#ctx0" brushRef="#br2" timeOffset="164">13305 11080 8090,'10'0'-479,"-1"0"0,-3-1 249,0-2 464,-4 2 1,3-3 334,-1 4-312,-3 0-141,3 0 0,-7 4 101,0 2-166,-5 2 1,7 3-1,-2 1 100,2 4 1,1 2-55,0 4 0,0 3 0,0 6 234,0 3-244,0 6-236,0-2 0,0 8 111,0-3 1,0-1-49,0-2 0,0-6 91,0-3 69,0-2-602,0-5 1,0-2 173,0-7 0,-1-1 354,-2-5 0,-2-4 0,-4-1 0</inkml:trace>
  <inkml:trace contextRef="#ctx0" brushRef="#br2" timeOffset="165">12737 11434 7940,'10'0'242,"-1"0"-101,0 0 1,-3 1 488,1 2 1,-4-2 56,3 2-217,-4 2-249,2-4-56,-4 3 1,0-3-89,0 2-25,-4-1 0,-1 3 301,-5-2-626,-3-2 236,3 3 1,-5-1-120,3 0 0,0 3 112,-3-3 1,2 1-1,-1-3-142,1 2 1,-3-2 56,4 2 1,-4-2-80,4-1 1,-1 0 170,4 0 1,0 0-107,-1 0 217,5 0-179,-3 0 276,7 0 0,7 0-71,6 0 1,6 0-23,-6 0 1,5 0-55,-1 0 0,0 0 150,0 0 1,1 0-82,-1 0 0,-3-3-1,0 0 0,0 0 1,-1 3 25,0 0 0,-2 0 68,-1 0 0,-2 0-76,-1 0-33,-4 0 0,3 0 0,-2 0-199,-2 0 0,2 0 238,-6 0-213,-2 0 42,-4 0 0,-2 0-36,-1 0 0,1 1 107,-5 2-115,1-2 92,0 3 0,-2-4-48,1 0 1,2 0 0,-2 0 0,2-3 8,-2 0 13,-2 0 35,8 3-12,-3-5-37,3 4 193,5-3 1,5 4-46,6 0 0,7 0-40,2 0 0,3 3-21,1 0 0,-1 1 15,1-4 0,-2 0 45,-1 0 1,1 0-51,-1 0 1,-2 0 116,2 0 1,-5 0-104,2 0 0,-6 0 195,-1 0-143,-4 0-220,2 0 1,-11 3 127,-2 0 0,-7 1-109,1-1 31,-3-2 1,3 3 12,-1-4 0,1 0-14,-4 0 1,1 0-51,3 0 0,-2 0 81,5 0 1,0 0-1,2 0-64,1 0 166,4 0-37,1 0 1,8 3-31,2 0 0,6 4-23,4-4 1,-2 0 46,2-3 0,-2 0-35,2 0 0,0-3 114,-3 0 1,-1-4-54,-2 4 0,-4-3 368,0 3-195,-4-4-94,6 6-161,-7-3 1,-1 4 87,-6 0 0,-2 0-54,-1 0 1,-1 0-1,1 0-96,0 0 1,-4 0-498,1 0 402,-1-5-914,4 4 691,0-7 0,0 3-68,-1-4-1265,5-1 698,1 1 1036,4 0 0,0-1 0,0 1 0</inkml:trace>
  <inkml:trace contextRef="#ctx0" brushRef="#br2" timeOffset="166">14311 9283 8080,'5'-9'-697,"3"-1"598,-2 1 99,-1 4 417,3-3 1,-7 2 292,2-3-387,2 4 0,-3-2 125,4 4 135,-3-1-467,1 0-13,-4 7 1,0-1 139,0 11-50,0-3-83,-4 12 0,1-5 1,-2 8-2,1 4 0,-2-2-19,3 1-112,-4 4-446,6-7 426,-8 7 0,7-4 0,-3 0 149,1 0 1,0-1-180,1-2 1,2 1 93,-2-5-130,-3 1 133,5-3 1,-3-5-63,4-2-49,0-1 766,0-6-671,0-1 1,4-4 8,3 0 1,0-1 1,-1-2 183,2 2-186,-3-3 1,2 3-176,-1-2 173,-4 2 0,3-3 26,-2 4-213,-2-5 1,4 4 73,-2-2 101,-1-2 1,2 3-736,-4-4 0,1 3 32,2-4-1178,-2 5 1878,3-6 0,-4 3 0,0-4 0</inkml:trace>
  <inkml:trace contextRef="#ctx0" brushRef="#br2" timeOffset="167">13966 9655 7936,'10'0'151,"-4"0"-151,0 0 507,-4 0 89,6 0 312,-7 0-393,8 0-264,-8 4 0,2-2 189,-6 1-479,-2-2 102,-5 3 0,0-3 267,-3 2-449,3-2 0,-6 0 0,2 1-281,0 1 332,2 0 1,-4-3 42,3 0 1,-2 1-211,2 2 1,-2-2-96,2 3 41,5-3 229,0-1 25,3 0 0,0 1-8,1 2 1,4-2 258,4 2-106,1-2 5,4-1 1,3 0 85,1 0 0,3 0-184,0 0 1,1 0 214,2 0 1,-2 0-46,1 0 139,-5 0-133,8-4 0,-6 3 106,4-2-222,-5 2 1,-1 1 0,-3-1 178,-1-3-134,-4 3-170,-1-3 1,-5 4 183,-2 0-272,-6 4 90,-1-3 0,-8 7 128,2-5-203,-1 0 55,2 1 1,-2-3-110,1 2 0,2-2 102,-2-1 1,5 0 45,-1 0 0,1 0-163,2 0 4,4 0 266,1 0 297,4 0-361,8 0 1,-1 0 112,9 0 0,-2 0-16,2 0 1,1-1 45,-1-2 0,-2-1 254,2-2-181,-5-3 99,-2 8-308,0-3 137,-8 0-198,3 3 1,-9-3 0,-4 4-483,-2 0 0,-6 0 253,2 0 0,-4 0 162,-2 0-2112,1-4 2217,-3-1 0,0-9 0,0 0 0</inkml:trace>
  <inkml:trace contextRef="#ctx0" brushRef="#br2" timeOffset="168">7644 12858 8248,'15'-13'459,"2"2"-247,-6-2 1,1 7 27,-6 0 1,-1 4 294,-1-2 1,-3 2 215,2-1 27,-2 2-105,-1-3-465,0 12 1,-1 4-81,-2 9 68,2 7 0,-4 7-211,5 5-245,0-2 0,-3 11 195,0-3 1,0 6 107,3-2 1,0-22-1,0 1 0,0-1 1,0 0 0,1-1 0,1 0 14,-1 0 1,1-1 0,6 21 90,-2-4 0,1-4 28,-1-11 0,2 1 6,-1-7 0,2-1-90,3-6 1,0-1 10,3-5 0,-2-1-177,2-1 27,1-3 1,2-4 724,1 0-878,4-4 106,-4-6 0,5-4 162,-2-5-658,-2 0 393,2 5 1,-3-4-139,0 3-104,-5 1 203,4-3 1,-8 6-1535,2-1 1174,-5-2 0,-3 2-1457,-4-3 2052,0 3 0,-9-9 0,-1 1 0</inkml:trace>
  <inkml:trace contextRef="#ctx0" brushRef="#br2" timeOffset="169">7840 13249 8237,'18'-3'2231,"1"0"-1807,-5 0 1,0 3-217,-5 0 1,-3-3 653,1 0-520,-5-4 0,2 1-249,-4-3 0,-3 3 105,0 0 0,-9 4-242,0-1 0,-6 1-180,-3 2 1,-7 0-171,-7 0 1,-4 0-96,-1 0 0,-1 0-393,4 0 1,1-1-122,2-2 1,2 1-56,4-4 1058,4 4 0,1-10 0,5 1 0</inkml:trace>
  <inkml:trace contextRef="#ctx0" brushRef="#br2" timeOffset="170">8603 13147 8305,'24'0'-143,"-2"0"143,-7 0 0,-1 0 892,-5 0-484,-4 0 1,3 0 265,-1 0-71,-3 0-377,0 0 186,-4 0-636,-8 0 0,0-1 195,-7-2 1,-5-1-457,-5-3 1,-1 0-26,-2 4 0,0-3-335,0 3 1,4 0 259,2 3 585,3 0 0,4 4 0,2 1 0</inkml:trace>
  <inkml:trace contextRef="#ctx0" brushRef="#br2" timeOffset="171">8650 13287 8305,'12'0'1063,"1"0"-582,-1 0 0,-4 1 438,-1 2-99,1-2-401,-7 7-189,3-3-37,-8 0 1,-1 3-458,-5-5 234,-3 0 1,-3 0-988,-5 0 1,-3 0 604,-4-3 0,0-1 412,0-2 0,0 2 0,0-3 0</inkml:trace>
  <inkml:trace contextRef="#ctx0" brushRef="#br2" timeOffset="172">9162 12942 8283,'5'-9'0,"3"-1"924,-1 1-153,-3 0-499,0 4 1,-3-3 643,2 5-452,-2 0-333,3 3 60,-4 0 0,0 5 14,0 5 0,-3 3 16,0 6 0,-4 4-296,0 1 82,3-1 1,-3 1-15,4-2 1,-3-3-224,3 3 0,-1-5-56,0-2 1,3-2 93,-2 2 0,2-4-33,1 2 130,4-3 1,2-4-3,3 1 188,0-5-131,5 2 1,0-5 97,5-2-80,-1 2 1,2-8-8,2 3 172,2-2-145,3 3 0,-3-4-161,-2 3 1,-2-1 107,-2 1 0,-3-1-558,-3 3 0,1-3 239,-4 1 0,1 1-497,-7-1 1,1-1 870,0-2 0,-3 0 0,3-1 0</inkml:trace>
  <inkml:trace contextRef="#ctx0" brushRef="#br2" timeOffset="173">9376 12877 8283,'0'-9'1386,"3"4"-608,0 5-346,4 5 110,-5 8-207,6 2 1,-7 7-57,2 3 0,-1 3-32,1 3 0,-2 2 136,2 4-1362,-2 1 1075,-1-1 1,0 0-399,0 0 217,0-3 1,0 1-99,0-4 1,0-3-381,0-4 1,0-3-378,0 1 1,0-6 429,0 0 0,0-5-794,0 2 561,0-3 988,0-1 0,4 1 1,2-1-1</inkml:trace>
  <inkml:trace contextRef="#ctx0" brushRef="#br2" timeOffset="174">9516 13491 8283,'17'-5'-29,"-1"2"0,-6 2-405,-4 1-364,-4 0 500,7 0 1,-8-1 297,2-2 0,-2-2 0,-1-5 0</inkml:trace>
  <inkml:trace contextRef="#ctx0" brushRef="#br2" timeOffset="175">9795 13054 8105,'9'-4'128,"1"-3"-128,-5 3 0,-1-1-295,-4 2 212,4-2 0,-3-4 423,2-1 0,-2 1-38,-1 0 0,0-2-44,0-1 1,3 2-170,0-3 0,4 6 15,-4 1 1,4 3 353,-1-4-366,3 5 0,0-2 93,0 4 1,0 4-35,1 2 0,-1 7 80,0 2-188,1 3 56,-1 1 0,-3 3 128,0 3-112,-4 2 1,3 4-87,-5 0 1,0 4 102,0 0 1,-1 1-224,-3 1 0,2-1 120,-4-2 0,0-2-162,-3-4 1,0-3 119,3 0 1,1-7-31,2 0 0,2-5 111,-2-1 0,2-5 46,1-1 26,0-3 0,4 0-66,2-6 0,5-4-113,2-5 0,3 1 93,0-5 0,5-3-204,0-2 0,5-5 125,-1 1 0,2-2-180,1-1 1,-4 1-182,-3 2 1,-2 4-258,-3 5 0,-3 3-1261,-4 3 1904,-4 5 0,4-3 0,-4 3 0</inkml:trace>
  <inkml:trace contextRef="#ctx0" brushRef="#br2" timeOffset="176">10112 13026 8191,'28'-5'919,"-1"2"0,-4 3-268,-4 3-647,-1-2 91,-7 3 0,5-4 75,-3 0 1,-1 0 74,-3 0 1,0-1-16,-3-2 1,2 2 14,-2-2 1,0 1-260,0-2 0,-3 3 255,3-2-335,-4 2 1,2 6-34,-4 5 1,0 3 26,0 6 1,0 4 314,0 1 0,-1 6-148,-2 1 1,1 6 214,-4 0 1,0-2-112,-4 5 0,4-6 82,0 3 1,4-7-69,-1-2 0,2-5 166,1-4 1,0-8 91,0-1 1,4-7-134,2 0 1,3-6-442,4-3 0,2-8 124,7-4 1,2-1-975,4-3 1,2 0 529,4 0 1,-3-3 139,6 3 0,-2-4 0,3 3 0</inkml:trace>
  <inkml:trace contextRef="#ctx0" brushRef="#br2" timeOffset="177">11024 13110 8366,'15'-10'0,"-5"4"145,-4 0 1,-3 4 541,3-1-226,-4-2-563,3 4 98,-5-8 1,0 7 51,0-4-23,0 0 1,-1 0 44,-3-1 1,-1 4 73,-4-3 1,-4 4-228,-3-1 49,-2-2 1,-1 4 211,-3-2-535,2 2 243,-2 1 1,3 1 41,0 2 0,5 2-162,1 4 0,4 2 49,3 1 150,2 2 1,5 5 33,2 0 0,9 0-38,7 3 0,6 2 38,0 4 1,2-3-27,0-1 0,-1 0 213,-4 1 1,0-3-28,-7-7 1,-2-1 167,-4-5 0,-1 0-75,-5 1 0,1-4 257,-4 0-544,0-4 1,-5 2 101,-1-4 87,-6 0-660,-3 0 355,-7-4 0,-7-5-23,-9-7 1,1-1-170,-3-2 0,2 6 343,4 3 0,-2 1 0,3 4 0</inkml:trace>
  <inkml:trace contextRef="#ctx0" brushRef="#br2" timeOffset="178">11080 13966 8272,'9'-9'714,"1"0"1146,-5 3-1565,-1-2-146,-8 7 1,-6-4 150,-5 2 121,-3 2-123,-13-3 0,-9 4-449,11-1 0,-1 2 1,-4 0-1,0 2 279,-4 0 0,-2 0 1,-6 1-1,-2 0-472,-1 1 1,-1 0-1,12-2 1,0 0 0,0 0 408,-1 0 0,0 0 1,-1 0-1,-5 0 0,0-1 1,-1-1-343,2 2 1,0-1-1,-1 0 1,-2-1-1,0-1 1,0 1 199,1 0 0,-1 0 0,1 0 0,-1 0 0,0 0 0,0 0-388,-4 1 1,-2 0 0,2 0 0,1-1 0,1 0 0,0 0 321,0 2 0,1 0 1,-1 1-1,-3-1 1,1 0-1,0 1-96,5 0 1,0 0-1,1 0 1,-1 2 0,0 0-1,1 0-104,2 0 0,0 0 0,1 1 0,2-1 0,1 0 0,-1 1-85,3 1 1,-1 1 0,2-1 427,0 0 0,0 0 0,2 1 0,-9 4 0,0 1 0,-2-2 0,0 1 0</inkml:trace>
  <inkml:trace contextRef="#ctx0" brushRef="#br2" timeOffset="179">10521 14125 8176,'33'0'682,"-9"-4"-273,-8 1 246,-9 0 0,-12 3-175,-11 0 0,-8 3 102,-10 0 0,-10 5-338,15-5 0,-1 0 0,-3 1 1,-1 0-513,-9 1 1,-1-1 0,-5 0 0,-3-2 383,12-1 0,-1 0 0,-2 0 1,-2-1-1,0 1 0,-1-1-443,-3 0 1,1 0 0,-1 0 0,1-1 0,0-1 0,-1 0 218,8 0 0,-2 0 0,1-1 1,0 0-1,-8-1 0,0-1 1,-1 0 86,9 0 1,-1-1-1,0 1 1,1-1-1,-10 0 1,1-1-1,-1 0-299,13 2 0,-1-1 1,1 1-1,-1 0 1,-12-1-1,0 1 1,0 1 22,2 0 1,0 1-1,1 1 297,3 1 0,0 1 0,1 0 0,3 1 0,0 0 0,0 1 0,3 0 0</inkml:trace>
</inkml:ink>
</file>

<file path=ppt/ink/ink37.xml><?xml version="1.0" encoding="utf-8"?>
<inkml:ink xmlns:inkml="http://www.w3.org/2003/InkML">
  <inkml:definitions>
    <inkml:context xml:id="ctx0">
      <inkml:inkSource xml:id="inkSrc0">
        <inkml:traceFormat>
          <inkml:channel name="X" type="integer" max="1024" units="cm"/>
          <inkml:channel name="Y" type="integer" max="768" units="cm"/>
        </inkml:traceFormat>
        <inkml:channelProperties>
          <inkml:channelProperty channel="X" name="resolution" value="28.36565" units="1/cm"/>
          <inkml:channelProperty channel="Y" name="resolution" value="28.33948" units="1/cm"/>
        </inkml:channelProperties>
      </inkml:inkSource>
      <inkml:timestamp xml:id="ts0" timeString="2019-09-10T05:43:36.673"/>
    </inkml:context>
    <inkml:brush xml:id="br0">
      <inkml:brushProperty name="width" value="0.05292" units="cm"/>
      <inkml:brushProperty name="height" value="0.05292" units="cm"/>
      <inkml:brushProperty name="color" value="#FF0000"/>
    </inkml:brush>
  </inkml:definitions>
  <inkml:trace contextRef="#ctx0" brushRef="#br0">5184 8260,'-25'50,"25"-50,0 74,0-24,0 24,0-24,-24 24,24-24,0 49,0 0,0 0,-25-24,25 24,0-49,0 74,0 0,0 24,-25-98,25 99,0-75,0-24,0 74,0 0,-25 124,25-149,0 0,0-24,0-1</inkml:trace>
  <inkml:trace contextRef="#ctx0" brushRef="#br0" timeOffset="1653.09">5159 8756,'0'99,"0"0,-24-24,24 49,0-74,24 98,-24-24,0 25,0-74,0 73,0-73,0 49,0 25,0-25,0-50,-24 50,24-74,0 99,0-50,0 25,0-75,0 26,0-50,0 49,0-99,0 0,0 1,24-51,-24 26,0-51,0-24,0 0,0 75,25-100,-25 25,0-25,0 0,25 0,-25 1,0-26,0 25,0 25,0-25,0-99,25 124,-25 25,0 0,0 24,0 1,0 24,0 26,0-1,0 50,0-1,0 26,-25 0,25 24,0 0,-25 26,25-1,-25 0,1 149,24-99,0-25,0 25,0 0,-25-1,25 1,0 0,0 0,0-25,0 25,0 0,-25-50,25 25,0-25,0 0,-25-24,25-1,0-24,0-25,25-25,-25-25,25-25,-25-24,0-1,0-74</inkml:trace>
  <inkml:trace contextRef="#ctx0" brushRef="#br0" timeOffset="2254.12">5135 10542,'0'-248,"0"99,24 50,-24-25,0 25,0-1,0 26,0 0,0-1,0 50,25 1,-25-1,-25 0,25 25,0 50,-24-26,24 26,0 0,0 24,-25-24,25 123,0-74,0 26,0-76,0 75,0-74,0 74,0 0,0 25,0-100,0 75,0-74,0 74,0-25,0 0,0-74,0 74,0-74,0 50,-25-26,25 1,0-50</inkml:trace>
  <inkml:trace contextRef="#ctx0" brushRef="#br0" timeOffset="2662.15">5283 11658,'0'0,"-24"0</inkml:trace>
  <inkml:trace contextRef="#ctx0" brushRef="#br0" timeOffset="2833.16">5110 11708,'-25'0,"0"-25</inkml:trace>
  <inkml:trace contextRef="#ctx0" brushRef="#br0" timeOffset="2835.16">5060 11683</inkml:trace>
  <inkml:trace contextRef="#ctx0" brushRef="#br0" timeOffset="2880.16">5060 11683</inkml:trace>
  <inkml:trace contextRef="#ctx0" brushRef="#br0" timeOffset="3835.21">5085 11658,'0'0,"-25"0,25 0,-25 0,1 0,-1 0,25 0,-50 0,50 0,-49 0,49-25,-50 25,25 0,0 0,-24 0,24-24,-25 24,1 0,-1 0,25 0,0 0,-24 0,-1 0,1-25,24 25,-50 0,-24 0,74 0,-49-25,24 25,1 0,-1 0,-24 0,49 0,-25 0,1-25,-1 25,-24 0,24 0,-24 0,24 0,-24 0,-1 0,1 25,-1-25,-24 0,25 0,-25 0,24 0,1 25,-125-25,125 0,-25 0,24 0,-24 0,0 0,24 0,-24 0,0 0,0 0,24 0,-49 25,50-25,-25 0,-1 0,1 0,25 24,-1-24,1 0,-75 25,124-25</inkml:trace>
  <inkml:trace contextRef="#ctx0" brushRef="#br0" timeOffset="6020.34">670 11584,'-25'0,"25"0,0 0,25 0,-25 0,0 0,25 0,-25 0,0-25,0 25,24 0,-24-25,25 0,-25 1,0 24,25-25,-25 0,0 25,25-25,-25 0,49 1,-49-1,25 0,-25 25,25-74,0 49,0 0,-25 0,24 25,1-25,0 0,0-24,-25 24,49-25,-24 1,0 24,0 0,0 0,-1-24,1 24,0 0,0 0,24-49,-24 24,0 26,25-1,24-99,-49 99,24-25,-24 26,0-1,25-74,-1 74,-24-25,25 25,-25 1,-1-26,26 0,-25 25,24-24,1-1,-25 1,24-1,1 25,-25-24,0 24,24 0,-24-25,25 26,24-51,-49 50,24 1,1-26,-25 0,24 26,-24-1,25 0,-25 0,49-49,-24 49,-25 0,123-49,-123 49,25 0,-1 0,-24 0,25 1,24-26,50 0,0 1,-49-1,24 25,0-24,25 24,-49 0,-1 0,0-24,26 24,-26 0,-24 0,98 1,-73 24,-26-25,1 25,24-25,1 25,-50-25,0 25,24-25,1 1,-25 24,-1 0,26 0,-25 0,0 0,-25-25,49 25,-74 25</inkml:trace>
  <inkml:trace contextRef="#ctx0" brushRef="#br0" timeOffset="6396.36">5085 8260,'0'-25,"25"25</inkml:trace>
  <inkml:trace contextRef="#ctx0" brushRef="#br0" timeOffset="7950.45">5606 8260,'0'0,"-50"0,25 0,1 0,-1 0,-25 0,25 0,1 0,-26 0,50 0,-25 0,25 0,25 0</inkml:trace>
  <inkml:trace contextRef="#ctx0" brushRef="#br0" timeOffset="8513.48">5581 8458,'-25'50,"25"-25,0 24,0 1,0 24,0-49,0 50,-25-51,25 26,0 24,0-24,0-25,0 0,0 0,0-25,0 24,0-24,0 25,0-25,0 0,0 25</inkml:trace>
  <inkml:trace contextRef="#ctx0" brushRef="#br0" timeOffset="10414.59">5457 9475,'0'25,"-25"0,25 25,0-26,0 51,0-26,0 1,0 0,0-1,0-24,0 0,0-25,25 25,0-50</inkml:trace>
  <inkml:trace contextRef="#ctx0" brushRef="#br0" timeOffset="10933.62">5631 9674,'24'49,"-24"-49,0 25,0 0,0 0,25 0,-25-1,25 1,-25-25,25 0,0 0,-1 0,1 0,0-25,0 1,-25 24,25-25,-25-25,0 25,0-24,0 24,0-25,-25 50,25-24,-50-1,50 25,-124 0,124 0,-25 25,1-25,24 24,0 1,0 0,0 0,24 0</inkml:trace>
  <inkml:trace contextRef="#ctx0" brushRef="#br0" timeOffset="11693.66">6028 9624,'0'25,"0"25,0 24,0 0,24-24,-24-50,0 0,0-25,25-49,-25 24,25 1,0 24,0 0,-1 25,-24 0,25 25,0 74,0-49,-25-1,0-24,0 0,25-25,-25 0,0-50,24 1,-24 24,25-25,-25 25,25 1,-25 24,25 0,-25 0,25 24,-1 26,-24 0,25 24,-25-49,-25 74,25-74,0-25</inkml:trace>
  <inkml:trace contextRef="#ctx0" brushRef="#br0" timeOffset="12561.71">5606 10145,'0'0,"0"25,0 0,0 24,0 1,0 0,0 24,0-24,0 24,0 0,0 1,0-1,0 1,0-1,0 0,0-24,-25 24,25-24,0 74,25-49,-25-51,0 26,0 0,0-26,0 1,0 0,0-25,0 0</inkml:trace>
  <inkml:trace contextRef="#ctx0" brushRef="#br0" timeOffset="13059.74">5779 11633,'-24'0,"-1"0,25 0,-25 0,25 0,-25 0,0 0,-24 0,-1 0,25 0,1-24,-1 24,-25 0,1 0,24 0,0 0,25 0,0 0,0 24,50 26,-1-50,75 0</inkml:trace>
  <inkml:trace contextRef="#ctx0" brushRef="#br0" timeOffset="18990.08">620 11534,'0'0,"25"25,-25-50,-25 25,25 0,25 0,-25 0,25-25,-25 25,0-24,25 24,-25-25,0 0,24 25,-24-25,0 0,0 25,25-24,-25-26,25 25,-25 0,25 1,-25 24,25-50,-1 25,-24 25,25-25,-25 0,25 1,0-1,0 0,-25 25,24-50,1 26,25-51,-25 50,-1-24,1 24,-25 0,25 0,0-24,0 24,-25-25,24 26,1-26,0 25,-25 0,25 1,0-26,-25 25,0 25,0-25,24 1,-24 24,0-25,0 25,25-25,-25 25,0 0,-25 0,25 25,0-25,-24 0,24 25,-25-25,0 24,0 1,25-25,-49 25,49 0,-25 0,0-25,25 24,-25 1,25-25,0 25,25-75</inkml:trace>
  <inkml:trace contextRef="#ctx0" brushRef="#br0" timeOffset="19487.09">1339 10344,'0'24,"0"1,0 0,0 0,0 24,0-24,0 25,-24-50,24 25,0-1,0-24,0 0,-25 0,0-24,0-1,0 0,-24 0,24 0,0-24,0 49,-24-50,49 50,-25 0,50 0</inkml:trace>
  <inkml:trace contextRef="#ctx0" brushRef="#br0" timeOffset="20391.16">967 10964,'0'0,"0"0,0 0,-24 0,48 0,-24 0,25 0,0 24,25 1,-26 0,76 124,-100-99,24 49,1-74,-25 24,0 1,-25-25,25-1,-24 1,24-25,0 0,-25 0,50 0,-25 0</inkml:trace>
  <inkml:trace contextRef="#ctx0" brushRef="#br0" timeOffset="21029.2">1414 11013,'0'0,"0"25,-25 0,25 0,0-1,-25-24,25 25,0 0,0 0,0 0,0 0,0-1,25-24,-25 25,0-25,25 25,0-25,-25 0,24 0,1 25,0-25,0-25,-25 25,25 0,-25-25,24 0,-24 25,25-24,-25-1,0 0,0 0,0 0,-25 25,25 0,-24 0,24 0,0 0,-25 0,0 50,25 0,25-26,-25 1,25-25,49-25</inkml:trace>
  <inkml:trace contextRef="#ctx0" brushRef="#br0" timeOffset="21505.23">1736 11063,'0'25,"0"24,0 1,0 0,25-1,0-24,0 0,0-25,24-25,-24-25,-25 1,0 24,0-25,-25-24,0 49,1 25,-1 0,0 0,-25 0,50-25,25 0</inkml:trace>
  <inkml:trace contextRef="#ctx0" brushRef="#br0" timeOffset="21875.25">2009 10864,'0'25,"0"0,0-25,0 25,0-25,25 25,0-25,-25 0,25 0,-25 0,24-25,-24 0,0 0,0 0,0 1,-24 24,-1 0,-25 49</inkml:trace>
  <inkml:trace contextRef="#ctx0" brushRef="#br0" timeOffset="55228.15">8458 8012,'0'0,"0"25,0-25,0 25,0-25,0 49,0-24,0 0,25 24,-25-24,0 0,25 0,-25 24,0 1,25-25,-25 0,25-1,-25 1,24-25,1 0,-25 25,0-25,25-25,0 25,0-25,-25 1,24-26,1 25,0 0,0-49,0 24,-25 1,24 24,-24-25,0 26,25-1,-25 0,0 25,0 0,0 0,25-25,-25 25</inkml:trace>
  <inkml:trace contextRef="#ctx0" brushRef="#br0" timeOffset="55774.18">9252 7937,'-49'0,"-26"0,26 25,-1 0,50 0,25 0,24 24,26-24,-1 25,-24-25,24 24,-49-24,-25 25,0-26,-50 26,1 0,-26-26,1-24,0 0,-1-74,150-124</inkml:trace>
  <inkml:trace contextRef="#ctx0" brushRef="#br0" timeOffset="55952.2">9575 8111,'24'99,"-24"-49,0 49,0-49,25 49</inkml:trace>
  <inkml:trace contextRef="#ctx0" brushRef="#br0" timeOffset="56161.21">9575 7789,'24'-25,"1"0,-25 25</inkml:trace>
  <inkml:trace contextRef="#ctx0" brushRef="#br0" timeOffset="56607.23">9872 8235,'0'50,"0"-25,0 24,0-24,0-25,0-25,25-49,0 24,24-24,-49 24,50 1,0-1,-1 50,-24 0,0 0,-25 25,25 24,-25 26,0 49,25-75,-25 75,24 0,1-74,25-25,49-124</inkml:trace>
  <inkml:trace contextRef="#ctx0" brushRef="#br0" timeOffset="57097.25">10716 7789,'0'-100,"-25"76,0 24,25 0,-50 49,26 1,-1 24,0 50,0 0,25-74,0 49,0-24,0-1,50 0,-25-49,-1 0,51-25,-50-25,49 0,25-24,-24-26,-51 26,26-26,-25-98,-25 98,-50-24,1 49,24 26,-50-1,51 0,-51 25,26 25</inkml:trace>
  <inkml:trace contextRef="#ctx0" brushRef="#br0" timeOffset="57416.28">10666 8111,'50'-99,"-26"99,26 0,-25-25,24 25,-24 25,-25 0,0 24,0-24,0 25,0-1,25 1,-25-25</inkml:trace>
  <inkml:trace contextRef="#ctx0" brushRef="#br0" timeOffset="57862.3">7962 7813,'-25'224,"25"-100,25 25,25-1,0-48,24 24,50-75,25 1,148-100</inkml:trace>
  <inkml:trace contextRef="#ctx0" brushRef="#br0" timeOffset="58359.33">11385 7813,'149'149,"-99"-74,-1-26,1 51,-50-1,0 0,0 25,-50-25,-24 0,0-49,24 0,-24-26</inkml:trace>
  <inkml:trace contextRef="#ctx0" brushRef="#br0" timeOffset="58830.36">11460 7193,'99'-49,"-25"49,1 0,-1 0,1 25,-26-1,-24 1,-25 0,0 0,-25 0,0-1,1 1,24 0,24 0,1 0,50-1,-1 26,0-25,-24 24,25-24</inkml:trace>
  <inkml:trace contextRef="#ctx0" brushRef="#br0" timeOffset="59505.4">7714 9079,'0'0,"0"24</inkml:trace>
  <inkml:trace contextRef="#ctx0" brushRef="#br0" timeOffset="60093.43">7789 9128,'0'0,"24"0,1 0,0 0,0 0,24 25,1-25,0 0,-25 0,-1 0,26 0,0 0,24 0,-24 0,74 0,-50 0,-24 0,24 0,0 0,1 0,-1 25,1-25,-1 0,100 0,-100 0,1 25,24-25,-25 0,25 0,-24 24,24-24,-25 0,100 25,198 0,-198-25,-1 25,1-25,0 25,-25-25,24 0,-24 24,0-24,-25 25,0-25,0 0,-25 25,0-25,-49 0,24 0,-24-25,0 25,-26 0,-24-25</inkml:trace>
  <inkml:trace contextRef="#ctx0" brushRef="#br0" timeOffset="61064.49">9525 9649,'25'-25,"-25"25,25 0,-25 0,74 0,-49 0,24 0,1 25,24 0,-24 0,0-1,-26 1,26 25,-50-25,25-1,-25 26,0 0,0-26,0 1,-25 25,-25 0,26-26,-1 1,-25 0,-24 0,49-25,-25 25,26-25,-1 0,50 0,-1-25,1 25,25-25,-1 25,51 0,-26-25</inkml:trace>
  <inkml:trace contextRef="#ctx0" brushRef="#br0" timeOffset="61672.52">10815 10046,'25'-75,"-50"26,0 24,-25 25,26 25,-1 0,0-1,25 1,25 0,0-25,24 0,-24 0,25-25,-1 0,1 25,-25 25,-1 0,1 25,-25-1,0 125,0-75,0-24,-25 49,1-25,-1 0,0-25,-25 26,1-51,-1 1,1-50,-26-25,26-25,-1-123</inkml:trace>
  <inkml:trace contextRef="#ctx0" brushRef="#br0" timeOffset="62518.57">13122 9475,'24'0,"1"-24,0 24,50 0,-51 0,26 0,0 0,-1 0,-24 0,25 0,-1 0,1 0,-1 0,-24 0,0 24,0-24,-25 0</inkml:trace>
  <inkml:trace contextRef="#ctx0" brushRef="#br0" timeOffset="62801.59">13419 9773,'50'0,"24"0,26 0,-26-25,-24 25,24 0,-49 25</inkml:trace>
  <inkml:trace contextRef="#ctx0" brushRef="#br0" timeOffset="63635.63">14238 8731,'0'25,"25"25,-1 24,-24 50,0 25,0-99,0 98,0-98,0 74,0-25,0 0,0-74,0 25,0-1,0-49,0-24,0-26,0 0,0-24,0-100,25 125,0-26,0 51,25-1,-1 0,1 25,-1 0,1 0,-25 25,0 24,-1 1,1 0,-25 24,25 0,-25 26,0-26,0-24,0 24,0-49,0 0</inkml:trace>
  <inkml:trace contextRef="#ctx0" brushRef="#br0" timeOffset="63844.65">15106 9922,'25'0,"-25"0</inkml:trace>
  <inkml:trace contextRef="#ctx0" brushRef="#br0" timeOffset="67129.83">16073 7243,'0'25,"25"-25,-25 0,0 25,0 24,25-49,-25 50,0-25,0 49,0 0,0 1,0-50,0 74,0-74,0 74,0-50,0 1,0-50</inkml:trace>
  <inkml:trace contextRef="#ctx0" brushRef="#br0" timeOffset="67601.86">16446 7565,'24'174,"1"-124,25-1,-1-24,26 0,-26-25,-24-25,25 0,-25 0,-25-24,0-26,0 26,-25-1,-50 25,26-24,-26 24,26 25,-1 0,25 25,1 0</inkml:trace>
  <inkml:trace contextRef="#ctx0" brushRef="#br0" timeOffset="68135.89">17462 7491,'-49'99,"24"-74,0 25,0-1,-24-24,24 0,0 0</inkml:trace>
  <inkml:trace contextRef="#ctx0" brushRef="#br0" timeOffset="68394.89">17066 7491,'24'0,"1"0,25 25,-1 24,-24-24,25 50,-1-26,1 26,-25-75,24 49,-49-49,25 25</inkml:trace>
  <inkml:trace contextRef="#ctx0" brushRef="#br0" timeOffset="68614.92">17686 7268,'99'25,"-74"-1,49 26,-24-25,-1 99</inkml:trace>
  <inkml:trace contextRef="#ctx0" brushRef="#br0" timeOffset="68881.92">17909 7739,'-124'74,"50"-74,24 25,25-25,25 0,25 0,0 25,49-25,-24 25,-25-25,49 25,-49-25,24 24,1-24,0-49</inkml:trace>
  <inkml:trace contextRef="#ctx0" brushRef="#br0" timeOffset="69240.95">18182 7615,'0'124,"0"-50,25-49,-1 0,1-25,25 0,-1-25,-24 0,0 25,0-49,-25 24,0-25,0-24,-25 49,25 0,-50 25,-24 0,24 0,26 0</inkml:trace>
  <inkml:trace contextRef="#ctx0" brushRef="#br0" timeOffset="69533.97">18703 7466,'99'0,"-49"0,24 0,-24 0,-26 0</inkml:trace>
  <inkml:trace contextRef="#ctx0" brushRef="#br0" timeOffset="69788.98">18802 7739,'74'0,"-24"0,0 0,-26 0,51 0,24 25</inkml:trace>
  <inkml:trace contextRef="#ctx0" brushRef="#br0" timeOffset="71981.11">19645 7243,'-24'50,"-1"-26,0 1,-25 25,25-25,-24 74,49-50,-50 51,50-51,0 1,0 49,25-49,25 49,-50-74,49 24,-24-49,0 25,25-25,-1-49</inkml:trace>
  <inkml:trace contextRef="#ctx0" brushRef="#br0" timeOffset="72434.14">19869 7516,'24'25,"-24"-1,25 26,-25 0,25-1,0 26,-25-26,49 26,-24-51,0 26,-25-25,0-25,25 0,-25 0,25 0,-25 0,24-50,1 1,0-26,0 26,24-1,-24 0,-25 26,25 24</inkml:trace>
  <inkml:trace contextRef="#ctx0" brushRef="#br0" timeOffset="72818.16">20662 7516,'-25'0,"1"25,-26-1,50 1,50-25,-26 50,26-25,0-1,-25 26,-25 0,0-26,-25 1,0 0,0 0,-25-25,1-75</inkml:trace>
  <inkml:trace contextRef="#ctx0" brushRef="#br0" timeOffset="73041.17">20935 7565,'0'100,"0"-51,25 26,-25-26,0 1,0-50,0 25,-25-50</inkml:trace>
  <inkml:trace contextRef="#ctx0" brushRef="#br0" timeOffset="73234.18">20910 7317,'25'-24,"0"24,0 0</inkml:trace>
  <inkml:trace contextRef="#ctx0" brushRef="#br0" timeOffset="73685.2">21208 7615,'25'149,"-25"-100,0 1,0-25,0 0,0-25,-25-25,25 0,0-25,0 1,25-26,0 26,-1-1,1 1,25 49,-25 0,-1 0,-24 24,0 26,25 0,-25 24,0-24,50 98,-50-123,25 0,24 0</inkml:trace>
  <inkml:trace contextRef="#ctx0" brushRef="#br0" timeOffset="74227.23">22002 7243,'-25'25,"0"49,0 1,1 24,-1 0,25-25,0 26,0-26,49 0,-24-24,25 0,-1-25,1-25,24-50,-24 25,0-49,-1-26,-24 26,-25-100,-50 100,1 24,-1 1,1 24,-1 25,0 0,1 25</inkml:trace>
  <inkml:trace contextRef="#ctx0" brushRef="#br0" timeOffset="74555.25">22027 7615,'0'0,"49"-25,1 0,-25 25,-1 0,1 0,0 0,0 25,0 0,-25 0,24 0,-24-25,25 24</inkml:trace>
  <inkml:trace contextRef="#ctx0" brushRef="#br0" timeOffset="74920.28">22523 7218,'99'0,"-74"0,49 50,-24-1,-1 26,26-1,-26 1,-49-51,25 51,-25-50,25 49,-25 25,-25-24,25-26,-49 1,49-25,-50 24</inkml:trace>
  <inkml:trace contextRef="#ctx0" brushRef="#br0" timeOffset="75332.3">22920 6896,'24'0,"26"0,24 0,-49 0,-25 25,0-25,0 24,0-24,-25 25,1-25,24 25,-25-25,25 25,25-25,49 25,-49-25,24 24,26 1</inkml:trace>
  <inkml:trace contextRef="#ctx0" brushRef="#br0" timeOffset="77275.39">18331 8731,'24'75,"1"-26,0 1,-25 24,25 1,0-1,-1 1,1-1,0-24,-25-1,25-24,0-25,0 0,-1-50,1 1,25-26,-25-49,24 25,-24-25,0 25,-25 99</inkml:trace>
  <inkml:trace contextRef="#ctx0" brushRef="#br0" timeOffset="77527.42">19248 8954,'75'25,"-50"-25,24 0,-24 0,0 0</inkml:trace>
  <inkml:trace contextRef="#ctx0" brushRef="#br0" timeOffset="77765.42">19174 9178,'74'0,"1"0,-50 0,74-25,-74 25,99 0</inkml:trace>
  <inkml:trace contextRef="#ctx0" brushRef="#br0" timeOffset="78042.45">19844 8905,'0'49,"0"51,0-51,25 51,-25 24,24-50,-24-24</inkml:trace>
  <inkml:trace contextRef="#ctx0" brushRef="#br0" timeOffset="78517.48">20191 8905,'0'49,"0"1,-25 49,0 25,1 0,24-74,-25 74,25-74,25 24,-1-24,26-1,-25-49,0 0,-1 0,26-25,0-24,-1-26,-24 51,0-51,-25 50,0-24,-25-1,-25 50,-49 0,50 0,24 0,0 50</inkml:trace>
  <inkml:trace contextRef="#ctx0" brushRef="#br0" timeOffset="78737.5">20613 9599,'24'0,"-24"25,25-25,-25-25</inkml:trace>
  <inkml:trace contextRef="#ctx0" brushRef="#br0" timeOffset="79320.53">20811 8954,'50'-24,"-25"24,24 0,26 24,-51 1,1 0,0 0,-25 0,-25 0,0 24,-24-24,24-25,-25 25,26 0,24-1,0-24,24 25,1-25,50 25,-51 0,51 0,-26-1,51 76,-100-76,0 1,0 0,-25 0,-25 0,25 24,-24-49,24 25,0-25,0-50</inkml:trace>
  <inkml:trace contextRef="#ctx0" brushRef="#br0" timeOffset="79797.56">21456 9054,'50'0,"24"0,-24 25,-1 24,1 1,0-1,-50 1,0 0,0-1,-50 1,25-1,-25 1,1-25,24 0,25-1,-25 26,25-50,25 25,0 0,74-1,-49-24</inkml:trace>
  <inkml:trace contextRef="#ctx0" brushRef="#br0" timeOffset="80040.57">22126 9748,'0'-25</inkml:trace>
  <inkml:trace contextRef="#ctx0" brushRef="#br0" timeOffset="88803.07">16272 9947,'25'24,"-25"1,0-25,0 50,0-25,0 24,0 26,0 24,0-74,-25 49,25-49,0 49,0 1,0-1,0-49,0 49,0-49,0 50,0-26,0 1,0-25,0 24,25-24,-25 25,0-26</inkml:trace>
  <inkml:trace contextRef="#ctx0" brushRef="#br0" timeOffset="89498.11">16371 9947,'124'0,"-74"0,24 24,-24 26,24 25,-49-26,0 26,-25-26,0 26,-25-26,-25 1,1-1,-26-24,1 0,0-25,-1 0,25-25,26 25,48-25,26 25,0 25,-1 0,-24 25,25-26,-1 26,1 0,0-26,-26 26,26-25,-25 0,0-1,-25 1</inkml:trace>
  <inkml:trace contextRef="#ctx0" brushRef="#br0" timeOffset="90009.14">15875 11361,'25'0,"24"0,-24 0,50 0,24-25,0 25,-49 0,49 0,-49 0,49 25,25-25,-50 24,-24-24,49 0,-49 0,24 0,0 25,1-25,-50 0,-1 0,1 0,0 0</inkml:trace>
  <inkml:trace contextRef="#ctx0" brushRef="#br0" timeOffset="91369.22">16470 11658,'25'0,"25"0,-1 0,1 25,0-25,-1 25,-24 24,0-24,0 0,-25 25,0-26,0 1,-25 25,0-25,0-1,0 1,-24 0,24-25,-25 0,-49 0,74 0,-24 0,49 0,-25 0,0 0,25 0,25 0,0 0,0 0,-1 0,1 0,25 0,-25 0,24 0,-24 0,25 0,24 25,-24-25,-26 25,51-1,-50-24,-1 25,1 0,0-25,-25 0,25 25,-25-25,0 0,0 25,0-50,0 25,0 0,0 0,0 0,-25-25</inkml:trace>
  <inkml:trace contextRef="#ctx0" brushRef="#br0" timeOffset="97342.56">17587 11137,'24'0,"-24"0,0 0,25 0,-25 0,25 0,-25 0,25 0,0 0,-1 0,26 0,-50 0,50-25,-26 25,26 0,-25 0,0 0,24 0,-49 0</inkml:trace>
  <inkml:trace contextRef="#ctx0" brushRef="#br0" timeOffset="97749.59">17735 11584,'25'0,"0"25,0-25,0-25,49 25,-49 0,49 0,-49 0,74 0,-74 0,0 0,49 0,-49 0,49 0</inkml:trace>
  <inkml:trace contextRef="#ctx0" brushRef="#br0" timeOffset="98529.63">18926 10616,'-25'25,"25"25,0-25,-25 74,25 0,-24 0,24-49,-25 49,0-49,0 24,0 25,25-24,-24-26,24 26,0-26,24 1,1 0,0-26,0 1,24-25,-49 0,50 0,0-74,-50 24,-25-24</inkml:trace>
  <inkml:trace contextRef="#ctx0" brushRef="#br0" timeOffset="98798.65">18405 11261,'0'0,"0"-24,74 24,1-25,49 0,-25 0,-24 25</inkml:trace>
  <inkml:trace contextRef="#ctx0" brushRef="#br0" timeOffset="99161.67">19645 11137,'0'25,"-24"0,-1 25,-25 24,0 25,1-24,24-1,-25-24,1-50</inkml:trace>
  <inkml:trace contextRef="#ctx0" brushRef="#br0" timeOffset="99445.68">19248 11137,'0'25,"50"0,-25 0,24 24,1 26,24-26,-49-24,25 25,-25-25,0 24,-1 1,1-25</inkml:trace>
  <inkml:trace contextRef="#ctx0" brushRef="#br0" timeOffset="112802.45">20117 10988,'-75'0,"75"25,-49 0,49-25,-25 50,25-26,0 1,25 0,-25 0,74 25,-49-26,49 26,-24-25,-25 0,24-1,-24 1,25 25,-26-25,-24 24,0-24,-49 0,-1-25,1 0,-26 0,1-99,99-25</inkml:trace>
  <inkml:trace contextRef="#ctx0" brushRef="#br0" timeOffset="113038.46">20613 11212,'24'49,"-24"26,25-1,-25 1,25 24,-25-50,0-49</inkml:trace>
  <inkml:trace contextRef="#ctx0" brushRef="#br0" timeOffset="113242.47">20613 10889,'24'0,"-24"-25,50 25,25 25</inkml:trace>
  <inkml:trace contextRef="#ctx0" brushRef="#br0" timeOffset="113779.5">20910 11385,'0'75,"25"-50,-25 49,0-49,0 0,0-25,0-25,25 0,0-25,-25-49,25 25,-1 49,1-49,-25 49,50 0,-25 25,24 0,-49 0,25 25,-25 0,25 24,0 100,-1-75,-24-24,25 0,-25-1,0 1,0-1,25-24,-25-50,0-24,25 24,0-149</inkml:trace>
  <inkml:trace contextRef="#ctx0" brushRef="#br0" timeOffset="114456.54">21654 10889,'0'25,"0"0,0 49,-24 25,-1 1,25-51,0 51,0-51,0 50,-25 1,50-26,-25-24,25 24,-25-49,24 24,26 1,0 0,-25-26,24-24,-49 0,50 0,24-74,-49 49,-25 0,0 1,0-26,0 0,-25-24,0 24,1 26,-1-51,25 50,-50-24,25-1,1 25,24 25,-50 0,50 0,-50 0,25 0,1 25,24-25,-25 25,25-25,0 25</inkml:trace>
  <inkml:trace contextRef="#ctx0" brushRef="#br0" timeOffset="115572.61">22051 11336,'0'0,"0"25,0-1,0 26,0-25,0 0,25 24,0 1,0-25,0-1,-1 1,1-25,0 0,25 0,-1 0,-24 0,0-25,0-24,-1 24,1-25,-25-49,0 74,-25-24,1 24,-1 0,0 0,0 25,0-24,-24 24,24 0,0 24,25-24,-25 0,25 0,0 0,0 25,0-25,-24 0,24 0,0 0,-25 0,25 0,0 0,-25 0,25 0,25-25</inkml:trace>
  <inkml:trace contextRef="#ctx0" brushRef="#br0" timeOffset="118243.76">20092 11088,'25'0,"-1"0,-24 0,25 0,0-25,0 25,-25 25,25-25,-1 0,-24 0,25 24,-25-24,25 0,0 0,-25 0,49 0,-24 0,0 0,0 0,0 0,24 0,-24 25,25-25,-26 0,26 0,-25 0,25 0,-1 0,1 0,-25 0,24 0,-24 0,25 0,-26 0,1 0,0 0,0 0,0 0,24 0,-24 25,-25-25,0 0,0 25,0-25,-25 25</inkml:trace>
  <inkml:trace contextRef="#ctx0" brushRef="#br0" timeOffset="118691.78">20067 11410,'50'0,"-1"-25,50 50,50 0,74 49,-74-24,-25-25,75 49,-75-49,-124 0</inkml:trace>
  <inkml:trace contextRef="#ctx0" brushRef="#br0" timeOffset="118962.8">20365 11633,'-25'0,"50"0,24 0,50-24,-24 48,99 1,-26 25,1 24,-99-49,99 25,-100-1,100 26</inkml:trace>
  <inkml:trace contextRef="#ctx0" brushRef="#br0" timeOffset="119511.83">20042 10195,'-74'49,"24"26,25-1,1 1,-1-1,50 0,-1 1,26-26,0 1,98-100</inkml:trace>
  <inkml:trace contextRef="#ctx0" brushRef="#br0" timeOffset="119875.85">20365 10443,'-25'49,"0"26,25-26,25 26,24-50,1-1,0-24,24-24,-24-26,-1 0,-24-24,0 24,-50-24,-25 24,1 26,-50 24,49 0,50 0,-25-25</inkml:trace>
  <inkml:trace contextRef="#ctx0" brushRef="#br0" timeOffset="120213.87">21208 10145,'-50'0,"26"25,-51 0,50 49,25-24,25-25,0 49,0-24,49 24,-24-24,-50-1,0-24,0 0,-25 0,0-25,-49 24,24-24,1-24</inkml:trace>
  <inkml:trace contextRef="#ctx0" brushRef="#br0" timeOffset="120396.88">21406 10666,'-24'50,"24"-50</inkml:trace>
  <inkml:trace contextRef="#ctx0" brushRef="#br0" timeOffset="121548.95">18728 12030,'49'0,"26"0,-26 0,26 0,-51 0,51 0,-50 0,-25 0,-25-25,-50 1,51-1,-26 25,0-25,1 25,49 0,0 25,0-25,74 0,1 0,98 0,-148 0,25 0,-50 0,24 0</inkml:trace>
  <inkml:trace contextRef="#ctx0" brushRef="#br0" timeOffset="125568.18">12154 12551,'0'0,"0"0,25 0,-25 0,25 0,0 25,-25-25,25 25,-1-25,-24 25,25-25,0 24,0 1,24 0,-49 0,25 0,0-1,0 1,-25 0,25 0,-25 0,0-1,0 1,0 0,-25 0,25 0,-25-1,0 1,0-25,1 25,-51 0,26 0,-1-25,0 0,-24 0,24-25,25 25,25 0,0-25,25 25,0-25,49 25,-49 0,25 25,49-25,-49 25,49-25,-49 0,24 0,-24 0,-26 0,26-25</inkml:trace>
  <inkml:trace contextRef="#ctx0" brushRef="#br0" timeOffset="125869.19">12129 12254,'100'0,"-1"-25</inkml:trace>
  <inkml:trace contextRef="#ctx0" brushRef="#br0" timeOffset="126169.21">12204 11832,'25'25,"0"-1,-25 51,24-26,-24 26,50 74</inkml:trace>
  <inkml:trace contextRef="#ctx0" brushRef="#br0" timeOffset="126886.25">13097 12650,'-25'-49,"25"24,-50 25,26 0,-26 0,50 25,-50 24,26 1,24 24,0 1,0-1,24-74,26 50,-25-50,0 0,24-25,1 0,-50 25,25-25,-1 1,-24 24,0 74,25-24,-25-1,0 26,25-51,-25 76,0-26,0 1,0-26,-25 1,0-1,-24-24,-1 0,-49-124</inkml:trace>
  <inkml:trace contextRef="#ctx0" brushRef="#br0" timeOffset="127332.28">13593 12080,'0'74,"25"1,-50-1,0 50,0 0,25 25,-24-50,24 0,0-24,0-1,24-24,26-25,-25-25,24 0,1-25,-25 0</inkml:trace>
  <inkml:trace contextRef="#ctx0" brushRef="#br0" timeOffset="127576.29">13271 12675,'99'0,"-25"-25,25 1,-24-1</inkml:trace>
  <inkml:trace contextRef="#ctx0" brushRef="#br0" timeOffset="128003.32">13841 12005,'74'-74,"1"49,-26 25,1 25,-25 0,0 0,-25-1,0-24,0 25,-25 0,0-25,-25 25,1 0,24-1,25-24,0 25,25-25,24 25,1-25,24 25,-49-25</inkml:trace>
  <inkml:trace contextRef="#ctx0" brushRef="#br0" timeOffset="128295.33">14585 12502,'50'0,"-50"0,49 0,-24 0,25 0,-1 24,1-24,-25 25</inkml:trace>
  <inkml:trace contextRef="#ctx0" brushRef="#br0" timeOffset="128562.35">14560 12849,'124'0,"-49"0,-1-25,1 25,-1 0,25 0</inkml:trace>
  <inkml:trace contextRef="#ctx0" brushRef="#br0" timeOffset="128948.37">15329 12254,'0'49,"0"50,0 1,0-51,0 100,0-25,0-25,0-24,25 49,-25-100,0 51,25-75</inkml:trace>
  <inkml:trace contextRef="#ctx0" brushRef="#br0" timeOffset="129396.4">15627 12799,'0'25,"25"0,-25 49,25 1,-1-26,-24-49,50 25,-25 0,24 0,1-25,0 0,-26-25,26 0,-25 0,24-24,-24-26,0 26,-25 24,-25-25,25 1,-49-26,-26 50,-148 1,173 24,-49 24,50-24,-51 25</inkml:trace>
  <inkml:trace contextRef="#ctx0" brushRef="#br0" timeOffset="129948.43">13568 15131,'0'74,"0"-24,25-1</inkml:trace>
  <inkml:trace contextRef="#ctx0" brushRef="#br0" timeOffset="130485.46">13717 14287,'0'174,"-25"-75,0 50,1-25,24 25,0 25,0-50,0-75,24 51,1-51,25 26,-25-26,24 1,-49-50,50 0,-25 0</inkml:trace>
  <inkml:trace contextRef="#ctx0" brushRef="#br0" timeOffset="130821.48">13246 14858,'49'-25,"26"0,24 25,-49 0,49 0,-50-24,51 24,48 24</inkml:trace>
  <inkml:trace contextRef="#ctx0" brushRef="#br0" timeOffset="131078.49">14263 14660,'74'0,"-24"0,-1-25,51 0,-26 0,-24 25</inkml:trace>
  <inkml:trace contextRef="#ctx0" brushRef="#br0" timeOffset="131375.51">14511 15106,'74'-25,"25"0,-24 25,-26-24,51 24</inkml:trace>
  <inkml:trace contextRef="#ctx0" brushRef="#br0" timeOffset="132111.54">15032 15056,'24'25,"1"25,0-1,25 1,-1 49,1 1,-25-1,24-25,-24-24,0-25,0-25,0 0,-1-25,-24 0,25-49,-25-26,0 1,0-25,0 25,-25-149,1 149,-26-1,0 26,1 0,24 49,25 25,0-25,25 25,-1-25,26 25,49-25,-49 25,49 0,-24 0,24 0,25 0,-25 25,-49-25,24 25,-49-25,49 0,-49 0</inkml:trace>
  <inkml:trace contextRef="#ctx0" brushRef="#br0" timeOffset="132737.59">15751 14932,'25'-24,"0"24,24-25,26 25,-26 0,-24 0,25 49,-26-24,1 50,-25-1,0 0,0-24,-25 0,-24 24,24-49,-25 25,1-26,-1 1,25-25,1 25,24-25,24 0,26 0,0 25,24-25,-24 25,24-25,0 24,-49-24,25 0,-25 0,-1-24,26-51</inkml:trace>
  <inkml:trace contextRef="#ctx0" brushRef="#br0" timeOffset="136742.81">17909 13395,'0'0,"25"24,0 26,-25 24,24-49,1 25,-25-25,25 24,25 26,-26-1,1-24,0-1,0-24,24 49,1-24,-25 0,0-26,-1 1,-24 0,25-25,-25-50,0 1,0-26,0-24,-25-25,25 0,0 25,-24-25,24 25,0 0,-25-1,25 1,25 49,-1-24,1 24,25 26,24-1,-24 0,49 0,124 25,-123 0,-1 0,-25 25,25-25,-24 25,-26-25,-24 0</inkml:trace>
  <inkml:trace contextRef="#ctx0" brushRef="#br0" timeOffset="137311.84">18604 13320,'24'0,"26"0,0 25,24-25,25 25,-49-25,24 49,-49-24,25 25,-26-1,-24 1,0-25,0 24,-24 1,-1 0,-50-1,26 1,-1-25,25 24,1-24,-1 0,25 0,0-25,25 24,24-24,1 0,24 0,25-49,1 24,-51 25,125-74</inkml:trace>
  <inkml:trace contextRef="#ctx0" brushRef="#br0" timeOffset="137638.87">20290 13593,'25'0,"-50"25,0 24,1 1,-26 0,25 24,-24 0,24-24,0 0,25-50,-25 0,25-75</inkml:trace>
  <inkml:trace contextRef="#ctx0" brushRef="#br0" timeOffset="137931.87">19869 13618,'74'99,"-49"-49,49 24,1 25,-1-24,-24-1,-1 0,-24-24,25 24,-26-49,-24-50</inkml:trace>
  <inkml:trace contextRef="#ctx0" brushRef="#br0" timeOffset="138282.9">20687 13469,'75'149,"-75"-100,24 26,1 24,-25 25,0-74,25 49,-25-25,25-24,-25-1</inkml:trace>
  <inkml:trace contextRef="#ctx0" brushRef="#br0" timeOffset="138799.93">21183 13494,'0'74,"-25"1,-24 49,24 0,0 0,25-25,25-25,-25 1,50-26,-26 1,26-50,-25 0,0-25,24 0,-24-49,-25-1,0 1,-25 24,-24 1,-51 24,76 25,-26 25,50-25</inkml:trace>
  <inkml:trace contextRef="#ctx0" brushRef="#br0" timeOffset="139014.94">21704 14362,'0'0,"50"-25</inkml:trace>
  <inkml:trace contextRef="#ctx0" brushRef="#br0" timeOffset="139679.97">21828 13494,'75'25,"-51"-25,51 49,-26-24,1 49,0 1,-26-1,1-24,-25-1,0-49,0 25,-25 0,1-25,-1 0,0 0,25-25,-25 25,50 0,0 0,0 0,24 50,-49-25,124 99,-99-50,25 0,-50-24,0 25,0-51,0 51,-25-1,0-49,0-25,-24 25,24-25,-25-25,1 0</inkml:trace>
  <inkml:trace contextRef="#ctx0" brushRef="#br0" timeOffset="140102.01">22696 13742,'50'25,"0"-1,-1 1,1 25,-1-1,-24 1,-25 24,25 1,-50-1,0-24,1 49,-26-24,0 24,1 0,49-25,99 75</inkml:trace>
  <inkml:trace contextRef="#ctx0" brushRef="#br0" timeOffset="143359.19">18207 15230,'24'0,"-24"0,50 0,-25 0,24-25,26 25,-1 0,1 0,-26 0,1 0,0 25,-50 0</inkml:trace>
  <inkml:trace contextRef="#ctx0" brushRef="#br0" timeOffset="143740.22">18132 15726,'50'25,"-50"-25,49 0,26 25,-26-25,1 25,24-25,-49 24</inkml:trace>
  <inkml:trace contextRef="#ctx0" brushRef="#br0" timeOffset="145950.34">19199 15032,'0'74,"0"-24,0-26,25 51,-25-26,0 51,24-75,-24 24,0 75,25-74,-25 99,0-100,25 50,-25-49,0-25,0 24,0-24,25-25</inkml:trace>
  <inkml:trace contextRef="#ctx0" brushRef="#br0" timeOffset="146342.37">19720 15230,'25'149,"-1"-99,-24-26,0 76,0-51,0 26,25-26,-25 50,0-49,0 49,0-24,0-26,0 1,50-25</inkml:trace>
  <inkml:trace contextRef="#ctx0" brushRef="#br0" timeOffset="146658.37">20092 16173,'25'24,"-25"-24,24 25,-24 0,0-25,25 25</inkml:trace>
  <inkml:trace contextRef="#ctx0" brushRef="#br0" timeOffset="155677.9">20241 15453,'0'0,"0"25,0-25,0 0,0 25,0-25,0 25,0-25,0 25,0-1,0 1,0 0,0 0,24 0,-24-1,0 26,25-25,0-25,-25 25,25-1,0 1,-1-25,1 25,0-25,0 25,0-25,-25 25,24-1,1-24,0 25,-25-25,25 25,-25 0,0 0,0-1,0-24,-25 50,25-50,-25 25,0 24,1-49,-1 25,0-25,0 25,25-25,0 0,-25-50</inkml:trace>
  <inkml:trace contextRef="#ctx0" brushRef="#br0" timeOffset="155956.91">20389 15627,'0'0,"50"25,-50-25,50 25,-26-25,26 0,0 0,-26 0,26-25,0 25,-1 0,1-25</inkml:trace>
  <inkml:trace contextRef="#ctx0" brushRef="#br0" timeOffset="162940.31">3994 3200,'24'-25,"1"25,0 0,0 0</inkml:trace>
  <inkml:trace contextRef="#ctx0" brushRef="#br0" timeOffset="163115.31">4341 3150,'25'0,"24"0,1 0,24 0,-24-25</inkml:trace>
  <inkml:trace contextRef="#ctx0" brushRef="#br0" timeOffset="163982.37">8086 3175,'224'0,"-76"0,1 0,-50 0,199 0,-248 0,123 0,-24 0,-74 0,98-25,199-24,-347 49,149-50,24 25</inkml:trace>
  <inkml:trace contextRef="#ctx0" brushRef="#br0" timeOffset="164085.37">10666 2952,'446'-25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49F861-51A0-1D10-F2E5-11B21164B6E3}"/>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37127EA0-99B8-F522-28C9-2FDA29259264}"/>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920D6438-AAD3-B441-9E2E-CD03113F244A}" type="datetimeFigureOut">
              <a:rPr lang="en-US"/>
              <a:pPr>
                <a:defRPr/>
              </a:pPr>
              <a:t>8/27/25</a:t>
            </a:fld>
            <a:endParaRPr lang="en-US"/>
          </a:p>
        </p:txBody>
      </p:sp>
      <p:sp>
        <p:nvSpPr>
          <p:cNvPr id="4" name="Slide Image Placeholder 3">
            <a:extLst>
              <a:ext uri="{FF2B5EF4-FFF2-40B4-BE49-F238E27FC236}">
                <a16:creationId xmlns:a16="http://schemas.microsoft.com/office/drawing/2014/main" id="{EA8EA59F-F173-E882-774F-9D86F8A402C6}"/>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F8193312-6D1C-299F-1EEC-27DE3B1D1FBD}"/>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8873AC5B-D09C-A81E-8CA9-FCDA6A0E637D}"/>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19C3F978-2D2F-842B-9FDE-76AC1D528320}"/>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5EC2A1BA-8CB2-7B43-8451-886DA037E43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defRPr sz="2000">
                <a:solidFill>
                  <a:schemeClr val="tx1"/>
                </a:solidFill>
                <a:latin typeface="Courier New" pitchFamily="49" charset="0"/>
              </a:defRPr>
            </a:lvl1pPr>
            <a:lvl2pPr marL="742950" indent="-285750" eaLnBrk="0" hangingPunct="0">
              <a:defRPr sz="2000">
                <a:solidFill>
                  <a:schemeClr val="tx1"/>
                </a:solidFill>
                <a:latin typeface="Courier New" pitchFamily="49" charset="0"/>
              </a:defRPr>
            </a:lvl2pPr>
            <a:lvl3pPr marL="1143000" indent="-228600" eaLnBrk="0" hangingPunct="0">
              <a:defRPr sz="2000">
                <a:solidFill>
                  <a:schemeClr val="tx1"/>
                </a:solidFill>
                <a:latin typeface="Courier New" pitchFamily="49" charset="0"/>
              </a:defRPr>
            </a:lvl3pPr>
            <a:lvl4pPr marL="1600200" indent="-228600" eaLnBrk="0" hangingPunct="0">
              <a:defRPr sz="2000">
                <a:solidFill>
                  <a:schemeClr val="tx1"/>
                </a:solidFill>
                <a:latin typeface="Courier New" pitchFamily="49" charset="0"/>
              </a:defRPr>
            </a:lvl4pPr>
            <a:lvl5pPr marL="2057400" indent="-228600" eaLnBrk="0" hangingPunct="0">
              <a:defRPr sz="2000">
                <a:solidFill>
                  <a:schemeClr val="tx1"/>
                </a:solidFill>
                <a:latin typeface="Courier New" pitchFamily="49" charset="0"/>
              </a:defRPr>
            </a:lvl5pPr>
            <a:lvl6pPr marL="2514600" indent="-228600" eaLnBrk="0" fontAlgn="base" hangingPunct="0">
              <a:spcBef>
                <a:spcPct val="0"/>
              </a:spcBef>
              <a:spcAft>
                <a:spcPct val="0"/>
              </a:spcAft>
              <a:defRPr sz="2000">
                <a:solidFill>
                  <a:schemeClr val="tx1"/>
                </a:solidFill>
                <a:latin typeface="Courier New" pitchFamily="49" charset="0"/>
              </a:defRPr>
            </a:lvl6pPr>
            <a:lvl7pPr marL="2971800" indent="-228600" eaLnBrk="0" fontAlgn="base" hangingPunct="0">
              <a:spcBef>
                <a:spcPct val="0"/>
              </a:spcBef>
              <a:spcAft>
                <a:spcPct val="0"/>
              </a:spcAft>
              <a:defRPr sz="2000">
                <a:solidFill>
                  <a:schemeClr val="tx1"/>
                </a:solidFill>
                <a:latin typeface="Courier New" pitchFamily="49" charset="0"/>
              </a:defRPr>
            </a:lvl7pPr>
            <a:lvl8pPr marL="3429000" indent="-228600" eaLnBrk="0" fontAlgn="base" hangingPunct="0">
              <a:spcBef>
                <a:spcPct val="0"/>
              </a:spcBef>
              <a:spcAft>
                <a:spcPct val="0"/>
              </a:spcAft>
              <a:defRPr sz="2000">
                <a:solidFill>
                  <a:schemeClr val="tx1"/>
                </a:solidFill>
                <a:latin typeface="Courier New" pitchFamily="49" charset="0"/>
              </a:defRPr>
            </a:lvl8pPr>
            <a:lvl9pPr marL="3886200" indent="-228600" eaLnBrk="0" fontAlgn="base" hangingPunct="0">
              <a:spcBef>
                <a:spcPct val="0"/>
              </a:spcBef>
              <a:spcAft>
                <a:spcPct val="0"/>
              </a:spcAft>
              <a:defRPr sz="2000">
                <a:solidFill>
                  <a:schemeClr val="tx1"/>
                </a:solidFill>
                <a:latin typeface="Courier New" pitchFamily="49" charset="0"/>
              </a:defRPr>
            </a:lvl9pPr>
          </a:lstStyle>
          <a:p>
            <a:pPr eaLnBrk="1" hangingPunct="1"/>
            <a:fld id="{1C9CE1B8-25B7-44E7-9B6C-1491B1A2BF88}" type="slidenum">
              <a:rPr lang="en-US" altLang="en-US" sz="1200">
                <a:latin typeface="Arial" charset="0"/>
              </a:rPr>
              <a:pPr eaLnBrk="1" hangingPunct="1"/>
              <a:t>2</a:t>
            </a:fld>
            <a:endParaRPr lang="en-US" altLang="en-US" sz="1200">
              <a:latin typeface="Arial"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r>
              <a:rPr lang="en-US" altLang="en-US"/>
              <a:t>© 2006 By Timothy K. Lund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3</a:t>
            </a:fld>
            <a:endParaRPr sz="1200" b="0" i="0" u="none" strike="noStrike" cap="none">
              <a:solidFill>
                <a:schemeClr val="dk1"/>
              </a:solidFill>
              <a:latin typeface="Arial"/>
              <a:ea typeface="Arial"/>
              <a:cs typeface="Arial"/>
              <a:sym typeface="Arial"/>
            </a:endParaRPr>
          </a:p>
        </p:txBody>
      </p:sp>
      <p:sp>
        <p:nvSpPr>
          <p:cNvPr id="93" name="Google Shape;9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 name="Google Shape;94;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 2006 By Timothy K. Lund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4</a:t>
            </a:fld>
            <a:endParaRPr sz="1200" b="0" i="0" u="none" strike="noStrike" cap="none">
              <a:solidFill>
                <a:schemeClr val="dk1"/>
              </a:solidFill>
              <a:latin typeface="Arial"/>
              <a:ea typeface="Arial"/>
              <a:cs typeface="Arial"/>
              <a:sym typeface="Arial"/>
            </a:endParaRPr>
          </a:p>
        </p:txBody>
      </p:sp>
      <p:sp>
        <p:nvSpPr>
          <p:cNvPr id="100" name="Google Shape;100;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1" name="Google Shape;101;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 2006 By Timothy K. Lund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4:notes"/>
          <p:cNvSpPr txBox="1"/>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u="none">
                <a:solidFill>
                  <a:schemeClr val="dk1"/>
                </a:solidFill>
                <a:latin typeface="Arial"/>
                <a:ea typeface="Arial"/>
                <a:cs typeface="Arial"/>
                <a:sym typeface="Arial"/>
              </a:rPr>
              <a:t>5</a:t>
            </a:fld>
            <a:endParaRPr sz="1200" b="0" u="none">
              <a:solidFill>
                <a:schemeClr val="dk1"/>
              </a:solidFill>
              <a:latin typeface="Arial"/>
              <a:ea typeface="Arial"/>
              <a:cs typeface="Arial"/>
              <a:sym typeface="Arial"/>
            </a:endParaRPr>
          </a:p>
        </p:txBody>
      </p:sp>
      <p:sp>
        <p:nvSpPr>
          <p:cNvPr id="107" name="Google Shape;10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 name="Google Shape;108;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 2006 By Timothy K. Lund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Arial"/>
                <a:ea typeface="Arial"/>
                <a:cs typeface="Arial"/>
                <a:sym typeface="Arial"/>
              </a:rPr>
              <a:t>6</a:t>
            </a:fld>
            <a:endParaRPr sz="1200">
              <a:solidFill>
                <a:schemeClr val="dk1"/>
              </a:solidFill>
              <a:latin typeface="Arial"/>
              <a:ea typeface="Arial"/>
              <a:cs typeface="Arial"/>
              <a:sym typeface="Arial"/>
            </a:endParaRPr>
          </a:p>
        </p:txBody>
      </p:sp>
      <p:sp>
        <p:nvSpPr>
          <p:cNvPr id="114" name="Google Shape;11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 name="Google Shape;115;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 2006 By Timothy K. Lund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a:extLst>
              <a:ext uri="{FF2B5EF4-FFF2-40B4-BE49-F238E27FC236}">
                <a16:creationId xmlns:a16="http://schemas.microsoft.com/office/drawing/2014/main" id="{583DE4EC-B373-1DF1-0523-6DDD0FC981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0" name="Notes Placeholder 2">
            <a:extLst>
              <a:ext uri="{FF2B5EF4-FFF2-40B4-BE49-F238E27FC236}">
                <a16:creationId xmlns:a16="http://schemas.microsoft.com/office/drawing/2014/main" id="{948CB31B-764B-8DA6-4653-DA03F6E760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2771" name="Slide Number Placeholder 3">
            <a:extLst>
              <a:ext uri="{FF2B5EF4-FFF2-40B4-BE49-F238E27FC236}">
                <a16:creationId xmlns:a16="http://schemas.microsoft.com/office/drawing/2014/main" id="{A3CB30A5-D5C1-C371-49B4-52364220C9A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00926A4-7CE8-6D47-B312-EED6A68C3F86}" type="slidenum">
              <a:rPr lang="en-US" altLang="en-US"/>
              <a:pPr>
                <a:spcBef>
                  <a:spcPct val="0"/>
                </a:spcBef>
              </a:pPr>
              <a:t>23</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a:extLst>
              <a:ext uri="{FF2B5EF4-FFF2-40B4-BE49-F238E27FC236}">
                <a16:creationId xmlns:a16="http://schemas.microsoft.com/office/drawing/2014/main" id="{5612BCA5-7B79-CE2B-685F-E107CE416B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8" name="Notes Placeholder 2">
            <a:extLst>
              <a:ext uri="{FF2B5EF4-FFF2-40B4-BE49-F238E27FC236}">
                <a16:creationId xmlns:a16="http://schemas.microsoft.com/office/drawing/2014/main" id="{B1CFE475-E78B-10E9-B6F0-197B3D80359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0179" name="Slide Number Placeholder 3">
            <a:extLst>
              <a:ext uri="{FF2B5EF4-FFF2-40B4-BE49-F238E27FC236}">
                <a16:creationId xmlns:a16="http://schemas.microsoft.com/office/drawing/2014/main" id="{3DC925C2-E898-94A7-7502-ACA647459BB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54EF7F4-0A4A-294C-9E1E-A7393B0DC4C3}" type="slidenum">
              <a:rPr lang="en-US" altLang="en-US"/>
              <a:pPr>
                <a:spcBef>
                  <a:spcPct val="0"/>
                </a:spcBef>
              </a:pPr>
              <a:t>40</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Straight Connector 1">
            <a:extLst>
              <a:ext uri="{FF2B5EF4-FFF2-40B4-BE49-F238E27FC236}">
                <a16:creationId xmlns:a16="http://schemas.microsoft.com/office/drawing/2014/main" id="{8A5BF72A-7FDF-8D2F-C3E4-F4FB28ABCE25}"/>
              </a:ext>
            </a:extLst>
          </p:cNvPr>
          <p:cNvSpPr>
            <a:spLocks noChangeShapeType="1"/>
          </p:cNvSpPr>
          <p:nvPr/>
        </p:nvSpPr>
        <p:spPr bwMode="auto">
          <a:xfrm>
            <a:off x="514350" y="5349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29" name="Title 28"/>
          <p:cNvSpPr>
            <a:spLocks noGrp="1"/>
          </p:cNvSpPr>
          <p:nvPr>
            <p:ph type="ctrTitle"/>
          </p:nvPr>
        </p:nvSpPr>
        <p:spPr>
          <a:xfrm>
            <a:off x="381000" y="4853411"/>
            <a:ext cx="8458200" cy="1222375"/>
          </a:xfrm>
        </p:spPr>
        <p:txBody>
          <a:bodyPr anchor="t"/>
          <a:lstStyle/>
          <a:p>
            <a:r>
              <a:rPr lang="en-US"/>
              <a:t>Click to edit Master title style</a:t>
            </a:r>
          </a:p>
        </p:txBody>
      </p:sp>
      <p:sp>
        <p:nvSpPr>
          <p:cNvPr id="9" name="Subtitle 8"/>
          <p:cNvSpPr>
            <a:spLocks noGrp="1"/>
          </p:cNvSpPr>
          <p:nvPr>
            <p:ph type="subTitle" idx="1"/>
          </p:nvPr>
        </p:nvSpPr>
        <p:spPr>
          <a:xfrm>
            <a:off x="381000" y="3886200"/>
            <a:ext cx="8458200" cy="914400"/>
          </a:xfrm>
        </p:spPr>
        <p:txBody>
          <a:bodyPr anchor="b"/>
          <a:lstStyle>
            <a:lvl1pPr marL="0" indent="0" algn="l">
              <a:buNone/>
              <a:defRPr sz="2400">
                <a:solidFill>
                  <a:schemeClr val="tx2">
                    <a:shade val="7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3" name="Date Placeholder 15">
            <a:extLst>
              <a:ext uri="{FF2B5EF4-FFF2-40B4-BE49-F238E27FC236}">
                <a16:creationId xmlns:a16="http://schemas.microsoft.com/office/drawing/2014/main" id="{38C7E97D-0EA7-A7AA-FAFB-ED88C79A4781}"/>
              </a:ext>
            </a:extLst>
          </p:cNvPr>
          <p:cNvSpPr>
            <a:spLocks noGrp="1"/>
          </p:cNvSpPr>
          <p:nvPr>
            <p:ph type="dt" sz="half" idx="10"/>
          </p:nvPr>
        </p:nvSpPr>
        <p:spPr/>
        <p:txBody>
          <a:bodyPr/>
          <a:lstStyle>
            <a:lvl1pPr>
              <a:defRPr/>
            </a:lvl1pPr>
          </a:lstStyle>
          <a:p>
            <a:pPr>
              <a:defRPr/>
            </a:pPr>
            <a:fld id="{2BE6E236-431F-814C-8B87-DF97AA2734ED}" type="datetimeFigureOut">
              <a:rPr lang="en-US"/>
              <a:pPr>
                <a:defRPr/>
              </a:pPr>
              <a:t>8/27/25</a:t>
            </a:fld>
            <a:endParaRPr lang="en-US"/>
          </a:p>
        </p:txBody>
      </p:sp>
      <p:sp>
        <p:nvSpPr>
          <p:cNvPr id="4" name="Footer Placeholder 1">
            <a:extLst>
              <a:ext uri="{FF2B5EF4-FFF2-40B4-BE49-F238E27FC236}">
                <a16:creationId xmlns:a16="http://schemas.microsoft.com/office/drawing/2014/main" id="{D53E0BE4-B37F-C27B-E0E4-C485155BE0E0}"/>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14">
            <a:extLst>
              <a:ext uri="{FF2B5EF4-FFF2-40B4-BE49-F238E27FC236}">
                <a16:creationId xmlns:a16="http://schemas.microsoft.com/office/drawing/2014/main" id="{544CC685-2DCB-774E-0C76-B95587A78EF1}"/>
              </a:ext>
            </a:extLst>
          </p:cNvPr>
          <p:cNvSpPr>
            <a:spLocks noGrp="1"/>
          </p:cNvSpPr>
          <p:nvPr>
            <p:ph type="sldNum" sz="quarter" idx="12"/>
          </p:nvPr>
        </p:nvSpPr>
        <p:spPr>
          <a:xfrm>
            <a:off x="8229600" y="6473825"/>
            <a:ext cx="758825" cy="247650"/>
          </a:xfrm>
        </p:spPr>
        <p:txBody>
          <a:bodyPr/>
          <a:lstStyle>
            <a:lvl1pPr>
              <a:defRPr smtClean="0"/>
            </a:lvl1pPr>
          </a:lstStyle>
          <a:p>
            <a:pPr>
              <a:defRPr/>
            </a:pPr>
            <a:fld id="{5C276EE8-5C2C-FC4F-BF3B-C528241E9874}" type="slidenum">
              <a:rPr lang="en-US" altLang="en-US"/>
              <a:pPr>
                <a:defRPr/>
              </a:pPr>
              <a:t>‹#›</a:t>
            </a:fld>
            <a:endParaRPr lang="en-US" altLang="en-US"/>
          </a:p>
        </p:txBody>
      </p:sp>
    </p:spTree>
    <p:extLst>
      <p:ext uri="{BB962C8B-B14F-4D97-AF65-F5344CB8AC3E}">
        <p14:creationId xmlns:p14="http://schemas.microsoft.com/office/powerpoint/2010/main" val="727267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lang="en-US"/>
              <a:t>Click to edit Master title style</a:t>
            </a:r>
          </a:p>
        </p:txBody>
      </p:sp>
      <p:sp>
        <p:nvSpPr>
          <p:cNvPr id="27" name="Content Placeholder 26"/>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24">
            <a:extLst>
              <a:ext uri="{FF2B5EF4-FFF2-40B4-BE49-F238E27FC236}">
                <a16:creationId xmlns:a16="http://schemas.microsoft.com/office/drawing/2014/main" id="{2A66F1EC-1E1E-9E0B-65D1-501751D17349}"/>
              </a:ext>
            </a:extLst>
          </p:cNvPr>
          <p:cNvSpPr>
            <a:spLocks noGrp="1"/>
          </p:cNvSpPr>
          <p:nvPr>
            <p:ph type="dt" sz="half" idx="10"/>
          </p:nvPr>
        </p:nvSpPr>
        <p:spPr/>
        <p:txBody>
          <a:bodyPr/>
          <a:lstStyle>
            <a:lvl1pPr>
              <a:defRPr/>
            </a:lvl1pPr>
          </a:lstStyle>
          <a:p>
            <a:pPr>
              <a:defRPr/>
            </a:pPr>
            <a:fld id="{EE0BBDD9-6630-4C48-B5E0-303AA43DD7F6}" type="datetimeFigureOut">
              <a:rPr lang="en-US"/>
              <a:pPr>
                <a:defRPr/>
              </a:pPr>
              <a:t>8/27/25</a:t>
            </a:fld>
            <a:endParaRPr lang="en-US"/>
          </a:p>
        </p:txBody>
      </p:sp>
      <p:sp>
        <p:nvSpPr>
          <p:cNvPr id="3" name="Footer Placeholder 18">
            <a:extLst>
              <a:ext uri="{FF2B5EF4-FFF2-40B4-BE49-F238E27FC236}">
                <a16:creationId xmlns:a16="http://schemas.microsoft.com/office/drawing/2014/main" id="{D61D17C5-B5EC-8F93-6989-C0CE7F7751CB}"/>
              </a:ext>
            </a:extLst>
          </p:cNvPr>
          <p:cNvSpPr>
            <a:spLocks noGrp="1"/>
          </p:cNvSpPr>
          <p:nvPr>
            <p:ph type="ftr" sz="quarter" idx="11"/>
          </p:nvPr>
        </p:nvSpPr>
        <p:spPr>
          <a:xfrm>
            <a:off x="3581400" y="76200"/>
            <a:ext cx="2895600" cy="288925"/>
          </a:xfrm>
        </p:spPr>
        <p:txBody>
          <a:bodyPr/>
          <a:lstStyle>
            <a:lvl1pPr>
              <a:defRPr/>
            </a:lvl1pPr>
          </a:lstStyle>
          <a:p>
            <a:pPr>
              <a:defRPr/>
            </a:pPr>
            <a:endParaRPr lang="en-US"/>
          </a:p>
        </p:txBody>
      </p:sp>
      <p:sp>
        <p:nvSpPr>
          <p:cNvPr id="4" name="Slide Number Placeholder 15">
            <a:extLst>
              <a:ext uri="{FF2B5EF4-FFF2-40B4-BE49-F238E27FC236}">
                <a16:creationId xmlns:a16="http://schemas.microsoft.com/office/drawing/2014/main" id="{EF4723E6-CBF1-034B-D916-F04E434DD919}"/>
              </a:ext>
            </a:extLst>
          </p:cNvPr>
          <p:cNvSpPr>
            <a:spLocks noGrp="1"/>
          </p:cNvSpPr>
          <p:nvPr>
            <p:ph type="sldNum" sz="quarter" idx="12"/>
          </p:nvPr>
        </p:nvSpPr>
        <p:spPr>
          <a:xfrm>
            <a:off x="8229600" y="6473825"/>
            <a:ext cx="758825" cy="247650"/>
          </a:xfrm>
        </p:spPr>
        <p:txBody>
          <a:bodyPr/>
          <a:lstStyle>
            <a:lvl1pPr>
              <a:defRPr smtClean="0"/>
            </a:lvl1pPr>
          </a:lstStyle>
          <a:p>
            <a:pPr>
              <a:defRPr/>
            </a:pPr>
            <a:fld id="{9F35DEEE-59A3-CA43-B73D-BAAB2ACE4DE0}" type="slidenum">
              <a:rPr lang="en-US" altLang="en-US"/>
              <a:pPr>
                <a:defRPr/>
              </a:pPr>
              <a:t>‹#›</a:t>
            </a:fld>
            <a:endParaRPr lang="en-US" altLang="en-US"/>
          </a:p>
        </p:txBody>
      </p:sp>
    </p:spTree>
    <p:extLst>
      <p:ext uri="{BB962C8B-B14F-4D97-AF65-F5344CB8AC3E}">
        <p14:creationId xmlns:p14="http://schemas.microsoft.com/office/powerpoint/2010/main" val="1316371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Straight Connector 1">
            <a:extLst>
              <a:ext uri="{FF2B5EF4-FFF2-40B4-BE49-F238E27FC236}">
                <a16:creationId xmlns:a16="http://schemas.microsoft.com/office/drawing/2014/main" id="{621581CC-95AF-0A79-795D-9AFF94212943}"/>
              </a:ext>
            </a:extLst>
          </p:cNvPr>
          <p:cNvSpPr>
            <a:spLocks noChangeShapeType="1"/>
          </p:cNvSpPr>
          <p:nvPr/>
        </p:nvSpPr>
        <p:spPr bwMode="auto">
          <a:xfrm>
            <a:off x="514350" y="3444902"/>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6" name="Text Placeholder 5"/>
          <p:cNvSpPr>
            <a:spLocks noGrp="1"/>
          </p:cNvSpPr>
          <p:nvPr>
            <p:ph type="body" idx="1"/>
          </p:nvPr>
        </p:nvSpPr>
        <p:spPr>
          <a:xfrm>
            <a:off x="381000" y="1676400"/>
            <a:ext cx="8458200" cy="1219200"/>
          </a:xfrm>
        </p:spPr>
        <p:txBody>
          <a:bodyPr anchor="b"/>
          <a:lstStyle>
            <a:lvl1pPr marL="0" indent="0" algn="r">
              <a:buNone/>
              <a:defRPr sz="2000">
                <a:solidFill>
                  <a:schemeClr val="tx2">
                    <a:shade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8" name="Title 7"/>
          <p:cNvSpPr>
            <a:spLocks noGrp="1"/>
          </p:cNvSpPr>
          <p:nvPr>
            <p:ph type="title"/>
          </p:nvPr>
        </p:nvSpPr>
        <p:spPr>
          <a:xfrm>
            <a:off x="180475" y="2947085"/>
            <a:ext cx="8686800" cy="1184825"/>
          </a:xfrm>
        </p:spPr>
        <p:txBody>
          <a:bodyPr rtlCol="0" anchor="t"/>
          <a:lstStyle>
            <a:lvl1pPr algn="r">
              <a:defRPr/>
            </a:lvl1pPr>
          </a:lstStyle>
          <a:p>
            <a:r>
              <a:rPr lang="en-US"/>
              <a:t>Click to edit Master title style</a:t>
            </a:r>
          </a:p>
        </p:txBody>
      </p:sp>
      <p:sp>
        <p:nvSpPr>
          <p:cNvPr id="3" name="Date Placeholder 18">
            <a:extLst>
              <a:ext uri="{FF2B5EF4-FFF2-40B4-BE49-F238E27FC236}">
                <a16:creationId xmlns:a16="http://schemas.microsoft.com/office/drawing/2014/main" id="{7B7F5842-2BFD-8048-FC7D-25EC63C91775}"/>
              </a:ext>
            </a:extLst>
          </p:cNvPr>
          <p:cNvSpPr>
            <a:spLocks noGrp="1"/>
          </p:cNvSpPr>
          <p:nvPr>
            <p:ph type="dt" sz="half" idx="10"/>
          </p:nvPr>
        </p:nvSpPr>
        <p:spPr/>
        <p:txBody>
          <a:bodyPr/>
          <a:lstStyle>
            <a:lvl1pPr>
              <a:defRPr/>
            </a:lvl1pPr>
          </a:lstStyle>
          <a:p>
            <a:pPr>
              <a:defRPr/>
            </a:pPr>
            <a:fld id="{C2660C3E-0CF3-3347-8ADF-C0091018C509}" type="datetimeFigureOut">
              <a:rPr lang="en-US"/>
              <a:pPr>
                <a:defRPr/>
              </a:pPr>
              <a:t>8/27/25</a:t>
            </a:fld>
            <a:endParaRPr lang="en-US"/>
          </a:p>
        </p:txBody>
      </p:sp>
      <p:sp>
        <p:nvSpPr>
          <p:cNvPr id="4" name="Footer Placeholder 10">
            <a:extLst>
              <a:ext uri="{FF2B5EF4-FFF2-40B4-BE49-F238E27FC236}">
                <a16:creationId xmlns:a16="http://schemas.microsoft.com/office/drawing/2014/main" id="{BE49BAAF-812E-880D-FC14-CD887FFD576E}"/>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15">
            <a:extLst>
              <a:ext uri="{FF2B5EF4-FFF2-40B4-BE49-F238E27FC236}">
                <a16:creationId xmlns:a16="http://schemas.microsoft.com/office/drawing/2014/main" id="{4FA64F44-C4C6-A216-0248-142B9079A227}"/>
              </a:ext>
            </a:extLst>
          </p:cNvPr>
          <p:cNvSpPr>
            <a:spLocks noGrp="1"/>
          </p:cNvSpPr>
          <p:nvPr>
            <p:ph type="sldNum" sz="quarter" idx="12"/>
          </p:nvPr>
        </p:nvSpPr>
        <p:spPr/>
        <p:txBody>
          <a:bodyPr/>
          <a:lstStyle>
            <a:lvl1pPr>
              <a:defRPr smtClean="0"/>
            </a:lvl1pPr>
          </a:lstStyle>
          <a:p>
            <a:pPr>
              <a:defRPr/>
            </a:pPr>
            <a:fld id="{728A4F82-9BA1-B04D-88E2-157B739A58E2}" type="slidenum">
              <a:rPr lang="en-US" altLang="en-US"/>
              <a:pPr>
                <a:defRPr/>
              </a:pPr>
              <a:t>‹#›</a:t>
            </a:fld>
            <a:endParaRPr lang="en-US" altLang="en-US"/>
          </a:p>
        </p:txBody>
      </p:sp>
    </p:spTree>
    <p:extLst>
      <p:ext uri="{BB962C8B-B14F-4D97-AF65-F5344CB8AC3E}">
        <p14:creationId xmlns:p14="http://schemas.microsoft.com/office/powerpoint/2010/main" val="341714980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301752" y="457200"/>
            <a:ext cx="8686800" cy="841248"/>
          </a:xfrm>
        </p:spPr>
        <p:txBody>
          <a:bodyPr/>
          <a:lstStyle/>
          <a:p>
            <a:r>
              <a:rPr lang="en-US"/>
              <a:t>Click to edit Master title style</a:t>
            </a:r>
          </a:p>
        </p:txBody>
      </p:sp>
      <p:sp>
        <p:nvSpPr>
          <p:cNvPr id="14" name="Content Placeholder 13"/>
          <p:cNvSpPr>
            <a:spLocks noGrp="1"/>
          </p:cNvSpPr>
          <p:nvPr>
            <p:ph sz="half" idx="1"/>
          </p:nvPr>
        </p:nvSpPr>
        <p:spPr>
          <a:xfrm>
            <a:off x="304800" y="1600200"/>
            <a:ext cx="4191000" cy="4724400"/>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2"/>
          </p:nvPr>
        </p:nvSpPr>
        <p:spPr>
          <a:xfrm>
            <a:off x="4648200" y="1600200"/>
            <a:ext cx="4343400" cy="4724400"/>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0">
            <a:extLst>
              <a:ext uri="{FF2B5EF4-FFF2-40B4-BE49-F238E27FC236}">
                <a16:creationId xmlns:a16="http://schemas.microsoft.com/office/drawing/2014/main" id="{22F526C7-EE34-10FC-B360-2F34C6EFC36B}"/>
              </a:ext>
            </a:extLst>
          </p:cNvPr>
          <p:cNvSpPr>
            <a:spLocks noGrp="1"/>
          </p:cNvSpPr>
          <p:nvPr>
            <p:ph type="dt" sz="half" idx="10"/>
          </p:nvPr>
        </p:nvSpPr>
        <p:spPr/>
        <p:txBody>
          <a:bodyPr/>
          <a:lstStyle>
            <a:lvl1pPr>
              <a:defRPr/>
            </a:lvl1pPr>
          </a:lstStyle>
          <a:p>
            <a:pPr>
              <a:defRPr/>
            </a:pPr>
            <a:fld id="{0AFF0F25-F396-6648-8B37-019FEEE09C07}" type="datetimeFigureOut">
              <a:rPr lang="en-US"/>
              <a:pPr>
                <a:defRPr/>
              </a:pPr>
              <a:t>8/27/25</a:t>
            </a:fld>
            <a:endParaRPr lang="en-US"/>
          </a:p>
        </p:txBody>
      </p:sp>
      <p:sp>
        <p:nvSpPr>
          <p:cNvPr id="3" name="Footer Placeholder 27">
            <a:extLst>
              <a:ext uri="{FF2B5EF4-FFF2-40B4-BE49-F238E27FC236}">
                <a16:creationId xmlns:a16="http://schemas.microsoft.com/office/drawing/2014/main" id="{139B5F23-054E-8823-4275-FAB91BD05F6D}"/>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4">
            <a:extLst>
              <a:ext uri="{FF2B5EF4-FFF2-40B4-BE49-F238E27FC236}">
                <a16:creationId xmlns:a16="http://schemas.microsoft.com/office/drawing/2014/main" id="{D245CFA8-7FBD-8480-848A-481E898264B6}"/>
              </a:ext>
            </a:extLst>
          </p:cNvPr>
          <p:cNvSpPr>
            <a:spLocks noGrp="1"/>
          </p:cNvSpPr>
          <p:nvPr>
            <p:ph type="sldNum" sz="quarter" idx="12"/>
          </p:nvPr>
        </p:nvSpPr>
        <p:spPr/>
        <p:txBody>
          <a:bodyPr/>
          <a:lstStyle>
            <a:lvl1pPr>
              <a:defRPr/>
            </a:lvl1pPr>
          </a:lstStyle>
          <a:p>
            <a:pPr>
              <a:defRPr/>
            </a:pPr>
            <a:fld id="{0F894DDE-0DA9-AA47-A760-3FA9214A9792}" type="slidenum">
              <a:rPr lang="en-US" altLang="en-US"/>
              <a:pPr>
                <a:defRPr/>
              </a:pPr>
              <a:t>‹#›</a:t>
            </a:fld>
            <a:endParaRPr lang="en-US" altLang="en-US"/>
          </a:p>
        </p:txBody>
      </p:sp>
    </p:spTree>
    <p:extLst>
      <p:ext uri="{BB962C8B-B14F-4D97-AF65-F5344CB8AC3E}">
        <p14:creationId xmlns:p14="http://schemas.microsoft.com/office/powerpoint/2010/main" val="3273326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Straight Connector 1">
            <a:extLst>
              <a:ext uri="{FF2B5EF4-FFF2-40B4-BE49-F238E27FC236}">
                <a16:creationId xmlns:a16="http://schemas.microsoft.com/office/drawing/2014/main" id="{0D9A676A-59EB-27C9-11D4-2147AC93812B}"/>
              </a:ext>
            </a:extLst>
          </p:cNvPr>
          <p:cNvSpPr>
            <a:spLocks noChangeShapeType="1"/>
          </p:cNvSpPr>
          <p:nvPr/>
        </p:nvSpPr>
        <p:spPr bwMode="auto">
          <a:xfrm>
            <a:off x="514350" y="6019800"/>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29" name="Title 28"/>
          <p:cNvSpPr>
            <a:spLocks noGrp="1"/>
          </p:cNvSpPr>
          <p:nvPr>
            <p:ph type="title"/>
          </p:nvPr>
        </p:nvSpPr>
        <p:spPr>
          <a:xfrm>
            <a:off x="304800" y="5410200"/>
            <a:ext cx="8610600" cy="882650"/>
          </a:xfrm>
        </p:spPr>
        <p:txBody>
          <a:bodyPr/>
          <a:lstStyle>
            <a:lvl1pPr>
              <a:defRPr/>
            </a:lvl1pPr>
          </a:lstStyle>
          <a:p>
            <a:r>
              <a:rPr lang="en-US"/>
              <a:t>Click to edit Master title style</a:t>
            </a:r>
          </a:p>
        </p:txBody>
      </p:sp>
      <p:sp>
        <p:nvSpPr>
          <p:cNvPr id="13" name="Text Placeholder 12"/>
          <p:cNvSpPr>
            <a:spLocks noGrp="1"/>
          </p:cNvSpPr>
          <p:nvPr>
            <p:ph type="body" idx="1"/>
          </p:nvPr>
        </p:nvSpPr>
        <p:spPr>
          <a:xfrm>
            <a:off x="281444" y="666750"/>
            <a:ext cx="4290556"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5" name="Text Placeholder 24"/>
          <p:cNvSpPr>
            <a:spLocks noGrp="1"/>
          </p:cNvSpPr>
          <p:nvPr>
            <p:ph type="body" sz="half" idx="3"/>
          </p:nvPr>
        </p:nvSpPr>
        <p:spPr>
          <a:xfrm>
            <a:off x="4645025" y="666750"/>
            <a:ext cx="4292241" cy="639762"/>
          </a:xfrm>
        </p:spPr>
        <p:txBody>
          <a:bodyPr anchor="ctr"/>
          <a:lstStyle>
            <a:lvl1pPr marL="0" indent="0">
              <a:buNone/>
              <a:defRPr sz="1800" b="0" cap="all" baseline="0">
                <a:solidFill>
                  <a:schemeClr val="accent1">
                    <a:shade val="50000"/>
                  </a:schemeClr>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Content Placeholder 3"/>
          <p:cNvSpPr>
            <a:spLocks noGrp="1"/>
          </p:cNvSpPr>
          <p:nvPr>
            <p:ph sz="quarter" idx="2"/>
          </p:nvPr>
        </p:nvSpPr>
        <p:spPr>
          <a:xfrm>
            <a:off x="281444" y="1316037"/>
            <a:ext cx="4290556" cy="3941763"/>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p:cNvSpPr>
            <a:spLocks noGrp="1"/>
          </p:cNvSpPr>
          <p:nvPr>
            <p:ph sz="quarter" idx="4"/>
          </p:nvPr>
        </p:nvSpPr>
        <p:spPr>
          <a:xfrm>
            <a:off x="4648730" y="1316037"/>
            <a:ext cx="4288536" cy="3941763"/>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9">
            <a:extLst>
              <a:ext uri="{FF2B5EF4-FFF2-40B4-BE49-F238E27FC236}">
                <a16:creationId xmlns:a16="http://schemas.microsoft.com/office/drawing/2014/main" id="{B3B2629B-6691-AE0C-549E-140A25B74766}"/>
              </a:ext>
            </a:extLst>
          </p:cNvPr>
          <p:cNvSpPr>
            <a:spLocks noGrp="1"/>
          </p:cNvSpPr>
          <p:nvPr>
            <p:ph type="dt" sz="half" idx="10"/>
          </p:nvPr>
        </p:nvSpPr>
        <p:spPr/>
        <p:txBody>
          <a:bodyPr/>
          <a:lstStyle>
            <a:lvl1pPr>
              <a:defRPr/>
            </a:lvl1pPr>
          </a:lstStyle>
          <a:p>
            <a:pPr>
              <a:defRPr/>
            </a:pPr>
            <a:fld id="{541963FF-91BA-A24B-AE1A-3F2F03B0EBBD}" type="datetimeFigureOut">
              <a:rPr lang="en-US"/>
              <a:pPr>
                <a:defRPr/>
              </a:pPr>
              <a:t>8/27/25</a:t>
            </a:fld>
            <a:endParaRPr lang="en-US"/>
          </a:p>
        </p:txBody>
      </p:sp>
      <p:sp>
        <p:nvSpPr>
          <p:cNvPr id="5" name="Footer Placeholder 5">
            <a:extLst>
              <a:ext uri="{FF2B5EF4-FFF2-40B4-BE49-F238E27FC236}">
                <a16:creationId xmlns:a16="http://schemas.microsoft.com/office/drawing/2014/main" id="{0D493A32-8417-8C4C-5986-84BF73C35EE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6">
            <a:extLst>
              <a:ext uri="{FF2B5EF4-FFF2-40B4-BE49-F238E27FC236}">
                <a16:creationId xmlns:a16="http://schemas.microsoft.com/office/drawing/2014/main" id="{935DF8C3-1C83-2DC7-F2C2-F61A4CD901B6}"/>
              </a:ext>
            </a:extLst>
          </p:cNvPr>
          <p:cNvSpPr>
            <a:spLocks noGrp="1"/>
          </p:cNvSpPr>
          <p:nvPr>
            <p:ph type="sldNum" sz="quarter" idx="12"/>
          </p:nvPr>
        </p:nvSpPr>
        <p:spPr>
          <a:xfrm>
            <a:off x="8229600" y="6477000"/>
            <a:ext cx="762000" cy="247650"/>
          </a:xfrm>
        </p:spPr>
        <p:txBody>
          <a:bodyPr/>
          <a:lstStyle>
            <a:lvl1pPr>
              <a:defRPr smtClean="0"/>
            </a:lvl1pPr>
          </a:lstStyle>
          <a:p>
            <a:pPr>
              <a:defRPr/>
            </a:pPr>
            <a:fld id="{93AD5248-9FD7-C043-B930-5AC20C16ADC5}" type="slidenum">
              <a:rPr lang="en-US" altLang="en-US"/>
              <a:pPr>
                <a:defRPr/>
              </a:pPr>
              <a:t>‹#›</a:t>
            </a:fld>
            <a:endParaRPr lang="en-US" altLang="en-US"/>
          </a:p>
        </p:txBody>
      </p:sp>
    </p:spTree>
    <p:extLst>
      <p:ext uri="{BB962C8B-B14F-4D97-AF65-F5344CB8AC3E}">
        <p14:creationId xmlns:p14="http://schemas.microsoft.com/office/powerpoint/2010/main" val="3513202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301752" y="457200"/>
            <a:ext cx="8686800" cy="841248"/>
          </a:xfrm>
        </p:spPr>
        <p:txBody>
          <a:bodyPr/>
          <a:lstStyle/>
          <a:p>
            <a:r>
              <a:rPr lang="en-US"/>
              <a:t>Click to edit Master title style</a:t>
            </a:r>
          </a:p>
        </p:txBody>
      </p:sp>
      <p:sp>
        <p:nvSpPr>
          <p:cNvPr id="2" name="Date Placeholder 10">
            <a:extLst>
              <a:ext uri="{FF2B5EF4-FFF2-40B4-BE49-F238E27FC236}">
                <a16:creationId xmlns:a16="http://schemas.microsoft.com/office/drawing/2014/main" id="{DE9B8CAE-1B35-D89A-FC14-1DE899A12D02}"/>
              </a:ext>
            </a:extLst>
          </p:cNvPr>
          <p:cNvSpPr>
            <a:spLocks noGrp="1"/>
          </p:cNvSpPr>
          <p:nvPr>
            <p:ph type="dt" sz="half" idx="10"/>
          </p:nvPr>
        </p:nvSpPr>
        <p:spPr/>
        <p:txBody>
          <a:bodyPr/>
          <a:lstStyle>
            <a:lvl1pPr>
              <a:defRPr/>
            </a:lvl1pPr>
          </a:lstStyle>
          <a:p>
            <a:pPr>
              <a:defRPr/>
            </a:pPr>
            <a:fld id="{3A727A47-30AD-2D48-AFE8-DA7C256EBB08}" type="datetimeFigureOut">
              <a:rPr lang="en-US"/>
              <a:pPr>
                <a:defRPr/>
              </a:pPr>
              <a:t>8/27/25</a:t>
            </a:fld>
            <a:endParaRPr lang="en-US"/>
          </a:p>
        </p:txBody>
      </p:sp>
      <p:sp>
        <p:nvSpPr>
          <p:cNvPr id="3" name="Footer Placeholder 27">
            <a:extLst>
              <a:ext uri="{FF2B5EF4-FFF2-40B4-BE49-F238E27FC236}">
                <a16:creationId xmlns:a16="http://schemas.microsoft.com/office/drawing/2014/main" id="{0432079B-D629-26BB-958F-710F63B01D11}"/>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4">
            <a:extLst>
              <a:ext uri="{FF2B5EF4-FFF2-40B4-BE49-F238E27FC236}">
                <a16:creationId xmlns:a16="http://schemas.microsoft.com/office/drawing/2014/main" id="{18309FEC-44B6-8EA2-6E67-C6900460E0E5}"/>
              </a:ext>
            </a:extLst>
          </p:cNvPr>
          <p:cNvSpPr>
            <a:spLocks noGrp="1"/>
          </p:cNvSpPr>
          <p:nvPr>
            <p:ph type="sldNum" sz="quarter" idx="12"/>
          </p:nvPr>
        </p:nvSpPr>
        <p:spPr/>
        <p:txBody>
          <a:bodyPr/>
          <a:lstStyle>
            <a:lvl1pPr>
              <a:defRPr/>
            </a:lvl1pPr>
          </a:lstStyle>
          <a:p>
            <a:pPr>
              <a:defRPr/>
            </a:pPr>
            <a:fld id="{8E26419B-A113-D244-A26B-97524E32498F}" type="slidenum">
              <a:rPr lang="en-US" altLang="en-US"/>
              <a:pPr>
                <a:defRPr/>
              </a:pPr>
              <a:t>‹#›</a:t>
            </a:fld>
            <a:endParaRPr lang="en-US" altLang="en-US"/>
          </a:p>
        </p:txBody>
      </p:sp>
    </p:spTree>
    <p:extLst>
      <p:ext uri="{BB962C8B-B14F-4D97-AF65-F5344CB8AC3E}">
        <p14:creationId xmlns:p14="http://schemas.microsoft.com/office/powerpoint/2010/main" val="475174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2">
            <a:extLst>
              <a:ext uri="{FF2B5EF4-FFF2-40B4-BE49-F238E27FC236}">
                <a16:creationId xmlns:a16="http://schemas.microsoft.com/office/drawing/2014/main" id="{DE7CC3CF-0D5D-09B0-2CCC-FF83F19E7F36}"/>
              </a:ext>
            </a:extLst>
          </p:cNvPr>
          <p:cNvSpPr>
            <a:spLocks noGrp="1"/>
          </p:cNvSpPr>
          <p:nvPr>
            <p:ph type="dt" sz="half" idx="10"/>
          </p:nvPr>
        </p:nvSpPr>
        <p:spPr/>
        <p:txBody>
          <a:bodyPr/>
          <a:lstStyle>
            <a:lvl1pPr>
              <a:defRPr/>
            </a:lvl1pPr>
          </a:lstStyle>
          <a:p>
            <a:pPr>
              <a:defRPr/>
            </a:pPr>
            <a:fld id="{53577A97-1C32-E141-83A6-06EA8BD89B6B}" type="datetimeFigureOut">
              <a:rPr lang="en-US"/>
              <a:pPr>
                <a:defRPr/>
              </a:pPr>
              <a:t>8/27/25</a:t>
            </a:fld>
            <a:endParaRPr lang="en-US"/>
          </a:p>
        </p:txBody>
      </p:sp>
      <p:sp>
        <p:nvSpPr>
          <p:cNvPr id="3" name="Footer Placeholder 23">
            <a:extLst>
              <a:ext uri="{FF2B5EF4-FFF2-40B4-BE49-F238E27FC236}">
                <a16:creationId xmlns:a16="http://schemas.microsoft.com/office/drawing/2014/main" id="{D7CA964F-C78C-DCB6-7BC2-E4459CAE6113}"/>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6">
            <a:extLst>
              <a:ext uri="{FF2B5EF4-FFF2-40B4-BE49-F238E27FC236}">
                <a16:creationId xmlns:a16="http://schemas.microsoft.com/office/drawing/2014/main" id="{51A2EC92-9C28-83BA-1FD1-3E953CADD8EF}"/>
              </a:ext>
            </a:extLst>
          </p:cNvPr>
          <p:cNvSpPr>
            <a:spLocks noGrp="1"/>
          </p:cNvSpPr>
          <p:nvPr>
            <p:ph type="sldNum" sz="quarter" idx="12"/>
          </p:nvPr>
        </p:nvSpPr>
        <p:spPr/>
        <p:txBody>
          <a:bodyPr/>
          <a:lstStyle>
            <a:lvl1pPr>
              <a:defRPr smtClean="0"/>
            </a:lvl1pPr>
          </a:lstStyle>
          <a:p>
            <a:pPr>
              <a:defRPr/>
            </a:pPr>
            <a:fld id="{6BB0AA46-6942-5045-9EC8-DDD0D67D3C50}" type="slidenum">
              <a:rPr lang="en-US" altLang="en-US"/>
              <a:pPr>
                <a:defRPr/>
              </a:pPr>
              <a:t>‹#›</a:t>
            </a:fld>
            <a:endParaRPr lang="en-US" altLang="en-US"/>
          </a:p>
        </p:txBody>
      </p:sp>
    </p:spTree>
    <p:extLst>
      <p:ext uri="{BB962C8B-B14F-4D97-AF65-F5344CB8AC3E}">
        <p14:creationId xmlns:p14="http://schemas.microsoft.com/office/powerpoint/2010/main" val="9387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Straight Connector 1">
            <a:extLst>
              <a:ext uri="{FF2B5EF4-FFF2-40B4-BE49-F238E27FC236}">
                <a16:creationId xmlns:a16="http://schemas.microsoft.com/office/drawing/2014/main" id="{F2BB6CC5-013D-A499-DDD6-6AF194DD819B}"/>
              </a:ext>
            </a:extLst>
          </p:cNvPr>
          <p:cNvSpPr>
            <a:spLocks noChangeShapeType="1"/>
          </p:cNvSpPr>
          <p:nvPr/>
        </p:nvSpPr>
        <p:spPr bwMode="auto">
          <a:xfrm>
            <a:off x="514350" y="5849117"/>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2" name="Title 11"/>
          <p:cNvSpPr>
            <a:spLocks noGrp="1"/>
          </p:cNvSpPr>
          <p:nvPr>
            <p:ph type="title"/>
          </p:nvPr>
        </p:nvSpPr>
        <p:spPr>
          <a:xfrm>
            <a:off x="457200" y="5486400"/>
            <a:ext cx="8458200" cy="520700"/>
          </a:xfrm>
        </p:spPr>
        <p:txBody>
          <a:bodyPr/>
          <a:lstStyle>
            <a:lvl1pPr algn="l">
              <a:buNone/>
              <a:defRPr sz="2000" b="1"/>
            </a:lvl1pPr>
          </a:lstStyle>
          <a:p>
            <a:r>
              <a:rPr lang="en-US"/>
              <a:t>Click to edit Master title style</a:t>
            </a:r>
          </a:p>
        </p:txBody>
      </p:sp>
      <p:sp>
        <p:nvSpPr>
          <p:cNvPr id="26" name="Text Placeholder 25"/>
          <p:cNvSpPr>
            <a:spLocks noGrp="1"/>
          </p:cNvSpPr>
          <p:nvPr>
            <p:ph type="body" idx="2"/>
          </p:nvPr>
        </p:nvSpPr>
        <p:spPr>
          <a:xfrm>
            <a:off x="457200" y="609600"/>
            <a:ext cx="3008313" cy="4800600"/>
          </a:xfrm>
        </p:spPr>
        <p:txBody>
          <a:bodyPr/>
          <a:lstStyle>
            <a:lvl1pPr marL="0" indent="0">
              <a:buNone/>
              <a:defRPr sz="14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4" name="Content Placeholder 13"/>
          <p:cNvSpPr>
            <a:spLocks noGrp="1"/>
          </p:cNvSpPr>
          <p:nvPr>
            <p:ph sz="half" idx="1"/>
          </p:nvPr>
        </p:nvSpPr>
        <p:spPr>
          <a:xfrm>
            <a:off x="3575050" y="609600"/>
            <a:ext cx="5340350" cy="4800600"/>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4">
            <a:extLst>
              <a:ext uri="{FF2B5EF4-FFF2-40B4-BE49-F238E27FC236}">
                <a16:creationId xmlns:a16="http://schemas.microsoft.com/office/drawing/2014/main" id="{E17E1F0F-82B1-D7D2-584C-9AF803BBA6CA}"/>
              </a:ext>
            </a:extLst>
          </p:cNvPr>
          <p:cNvSpPr>
            <a:spLocks noGrp="1"/>
          </p:cNvSpPr>
          <p:nvPr>
            <p:ph type="dt" sz="half" idx="10"/>
          </p:nvPr>
        </p:nvSpPr>
        <p:spPr/>
        <p:txBody>
          <a:bodyPr/>
          <a:lstStyle>
            <a:lvl1pPr>
              <a:defRPr/>
            </a:lvl1pPr>
          </a:lstStyle>
          <a:p>
            <a:pPr>
              <a:defRPr/>
            </a:pPr>
            <a:fld id="{A03FB37B-8014-8845-9C85-F6D3AD2A9916}" type="datetimeFigureOut">
              <a:rPr lang="en-US"/>
              <a:pPr>
                <a:defRPr/>
              </a:pPr>
              <a:t>8/27/25</a:t>
            </a:fld>
            <a:endParaRPr lang="en-US"/>
          </a:p>
        </p:txBody>
      </p:sp>
      <p:sp>
        <p:nvSpPr>
          <p:cNvPr id="4" name="Footer Placeholder 28">
            <a:extLst>
              <a:ext uri="{FF2B5EF4-FFF2-40B4-BE49-F238E27FC236}">
                <a16:creationId xmlns:a16="http://schemas.microsoft.com/office/drawing/2014/main" id="{7F851BA2-23B3-1716-8F52-9BE0EFD7A3D3}"/>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6">
            <a:extLst>
              <a:ext uri="{FF2B5EF4-FFF2-40B4-BE49-F238E27FC236}">
                <a16:creationId xmlns:a16="http://schemas.microsoft.com/office/drawing/2014/main" id="{8D3E4427-BA92-E466-3D28-ECE48A0BF66F}"/>
              </a:ext>
            </a:extLst>
          </p:cNvPr>
          <p:cNvSpPr>
            <a:spLocks noGrp="1"/>
          </p:cNvSpPr>
          <p:nvPr>
            <p:ph type="sldNum" sz="quarter" idx="12"/>
          </p:nvPr>
        </p:nvSpPr>
        <p:spPr/>
        <p:txBody>
          <a:bodyPr/>
          <a:lstStyle>
            <a:lvl1pPr>
              <a:defRPr smtClean="0"/>
            </a:lvl1pPr>
          </a:lstStyle>
          <a:p>
            <a:pPr>
              <a:defRPr/>
            </a:pPr>
            <a:fld id="{11FCDCCF-A839-C044-8C55-6B986B08D856}" type="slidenum">
              <a:rPr lang="en-US" altLang="en-US"/>
              <a:pPr>
                <a:defRPr/>
              </a:pPr>
              <a:t>‹#›</a:t>
            </a:fld>
            <a:endParaRPr lang="en-US" altLang="en-US"/>
          </a:p>
        </p:txBody>
      </p:sp>
    </p:spTree>
    <p:extLst>
      <p:ext uri="{BB962C8B-B14F-4D97-AF65-F5344CB8AC3E}">
        <p14:creationId xmlns:p14="http://schemas.microsoft.com/office/powerpoint/2010/main" val="2939598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3505200" y="616634"/>
            <a:ext cx="5029200" cy="3657600"/>
          </a:xfrm>
          <a:solidFill>
            <a:schemeClr val="bg1"/>
          </a:solidFill>
          <a:ln w="6350">
            <a:solidFill>
              <a:schemeClr val="accent1"/>
            </a:solidFill>
          </a:ln>
          <a:effectLst>
            <a:reflection blurRad="1000" stA="49000" endA="500" endPos="10000" dist="900" dir="5400000" sy="-90000" algn="bl" rotWithShape="0"/>
          </a:effectLst>
        </p:spPr>
        <p:txBody>
          <a:bodyPr>
            <a:normAutofit/>
          </a:bodyPr>
          <a:lstStyle>
            <a:lvl1pPr marL="0" indent="0">
              <a:buNone/>
              <a:defRPr sz="3200"/>
            </a:lvl1pPr>
          </a:lstStyle>
          <a:p>
            <a:pPr lvl="0"/>
            <a:r>
              <a:rPr lang="en-US" noProof="0"/>
              <a:t>Click icon to add picture</a:t>
            </a:r>
            <a:endParaRPr lang="en-US" noProof="0" dirty="0"/>
          </a:p>
        </p:txBody>
      </p:sp>
      <p:sp>
        <p:nvSpPr>
          <p:cNvPr id="17" name="Title 16"/>
          <p:cNvSpPr>
            <a:spLocks noGrp="1"/>
          </p:cNvSpPr>
          <p:nvPr>
            <p:ph type="title"/>
          </p:nvPr>
        </p:nvSpPr>
        <p:spPr>
          <a:xfrm>
            <a:off x="381000" y="4993760"/>
            <a:ext cx="5867400" cy="522288"/>
          </a:xfrm>
        </p:spPr>
        <p:txBody>
          <a:bodyPr/>
          <a:lstStyle>
            <a:lvl1pPr algn="l">
              <a:buNone/>
              <a:defRPr sz="2000" b="1"/>
            </a:lvl1pPr>
          </a:lstStyle>
          <a:p>
            <a:r>
              <a:rPr lang="en-US"/>
              <a:t>Click to edit Master title style</a:t>
            </a:r>
          </a:p>
        </p:txBody>
      </p:sp>
      <p:sp>
        <p:nvSpPr>
          <p:cNvPr id="26" name="Text Placeholder 25"/>
          <p:cNvSpPr>
            <a:spLocks noGrp="1"/>
          </p:cNvSpPr>
          <p:nvPr>
            <p:ph type="body" sz="half" idx="2"/>
          </p:nvPr>
        </p:nvSpPr>
        <p:spPr>
          <a:xfrm>
            <a:off x="381000" y="5533218"/>
            <a:ext cx="5867400" cy="768350"/>
          </a:xfrm>
        </p:spPr>
        <p:txBody>
          <a:bodyPr lIns="109728" tIns="0"/>
          <a:lstStyle>
            <a:lvl1pPr marL="0" indent="0">
              <a:buNone/>
              <a:defRPr sz="1400"/>
            </a:lvl1pPr>
            <a:lvl2pPr>
              <a:defRPr sz="1200"/>
            </a:lvl2pPr>
            <a:lvl3pPr>
              <a:defRPr sz="1000"/>
            </a:lvl3pPr>
            <a:lvl4pPr>
              <a:defRPr sz="900"/>
            </a:lvl4pPr>
            <a:lvl5pPr>
              <a:defRPr sz="900"/>
            </a:lvl5pPr>
          </a:lstStyle>
          <a:p>
            <a:pPr lvl="0"/>
            <a:r>
              <a:rPr lang="en-US"/>
              <a:t>Click to edit Master text styles</a:t>
            </a:r>
          </a:p>
        </p:txBody>
      </p:sp>
      <p:sp>
        <p:nvSpPr>
          <p:cNvPr id="2" name="Date Placeholder 6">
            <a:extLst>
              <a:ext uri="{FF2B5EF4-FFF2-40B4-BE49-F238E27FC236}">
                <a16:creationId xmlns:a16="http://schemas.microsoft.com/office/drawing/2014/main" id="{B2DABFDB-3BC8-43C5-7A2F-7844787F3B6E}"/>
              </a:ext>
            </a:extLst>
          </p:cNvPr>
          <p:cNvSpPr>
            <a:spLocks noGrp="1"/>
          </p:cNvSpPr>
          <p:nvPr>
            <p:ph type="dt" sz="half" idx="10"/>
          </p:nvPr>
        </p:nvSpPr>
        <p:spPr/>
        <p:txBody>
          <a:bodyPr/>
          <a:lstStyle>
            <a:lvl1pPr>
              <a:defRPr/>
            </a:lvl1pPr>
          </a:lstStyle>
          <a:p>
            <a:pPr>
              <a:defRPr/>
            </a:pPr>
            <a:fld id="{99703D26-AC68-6D4F-84E3-0DD68B1880A7}" type="datetimeFigureOut">
              <a:rPr lang="en-US"/>
              <a:pPr>
                <a:defRPr/>
              </a:pPr>
              <a:t>8/27/25</a:t>
            </a:fld>
            <a:endParaRPr lang="en-US"/>
          </a:p>
        </p:txBody>
      </p:sp>
      <p:sp>
        <p:nvSpPr>
          <p:cNvPr id="3" name="Footer Placeholder 4">
            <a:extLst>
              <a:ext uri="{FF2B5EF4-FFF2-40B4-BE49-F238E27FC236}">
                <a16:creationId xmlns:a16="http://schemas.microsoft.com/office/drawing/2014/main" id="{B66D216D-74C8-B384-A678-C38E57239EC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30">
            <a:extLst>
              <a:ext uri="{FF2B5EF4-FFF2-40B4-BE49-F238E27FC236}">
                <a16:creationId xmlns:a16="http://schemas.microsoft.com/office/drawing/2014/main" id="{FBCE6B62-17F3-CED5-AFD2-3F375D5F7FEE}"/>
              </a:ext>
            </a:extLst>
          </p:cNvPr>
          <p:cNvSpPr>
            <a:spLocks noGrp="1"/>
          </p:cNvSpPr>
          <p:nvPr>
            <p:ph type="sldNum" sz="quarter" idx="12"/>
          </p:nvPr>
        </p:nvSpPr>
        <p:spPr/>
        <p:txBody>
          <a:bodyPr/>
          <a:lstStyle>
            <a:lvl1pPr>
              <a:defRPr smtClean="0"/>
            </a:lvl1pPr>
          </a:lstStyle>
          <a:p>
            <a:pPr>
              <a:defRPr/>
            </a:pPr>
            <a:fld id="{F6BF7380-E50C-564B-9ACE-E6D799C526A3}" type="slidenum">
              <a:rPr lang="en-US" altLang="en-US"/>
              <a:pPr>
                <a:defRPr/>
              </a:pPr>
              <a:t>‹#›</a:t>
            </a:fld>
            <a:endParaRPr lang="en-US" altLang="en-US"/>
          </a:p>
        </p:txBody>
      </p:sp>
    </p:spTree>
    <p:extLst>
      <p:ext uri="{BB962C8B-B14F-4D97-AF65-F5344CB8AC3E}">
        <p14:creationId xmlns:p14="http://schemas.microsoft.com/office/powerpoint/2010/main" val="1681305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0">
            <a:extLst>
              <a:ext uri="{FF2B5EF4-FFF2-40B4-BE49-F238E27FC236}">
                <a16:creationId xmlns:a16="http://schemas.microsoft.com/office/drawing/2014/main" id="{8F374811-E309-F19B-F37E-DEA1531ABC97}"/>
              </a:ext>
            </a:extLst>
          </p:cNvPr>
          <p:cNvSpPr>
            <a:spLocks noGrp="1"/>
          </p:cNvSpPr>
          <p:nvPr>
            <p:ph type="dt" sz="half" idx="10"/>
          </p:nvPr>
        </p:nvSpPr>
        <p:spPr/>
        <p:txBody>
          <a:bodyPr/>
          <a:lstStyle>
            <a:lvl1pPr>
              <a:defRPr/>
            </a:lvl1pPr>
          </a:lstStyle>
          <a:p>
            <a:pPr>
              <a:defRPr/>
            </a:pPr>
            <a:fld id="{5906A00A-A59C-0B4F-8C04-10A7F66D751A}" type="datetimeFigureOut">
              <a:rPr lang="en-US"/>
              <a:pPr>
                <a:defRPr/>
              </a:pPr>
              <a:t>8/27/25</a:t>
            </a:fld>
            <a:endParaRPr lang="en-US"/>
          </a:p>
        </p:txBody>
      </p:sp>
      <p:sp>
        <p:nvSpPr>
          <p:cNvPr id="5" name="Footer Placeholder 27">
            <a:extLst>
              <a:ext uri="{FF2B5EF4-FFF2-40B4-BE49-F238E27FC236}">
                <a16:creationId xmlns:a16="http://schemas.microsoft.com/office/drawing/2014/main" id="{F165537D-3F66-5EF0-0C08-E1E96149BBF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146C1403-9730-E3B8-B492-6F5838883B2F}"/>
              </a:ext>
            </a:extLst>
          </p:cNvPr>
          <p:cNvSpPr>
            <a:spLocks noGrp="1"/>
          </p:cNvSpPr>
          <p:nvPr>
            <p:ph type="sldNum" sz="quarter" idx="12"/>
          </p:nvPr>
        </p:nvSpPr>
        <p:spPr/>
        <p:txBody>
          <a:bodyPr/>
          <a:lstStyle>
            <a:lvl1pPr>
              <a:defRPr/>
            </a:lvl1pPr>
          </a:lstStyle>
          <a:p>
            <a:pPr>
              <a:defRPr/>
            </a:pPr>
            <a:fld id="{5A50AD96-87EF-6641-ABD6-94C4E1A875C3}" type="slidenum">
              <a:rPr lang="en-US" altLang="en-US"/>
              <a:pPr>
                <a:defRPr/>
              </a:pPr>
              <a:t>‹#›</a:t>
            </a:fld>
            <a:endParaRPr lang="en-US" altLang="en-US"/>
          </a:p>
        </p:txBody>
      </p:sp>
    </p:spTree>
    <p:extLst>
      <p:ext uri="{BB962C8B-B14F-4D97-AF65-F5344CB8AC3E}">
        <p14:creationId xmlns:p14="http://schemas.microsoft.com/office/powerpoint/2010/main" val="3026295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549276"/>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549276"/>
            <a:ext cx="6248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AB7589-7CF0-BF3C-BFE4-11CD47D14697}"/>
              </a:ext>
            </a:extLst>
          </p:cNvPr>
          <p:cNvSpPr>
            <a:spLocks noGrp="1"/>
          </p:cNvSpPr>
          <p:nvPr>
            <p:ph type="dt" sz="half" idx="10"/>
          </p:nvPr>
        </p:nvSpPr>
        <p:spPr/>
        <p:txBody>
          <a:bodyPr/>
          <a:lstStyle>
            <a:lvl1pPr>
              <a:defRPr/>
            </a:lvl1pPr>
          </a:lstStyle>
          <a:p>
            <a:pPr>
              <a:defRPr/>
            </a:pPr>
            <a:fld id="{31866F69-6C28-5A46-9DE5-5B64E5AE1952}" type="datetimeFigureOut">
              <a:rPr lang="en-US"/>
              <a:pPr>
                <a:defRPr/>
              </a:pPr>
              <a:t>8/27/25</a:t>
            </a:fld>
            <a:endParaRPr lang="en-US"/>
          </a:p>
        </p:txBody>
      </p:sp>
      <p:sp>
        <p:nvSpPr>
          <p:cNvPr id="5" name="Footer Placeholder 4">
            <a:extLst>
              <a:ext uri="{FF2B5EF4-FFF2-40B4-BE49-F238E27FC236}">
                <a16:creationId xmlns:a16="http://schemas.microsoft.com/office/drawing/2014/main" id="{A4F04321-4E0F-3BCD-AB30-D53A75CFADF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92387F1-F0A2-ADD7-2D84-4DD5090C8D3F}"/>
              </a:ext>
            </a:extLst>
          </p:cNvPr>
          <p:cNvSpPr>
            <a:spLocks noGrp="1"/>
          </p:cNvSpPr>
          <p:nvPr>
            <p:ph type="sldNum" sz="quarter" idx="12"/>
          </p:nvPr>
        </p:nvSpPr>
        <p:spPr/>
        <p:txBody>
          <a:bodyPr/>
          <a:lstStyle>
            <a:lvl1pPr>
              <a:defRPr smtClean="0"/>
            </a:lvl1pPr>
          </a:lstStyle>
          <a:p>
            <a:pPr>
              <a:defRPr/>
            </a:pPr>
            <a:fld id="{54085A62-56FB-A147-A27F-CD0D17B9D96C}" type="slidenum">
              <a:rPr lang="en-US" altLang="en-US"/>
              <a:pPr>
                <a:defRPr/>
              </a:pPr>
              <a:t>‹#›</a:t>
            </a:fld>
            <a:endParaRPr lang="en-US" altLang="en-US"/>
          </a:p>
        </p:txBody>
      </p:sp>
    </p:spTree>
    <p:extLst>
      <p:ext uri="{BB962C8B-B14F-4D97-AF65-F5344CB8AC3E}">
        <p14:creationId xmlns:p14="http://schemas.microsoft.com/office/powerpoint/2010/main" val="9170527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62D19-AA5C-2F90-0880-4414D75C888D}"/>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CN"/>
          </a:p>
        </p:txBody>
      </p:sp>
      <p:sp>
        <p:nvSpPr>
          <p:cNvPr id="3" name="Subtitle 2">
            <a:extLst>
              <a:ext uri="{FF2B5EF4-FFF2-40B4-BE49-F238E27FC236}">
                <a16:creationId xmlns:a16="http://schemas.microsoft.com/office/drawing/2014/main" id="{95959F13-57FC-7D2C-CE73-B2505B482F9D}"/>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N"/>
          </a:p>
        </p:txBody>
      </p:sp>
      <p:sp>
        <p:nvSpPr>
          <p:cNvPr id="4" name="Date Placeholder 3">
            <a:extLst>
              <a:ext uri="{FF2B5EF4-FFF2-40B4-BE49-F238E27FC236}">
                <a16:creationId xmlns:a16="http://schemas.microsoft.com/office/drawing/2014/main" id="{375DAD6A-6FCD-1F66-8DFF-171A4A14B589}"/>
              </a:ext>
            </a:extLst>
          </p:cNvPr>
          <p:cNvSpPr>
            <a:spLocks noGrp="1"/>
          </p:cNvSpPr>
          <p:nvPr>
            <p:ph type="dt" sz="half" idx="10"/>
          </p:nvPr>
        </p:nvSpPr>
        <p:spPr/>
        <p:txBody>
          <a:bodyPr/>
          <a:lstStyle/>
          <a:p>
            <a:pPr>
              <a:defRPr/>
            </a:pPr>
            <a:fld id="{2BE6E236-431F-814C-8B87-DF97AA2734ED}" type="datetimeFigureOut">
              <a:rPr lang="en-US" smtClean="0"/>
              <a:pPr>
                <a:defRPr/>
              </a:pPr>
              <a:t>8/27/25</a:t>
            </a:fld>
            <a:endParaRPr lang="en-US"/>
          </a:p>
        </p:txBody>
      </p:sp>
      <p:sp>
        <p:nvSpPr>
          <p:cNvPr id="5" name="Footer Placeholder 4">
            <a:extLst>
              <a:ext uri="{FF2B5EF4-FFF2-40B4-BE49-F238E27FC236}">
                <a16:creationId xmlns:a16="http://schemas.microsoft.com/office/drawing/2014/main" id="{E68F809B-6044-ECDC-4323-5CFD323F3056}"/>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138983FC-5768-B7CD-2345-90286E9755DB}"/>
              </a:ext>
            </a:extLst>
          </p:cNvPr>
          <p:cNvSpPr>
            <a:spLocks noGrp="1"/>
          </p:cNvSpPr>
          <p:nvPr>
            <p:ph type="sldNum" sz="quarter" idx="12"/>
          </p:nvPr>
        </p:nvSpPr>
        <p:spPr/>
        <p:txBody>
          <a:bodyPr/>
          <a:lstStyle/>
          <a:p>
            <a:pPr>
              <a:defRPr/>
            </a:pPr>
            <a:fld id="{5C276EE8-5C2C-FC4F-BF3B-C528241E9874}" type="slidenum">
              <a:rPr lang="en-US" altLang="en-US" smtClean="0"/>
              <a:pPr>
                <a:defRPr/>
              </a:pPr>
              <a:t>‹#›</a:t>
            </a:fld>
            <a:endParaRPr lang="en-US" altLang="en-US"/>
          </a:p>
        </p:txBody>
      </p:sp>
    </p:spTree>
    <p:extLst>
      <p:ext uri="{BB962C8B-B14F-4D97-AF65-F5344CB8AC3E}">
        <p14:creationId xmlns:p14="http://schemas.microsoft.com/office/powerpoint/2010/main" val="1264404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1B43C-73CA-7337-FC7E-8447E8EA36A8}"/>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F89BB961-C1C2-2E99-0E83-321F8B332E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B7BBB143-CC23-B792-7D11-9305B35B2AF1}"/>
              </a:ext>
            </a:extLst>
          </p:cNvPr>
          <p:cNvSpPr>
            <a:spLocks noGrp="1"/>
          </p:cNvSpPr>
          <p:nvPr>
            <p:ph type="dt" sz="half" idx="10"/>
          </p:nvPr>
        </p:nvSpPr>
        <p:spPr/>
        <p:txBody>
          <a:bodyPr/>
          <a:lstStyle/>
          <a:p>
            <a:pPr>
              <a:defRPr/>
            </a:pPr>
            <a:fld id="{EE0BBDD9-6630-4C48-B5E0-303AA43DD7F6}" type="datetimeFigureOut">
              <a:rPr lang="en-US" smtClean="0"/>
              <a:pPr>
                <a:defRPr/>
              </a:pPr>
              <a:t>8/27/25</a:t>
            </a:fld>
            <a:endParaRPr lang="en-US"/>
          </a:p>
        </p:txBody>
      </p:sp>
      <p:sp>
        <p:nvSpPr>
          <p:cNvPr id="5" name="Footer Placeholder 4">
            <a:extLst>
              <a:ext uri="{FF2B5EF4-FFF2-40B4-BE49-F238E27FC236}">
                <a16:creationId xmlns:a16="http://schemas.microsoft.com/office/drawing/2014/main" id="{8CAC9AAE-638A-DA63-F046-206333EC1384}"/>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1FD959A4-9DD1-D821-C61C-33091D4332DE}"/>
              </a:ext>
            </a:extLst>
          </p:cNvPr>
          <p:cNvSpPr>
            <a:spLocks noGrp="1"/>
          </p:cNvSpPr>
          <p:nvPr>
            <p:ph type="sldNum" sz="quarter" idx="12"/>
          </p:nvPr>
        </p:nvSpPr>
        <p:spPr/>
        <p:txBody>
          <a:bodyPr/>
          <a:lstStyle/>
          <a:p>
            <a:pPr>
              <a:defRPr/>
            </a:pPr>
            <a:fld id="{9F35DEEE-59A3-CA43-B73D-BAAB2ACE4DE0}" type="slidenum">
              <a:rPr lang="en-US" altLang="en-US" smtClean="0"/>
              <a:pPr>
                <a:defRPr/>
              </a:pPr>
              <a:t>‹#›</a:t>
            </a:fld>
            <a:endParaRPr lang="en-US" altLang="en-US"/>
          </a:p>
        </p:txBody>
      </p:sp>
    </p:spTree>
    <p:extLst>
      <p:ext uri="{BB962C8B-B14F-4D97-AF65-F5344CB8AC3E}">
        <p14:creationId xmlns:p14="http://schemas.microsoft.com/office/powerpoint/2010/main" val="39472598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6200D-0966-7117-5C21-3F86EF412FBF}"/>
              </a:ext>
            </a:extLst>
          </p:cNvPr>
          <p:cNvSpPr>
            <a:spLocks noGrp="1"/>
          </p:cNvSpPr>
          <p:nvPr>
            <p:ph type="title"/>
          </p:nvPr>
        </p:nvSpPr>
        <p:spPr>
          <a:xfrm>
            <a:off x="623887" y="1709738"/>
            <a:ext cx="7886700" cy="2852737"/>
          </a:xfrm>
        </p:spPr>
        <p:txBody>
          <a:bodyPr anchor="b"/>
          <a:lstStyle>
            <a:lvl1pPr>
              <a:defRPr sz="4500"/>
            </a:lvl1pPr>
          </a:lstStyle>
          <a:p>
            <a:r>
              <a:rPr lang="en-US"/>
              <a:t>Click to edit Master title style</a:t>
            </a:r>
            <a:endParaRPr lang="en-CN"/>
          </a:p>
        </p:txBody>
      </p:sp>
      <p:sp>
        <p:nvSpPr>
          <p:cNvPr id="3" name="Text Placeholder 2">
            <a:extLst>
              <a:ext uri="{FF2B5EF4-FFF2-40B4-BE49-F238E27FC236}">
                <a16:creationId xmlns:a16="http://schemas.microsoft.com/office/drawing/2014/main" id="{AAE09782-49AA-CEB7-EC66-F20C883A48C6}"/>
              </a:ext>
            </a:extLst>
          </p:cNvPr>
          <p:cNvSpPr>
            <a:spLocks noGrp="1"/>
          </p:cNvSpPr>
          <p:nvPr>
            <p:ph type="body" idx="1"/>
          </p:nvPr>
        </p:nvSpPr>
        <p:spPr>
          <a:xfrm>
            <a:off x="623887"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E71F810-1CD1-841C-7563-38F2599895DC}"/>
              </a:ext>
            </a:extLst>
          </p:cNvPr>
          <p:cNvSpPr>
            <a:spLocks noGrp="1"/>
          </p:cNvSpPr>
          <p:nvPr>
            <p:ph type="dt" sz="half" idx="10"/>
          </p:nvPr>
        </p:nvSpPr>
        <p:spPr/>
        <p:txBody>
          <a:bodyPr/>
          <a:lstStyle/>
          <a:p>
            <a:pPr>
              <a:defRPr/>
            </a:pPr>
            <a:fld id="{C2660C3E-0CF3-3347-8ADF-C0091018C509}" type="datetimeFigureOut">
              <a:rPr lang="en-US" smtClean="0"/>
              <a:pPr>
                <a:defRPr/>
              </a:pPr>
              <a:t>8/27/25</a:t>
            </a:fld>
            <a:endParaRPr lang="en-US"/>
          </a:p>
        </p:txBody>
      </p:sp>
      <p:sp>
        <p:nvSpPr>
          <p:cNvPr id="5" name="Footer Placeholder 4">
            <a:extLst>
              <a:ext uri="{FF2B5EF4-FFF2-40B4-BE49-F238E27FC236}">
                <a16:creationId xmlns:a16="http://schemas.microsoft.com/office/drawing/2014/main" id="{99E7AE62-935B-AE56-6997-6715172DAF32}"/>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3528E90D-2A5D-52D5-7AA0-0434DC08BCB0}"/>
              </a:ext>
            </a:extLst>
          </p:cNvPr>
          <p:cNvSpPr>
            <a:spLocks noGrp="1"/>
          </p:cNvSpPr>
          <p:nvPr>
            <p:ph type="sldNum" sz="quarter" idx="12"/>
          </p:nvPr>
        </p:nvSpPr>
        <p:spPr/>
        <p:txBody>
          <a:bodyPr/>
          <a:lstStyle/>
          <a:p>
            <a:pPr>
              <a:defRPr/>
            </a:pPr>
            <a:fld id="{728A4F82-9BA1-B04D-88E2-157B739A58E2}" type="slidenum">
              <a:rPr lang="en-US" altLang="en-US" smtClean="0"/>
              <a:pPr>
                <a:defRPr/>
              </a:pPr>
              <a:t>‹#›</a:t>
            </a:fld>
            <a:endParaRPr lang="en-US" altLang="en-US"/>
          </a:p>
        </p:txBody>
      </p:sp>
    </p:spTree>
    <p:extLst>
      <p:ext uri="{BB962C8B-B14F-4D97-AF65-F5344CB8AC3E}">
        <p14:creationId xmlns:p14="http://schemas.microsoft.com/office/powerpoint/2010/main" val="20170783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FB008-29BF-A63F-6810-2561E4F1C842}"/>
              </a:ext>
            </a:extLst>
          </p:cNvPr>
          <p:cNvSpPr>
            <a:spLocks noGrp="1"/>
          </p:cNvSpPr>
          <p:nvPr>
            <p:ph type="title"/>
          </p:nvPr>
        </p:nvSpPr>
        <p:spPr/>
        <p:txBody>
          <a:bodyPr/>
          <a:lstStyle/>
          <a:p>
            <a:r>
              <a:rPr lang="en-US"/>
              <a:t>Click to edit Master title style</a:t>
            </a:r>
            <a:endParaRPr lang="en-CN"/>
          </a:p>
        </p:txBody>
      </p:sp>
      <p:sp>
        <p:nvSpPr>
          <p:cNvPr id="3" name="Content Placeholder 2">
            <a:extLst>
              <a:ext uri="{FF2B5EF4-FFF2-40B4-BE49-F238E27FC236}">
                <a16:creationId xmlns:a16="http://schemas.microsoft.com/office/drawing/2014/main" id="{46E7DFA9-376A-8E79-697B-4769A6DB15C3}"/>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Content Placeholder 3">
            <a:extLst>
              <a:ext uri="{FF2B5EF4-FFF2-40B4-BE49-F238E27FC236}">
                <a16:creationId xmlns:a16="http://schemas.microsoft.com/office/drawing/2014/main" id="{BD74B7DA-BDAD-E563-7590-9A38630D2983}"/>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Date Placeholder 4">
            <a:extLst>
              <a:ext uri="{FF2B5EF4-FFF2-40B4-BE49-F238E27FC236}">
                <a16:creationId xmlns:a16="http://schemas.microsoft.com/office/drawing/2014/main" id="{79504F12-A8C7-F3DC-5E1E-3F481D409E80}"/>
              </a:ext>
            </a:extLst>
          </p:cNvPr>
          <p:cNvSpPr>
            <a:spLocks noGrp="1"/>
          </p:cNvSpPr>
          <p:nvPr>
            <p:ph type="dt" sz="half" idx="10"/>
          </p:nvPr>
        </p:nvSpPr>
        <p:spPr/>
        <p:txBody>
          <a:bodyPr/>
          <a:lstStyle/>
          <a:p>
            <a:pPr>
              <a:defRPr/>
            </a:pPr>
            <a:fld id="{0AFF0F25-F396-6648-8B37-019FEEE09C07}" type="datetimeFigureOut">
              <a:rPr lang="en-US" smtClean="0"/>
              <a:pPr>
                <a:defRPr/>
              </a:pPr>
              <a:t>8/27/25</a:t>
            </a:fld>
            <a:endParaRPr lang="en-US"/>
          </a:p>
        </p:txBody>
      </p:sp>
      <p:sp>
        <p:nvSpPr>
          <p:cNvPr id="6" name="Footer Placeholder 5">
            <a:extLst>
              <a:ext uri="{FF2B5EF4-FFF2-40B4-BE49-F238E27FC236}">
                <a16:creationId xmlns:a16="http://schemas.microsoft.com/office/drawing/2014/main" id="{76B86047-64DF-C9A9-2218-20E47CBDE6BC}"/>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AD397DED-8FD2-2090-98FD-3DC771291E6A}"/>
              </a:ext>
            </a:extLst>
          </p:cNvPr>
          <p:cNvSpPr>
            <a:spLocks noGrp="1"/>
          </p:cNvSpPr>
          <p:nvPr>
            <p:ph type="sldNum" sz="quarter" idx="12"/>
          </p:nvPr>
        </p:nvSpPr>
        <p:spPr/>
        <p:txBody>
          <a:bodyPr/>
          <a:lstStyle/>
          <a:p>
            <a:pPr>
              <a:defRPr/>
            </a:pPr>
            <a:fld id="{0F894DDE-0DA9-AA47-A760-3FA9214A9792}" type="slidenum">
              <a:rPr lang="en-US" altLang="en-US" smtClean="0"/>
              <a:pPr>
                <a:defRPr/>
              </a:pPr>
              <a:t>‹#›</a:t>
            </a:fld>
            <a:endParaRPr lang="en-US" altLang="en-US"/>
          </a:p>
        </p:txBody>
      </p:sp>
    </p:spTree>
    <p:extLst>
      <p:ext uri="{BB962C8B-B14F-4D97-AF65-F5344CB8AC3E}">
        <p14:creationId xmlns:p14="http://schemas.microsoft.com/office/powerpoint/2010/main" val="2281004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FE5D7-1385-BE27-5D70-08C519E55F6C}"/>
              </a:ext>
            </a:extLst>
          </p:cNvPr>
          <p:cNvSpPr>
            <a:spLocks noGrp="1"/>
          </p:cNvSpPr>
          <p:nvPr>
            <p:ph type="title"/>
          </p:nvPr>
        </p:nvSpPr>
        <p:spPr>
          <a:xfrm>
            <a:off x="629841" y="365126"/>
            <a:ext cx="7886700" cy="1325563"/>
          </a:xfrm>
        </p:spPr>
        <p:txBody>
          <a:bodyPr/>
          <a:lstStyle/>
          <a:p>
            <a:r>
              <a:rPr lang="en-US"/>
              <a:t>Click to edit Master title style</a:t>
            </a:r>
            <a:endParaRPr lang="en-CN"/>
          </a:p>
        </p:txBody>
      </p:sp>
      <p:sp>
        <p:nvSpPr>
          <p:cNvPr id="3" name="Text Placeholder 2">
            <a:extLst>
              <a:ext uri="{FF2B5EF4-FFF2-40B4-BE49-F238E27FC236}">
                <a16:creationId xmlns:a16="http://schemas.microsoft.com/office/drawing/2014/main" id="{87049D36-93F8-3B87-7774-AF57D724D653}"/>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259A92DA-C2CD-DADC-A25F-32F8786FFCB6}"/>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5" name="Text Placeholder 4">
            <a:extLst>
              <a:ext uri="{FF2B5EF4-FFF2-40B4-BE49-F238E27FC236}">
                <a16:creationId xmlns:a16="http://schemas.microsoft.com/office/drawing/2014/main" id="{EB4A1266-473B-B962-6CF6-D196E5DF50B9}"/>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A6AB0ED0-57B5-5001-0811-37056327E658}"/>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7" name="Date Placeholder 6">
            <a:extLst>
              <a:ext uri="{FF2B5EF4-FFF2-40B4-BE49-F238E27FC236}">
                <a16:creationId xmlns:a16="http://schemas.microsoft.com/office/drawing/2014/main" id="{A50B2E59-07AA-45E1-471D-86BB21A9E413}"/>
              </a:ext>
            </a:extLst>
          </p:cNvPr>
          <p:cNvSpPr>
            <a:spLocks noGrp="1"/>
          </p:cNvSpPr>
          <p:nvPr>
            <p:ph type="dt" sz="half" idx="10"/>
          </p:nvPr>
        </p:nvSpPr>
        <p:spPr/>
        <p:txBody>
          <a:bodyPr/>
          <a:lstStyle/>
          <a:p>
            <a:pPr>
              <a:defRPr/>
            </a:pPr>
            <a:fld id="{541963FF-91BA-A24B-AE1A-3F2F03B0EBBD}" type="datetimeFigureOut">
              <a:rPr lang="en-US" smtClean="0"/>
              <a:pPr>
                <a:defRPr/>
              </a:pPr>
              <a:t>8/27/25</a:t>
            </a:fld>
            <a:endParaRPr lang="en-US"/>
          </a:p>
        </p:txBody>
      </p:sp>
      <p:sp>
        <p:nvSpPr>
          <p:cNvPr id="8" name="Footer Placeholder 7">
            <a:extLst>
              <a:ext uri="{FF2B5EF4-FFF2-40B4-BE49-F238E27FC236}">
                <a16:creationId xmlns:a16="http://schemas.microsoft.com/office/drawing/2014/main" id="{01DFC606-7AB6-A3BB-1871-A737913810BC}"/>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C8CD1685-51C7-8BE5-1565-BC902DABE844}"/>
              </a:ext>
            </a:extLst>
          </p:cNvPr>
          <p:cNvSpPr>
            <a:spLocks noGrp="1"/>
          </p:cNvSpPr>
          <p:nvPr>
            <p:ph type="sldNum" sz="quarter" idx="12"/>
          </p:nvPr>
        </p:nvSpPr>
        <p:spPr/>
        <p:txBody>
          <a:bodyPr/>
          <a:lstStyle/>
          <a:p>
            <a:pPr>
              <a:defRPr/>
            </a:pPr>
            <a:fld id="{93AD5248-9FD7-C043-B930-5AC20C16ADC5}" type="slidenum">
              <a:rPr lang="en-US" altLang="en-US" smtClean="0"/>
              <a:pPr>
                <a:defRPr/>
              </a:pPr>
              <a:t>‹#›</a:t>
            </a:fld>
            <a:endParaRPr lang="en-US" altLang="en-US"/>
          </a:p>
        </p:txBody>
      </p:sp>
    </p:spTree>
    <p:extLst>
      <p:ext uri="{BB962C8B-B14F-4D97-AF65-F5344CB8AC3E}">
        <p14:creationId xmlns:p14="http://schemas.microsoft.com/office/powerpoint/2010/main" val="35960682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8AF3D-4936-F69D-D859-FB106A05F4C9}"/>
              </a:ext>
            </a:extLst>
          </p:cNvPr>
          <p:cNvSpPr>
            <a:spLocks noGrp="1"/>
          </p:cNvSpPr>
          <p:nvPr>
            <p:ph type="title"/>
          </p:nvPr>
        </p:nvSpPr>
        <p:spPr/>
        <p:txBody>
          <a:bodyPr/>
          <a:lstStyle/>
          <a:p>
            <a:r>
              <a:rPr lang="en-US"/>
              <a:t>Click to edit Master title style</a:t>
            </a:r>
            <a:endParaRPr lang="en-CN"/>
          </a:p>
        </p:txBody>
      </p:sp>
      <p:sp>
        <p:nvSpPr>
          <p:cNvPr id="3" name="Date Placeholder 2">
            <a:extLst>
              <a:ext uri="{FF2B5EF4-FFF2-40B4-BE49-F238E27FC236}">
                <a16:creationId xmlns:a16="http://schemas.microsoft.com/office/drawing/2014/main" id="{715746EF-6B8A-8933-885F-3A2C71FEB1C5}"/>
              </a:ext>
            </a:extLst>
          </p:cNvPr>
          <p:cNvSpPr>
            <a:spLocks noGrp="1"/>
          </p:cNvSpPr>
          <p:nvPr>
            <p:ph type="dt" sz="half" idx="10"/>
          </p:nvPr>
        </p:nvSpPr>
        <p:spPr/>
        <p:txBody>
          <a:bodyPr/>
          <a:lstStyle/>
          <a:p>
            <a:pPr>
              <a:defRPr/>
            </a:pPr>
            <a:fld id="{3A727A47-30AD-2D48-AFE8-DA7C256EBB08}" type="datetimeFigureOut">
              <a:rPr lang="en-US" smtClean="0"/>
              <a:pPr>
                <a:defRPr/>
              </a:pPr>
              <a:t>8/27/25</a:t>
            </a:fld>
            <a:endParaRPr lang="en-US"/>
          </a:p>
        </p:txBody>
      </p:sp>
      <p:sp>
        <p:nvSpPr>
          <p:cNvPr id="4" name="Footer Placeholder 3">
            <a:extLst>
              <a:ext uri="{FF2B5EF4-FFF2-40B4-BE49-F238E27FC236}">
                <a16:creationId xmlns:a16="http://schemas.microsoft.com/office/drawing/2014/main" id="{12B36A41-57A8-0B3F-87A9-7FE28505B3A4}"/>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0E803034-4B4C-42BB-77A2-6ECEE97FB845}"/>
              </a:ext>
            </a:extLst>
          </p:cNvPr>
          <p:cNvSpPr>
            <a:spLocks noGrp="1"/>
          </p:cNvSpPr>
          <p:nvPr>
            <p:ph type="sldNum" sz="quarter" idx="12"/>
          </p:nvPr>
        </p:nvSpPr>
        <p:spPr/>
        <p:txBody>
          <a:bodyPr/>
          <a:lstStyle/>
          <a:p>
            <a:pPr>
              <a:defRPr/>
            </a:pPr>
            <a:fld id="{8E26419B-A113-D244-A26B-97524E32498F}" type="slidenum">
              <a:rPr lang="en-US" altLang="en-US" smtClean="0"/>
              <a:pPr>
                <a:defRPr/>
              </a:pPr>
              <a:t>‹#›</a:t>
            </a:fld>
            <a:endParaRPr lang="en-US" altLang="en-US"/>
          </a:p>
        </p:txBody>
      </p:sp>
    </p:spTree>
    <p:extLst>
      <p:ext uri="{BB962C8B-B14F-4D97-AF65-F5344CB8AC3E}">
        <p14:creationId xmlns:p14="http://schemas.microsoft.com/office/powerpoint/2010/main" val="24754349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07641B-5333-3765-7DEF-D4011D65C1F7}"/>
              </a:ext>
            </a:extLst>
          </p:cNvPr>
          <p:cNvSpPr>
            <a:spLocks noGrp="1"/>
          </p:cNvSpPr>
          <p:nvPr>
            <p:ph type="dt" sz="half" idx="10"/>
          </p:nvPr>
        </p:nvSpPr>
        <p:spPr/>
        <p:txBody>
          <a:bodyPr/>
          <a:lstStyle/>
          <a:p>
            <a:pPr>
              <a:defRPr/>
            </a:pPr>
            <a:fld id="{53577A97-1C32-E141-83A6-06EA8BD89B6B}" type="datetimeFigureOut">
              <a:rPr lang="en-US" smtClean="0"/>
              <a:pPr>
                <a:defRPr/>
              </a:pPr>
              <a:t>8/27/25</a:t>
            </a:fld>
            <a:endParaRPr lang="en-US"/>
          </a:p>
        </p:txBody>
      </p:sp>
      <p:sp>
        <p:nvSpPr>
          <p:cNvPr id="3" name="Footer Placeholder 2">
            <a:extLst>
              <a:ext uri="{FF2B5EF4-FFF2-40B4-BE49-F238E27FC236}">
                <a16:creationId xmlns:a16="http://schemas.microsoft.com/office/drawing/2014/main" id="{09A1BE73-1A54-BC06-583D-1470E7DE98EA}"/>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5D064772-8FDA-B152-87E0-40AA6B04D5FE}"/>
              </a:ext>
            </a:extLst>
          </p:cNvPr>
          <p:cNvSpPr>
            <a:spLocks noGrp="1"/>
          </p:cNvSpPr>
          <p:nvPr>
            <p:ph type="sldNum" sz="quarter" idx="12"/>
          </p:nvPr>
        </p:nvSpPr>
        <p:spPr/>
        <p:txBody>
          <a:bodyPr/>
          <a:lstStyle/>
          <a:p>
            <a:pPr>
              <a:defRPr/>
            </a:pPr>
            <a:fld id="{6BB0AA46-6942-5045-9EC8-DDD0D67D3C50}" type="slidenum">
              <a:rPr lang="en-US" altLang="en-US" smtClean="0"/>
              <a:pPr>
                <a:defRPr/>
              </a:pPr>
              <a:t>‹#›</a:t>
            </a:fld>
            <a:endParaRPr lang="en-US" altLang="en-US"/>
          </a:p>
        </p:txBody>
      </p:sp>
    </p:spTree>
    <p:extLst>
      <p:ext uri="{BB962C8B-B14F-4D97-AF65-F5344CB8AC3E}">
        <p14:creationId xmlns:p14="http://schemas.microsoft.com/office/powerpoint/2010/main" val="22974822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F06C3-7EE7-1D7D-F5B3-B088288609F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CN"/>
          </a:p>
        </p:txBody>
      </p:sp>
      <p:sp>
        <p:nvSpPr>
          <p:cNvPr id="3" name="Content Placeholder 2">
            <a:extLst>
              <a:ext uri="{FF2B5EF4-FFF2-40B4-BE49-F238E27FC236}">
                <a16:creationId xmlns:a16="http://schemas.microsoft.com/office/drawing/2014/main" id="{F76A10D7-81A5-0A38-2016-22A979FDB811}"/>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Text Placeholder 3">
            <a:extLst>
              <a:ext uri="{FF2B5EF4-FFF2-40B4-BE49-F238E27FC236}">
                <a16:creationId xmlns:a16="http://schemas.microsoft.com/office/drawing/2014/main" id="{B2790362-6058-4E47-38D8-E430676278C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76E67DA-F701-CA97-A044-BA6ECDC0A45D}"/>
              </a:ext>
            </a:extLst>
          </p:cNvPr>
          <p:cNvSpPr>
            <a:spLocks noGrp="1"/>
          </p:cNvSpPr>
          <p:nvPr>
            <p:ph type="dt" sz="half" idx="10"/>
          </p:nvPr>
        </p:nvSpPr>
        <p:spPr/>
        <p:txBody>
          <a:bodyPr/>
          <a:lstStyle/>
          <a:p>
            <a:pPr>
              <a:defRPr/>
            </a:pPr>
            <a:fld id="{A03FB37B-8014-8845-9C85-F6D3AD2A9916}" type="datetimeFigureOut">
              <a:rPr lang="en-US" smtClean="0"/>
              <a:pPr>
                <a:defRPr/>
              </a:pPr>
              <a:t>8/27/25</a:t>
            </a:fld>
            <a:endParaRPr lang="en-US"/>
          </a:p>
        </p:txBody>
      </p:sp>
      <p:sp>
        <p:nvSpPr>
          <p:cNvPr id="6" name="Footer Placeholder 5">
            <a:extLst>
              <a:ext uri="{FF2B5EF4-FFF2-40B4-BE49-F238E27FC236}">
                <a16:creationId xmlns:a16="http://schemas.microsoft.com/office/drawing/2014/main" id="{FC930127-EAFD-FDE7-C3EE-BEEF710E028B}"/>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D4716CD6-19A7-A0AE-FE72-B696AEBA745E}"/>
              </a:ext>
            </a:extLst>
          </p:cNvPr>
          <p:cNvSpPr>
            <a:spLocks noGrp="1"/>
          </p:cNvSpPr>
          <p:nvPr>
            <p:ph type="sldNum" sz="quarter" idx="12"/>
          </p:nvPr>
        </p:nvSpPr>
        <p:spPr/>
        <p:txBody>
          <a:bodyPr/>
          <a:lstStyle/>
          <a:p>
            <a:pPr>
              <a:defRPr/>
            </a:pPr>
            <a:fld id="{11FCDCCF-A839-C044-8C55-6B986B08D856}" type="slidenum">
              <a:rPr lang="en-US" altLang="en-US" smtClean="0"/>
              <a:pPr>
                <a:defRPr/>
              </a:pPr>
              <a:t>‹#›</a:t>
            </a:fld>
            <a:endParaRPr lang="en-US" altLang="en-US"/>
          </a:p>
        </p:txBody>
      </p:sp>
    </p:spTree>
    <p:extLst>
      <p:ext uri="{BB962C8B-B14F-4D97-AF65-F5344CB8AC3E}">
        <p14:creationId xmlns:p14="http://schemas.microsoft.com/office/powerpoint/2010/main" val="26715679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4037C-1DEE-0816-E21B-1F591B5D83BA}"/>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CN"/>
          </a:p>
        </p:txBody>
      </p:sp>
      <p:sp>
        <p:nvSpPr>
          <p:cNvPr id="3" name="Picture Placeholder 2">
            <a:extLst>
              <a:ext uri="{FF2B5EF4-FFF2-40B4-BE49-F238E27FC236}">
                <a16:creationId xmlns:a16="http://schemas.microsoft.com/office/drawing/2014/main" id="{59ED7698-954D-3CCE-D8D5-FF63DAB87959}"/>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CN"/>
          </a:p>
        </p:txBody>
      </p:sp>
      <p:sp>
        <p:nvSpPr>
          <p:cNvPr id="4" name="Text Placeholder 3">
            <a:extLst>
              <a:ext uri="{FF2B5EF4-FFF2-40B4-BE49-F238E27FC236}">
                <a16:creationId xmlns:a16="http://schemas.microsoft.com/office/drawing/2014/main" id="{A813C0CA-3405-A913-B07D-FCAF3BE84441}"/>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5DD90BA-C9E8-0105-9295-83957F85A275}"/>
              </a:ext>
            </a:extLst>
          </p:cNvPr>
          <p:cNvSpPr>
            <a:spLocks noGrp="1"/>
          </p:cNvSpPr>
          <p:nvPr>
            <p:ph type="dt" sz="half" idx="10"/>
          </p:nvPr>
        </p:nvSpPr>
        <p:spPr/>
        <p:txBody>
          <a:bodyPr/>
          <a:lstStyle/>
          <a:p>
            <a:pPr>
              <a:defRPr/>
            </a:pPr>
            <a:fld id="{99703D26-AC68-6D4F-84E3-0DD68B1880A7}" type="datetimeFigureOut">
              <a:rPr lang="en-US" smtClean="0"/>
              <a:pPr>
                <a:defRPr/>
              </a:pPr>
              <a:t>8/27/25</a:t>
            </a:fld>
            <a:endParaRPr lang="en-US"/>
          </a:p>
        </p:txBody>
      </p:sp>
      <p:sp>
        <p:nvSpPr>
          <p:cNvPr id="6" name="Footer Placeholder 5">
            <a:extLst>
              <a:ext uri="{FF2B5EF4-FFF2-40B4-BE49-F238E27FC236}">
                <a16:creationId xmlns:a16="http://schemas.microsoft.com/office/drawing/2014/main" id="{52C05AC4-3F38-5625-F9E6-C60967646158}"/>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6DA5E058-5C34-FB95-AEC6-F22AE037C854}"/>
              </a:ext>
            </a:extLst>
          </p:cNvPr>
          <p:cNvSpPr>
            <a:spLocks noGrp="1"/>
          </p:cNvSpPr>
          <p:nvPr>
            <p:ph type="sldNum" sz="quarter" idx="12"/>
          </p:nvPr>
        </p:nvSpPr>
        <p:spPr/>
        <p:txBody>
          <a:bodyPr/>
          <a:lstStyle/>
          <a:p>
            <a:pPr>
              <a:defRPr/>
            </a:pPr>
            <a:fld id="{F6BF7380-E50C-564B-9ACE-E6D799C526A3}" type="slidenum">
              <a:rPr lang="en-US" altLang="en-US" smtClean="0"/>
              <a:pPr>
                <a:defRPr/>
              </a:pPr>
              <a:t>‹#›</a:t>
            </a:fld>
            <a:endParaRPr lang="en-US" altLang="en-US"/>
          </a:p>
        </p:txBody>
      </p:sp>
    </p:spTree>
    <p:extLst>
      <p:ext uri="{BB962C8B-B14F-4D97-AF65-F5344CB8AC3E}">
        <p14:creationId xmlns:p14="http://schemas.microsoft.com/office/powerpoint/2010/main" val="39225455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A0C7D-B3FF-5FF6-4ACD-777DE8B2A535}"/>
              </a:ext>
            </a:extLst>
          </p:cNvPr>
          <p:cNvSpPr>
            <a:spLocks noGrp="1"/>
          </p:cNvSpPr>
          <p:nvPr>
            <p:ph type="title"/>
          </p:nvPr>
        </p:nvSpPr>
        <p:spPr/>
        <p:txBody>
          <a:bodyPr/>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519911D4-B56E-1B35-4DFF-BE9637CDC8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278C19DE-122B-D7CC-BC92-C75E34F1A895}"/>
              </a:ext>
            </a:extLst>
          </p:cNvPr>
          <p:cNvSpPr>
            <a:spLocks noGrp="1"/>
          </p:cNvSpPr>
          <p:nvPr>
            <p:ph type="dt" sz="half" idx="10"/>
          </p:nvPr>
        </p:nvSpPr>
        <p:spPr/>
        <p:txBody>
          <a:bodyPr/>
          <a:lstStyle/>
          <a:p>
            <a:pPr>
              <a:defRPr/>
            </a:pPr>
            <a:fld id="{5906A00A-A59C-0B4F-8C04-10A7F66D751A}" type="datetimeFigureOut">
              <a:rPr lang="en-US" smtClean="0"/>
              <a:pPr>
                <a:defRPr/>
              </a:pPr>
              <a:t>8/27/25</a:t>
            </a:fld>
            <a:endParaRPr lang="en-US"/>
          </a:p>
        </p:txBody>
      </p:sp>
      <p:sp>
        <p:nvSpPr>
          <p:cNvPr id="5" name="Footer Placeholder 4">
            <a:extLst>
              <a:ext uri="{FF2B5EF4-FFF2-40B4-BE49-F238E27FC236}">
                <a16:creationId xmlns:a16="http://schemas.microsoft.com/office/drawing/2014/main" id="{7181E760-BF1F-6870-ABE9-7282C42C36D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6598AE95-AFB3-6A19-AD9F-EABD700E5ABB}"/>
              </a:ext>
            </a:extLst>
          </p:cNvPr>
          <p:cNvSpPr>
            <a:spLocks noGrp="1"/>
          </p:cNvSpPr>
          <p:nvPr>
            <p:ph type="sldNum" sz="quarter" idx="12"/>
          </p:nvPr>
        </p:nvSpPr>
        <p:spPr/>
        <p:txBody>
          <a:bodyPr/>
          <a:lstStyle/>
          <a:p>
            <a:pPr>
              <a:defRPr/>
            </a:pPr>
            <a:fld id="{5A50AD96-87EF-6641-ABD6-94C4E1A875C3}" type="slidenum">
              <a:rPr lang="en-US" altLang="en-US" smtClean="0"/>
              <a:pPr>
                <a:defRPr/>
              </a:pPr>
              <a:t>‹#›</a:t>
            </a:fld>
            <a:endParaRPr lang="en-US" altLang="en-US"/>
          </a:p>
        </p:txBody>
      </p:sp>
    </p:spTree>
    <p:extLst>
      <p:ext uri="{BB962C8B-B14F-4D97-AF65-F5344CB8AC3E}">
        <p14:creationId xmlns:p14="http://schemas.microsoft.com/office/powerpoint/2010/main" val="24262801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D80235-F757-8279-489D-5F1D9E6C936D}"/>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CN"/>
          </a:p>
        </p:txBody>
      </p:sp>
      <p:sp>
        <p:nvSpPr>
          <p:cNvPr id="3" name="Vertical Text Placeholder 2">
            <a:extLst>
              <a:ext uri="{FF2B5EF4-FFF2-40B4-BE49-F238E27FC236}">
                <a16:creationId xmlns:a16="http://schemas.microsoft.com/office/drawing/2014/main" id="{32C50861-E93C-1DA0-F20B-D906D87C25AC}"/>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7A12C353-72B8-FB77-20EF-FA9B0C94D70F}"/>
              </a:ext>
            </a:extLst>
          </p:cNvPr>
          <p:cNvSpPr>
            <a:spLocks noGrp="1"/>
          </p:cNvSpPr>
          <p:nvPr>
            <p:ph type="dt" sz="half" idx="10"/>
          </p:nvPr>
        </p:nvSpPr>
        <p:spPr/>
        <p:txBody>
          <a:bodyPr/>
          <a:lstStyle/>
          <a:p>
            <a:pPr>
              <a:defRPr/>
            </a:pPr>
            <a:fld id="{31866F69-6C28-5A46-9DE5-5B64E5AE1952}" type="datetimeFigureOut">
              <a:rPr lang="en-US" smtClean="0"/>
              <a:pPr>
                <a:defRPr/>
              </a:pPr>
              <a:t>8/27/25</a:t>
            </a:fld>
            <a:endParaRPr lang="en-US"/>
          </a:p>
        </p:txBody>
      </p:sp>
      <p:sp>
        <p:nvSpPr>
          <p:cNvPr id="5" name="Footer Placeholder 4">
            <a:extLst>
              <a:ext uri="{FF2B5EF4-FFF2-40B4-BE49-F238E27FC236}">
                <a16:creationId xmlns:a16="http://schemas.microsoft.com/office/drawing/2014/main" id="{EB2BDDE9-60D7-0B37-C7D4-0AAD6B36B830}"/>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10CF0AA4-D7F8-7B0C-C66F-432B543A9B82}"/>
              </a:ext>
            </a:extLst>
          </p:cNvPr>
          <p:cNvSpPr>
            <a:spLocks noGrp="1"/>
          </p:cNvSpPr>
          <p:nvPr>
            <p:ph type="sldNum" sz="quarter" idx="12"/>
          </p:nvPr>
        </p:nvSpPr>
        <p:spPr/>
        <p:txBody>
          <a:bodyPr/>
          <a:lstStyle/>
          <a:p>
            <a:pPr>
              <a:defRPr/>
            </a:pPr>
            <a:fld id="{54085A62-56FB-A147-A27F-CD0D17B9D96C}" type="slidenum">
              <a:rPr lang="en-US" altLang="en-US" smtClean="0"/>
              <a:pPr>
                <a:defRPr/>
              </a:pPr>
              <a:t>‹#›</a:t>
            </a:fld>
            <a:endParaRPr lang="en-US" altLang="en-US"/>
          </a:p>
        </p:txBody>
      </p:sp>
    </p:spTree>
    <p:extLst>
      <p:ext uri="{BB962C8B-B14F-4D97-AF65-F5344CB8AC3E}">
        <p14:creationId xmlns:p14="http://schemas.microsoft.com/office/powerpoint/2010/main" val="3242717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Straight Connector 6">
            <a:extLst>
              <a:ext uri="{FF2B5EF4-FFF2-40B4-BE49-F238E27FC236}">
                <a16:creationId xmlns:a16="http://schemas.microsoft.com/office/drawing/2014/main" id="{44751AFD-CF58-939E-A314-FEED1ADD2DDB}"/>
              </a:ext>
            </a:extLst>
          </p:cNvPr>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029" name="Text Placeholder 7">
            <a:extLst>
              <a:ext uri="{FF2B5EF4-FFF2-40B4-BE49-F238E27FC236}">
                <a16:creationId xmlns:a16="http://schemas.microsoft.com/office/drawing/2014/main" id="{59DD9E91-5720-0ACC-4822-9A64B21EA8AF}"/>
              </a:ext>
            </a:extLst>
          </p:cNvPr>
          <p:cNvSpPr>
            <a:spLocks noGrp="1"/>
          </p:cNvSpPr>
          <p:nvPr>
            <p:ph type="body" idx="1"/>
          </p:nvPr>
        </p:nvSpPr>
        <p:spPr bwMode="auto">
          <a:xfrm>
            <a:off x="304800" y="1554163"/>
            <a:ext cx="86868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1" name="Date Placeholder 10">
            <a:extLst>
              <a:ext uri="{FF2B5EF4-FFF2-40B4-BE49-F238E27FC236}">
                <a16:creationId xmlns:a16="http://schemas.microsoft.com/office/drawing/2014/main" id="{9CEC6C3A-CC91-28F6-F6C3-3CC5444EA5A5}"/>
              </a:ext>
            </a:extLst>
          </p:cNvPr>
          <p:cNvSpPr>
            <a:spLocks noGrp="1"/>
          </p:cNvSpPr>
          <p:nvPr>
            <p:ph type="dt" sz="half" idx="2"/>
          </p:nvPr>
        </p:nvSpPr>
        <p:spPr>
          <a:xfrm>
            <a:off x="6477000" y="76200"/>
            <a:ext cx="2514600" cy="288925"/>
          </a:xfrm>
          <a:prstGeom prst="rect">
            <a:avLst/>
          </a:prstGeom>
        </p:spPr>
        <p:txBody>
          <a:bodyPr vert="horz"/>
          <a:lstStyle>
            <a:lvl1pPr algn="l" eaLnBrk="1" fontAlgn="auto" latinLnBrk="0" hangingPunct="1">
              <a:spcBef>
                <a:spcPts val="0"/>
              </a:spcBef>
              <a:spcAft>
                <a:spcPts val="0"/>
              </a:spcAft>
              <a:defRPr kumimoji="0" sz="1200">
                <a:solidFill>
                  <a:schemeClr val="accent1">
                    <a:shade val="75000"/>
                  </a:schemeClr>
                </a:solidFill>
                <a:latin typeface="+mn-lt"/>
                <a:cs typeface="+mn-cs"/>
              </a:defRPr>
            </a:lvl1pPr>
          </a:lstStyle>
          <a:p>
            <a:pPr>
              <a:defRPr/>
            </a:pPr>
            <a:fld id="{9A657E7E-E9A5-5A41-BEA6-5482A308CA96}" type="datetimeFigureOut">
              <a:rPr lang="en-US"/>
              <a:pPr>
                <a:defRPr/>
              </a:pPr>
              <a:t>8/27/25</a:t>
            </a:fld>
            <a:endParaRPr lang="en-US"/>
          </a:p>
        </p:txBody>
      </p:sp>
      <p:sp>
        <p:nvSpPr>
          <p:cNvPr id="28" name="Footer Placeholder 27">
            <a:extLst>
              <a:ext uri="{FF2B5EF4-FFF2-40B4-BE49-F238E27FC236}">
                <a16:creationId xmlns:a16="http://schemas.microsoft.com/office/drawing/2014/main" id="{61780773-3F1D-0CFD-B309-C7FB7940DE09}"/>
              </a:ext>
            </a:extLst>
          </p:cNvPr>
          <p:cNvSpPr>
            <a:spLocks noGrp="1"/>
          </p:cNvSpPr>
          <p:nvPr>
            <p:ph type="ftr" sz="quarter" idx="3"/>
          </p:nvPr>
        </p:nvSpPr>
        <p:spPr>
          <a:xfrm>
            <a:off x="3124200" y="76200"/>
            <a:ext cx="3352800" cy="288925"/>
          </a:xfrm>
          <a:prstGeom prst="rect">
            <a:avLst/>
          </a:prstGeom>
        </p:spPr>
        <p:txBody>
          <a:bodyPr vert="horz"/>
          <a:lstStyle>
            <a:lvl1pPr algn="r" eaLnBrk="1" fontAlgn="auto" latinLnBrk="0" hangingPunct="1">
              <a:spcBef>
                <a:spcPts val="0"/>
              </a:spcBef>
              <a:spcAft>
                <a:spcPts val="0"/>
              </a:spcAft>
              <a:defRPr kumimoji="0" sz="1200">
                <a:solidFill>
                  <a:schemeClr val="accent1">
                    <a:shade val="75000"/>
                  </a:schemeClr>
                </a:solidFill>
                <a:latin typeface="+mn-lt"/>
                <a:cs typeface="+mn-cs"/>
              </a:defRPr>
            </a:lvl1pPr>
          </a:lstStyle>
          <a:p>
            <a:pPr>
              <a:defRPr/>
            </a:pPr>
            <a:endParaRPr lang="en-US"/>
          </a:p>
        </p:txBody>
      </p:sp>
      <p:sp>
        <p:nvSpPr>
          <p:cNvPr id="5" name="Slide Number Placeholder 4">
            <a:extLst>
              <a:ext uri="{FF2B5EF4-FFF2-40B4-BE49-F238E27FC236}">
                <a16:creationId xmlns:a16="http://schemas.microsoft.com/office/drawing/2014/main" id="{DF3011FF-D8C8-5CF3-A5CF-00E8304A5F62}"/>
              </a:ext>
            </a:extLst>
          </p:cNvPr>
          <p:cNvSpPr>
            <a:spLocks noGrp="1"/>
          </p:cNvSpPr>
          <p:nvPr>
            <p:ph type="sldNum" sz="quarter" idx="4"/>
          </p:nvPr>
        </p:nvSpPr>
        <p:spPr>
          <a:xfrm>
            <a:off x="8229600" y="6477000"/>
            <a:ext cx="762000" cy="244475"/>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solidFill>
                  <a:srgbClr val="D38E27"/>
                </a:solidFill>
                <a:latin typeface="Franklin Gothic Book" panose="020B0503020102020204" pitchFamily="34" charset="0"/>
              </a:defRPr>
            </a:lvl1pPr>
          </a:lstStyle>
          <a:p>
            <a:pPr>
              <a:defRPr/>
            </a:pPr>
            <a:fld id="{503612D6-8FEF-0240-B98A-840EDE6C9BBF}" type="slidenum">
              <a:rPr lang="en-US" altLang="en-US"/>
              <a:pPr>
                <a:defRPr/>
              </a:pPr>
              <a:t>‹#›</a:t>
            </a:fld>
            <a:endParaRPr lang="en-US" altLang="en-US"/>
          </a:p>
        </p:txBody>
      </p:sp>
      <p:sp>
        <p:nvSpPr>
          <p:cNvPr id="10" name="Title Placeholder 9">
            <a:extLst>
              <a:ext uri="{FF2B5EF4-FFF2-40B4-BE49-F238E27FC236}">
                <a16:creationId xmlns:a16="http://schemas.microsoft.com/office/drawing/2014/main" id="{BC70BAA3-9B0C-CD1E-CB64-10B243E61EAF}"/>
              </a:ext>
            </a:extLst>
          </p:cNvPr>
          <p:cNvSpPr>
            <a:spLocks noGrp="1"/>
          </p:cNvSpPr>
          <p:nvPr>
            <p:ph type="title"/>
          </p:nvPr>
        </p:nvSpPr>
        <p:spPr>
          <a:xfrm>
            <a:off x="304800" y="457200"/>
            <a:ext cx="8686800" cy="838200"/>
          </a:xfrm>
          <a:prstGeom prst="rect">
            <a:avLst/>
          </a:prstGeom>
        </p:spPr>
        <p:txBody>
          <a:bodyPr vert="horz" anchor="ctr">
            <a:normAutofit/>
          </a:bodyPr>
          <a:lstStyle/>
          <a:p>
            <a:r>
              <a:rPr lang="en-US"/>
              <a:t>Click to edit Master title style</a:t>
            </a:r>
          </a:p>
        </p:txBody>
      </p:sp>
      <p:sp>
        <p:nvSpPr>
          <p:cNvPr id="9" name="Straight Connector 8">
            <a:extLst>
              <a:ext uri="{FF2B5EF4-FFF2-40B4-BE49-F238E27FC236}">
                <a16:creationId xmlns:a16="http://schemas.microsoft.com/office/drawing/2014/main" id="{E72FCFEA-D961-82E4-9409-593C349EE48F}"/>
              </a:ext>
            </a:extLst>
          </p:cNvPr>
          <p:cNvSpPr>
            <a:spLocks noChangeShapeType="1"/>
          </p:cNvSpPr>
          <p:nvPr/>
        </p:nvSpPr>
        <p:spPr bwMode="auto">
          <a:xfrm>
            <a:off x="514350" y="1050898"/>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2" name="Straight Connector 11">
            <a:extLst>
              <a:ext uri="{FF2B5EF4-FFF2-40B4-BE49-F238E27FC236}">
                <a16:creationId xmlns:a16="http://schemas.microsoft.com/office/drawing/2014/main" id="{92B7E2AB-7A23-FE4A-2729-241469312F4B}"/>
              </a:ext>
            </a:extLst>
          </p:cNvPr>
          <p:cNvSpPr>
            <a:spLocks noChangeShapeType="1"/>
          </p:cNvSpPr>
          <p:nvPr/>
        </p:nvSpPr>
        <p:spPr bwMode="auto">
          <a:xfrm>
            <a:off x="514350" y="1057986"/>
            <a:ext cx="8629650" cy="2381"/>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Tree>
  </p:cSld>
  <p:clrMap bg1="lt1" tx1="dk1" bg2="lt2" tx2="dk2" accent1="accent1" accent2="accent2" accent3="accent3" accent4="accent4" accent5="accent5" accent6="accent6" hlink="hlink" folHlink="folHlink"/>
  <p:sldLayoutIdLst>
    <p:sldLayoutId id="2147483987" r:id="rId1"/>
    <p:sldLayoutId id="2147483988" r:id="rId2"/>
    <p:sldLayoutId id="2147483989" r:id="rId3"/>
    <p:sldLayoutId id="2147483984" r:id="rId4"/>
    <p:sldLayoutId id="2147483990" r:id="rId5"/>
    <p:sldLayoutId id="2147483985" r:id="rId6"/>
    <p:sldLayoutId id="2147483991" r:id="rId7"/>
    <p:sldLayoutId id="2147483992" r:id="rId8"/>
    <p:sldLayoutId id="2147483993" r:id="rId9"/>
    <p:sldLayoutId id="2147483986" r:id="rId10"/>
    <p:sldLayoutId id="2147483994" r:id="rId11"/>
  </p:sldLayoutIdLst>
  <p:txStyles>
    <p:titleStyle>
      <a:lvl1pPr algn="l" rtl="0" eaLnBrk="0" fontAlgn="base" hangingPunct="0">
        <a:spcBef>
          <a:spcPct val="0"/>
        </a:spcBef>
        <a:spcAft>
          <a:spcPct val="0"/>
        </a:spcAft>
        <a:defRPr sz="3600" kern="1200" cap="all">
          <a:solidFill>
            <a:schemeClr val="tx2"/>
          </a:solidFill>
          <a:effectLst>
            <a:reflection blurRad="12700" stA="48000" endA="300" endPos="55000" dir="5400000" sy="-90000" algn="bl" rotWithShape="0"/>
          </a:effectLst>
          <a:latin typeface="+mj-lt"/>
          <a:ea typeface="+mj-ea"/>
          <a:cs typeface="+mj-cs"/>
        </a:defRPr>
      </a:lvl1pPr>
      <a:lvl2pPr algn="l" rtl="0" eaLnBrk="0" fontAlgn="base" hangingPunct="0">
        <a:spcBef>
          <a:spcPct val="0"/>
        </a:spcBef>
        <a:spcAft>
          <a:spcPct val="0"/>
        </a:spcAft>
        <a:defRPr sz="3600">
          <a:solidFill>
            <a:schemeClr val="tx2"/>
          </a:solidFill>
          <a:latin typeface="Franklin Gothic Medium" pitchFamily="34" charset="0"/>
        </a:defRPr>
      </a:lvl2pPr>
      <a:lvl3pPr algn="l" rtl="0" eaLnBrk="0" fontAlgn="base" hangingPunct="0">
        <a:spcBef>
          <a:spcPct val="0"/>
        </a:spcBef>
        <a:spcAft>
          <a:spcPct val="0"/>
        </a:spcAft>
        <a:defRPr sz="3600">
          <a:solidFill>
            <a:schemeClr val="tx2"/>
          </a:solidFill>
          <a:latin typeface="Franklin Gothic Medium" pitchFamily="34" charset="0"/>
        </a:defRPr>
      </a:lvl3pPr>
      <a:lvl4pPr algn="l" rtl="0" eaLnBrk="0" fontAlgn="base" hangingPunct="0">
        <a:spcBef>
          <a:spcPct val="0"/>
        </a:spcBef>
        <a:spcAft>
          <a:spcPct val="0"/>
        </a:spcAft>
        <a:defRPr sz="3600">
          <a:solidFill>
            <a:schemeClr val="tx2"/>
          </a:solidFill>
          <a:latin typeface="Franklin Gothic Medium" pitchFamily="34" charset="0"/>
        </a:defRPr>
      </a:lvl4pPr>
      <a:lvl5pPr algn="l" rtl="0" eaLnBrk="0" fontAlgn="base" hangingPunct="0">
        <a:spcBef>
          <a:spcPct val="0"/>
        </a:spcBef>
        <a:spcAft>
          <a:spcPct val="0"/>
        </a:spcAft>
        <a:defRPr sz="3600">
          <a:solidFill>
            <a:schemeClr val="tx2"/>
          </a:solidFill>
          <a:latin typeface="Franklin Gothic Medium" pitchFamily="34" charset="0"/>
        </a:defRPr>
      </a:lvl5pPr>
      <a:lvl6pPr marL="457200" algn="l" rtl="0" fontAlgn="base">
        <a:spcBef>
          <a:spcPct val="0"/>
        </a:spcBef>
        <a:spcAft>
          <a:spcPct val="0"/>
        </a:spcAft>
        <a:defRPr sz="3600">
          <a:solidFill>
            <a:schemeClr val="tx2"/>
          </a:solidFill>
          <a:latin typeface="Franklin Gothic Medium" pitchFamily="34" charset="0"/>
        </a:defRPr>
      </a:lvl6pPr>
      <a:lvl7pPr marL="914400" algn="l" rtl="0" fontAlgn="base">
        <a:spcBef>
          <a:spcPct val="0"/>
        </a:spcBef>
        <a:spcAft>
          <a:spcPct val="0"/>
        </a:spcAft>
        <a:defRPr sz="3600">
          <a:solidFill>
            <a:schemeClr val="tx2"/>
          </a:solidFill>
          <a:latin typeface="Franklin Gothic Medium" pitchFamily="34" charset="0"/>
        </a:defRPr>
      </a:lvl7pPr>
      <a:lvl8pPr marL="1371600" algn="l" rtl="0" fontAlgn="base">
        <a:spcBef>
          <a:spcPct val="0"/>
        </a:spcBef>
        <a:spcAft>
          <a:spcPct val="0"/>
        </a:spcAft>
        <a:defRPr sz="3600">
          <a:solidFill>
            <a:schemeClr val="tx2"/>
          </a:solidFill>
          <a:latin typeface="Franklin Gothic Medium" pitchFamily="34" charset="0"/>
        </a:defRPr>
      </a:lvl8pPr>
      <a:lvl9pPr marL="1828800" algn="l" rtl="0" fontAlgn="base">
        <a:spcBef>
          <a:spcPct val="0"/>
        </a:spcBef>
        <a:spcAft>
          <a:spcPct val="0"/>
        </a:spcAft>
        <a:defRPr sz="3600">
          <a:solidFill>
            <a:schemeClr val="tx2"/>
          </a:solidFill>
          <a:latin typeface="Franklin Gothic Medium" pitchFamily="34" charset="0"/>
        </a:defRPr>
      </a:lvl9pPr>
    </p:titleStyle>
    <p:bodyStyle>
      <a:lvl1pPr marL="342900" indent="-342900" algn="l" rtl="0" eaLnBrk="0" fontAlgn="base" hangingPunct="0">
        <a:spcBef>
          <a:spcPct val="20000"/>
        </a:spcBef>
        <a:spcAft>
          <a:spcPct val="0"/>
        </a:spcAft>
        <a:buClr>
          <a:schemeClr val="accent1"/>
        </a:buClr>
        <a:buSzPct val="70000"/>
        <a:buFont typeface="Wingdings 2" pitchFamily="2" charset="2"/>
        <a:buChar char=""/>
        <a:defRPr sz="3200" kern="12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70000"/>
        <a:buFont typeface="Wingdings 2" pitchFamily="2" charset="2"/>
        <a:buChar char=""/>
        <a:defRPr sz="2800" kern="1200">
          <a:solidFill>
            <a:schemeClr val="tx2"/>
          </a:solidFill>
          <a:latin typeface="+mn-lt"/>
          <a:ea typeface="+mn-ea"/>
          <a:cs typeface="+mn-cs"/>
        </a:defRPr>
      </a:lvl2pPr>
      <a:lvl3pPr marL="1143000" indent="-228600" algn="l" rtl="0" eaLnBrk="0" fontAlgn="base" hangingPunct="0">
        <a:spcBef>
          <a:spcPct val="20000"/>
        </a:spcBef>
        <a:spcAft>
          <a:spcPct val="0"/>
        </a:spcAft>
        <a:buClr>
          <a:schemeClr val="accent1"/>
        </a:buClr>
        <a:buSzPct val="70000"/>
        <a:buFont typeface="Wingdings 2" pitchFamily="2" charset="2"/>
        <a:buChar char=""/>
        <a:defRPr sz="2400" kern="1200">
          <a:solidFill>
            <a:schemeClr val="tx2"/>
          </a:solidFill>
          <a:latin typeface="+mn-lt"/>
          <a:ea typeface="+mn-ea"/>
          <a:cs typeface="+mn-cs"/>
        </a:defRPr>
      </a:lvl3pPr>
      <a:lvl4pPr marL="1600200" indent="-228600" algn="l" rtl="0" eaLnBrk="0" fontAlgn="base" hangingPunct="0">
        <a:spcBef>
          <a:spcPct val="20000"/>
        </a:spcBef>
        <a:spcAft>
          <a:spcPct val="0"/>
        </a:spcAft>
        <a:buClr>
          <a:schemeClr val="accent1"/>
        </a:buClr>
        <a:buSzPct val="70000"/>
        <a:buFont typeface="Wingdings 2" pitchFamily="2" charset="2"/>
        <a:buChar char=""/>
        <a:defRPr sz="2000" kern="1200">
          <a:solidFill>
            <a:schemeClr val="tx2"/>
          </a:solidFill>
          <a:latin typeface="+mn-lt"/>
          <a:ea typeface="+mn-ea"/>
          <a:cs typeface="+mn-cs"/>
        </a:defRPr>
      </a:lvl4pPr>
      <a:lvl5pPr marL="2057400" indent="-228600" algn="l" rtl="0" eaLnBrk="0" fontAlgn="base" hangingPunct="0">
        <a:spcBef>
          <a:spcPct val="20000"/>
        </a:spcBef>
        <a:spcAft>
          <a:spcPct val="0"/>
        </a:spcAft>
        <a:buClr>
          <a:schemeClr val="accent1"/>
        </a:buClr>
        <a:buSzPct val="60000"/>
        <a:buFont typeface="Wingdings 2" pitchFamily="2" charset="2"/>
        <a:buChar char=""/>
        <a:defRPr sz="2000" kern="1200">
          <a:solidFill>
            <a:schemeClr val="tx2"/>
          </a:solidFill>
          <a:latin typeface="+mn-lt"/>
          <a:ea typeface="+mn-ea"/>
          <a:cs typeface="+mn-cs"/>
        </a:defRPr>
      </a:lvl5pPr>
      <a:lvl6pPr marL="2514600" indent="-228600" algn="l" rtl="0" eaLnBrk="1" latinLnBrk="0" hangingPunct="1">
        <a:spcBef>
          <a:spcPct val="20000"/>
        </a:spcBef>
        <a:buClr>
          <a:schemeClr val="accent1"/>
        </a:buClr>
        <a:buSzPct val="60000"/>
        <a:buFont typeface="Wingdings 2"/>
        <a:buChar char=""/>
        <a:defRPr kumimoji="0" sz="1800" kern="1200">
          <a:solidFill>
            <a:schemeClr val="tx2"/>
          </a:solidFill>
          <a:latin typeface="+mn-lt"/>
          <a:ea typeface="+mn-ea"/>
          <a:cs typeface="+mn-cs"/>
        </a:defRPr>
      </a:lvl6pPr>
      <a:lvl7pPr marL="2971800" indent="-228600" algn="l" rtl="0" eaLnBrk="1" latinLnBrk="0" hangingPunct="1">
        <a:spcBef>
          <a:spcPct val="20000"/>
        </a:spcBef>
        <a:buClr>
          <a:schemeClr val="accent1"/>
        </a:buClr>
        <a:buSzPct val="60000"/>
        <a:buFont typeface="Wingdings 2"/>
        <a:buChar char=""/>
        <a:defRPr kumimoji="0" sz="1600" kern="1200">
          <a:solidFill>
            <a:schemeClr val="tx2"/>
          </a:solidFill>
          <a:latin typeface="+mn-lt"/>
          <a:ea typeface="+mn-ea"/>
          <a:cs typeface="+mn-cs"/>
        </a:defRPr>
      </a:lvl7pPr>
      <a:lvl8pPr marL="3429000" indent="-228600" algn="l" rtl="0" eaLnBrk="1" latinLnBrk="0" hangingPunct="1">
        <a:spcBef>
          <a:spcPct val="20000"/>
        </a:spcBef>
        <a:buClr>
          <a:schemeClr val="accent1"/>
        </a:buClr>
        <a:buSzPct val="60000"/>
        <a:buFont typeface="Wingdings 2"/>
        <a:buChar char=""/>
        <a:defRPr kumimoji="0" sz="1600" kern="1200" baseline="0">
          <a:solidFill>
            <a:schemeClr val="tx2"/>
          </a:solidFill>
          <a:latin typeface="+mn-lt"/>
          <a:ea typeface="+mn-ea"/>
          <a:cs typeface="+mn-cs"/>
        </a:defRPr>
      </a:lvl8pPr>
      <a:lvl9pPr marL="3886200" indent="-228600" algn="l" rtl="0" eaLnBrk="1" latinLnBrk="0" hangingPunct="1">
        <a:spcBef>
          <a:spcPct val="20000"/>
        </a:spcBef>
        <a:buClr>
          <a:schemeClr val="accent1"/>
        </a:buClr>
        <a:buSzPct val="60000"/>
        <a:buFont typeface="Wingdings 2"/>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EA5191-C457-2439-C174-274CA5456093}"/>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CN"/>
          </a:p>
        </p:txBody>
      </p:sp>
      <p:sp>
        <p:nvSpPr>
          <p:cNvPr id="3" name="Text Placeholder 2">
            <a:extLst>
              <a:ext uri="{FF2B5EF4-FFF2-40B4-BE49-F238E27FC236}">
                <a16:creationId xmlns:a16="http://schemas.microsoft.com/office/drawing/2014/main" id="{0F1B80AA-063F-AEDD-3A1F-29193717BCA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4" name="Date Placeholder 3">
            <a:extLst>
              <a:ext uri="{FF2B5EF4-FFF2-40B4-BE49-F238E27FC236}">
                <a16:creationId xmlns:a16="http://schemas.microsoft.com/office/drawing/2014/main" id="{15807831-6AC5-3696-5618-0AE8E6BC834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9A657E7E-E9A5-5A41-BEA6-5482A308CA96}" type="datetimeFigureOut">
              <a:rPr lang="en-US" smtClean="0"/>
              <a:pPr>
                <a:defRPr/>
              </a:pPr>
              <a:t>8/27/25</a:t>
            </a:fld>
            <a:endParaRPr lang="en-US"/>
          </a:p>
        </p:txBody>
      </p:sp>
      <p:sp>
        <p:nvSpPr>
          <p:cNvPr id="5" name="Footer Placeholder 4">
            <a:extLst>
              <a:ext uri="{FF2B5EF4-FFF2-40B4-BE49-F238E27FC236}">
                <a16:creationId xmlns:a16="http://schemas.microsoft.com/office/drawing/2014/main" id="{45101F84-12FE-B738-6946-269F93E02469}"/>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E11D6C08-E025-945F-2EE5-871E8D074551}"/>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503612D6-8FEF-0240-B98A-840EDE6C9BBF}" type="slidenum">
              <a:rPr lang="en-US" altLang="en-US" smtClean="0"/>
              <a:pPr>
                <a:defRPr/>
              </a:pPr>
              <a:t>‹#›</a:t>
            </a:fld>
            <a:endParaRPr lang="en-US" altLang="en-US"/>
          </a:p>
        </p:txBody>
      </p:sp>
    </p:spTree>
    <p:extLst>
      <p:ext uri="{BB962C8B-B14F-4D97-AF65-F5344CB8AC3E}">
        <p14:creationId xmlns:p14="http://schemas.microsoft.com/office/powerpoint/2010/main" val="2886419267"/>
      </p:ext>
    </p:extLst>
  </p:cSld>
  <p:clrMap bg1="lt1" tx1="dk1" bg2="lt2" tx2="dk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9.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1.emf"/><Relationship Id="rId5" Type="http://schemas.openxmlformats.org/officeDocument/2006/relationships/oleObject" Target="../embeddings/oleObject3.bin"/><Relationship Id="rId4" Type="http://schemas.openxmlformats.org/officeDocument/2006/relationships/image" Target="../media/image10.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15.jpeg"/><Relationship Id="rId4" Type="http://schemas.openxmlformats.org/officeDocument/2006/relationships/image" Target="../media/image14.emf"/></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7.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8.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xml"/><Relationship Id="rId1" Type="http://schemas.openxmlformats.org/officeDocument/2006/relationships/vmlDrawing" Target="../drawings/vmlDrawing6.vml"/><Relationship Id="rId4" Type="http://schemas.openxmlformats.org/officeDocument/2006/relationships/image" Target="../media/image21.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22.emf"/><Relationship Id="rId4" Type="http://schemas.openxmlformats.org/officeDocument/2006/relationships/oleObject" Target="../embeddings/oleObject8.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5.png"/><Relationship Id="rId3" Type="http://schemas.openxmlformats.org/officeDocument/2006/relationships/image" Target="../media/image31.png"/><Relationship Id="rId7" Type="http://schemas.openxmlformats.org/officeDocument/2006/relationships/image" Target="../media/image26.png"/><Relationship Id="rId12" Type="http://schemas.openxmlformats.org/officeDocument/2006/relationships/image" Target="../media/image34.png"/><Relationship Id="rId2" Type="http://schemas.openxmlformats.org/officeDocument/2006/relationships/image" Target="../media/image24.png"/><Relationship Id="rId16" Type="http://schemas.openxmlformats.org/officeDocument/2006/relationships/image" Target="../media/image38.png"/><Relationship Id="rId1" Type="http://schemas.openxmlformats.org/officeDocument/2006/relationships/slideLayout" Target="../slideLayouts/slideLayout1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33.png"/><Relationship Id="rId15" Type="http://schemas.openxmlformats.org/officeDocument/2006/relationships/image" Target="../media/image37.png"/><Relationship Id="rId10" Type="http://schemas.openxmlformats.org/officeDocument/2006/relationships/image" Target="../media/image29.png"/><Relationship Id="rId4" Type="http://schemas.openxmlformats.org/officeDocument/2006/relationships/image" Target="../media/image32.png"/><Relationship Id="rId9" Type="http://schemas.openxmlformats.org/officeDocument/2006/relationships/image" Target="../media/image28.png"/><Relationship Id="rId1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44.png"/><Relationship Id="rId1" Type="http://schemas.openxmlformats.org/officeDocument/2006/relationships/slideLayout" Target="../slideLayouts/slideLayout1.xml"/><Relationship Id="rId4" Type="http://schemas.openxmlformats.org/officeDocument/2006/relationships/image" Target="../media/image41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5.jpe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hyperlink" Target="https://phet.colorado.edu/sims/projectile-motion/projectile-motion_en.html" TargetMode="Externa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gif"/><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6.gif"/><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customXml" Target="../ink/ink1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customXml" Target="../ink/ink1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customXml" Target="../ink/ink1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customXml" Target="../ink/ink1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customXml" Target="../ink/ink16.xml"/></Relationships>
</file>

<file path=ppt/slides/_rels/slide5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7.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customXml" Target="../ink/ink17.xml"/></Relationships>
</file>

<file path=ppt/slides/_rels/slide5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7" Type="http://schemas.openxmlformats.org/officeDocument/2006/relationships/image" Target="../media/image14.png"/><Relationship Id="rId2"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customXml" Target="../ink/ink19.xml"/><Relationship Id="rId5" Type="http://schemas.openxmlformats.org/officeDocument/2006/relationships/image" Target="../media/image13.emf"/><Relationship Id="rId4" Type="http://schemas.openxmlformats.org/officeDocument/2006/relationships/customXml" Target="../ink/ink18.xml"/></Relationships>
</file>

<file path=ppt/slides/_rels/slide60.xml.rels><?xml version="1.0" encoding="UTF-8" standalone="yes"?>
<Relationships xmlns="http://schemas.openxmlformats.org/package/2006/relationships"><Relationship Id="rId3" Type="http://schemas.openxmlformats.org/officeDocument/2006/relationships/customXml" Target="../ink/ink20.xml"/><Relationship Id="rId2" Type="http://schemas.openxmlformats.org/officeDocument/2006/relationships/image" Target="../media/image100.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customXml" Target="../ink/ink21.xml"/><Relationship Id="rId4" Type="http://schemas.openxmlformats.org/officeDocument/2006/relationships/image" Target="../media/image160.png"/></Relationships>
</file>

<file path=ppt/slides/_rels/slide61.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image" Target="../media/image171.png"/><Relationship Id="rId1" Type="http://schemas.openxmlformats.org/officeDocument/2006/relationships/slideLayout" Target="../slideLayouts/slideLayout1.xml"/><Relationship Id="rId6" Type="http://schemas.openxmlformats.org/officeDocument/2006/relationships/image" Target="../media/image191.png"/><Relationship Id="rId5" Type="http://schemas.openxmlformats.org/officeDocument/2006/relationships/customXml" Target="../ink/ink23.xml"/><Relationship Id="rId4" Type="http://schemas.openxmlformats.org/officeDocument/2006/relationships/image" Target="../media/image18.png"/></Relationships>
</file>

<file path=ppt/slides/_rels/slide62.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customXml" Target="../ink/ink24.xml"/><Relationship Id="rId2" Type="http://schemas.openxmlformats.org/officeDocument/2006/relationships/image" Target="../media/image190.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customXml" Target="../ink/ink25.xml"/><Relationship Id="rId4" Type="http://schemas.openxmlformats.org/officeDocument/2006/relationships/image" Target="../media/image21.png"/></Relationships>
</file>

<file path=ppt/slides/_rels/slide64.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customXml" Target="../ink/ink26.xml"/><Relationship Id="rId2" Type="http://schemas.openxmlformats.org/officeDocument/2006/relationships/image" Target="../media/image220.png"/><Relationship Id="rId1" Type="http://schemas.openxmlformats.org/officeDocument/2006/relationships/slideLayout" Target="../slideLayouts/slideLayout1.xml"/><Relationship Id="rId6" Type="http://schemas.openxmlformats.org/officeDocument/2006/relationships/image" Target="../media/image241.png"/><Relationship Id="rId5" Type="http://schemas.openxmlformats.org/officeDocument/2006/relationships/customXml" Target="../ink/ink27.xml"/><Relationship Id="rId4" Type="http://schemas.openxmlformats.org/officeDocument/2006/relationships/image" Target="../media/image231.png"/></Relationships>
</file>

<file path=ppt/slides/_rels/slide66.xml.rels><?xml version="1.0" encoding="UTF-8" standalone="yes"?>
<Relationships xmlns="http://schemas.openxmlformats.org/package/2006/relationships"><Relationship Id="rId3" Type="http://schemas.openxmlformats.org/officeDocument/2006/relationships/customXml" Target="../ink/ink28.xml"/><Relationship Id="rId2" Type="http://schemas.openxmlformats.org/officeDocument/2006/relationships/image" Target="../media/image170.png"/><Relationship Id="rId1" Type="http://schemas.openxmlformats.org/officeDocument/2006/relationships/slideLayout" Target="../slideLayouts/slideLayout1.xml"/><Relationship Id="rId4" Type="http://schemas.openxmlformats.org/officeDocument/2006/relationships/image" Target="../media/image250.png"/></Relationships>
</file>

<file path=ppt/slides/_rels/slide67.xml.rels><?xml version="1.0" encoding="UTF-8" standalone="yes"?>
<Relationships xmlns="http://schemas.openxmlformats.org/package/2006/relationships"><Relationship Id="rId3" Type="http://schemas.openxmlformats.org/officeDocument/2006/relationships/customXml" Target="../ink/ink29.xml"/><Relationship Id="rId2" Type="http://schemas.openxmlformats.org/officeDocument/2006/relationships/image" Target="../media/image260.png"/><Relationship Id="rId1" Type="http://schemas.openxmlformats.org/officeDocument/2006/relationships/slideLayout" Target="../slideLayouts/slideLayout1.xml"/><Relationship Id="rId6" Type="http://schemas.openxmlformats.org/officeDocument/2006/relationships/image" Target="../media/image250.png"/><Relationship Id="rId5" Type="http://schemas.openxmlformats.org/officeDocument/2006/relationships/customXml" Target="../ink/ink30.xml"/><Relationship Id="rId4" Type="http://schemas.openxmlformats.org/officeDocument/2006/relationships/image" Target="../media/image270.png"/></Relationships>
</file>

<file path=ppt/slides/_rels/slide68.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customXml" Target="../ink/ink31.xml"/><Relationship Id="rId2" Type="http://schemas.openxmlformats.org/officeDocument/2006/relationships/image" Target="../media/image280.png"/><Relationship Id="rId1" Type="http://schemas.openxmlformats.org/officeDocument/2006/relationships/slideLayout" Target="../slideLayouts/slideLayout1.xml"/><Relationship Id="rId6" Type="http://schemas.openxmlformats.org/officeDocument/2006/relationships/image" Target="../media/image300.png"/><Relationship Id="rId5" Type="http://schemas.openxmlformats.org/officeDocument/2006/relationships/customXml" Target="../ink/ink32.xml"/><Relationship Id="rId4" Type="http://schemas.openxmlformats.org/officeDocument/2006/relationships/image" Target="../media/image290.png"/></Relationships>
</file>

<file path=ppt/slides/_rels/slide70.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customXml" Target="../ink/ink33.xml"/><Relationship Id="rId2" Type="http://schemas.openxmlformats.org/officeDocument/2006/relationships/image" Target="../media/image311.png"/><Relationship Id="rId1" Type="http://schemas.openxmlformats.org/officeDocument/2006/relationships/slideLayout" Target="../slideLayouts/slideLayout1.xml"/><Relationship Id="rId6" Type="http://schemas.openxmlformats.org/officeDocument/2006/relationships/image" Target="../media/image331.png"/><Relationship Id="rId5" Type="http://schemas.openxmlformats.org/officeDocument/2006/relationships/customXml" Target="../ink/ink34.xml"/><Relationship Id="rId4" Type="http://schemas.openxmlformats.org/officeDocument/2006/relationships/image" Target="../media/image321.png"/></Relationships>
</file>

<file path=ppt/slides/_rels/slide72.xml.rels><?xml version="1.0" encoding="UTF-8" standalone="yes"?>
<Relationships xmlns="http://schemas.openxmlformats.org/package/2006/relationships"><Relationship Id="rId2" Type="http://schemas.openxmlformats.org/officeDocument/2006/relationships/image" Target="../media/image341.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customXml" Target="../ink/ink35.xml"/><Relationship Id="rId2" Type="http://schemas.openxmlformats.org/officeDocument/2006/relationships/image" Target="../media/image341.png"/><Relationship Id="rId1" Type="http://schemas.openxmlformats.org/officeDocument/2006/relationships/slideLayout" Target="../slideLayouts/slideLayout1.xml"/><Relationship Id="rId4" Type="http://schemas.openxmlformats.org/officeDocument/2006/relationships/image" Target="../media/image351.png"/></Relationships>
</file>

<file path=ppt/slides/_rels/slide74.xml.rels><?xml version="1.0" encoding="UTF-8" standalone="yes"?>
<Relationships xmlns="http://schemas.openxmlformats.org/package/2006/relationships"><Relationship Id="rId3" Type="http://schemas.openxmlformats.org/officeDocument/2006/relationships/customXml" Target="../ink/ink36.xml"/><Relationship Id="rId2" Type="http://schemas.openxmlformats.org/officeDocument/2006/relationships/image" Target="../media/image230.png"/><Relationship Id="rId1" Type="http://schemas.openxmlformats.org/officeDocument/2006/relationships/slideLayout" Target="../slideLayouts/slideLayout1.xml"/><Relationship Id="rId4" Type="http://schemas.openxmlformats.org/officeDocument/2006/relationships/image" Target="../media/image36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3" Type="http://schemas.openxmlformats.org/officeDocument/2006/relationships/image" Target="../media/image371.png"/><Relationship Id="rId2" Type="http://schemas.openxmlformats.org/officeDocument/2006/relationships/customXml" Target="../ink/ink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195A15-82EA-6D14-851C-8FC66F335550}"/>
              </a:ext>
            </a:extLst>
          </p:cNvPr>
          <p:cNvSpPr/>
          <p:nvPr/>
        </p:nvSpPr>
        <p:spPr>
          <a:xfrm>
            <a:off x="838200" y="2767280"/>
            <a:ext cx="7467600" cy="1323439"/>
          </a:xfrm>
          <a:prstGeom prst="rect">
            <a:avLst/>
          </a:prstGeom>
          <a:noFill/>
        </p:spPr>
        <p:txBody>
          <a:bodyPr wrap="square">
            <a:spAutoFit/>
          </a:bodyPr>
          <a:lstStyle/>
          <a:p>
            <a:pPr algn="ctr" eaLnBrk="1" fontAlgn="auto" hangingPunct="1">
              <a:spcBef>
                <a:spcPts val="0"/>
              </a:spcBef>
              <a:spcAft>
                <a:spcPts val="0"/>
              </a:spcAft>
              <a:defRPr/>
            </a:pPr>
            <a:r>
              <a:rPr lang="en-US" sz="8000" b="1" spc="30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latin typeface="+mn-lt"/>
                <a:cs typeface="+mn-cs"/>
              </a:rPr>
              <a:t>A1: Kinematics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89;p13">
            <a:extLst>
              <a:ext uri="{FF2B5EF4-FFF2-40B4-BE49-F238E27FC236}">
                <a16:creationId xmlns:a16="http://schemas.microsoft.com/office/drawing/2014/main" id="{8CD63BFE-E13E-E049-B770-C9043EC452FB}"/>
              </a:ext>
            </a:extLst>
          </p:cNvPr>
          <p:cNvSpPr/>
          <p:nvPr/>
        </p:nvSpPr>
        <p:spPr>
          <a:xfrm>
            <a:off x="685800" y="1549400"/>
            <a:ext cx="7772400" cy="4686300"/>
          </a:xfrm>
          <a:prstGeom prst="rect">
            <a:avLst/>
          </a:prstGeom>
          <a:solidFill>
            <a:srgbClr val="EAEAEA"/>
          </a:solidFill>
          <a:ln>
            <a:noFill/>
          </a:ln>
        </p:spPr>
        <p:txBody>
          <a:bodyPr spcFirstLastPara="1" wrap="square" lIns="91425" tIns="45700" rIns="91425" bIns="45700" anchor="t" anchorCtr="0">
            <a:noAutofit/>
          </a:bodyPr>
          <a:lstStyle/>
          <a:p>
            <a:pPr marL="457200" marR="0" lvl="0" indent="-457200" algn="l" rtl="0">
              <a:spcBef>
                <a:spcPts val="0"/>
              </a:spcBef>
              <a:spcAft>
                <a:spcPts val="0"/>
              </a:spcAft>
              <a:buClr>
                <a:schemeClr val="accent2"/>
              </a:buClr>
              <a:buSzPts val="2400"/>
              <a:buFont typeface="Arial"/>
              <a:buNone/>
            </a:pPr>
            <a:r>
              <a:rPr lang="en-US" sz="2400" b="1" i="0" u="none" strike="noStrike" cap="none">
                <a:solidFill>
                  <a:schemeClr val="accent2"/>
                </a:solidFill>
                <a:latin typeface="Arial"/>
                <a:ea typeface="Arial"/>
                <a:cs typeface="Arial"/>
                <a:sym typeface="Arial"/>
              </a:rPr>
              <a:t>Guiding Questions: </a:t>
            </a:r>
            <a:endParaRPr/>
          </a:p>
          <a:p>
            <a:pPr marL="457200" marR="0" lvl="0" indent="-457200" algn="l" rtl="0">
              <a:spcBef>
                <a:spcPts val="480"/>
              </a:spcBef>
              <a:spcAft>
                <a:spcPts val="0"/>
              </a:spcAft>
              <a:buClr>
                <a:schemeClr val="dk1"/>
              </a:buClr>
              <a:buSzPts val="2400"/>
              <a:buFont typeface="Arial"/>
              <a:buNone/>
            </a:pPr>
            <a:endParaRPr sz="2400" b="1" i="0" u="none" strike="noStrike" cap="none">
              <a:solidFill>
                <a:schemeClr val="accent2"/>
              </a:solidFill>
              <a:latin typeface="Arial"/>
              <a:ea typeface="Arial"/>
              <a:cs typeface="Arial"/>
              <a:sym typeface="Arial"/>
            </a:endParaRPr>
          </a:p>
          <a:p>
            <a:pPr marL="0" marR="0" lvl="0" indent="0" algn="l" rtl="0">
              <a:spcBef>
                <a:spcPts val="480"/>
              </a:spcBef>
              <a:spcAft>
                <a:spcPts val="0"/>
              </a:spcAft>
              <a:buClr>
                <a:schemeClr val="dk1"/>
              </a:buClr>
              <a:buSzPts val="2400"/>
              <a:buFont typeface="Arial"/>
              <a:buNone/>
            </a:pPr>
            <a:r>
              <a:rPr lang="en-US" sz="2400" b="0" i="0" u="none" strike="noStrike" cap="none">
                <a:solidFill>
                  <a:schemeClr val="dk1"/>
                </a:solidFill>
                <a:latin typeface="Arial"/>
                <a:ea typeface="Arial"/>
                <a:cs typeface="Arial"/>
                <a:sym typeface="Arial"/>
              </a:rPr>
              <a:t>How can the motion of a body be described quantitatively and qualitatively?</a:t>
            </a:r>
            <a:br>
              <a:rPr lang="en-US" sz="2400" b="0" i="0" u="none" strike="noStrike" cap="none">
                <a:solidFill>
                  <a:schemeClr val="dk1"/>
                </a:solidFill>
                <a:latin typeface="Arial"/>
                <a:ea typeface="Arial"/>
                <a:cs typeface="Arial"/>
                <a:sym typeface="Arial"/>
              </a:rPr>
            </a:br>
            <a:endParaRPr sz="2400" b="0" i="0" u="none" strike="noStrike" cap="none">
              <a:solidFill>
                <a:schemeClr val="dk1"/>
              </a:solidFill>
              <a:latin typeface="Arial"/>
              <a:ea typeface="Arial"/>
              <a:cs typeface="Arial"/>
              <a:sym typeface="Arial"/>
            </a:endParaRPr>
          </a:p>
          <a:p>
            <a:pPr marL="0" marR="0" lvl="0" indent="0" algn="l" rtl="0">
              <a:spcBef>
                <a:spcPts val="480"/>
              </a:spcBef>
              <a:spcAft>
                <a:spcPts val="0"/>
              </a:spcAft>
              <a:buClr>
                <a:schemeClr val="dk1"/>
              </a:buClr>
              <a:buSzPts val="2400"/>
              <a:buFont typeface="Arial"/>
              <a:buNone/>
            </a:pPr>
            <a:r>
              <a:rPr lang="en-US" sz="2400" b="0" i="0" u="none" strike="noStrike" cap="none">
                <a:solidFill>
                  <a:schemeClr val="dk1"/>
                </a:solidFill>
                <a:latin typeface="Arial"/>
                <a:ea typeface="Arial"/>
                <a:cs typeface="Arial"/>
                <a:sym typeface="Arial"/>
              </a:rPr>
              <a:t>How can the position of a body in space and time be predicted?</a:t>
            </a:r>
            <a:br>
              <a:rPr lang="en-US" sz="2400" b="0" i="0" u="none" strike="noStrike" cap="none">
                <a:solidFill>
                  <a:schemeClr val="dk1"/>
                </a:solidFill>
                <a:latin typeface="Arial"/>
                <a:ea typeface="Arial"/>
                <a:cs typeface="Arial"/>
                <a:sym typeface="Arial"/>
              </a:rPr>
            </a:br>
            <a:endParaRPr sz="2400" b="0" i="0" u="none" strike="noStrike" cap="none">
              <a:solidFill>
                <a:schemeClr val="dk1"/>
              </a:solidFill>
              <a:latin typeface="Arial"/>
              <a:ea typeface="Arial"/>
              <a:cs typeface="Arial"/>
              <a:sym typeface="Arial"/>
            </a:endParaRPr>
          </a:p>
          <a:p>
            <a:pPr marL="0" marR="0" lvl="0" indent="0" algn="l" rtl="0">
              <a:spcBef>
                <a:spcPts val="480"/>
              </a:spcBef>
              <a:spcAft>
                <a:spcPts val="0"/>
              </a:spcAft>
              <a:buClr>
                <a:schemeClr val="dk1"/>
              </a:buClr>
              <a:buSzPts val="2400"/>
              <a:buFont typeface="Arial"/>
              <a:buNone/>
            </a:pPr>
            <a:r>
              <a:rPr lang="en-US" sz="2400" b="0" i="0" u="none" strike="noStrike" cap="none">
                <a:solidFill>
                  <a:schemeClr val="dk1"/>
                </a:solidFill>
                <a:latin typeface="Arial"/>
                <a:ea typeface="Arial"/>
                <a:cs typeface="Arial"/>
                <a:sym typeface="Arial"/>
              </a:rPr>
              <a:t>How can the analysis of motion in one and two dimensions be used to solve real-life problems? </a:t>
            </a:r>
            <a:endParaRPr/>
          </a:p>
          <a:p>
            <a:pPr marL="457200" marR="0" lvl="0" indent="-457200" algn="l" rtl="0">
              <a:spcBef>
                <a:spcPts val="480"/>
              </a:spcBef>
              <a:spcAft>
                <a:spcPts val="0"/>
              </a:spcAft>
              <a:buClr>
                <a:schemeClr val="dk1"/>
              </a:buClr>
              <a:buSzPts val="2400"/>
              <a:buFont typeface="Arial"/>
              <a:buNone/>
            </a:pPr>
            <a:endParaRPr sz="2400" b="0" i="0" u="none" strike="noStrike" cap="none">
              <a:solidFill>
                <a:schemeClr val="accent2"/>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 calcmode="lin" valueType="num">
                                      <p:cBhvr additive="base">
                                        <p:cTn id="12" dur="500"/>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 calcmode="lin" valueType="num">
                                      <p:cBhvr additive="base">
                                        <p:cTn id="17" dur="500"/>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 calcmode="lin" valueType="num">
                                      <p:cBhvr additive="base">
                                        <p:cTn id="22" dur="500"/>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 calcmode="lin" valueType="num">
                                      <p:cBhvr additive="base">
                                        <p:cTn id="27" dur="500"/>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 calcmode="lin" valueType="num">
                                      <p:cBhvr additive="base">
                                        <p:cTn id="32" dur="500"/>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p:nvPr/>
        </p:nvSpPr>
        <p:spPr>
          <a:xfrm>
            <a:off x="685800" y="1549400"/>
            <a:ext cx="7772400" cy="5308600"/>
          </a:xfrm>
          <a:prstGeom prst="rect">
            <a:avLst/>
          </a:prstGeom>
          <a:solidFill>
            <a:srgbClr val="EAEAEA"/>
          </a:solidFill>
          <a:ln>
            <a:noFill/>
          </a:ln>
        </p:spPr>
        <p:txBody>
          <a:bodyPr spcFirstLastPara="1" wrap="square" lIns="91425" tIns="45700" rIns="91425" bIns="45700" anchor="t" anchorCtr="0">
            <a:noAutofit/>
          </a:bodyPr>
          <a:lstStyle/>
          <a:p>
            <a:pPr marL="457200" marR="0" lvl="0" indent="-457200" algn="l" rtl="0">
              <a:spcBef>
                <a:spcPts val="0"/>
              </a:spcBef>
              <a:spcAft>
                <a:spcPts val="0"/>
              </a:spcAft>
              <a:buClr>
                <a:schemeClr val="accent2"/>
              </a:buClr>
              <a:buSzPts val="2400"/>
              <a:buFont typeface="Arial"/>
              <a:buNone/>
            </a:pPr>
            <a:r>
              <a:rPr lang="en-US" sz="2400" b="1" i="0" u="none" strike="noStrike" cap="none">
                <a:solidFill>
                  <a:schemeClr val="accent2"/>
                </a:solidFill>
                <a:latin typeface="Arial"/>
                <a:ea typeface="Arial"/>
                <a:cs typeface="Arial"/>
                <a:sym typeface="Arial"/>
              </a:rPr>
              <a:t>Applications and skills: </a:t>
            </a:r>
            <a:endParaRPr sz="2400" b="0" i="0" u="none" strike="noStrike" cap="none">
              <a:solidFill>
                <a:schemeClr val="accent2"/>
              </a:solidFill>
              <a:latin typeface="Arial"/>
              <a:ea typeface="Arial"/>
              <a:cs typeface="Arial"/>
              <a:sym typeface="Arial"/>
            </a:endParaRPr>
          </a:p>
          <a:p>
            <a:pPr marL="457200" marR="0" lvl="0" indent="-457200" algn="l" rtl="0">
              <a:spcBef>
                <a:spcPts val="48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that the motion of bodies through space and time can be described and analysed in terms of position, velocity, and acceleration </a:t>
            </a:r>
            <a:endParaRPr/>
          </a:p>
          <a:p>
            <a:pPr marL="457200" marR="0" lvl="0" indent="-457200" algn="l" rtl="0">
              <a:spcBef>
                <a:spcPts val="48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velocity is the rate of change of position, and acceleration is the rate of change of velocity </a:t>
            </a:r>
            <a:endParaRPr/>
          </a:p>
          <a:p>
            <a:pPr marL="457200" marR="0" lvl="0" indent="-457200" algn="l" rtl="0">
              <a:spcBef>
                <a:spcPts val="48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the change in position is the displacement </a:t>
            </a:r>
            <a:endParaRPr/>
          </a:p>
          <a:p>
            <a:pPr marL="457200" marR="0" lvl="0" indent="-457200" algn="l" rtl="0">
              <a:spcBef>
                <a:spcPts val="48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the difference between distance and displacement </a:t>
            </a:r>
            <a:endParaRPr/>
          </a:p>
          <a:p>
            <a:pPr marL="457200" marR="0" lvl="0" indent="-457200" algn="l" rtl="0">
              <a:spcBef>
                <a:spcPts val="48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the difference between instantaneous and average values of velocity, speed and acceleration, and how to determine them </a:t>
            </a:r>
            <a:endParaRPr/>
          </a:p>
          <a:p>
            <a:pPr marL="457200" marR="0" lvl="0" indent="-457200" algn="l" rtl="0">
              <a:spcBef>
                <a:spcPts val="480"/>
              </a:spcBef>
              <a:spcAft>
                <a:spcPts val="0"/>
              </a:spcAft>
              <a:buClr>
                <a:schemeClr val="dk1"/>
              </a:buClr>
              <a:buSzPts val="2400"/>
              <a:buFont typeface="Arial"/>
              <a:buChar char="•"/>
            </a:pPr>
            <a:r>
              <a:rPr lang="en-US" sz="2400" b="0" i="0" u="none" strike="noStrike" cap="none">
                <a:solidFill>
                  <a:schemeClr val="dk1"/>
                </a:solidFill>
                <a:latin typeface="Arial"/>
                <a:ea typeface="Arial"/>
                <a:cs typeface="Arial"/>
                <a:sym typeface="Arial"/>
              </a:rPr>
              <a:t>the equations of motion for solving problems with uniformly accelerated motion </a:t>
            </a:r>
            <a:endParaRPr/>
          </a:p>
        </p:txBody>
      </p:sp>
      <p:sp>
        <p:nvSpPr>
          <p:cNvPr id="97" name="Google Shape;97;p14"/>
          <p:cNvSpPr txBox="1">
            <a:spLocks noGrp="1"/>
          </p:cNvSpPr>
          <p:nvPr>
            <p:ph type="ctrTitle" idx="4294967295"/>
          </p:nvPr>
        </p:nvSpPr>
        <p:spPr>
          <a:xfrm>
            <a:off x="685800" y="533400"/>
            <a:ext cx="7772400" cy="8969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i="0" u="none" strike="noStrike" cap="none">
                <a:solidFill>
                  <a:schemeClr val="dk2"/>
                </a:solidFill>
                <a:latin typeface="Arial"/>
                <a:ea typeface="Arial"/>
                <a:cs typeface="Arial"/>
                <a:sym typeface="Arial"/>
              </a:rPr>
              <a:t>Topic A: Space, Time and Motion</a:t>
            </a:r>
            <a:br>
              <a:rPr lang="en-US" sz="2800" b="1" i="0" u="none" strike="noStrike" cap="none">
                <a:solidFill>
                  <a:schemeClr val="dk2"/>
                </a:solidFill>
                <a:latin typeface="Arial"/>
                <a:ea typeface="Arial"/>
                <a:cs typeface="Arial"/>
                <a:sym typeface="Arial"/>
              </a:rPr>
            </a:br>
            <a:r>
              <a:rPr lang="en-US" sz="2800" b="0" i="0" u="none" strike="noStrike" cap="none">
                <a:solidFill>
                  <a:schemeClr val="dk2"/>
                </a:solidFill>
                <a:latin typeface="Arial"/>
                <a:ea typeface="Arial"/>
                <a:cs typeface="Arial"/>
                <a:sym typeface="Arial"/>
              </a:rPr>
              <a:t>A</a:t>
            </a:r>
            <a:r>
              <a:rPr lang="en-US" sz="2800" b="0" i="0" u="none" strike="noStrike" cap="none">
                <a:solidFill>
                  <a:schemeClr val="dk1"/>
                </a:solidFill>
                <a:latin typeface="Arial"/>
                <a:ea typeface="Arial"/>
                <a:cs typeface="Arial"/>
                <a:sym typeface="Arial"/>
              </a:rPr>
              <a:t>.1 – Kinematics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6">
                                            <p:txEl>
                                              <p:pRg st="0" end="0"/>
                                            </p:txEl>
                                          </p:spTgt>
                                        </p:tgtEl>
                                        <p:attrNameLst>
                                          <p:attrName>style.visibility</p:attrName>
                                        </p:attrNameLst>
                                      </p:cBhvr>
                                      <p:to>
                                        <p:strVal val="visible"/>
                                      </p:to>
                                    </p:set>
                                    <p:anim calcmode="lin" valueType="num">
                                      <p:cBhvr additive="base">
                                        <p:cTn id="7" dur="500"/>
                                        <p:tgtEl>
                                          <p:spTgt spid="9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6">
                                            <p:txEl>
                                              <p:pRg st="1" end="1"/>
                                            </p:txEl>
                                          </p:spTgt>
                                        </p:tgtEl>
                                        <p:attrNameLst>
                                          <p:attrName>style.visibility</p:attrName>
                                        </p:attrNameLst>
                                      </p:cBhvr>
                                      <p:to>
                                        <p:strVal val="visible"/>
                                      </p:to>
                                    </p:set>
                                    <p:anim calcmode="lin" valueType="num">
                                      <p:cBhvr additive="base">
                                        <p:cTn id="12" dur="500"/>
                                        <p:tgtEl>
                                          <p:spTgt spid="9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96">
                                            <p:txEl>
                                              <p:pRg st="2" end="2"/>
                                            </p:txEl>
                                          </p:spTgt>
                                        </p:tgtEl>
                                        <p:attrNameLst>
                                          <p:attrName>style.visibility</p:attrName>
                                        </p:attrNameLst>
                                      </p:cBhvr>
                                      <p:to>
                                        <p:strVal val="visible"/>
                                      </p:to>
                                    </p:set>
                                    <p:anim calcmode="lin" valueType="num">
                                      <p:cBhvr additive="base">
                                        <p:cTn id="17" dur="500"/>
                                        <p:tgtEl>
                                          <p:spTgt spid="9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96">
                                            <p:txEl>
                                              <p:pRg st="3" end="3"/>
                                            </p:txEl>
                                          </p:spTgt>
                                        </p:tgtEl>
                                        <p:attrNameLst>
                                          <p:attrName>style.visibility</p:attrName>
                                        </p:attrNameLst>
                                      </p:cBhvr>
                                      <p:to>
                                        <p:strVal val="visible"/>
                                      </p:to>
                                    </p:set>
                                    <p:anim calcmode="lin" valueType="num">
                                      <p:cBhvr additive="base">
                                        <p:cTn id="22" dur="500"/>
                                        <p:tgtEl>
                                          <p:spTgt spid="9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96">
                                            <p:txEl>
                                              <p:pRg st="4" end="4"/>
                                            </p:txEl>
                                          </p:spTgt>
                                        </p:tgtEl>
                                        <p:attrNameLst>
                                          <p:attrName>style.visibility</p:attrName>
                                        </p:attrNameLst>
                                      </p:cBhvr>
                                      <p:to>
                                        <p:strVal val="visible"/>
                                      </p:to>
                                    </p:set>
                                    <p:anim calcmode="lin" valueType="num">
                                      <p:cBhvr additive="base">
                                        <p:cTn id="27" dur="500"/>
                                        <p:tgtEl>
                                          <p:spTgt spid="9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96">
                                            <p:txEl>
                                              <p:pRg st="5" end="5"/>
                                            </p:txEl>
                                          </p:spTgt>
                                        </p:tgtEl>
                                        <p:attrNameLst>
                                          <p:attrName>style.visibility</p:attrName>
                                        </p:attrNameLst>
                                      </p:cBhvr>
                                      <p:to>
                                        <p:strVal val="visible"/>
                                      </p:to>
                                    </p:set>
                                    <p:anim calcmode="lin" valueType="num">
                                      <p:cBhvr additive="base">
                                        <p:cTn id="32" dur="500"/>
                                        <p:tgtEl>
                                          <p:spTgt spid="9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96">
                                            <p:txEl>
                                              <p:pRg st="6" end="6"/>
                                            </p:txEl>
                                          </p:spTgt>
                                        </p:tgtEl>
                                        <p:attrNameLst>
                                          <p:attrName>style.visibility</p:attrName>
                                        </p:attrNameLst>
                                      </p:cBhvr>
                                      <p:to>
                                        <p:strVal val="visible"/>
                                      </p:to>
                                    </p:set>
                                    <p:anim calcmode="lin" valueType="num">
                                      <p:cBhvr additive="base">
                                        <p:cTn id="37" dur="500"/>
                                        <p:tgtEl>
                                          <p:spTgt spid="9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p:nvPr/>
        </p:nvSpPr>
        <p:spPr>
          <a:xfrm>
            <a:off x="685800" y="1549400"/>
            <a:ext cx="7772400" cy="5308600"/>
          </a:xfrm>
          <a:prstGeom prst="rect">
            <a:avLst/>
          </a:prstGeom>
          <a:solidFill>
            <a:srgbClr val="EAEAEA"/>
          </a:solidFill>
          <a:ln>
            <a:noFill/>
          </a:ln>
        </p:spPr>
        <p:txBody>
          <a:bodyPr spcFirstLastPara="1" wrap="square" lIns="91425" tIns="45700" rIns="91425" bIns="45700" anchor="t" anchorCtr="0">
            <a:noAutofit/>
          </a:bodyPr>
          <a:lstStyle/>
          <a:p>
            <a:pPr marL="457200" marR="0" lvl="0" indent="-457200" algn="l" rtl="0">
              <a:spcBef>
                <a:spcPts val="0"/>
              </a:spcBef>
              <a:spcAft>
                <a:spcPts val="0"/>
              </a:spcAft>
              <a:buClr>
                <a:schemeClr val="dk1"/>
              </a:buClr>
              <a:buSzPts val="2400"/>
              <a:buFont typeface="Arial"/>
              <a:buNone/>
            </a:pPr>
            <a:r>
              <a:rPr lang="en-US" sz="2400" b="1" i="0" u="none" strike="noStrike" cap="none">
                <a:solidFill>
                  <a:schemeClr val="dk1"/>
                </a:solidFill>
                <a:latin typeface="Arial"/>
                <a:ea typeface="Arial"/>
                <a:cs typeface="Arial"/>
                <a:sym typeface="Arial"/>
              </a:rPr>
              <a:t>Guidance: </a:t>
            </a:r>
            <a:endParaRPr sz="2400" b="0" i="0" u="none" strike="noStrike" cap="none">
              <a:solidFill>
                <a:schemeClr val="dk1"/>
              </a:solidFill>
              <a:latin typeface="Arial"/>
              <a:ea typeface="Arial"/>
              <a:cs typeface="Arial"/>
              <a:sym typeface="Arial"/>
            </a:endParaRPr>
          </a:p>
          <a:p>
            <a:pPr marL="457200" marR="0" lvl="0" indent="-457200" algn="l" rtl="0">
              <a:spcBef>
                <a:spcPts val="460"/>
              </a:spcBef>
              <a:spcAft>
                <a:spcPts val="0"/>
              </a:spcAft>
              <a:buClr>
                <a:schemeClr val="dk1"/>
              </a:buClr>
              <a:buSzPts val="2300"/>
              <a:buFont typeface="Arial"/>
              <a:buChar char="•"/>
            </a:pPr>
            <a:r>
              <a:rPr lang="en-US" sz="2300" b="0" i="0" u="none" strike="noStrike" cap="none">
                <a:solidFill>
                  <a:schemeClr val="dk1"/>
                </a:solidFill>
                <a:latin typeface="Arial"/>
                <a:ea typeface="Arial"/>
                <a:cs typeface="Arial"/>
                <a:sym typeface="Arial"/>
              </a:rPr>
              <a:t>A quantitative approach to projectile motion will be limited to situations where fluid resistance is absent or can be neglected. </a:t>
            </a:r>
            <a:endParaRPr/>
          </a:p>
          <a:p>
            <a:pPr marL="457200" marR="0" lvl="0" indent="-457200" algn="l" rtl="0">
              <a:spcBef>
                <a:spcPts val="460"/>
              </a:spcBef>
              <a:spcAft>
                <a:spcPts val="0"/>
              </a:spcAft>
              <a:buClr>
                <a:schemeClr val="dk1"/>
              </a:buClr>
              <a:buSzPts val="2300"/>
              <a:buFont typeface="Arial"/>
              <a:buChar char="•"/>
            </a:pPr>
            <a:r>
              <a:rPr lang="en-US" sz="2300" b="0" i="0" u="none" strike="noStrike" cap="none">
                <a:solidFill>
                  <a:schemeClr val="dk1"/>
                </a:solidFill>
                <a:latin typeface="Arial"/>
                <a:ea typeface="Arial"/>
                <a:cs typeface="Arial"/>
                <a:sym typeface="Arial"/>
              </a:rPr>
              <a:t>The trajectory of projectile motion is parabolic in the absence of fluid resistance, but the equation of the trajectory is not required. </a:t>
            </a:r>
            <a:endParaRPr/>
          </a:p>
          <a:p>
            <a:pPr marL="457200" marR="0" lvl="0" indent="-457200" algn="l" rtl="0">
              <a:spcBef>
                <a:spcPts val="460"/>
              </a:spcBef>
              <a:spcAft>
                <a:spcPts val="0"/>
              </a:spcAft>
              <a:buClr>
                <a:schemeClr val="dk1"/>
              </a:buClr>
              <a:buSzPts val="2300"/>
              <a:buFont typeface="Arial"/>
              <a:buChar char="•"/>
            </a:pPr>
            <a:r>
              <a:rPr lang="en-US" sz="2300" b="0" i="0" u="none" strike="noStrike" cap="none">
                <a:solidFill>
                  <a:schemeClr val="dk1"/>
                </a:solidFill>
                <a:latin typeface="Arial"/>
                <a:ea typeface="Arial"/>
                <a:cs typeface="Arial"/>
                <a:sym typeface="Arial"/>
              </a:rPr>
              <a:t>Familiarity with projectiles launched horizontally, at angles above, and at angles below the horizontal is required. </a:t>
            </a:r>
            <a:endParaRPr/>
          </a:p>
          <a:p>
            <a:pPr marL="457200" marR="0" lvl="0" indent="-457200" algn="l" rtl="0">
              <a:spcBef>
                <a:spcPts val="460"/>
              </a:spcBef>
              <a:spcAft>
                <a:spcPts val="0"/>
              </a:spcAft>
              <a:buClr>
                <a:schemeClr val="dk1"/>
              </a:buClr>
              <a:buSzPts val="2300"/>
              <a:buFont typeface="Arial"/>
              <a:buChar char="•"/>
            </a:pPr>
            <a:r>
              <a:rPr lang="en-US" sz="2300" b="0" i="0" u="none" strike="noStrike" cap="none">
                <a:solidFill>
                  <a:schemeClr val="dk1"/>
                </a:solidFill>
                <a:latin typeface="Arial"/>
                <a:ea typeface="Arial"/>
                <a:cs typeface="Arial"/>
                <a:sym typeface="Arial"/>
              </a:rPr>
              <a:t>Projectile motion will only involve problems using a constant value of </a:t>
            </a:r>
            <a:r>
              <a:rPr lang="en-US" sz="2300" b="0" i="1" u="none" strike="noStrike" cap="none">
                <a:solidFill>
                  <a:schemeClr val="dk1"/>
                </a:solidFill>
                <a:latin typeface="Arial"/>
                <a:ea typeface="Arial"/>
                <a:cs typeface="Arial"/>
                <a:sym typeface="Arial"/>
              </a:rPr>
              <a:t>g </a:t>
            </a:r>
            <a:r>
              <a:rPr lang="en-US" sz="2300" b="0" i="0" u="none" strike="noStrike" cap="none">
                <a:solidFill>
                  <a:schemeClr val="dk1"/>
                </a:solidFill>
                <a:latin typeface="Arial"/>
                <a:ea typeface="Arial"/>
                <a:cs typeface="Arial"/>
                <a:sym typeface="Arial"/>
              </a:rPr>
              <a:t>close to the surface of the Earth.</a:t>
            </a:r>
            <a:endParaRPr/>
          </a:p>
          <a:p>
            <a:pPr marL="457200" marR="0" lvl="0" indent="-457200" algn="l" rtl="0">
              <a:spcBef>
                <a:spcPts val="460"/>
              </a:spcBef>
              <a:spcAft>
                <a:spcPts val="0"/>
              </a:spcAft>
              <a:buClr>
                <a:schemeClr val="dk1"/>
              </a:buClr>
              <a:buSzPts val="2300"/>
              <a:buFont typeface="Arial"/>
              <a:buChar char="•"/>
            </a:pPr>
            <a:r>
              <a:rPr lang="en-US" sz="2300" b="0" i="0" u="none" strike="noStrike" cap="none">
                <a:solidFill>
                  <a:schemeClr val="dk1"/>
                </a:solidFill>
                <a:latin typeface="Arial"/>
                <a:ea typeface="Arial"/>
                <a:cs typeface="Arial"/>
                <a:sym typeface="Arial"/>
              </a:rPr>
              <a:t>Fluid resistance refers to the effects of gases and liquids on the motion of a body. </a:t>
            </a:r>
            <a:endParaRPr sz="2400" b="0" i="0" u="none" strike="noStrike" cap="none">
              <a:solidFill>
                <a:srgbClr val="FF0000"/>
              </a:solidFill>
              <a:latin typeface="Arial"/>
              <a:ea typeface="Arial"/>
              <a:cs typeface="Arial"/>
              <a:sym typeface="Arial"/>
            </a:endParaRPr>
          </a:p>
        </p:txBody>
      </p:sp>
      <p:sp>
        <p:nvSpPr>
          <p:cNvPr id="104" name="Google Shape;104;p15"/>
          <p:cNvSpPr txBox="1">
            <a:spLocks noGrp="1"/>
          </p:cNvSpPr>
          <p:nvPr>
            <p:ph type="ctrTitle" idx="4294967295"/>
          </p:nvPr>
        </p:nvSpPr>
        <p:spPr>
          <a:xfrm>
            <a:off x="685800" y="533400"/>
            <a:ext cx="7772400" cy="8969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i="0" u="none" strike="noStrike" cap="none">
                <a:solidFill>
                  <a:schemeClr val="dk2"/>
                </a:solidFill>
                <a:latin typeface="Arial"/>
                <a:ea typeface="Arial"/>
                <a:cs typeface="Arial"/>
                <a:sym typeface="Arial"/>
              </a:rPr>
              <a:t>Topic A: Space, Time and Motion</a:t>
            </a:r>
            <a:br>
              <a:rPr lang="en-US" sz="2800" b="1" i="0" u="none" strike="noStrike" cap="none">
                <a:solidFill>
                  <a:schemeClr val="dk2"/>
                </a:solidFill>
                <a:latin typeface="Arial"/>
                <a:ea typeface="Arial"/>
                <a:cs typeface="Arial"/>
                <a:sym typeface="Arial"/>
              </a:rPr>
            </a:br>
            <a:r>
              <a:rPr lang="en-US" sz="2800" b="0" i="0" u="none" strike="noStrike" cap="none">
                <a:solidFill>
                  <a:schemeClr val="dk2"/>
                </a:solidFill>
                <a:latin typeface="Arial"/>
                <a:ea typeface="Arial"/>
                <a:cs typeface="Arial"/>
                <a:sym typeface="Arial"/>
              </a:rPr>
              <a:t>A</a:t>
            </a:r>
            <a:r>
              <a:rPr lang="en-US" sz="2800" b="0" i="0" u="none" strike="noStrike" cap="none">
                <a:solidFill>
                  <a:schemeClr val="dk1"/>
                </a:solidFill>
                <a:latin typeface="Arial"/>
                <a:ea typeface="Arial"/>
                <a:cs typeface="Arial"/>
                <a:sym typeface="Arial"/>
              </a:rPr>
              <a:t>.1 – Kinematics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3">
                                            <p:txEl>
                                              <p:pRg st="0" end="0"/>
                                            </p:txEl>
                                          </p:spTgt>
                                        </p:tgtEl>
                                        <p:attrNameLst>
                                          <p:attrName>style.visibility</p:attrName>
                                        </p:attrNameLst>
                                      </p:cBhvr>
                                      <p:to>
                                        <p:strVal val="visible"/>
                                      </p:to>
                                    </p:set>
                                    <p:anim calcmode="lin" valueType="num">
                                      <p:cBhvr additive="base">
                                        <p:cTn id="7" dur="500"/>
                                        <p:tgtEl>
                                          <p:spTgt spid="10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03">
                                            <p:txEl>
                                              <p:pRg st="1" end="1"/>
                                            </p:txEl>
                                          </p:spTgt>
                                        </p:tgtEl>
                                        <p:attrNameLst>
                                          <p:attrName>style.visibility</p:attrName>
                                        </p:attrNameLst>
                                      </p:cBhvr>
                                      <p:to>
                                        <p:strVal val="visible"/>
                                      </p:to>
                                    </p:set>
                                    <p:anim calcmode="lin" valueType="num">
                                      <p:cBhvr additive="base">
                                        <p:cTn id="12" dur="500"/>
                                        <p:tgtEl>
                                          <p:spTgt spid="10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3">
                                            <p:txEl>
                                              <p:pRg st="2" end="2"/>
                                            </p:txEl>
                                          </p:spTgt>
                                        </p:tgtEl>
                                        <p:attrNameLst>
                                          <p:attrName>style.visibility</p:attrName>
                                        </p:attrNameLst>
                                      </p:cBhvr>
                                      <p:to>
                                        <p:strVal val="visible"/>
                                      </p:to>
                                    </p:set>
                                    <p:anim calcmode="lin" valueType="num">
                                      <p:cBhvr additive="base">
                                        <p:cTn id="17" dur="500"/>
                                        <p:tgtEl>
                                          <p:spTgt spid="10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03">
                                            <p:txEl>
                                              <p:pRg st="3" end="3"/>
                                            </p:txEl>
                                          </p:spTgt>
                                        </p:tgtEl>
                                        <p:attrNameLst>
                                          <p:attrName>style.visibility</p:attrName>
                                        </p:attrNameLst>
                                      </p:cBhvr>
                                      <p:to>
                                        <p:strVal val="visible"/>
                                      </p:to>
                                    </p:set>
                                    <p:anim calcmode="lin" valueType="num">
                                      <p:cBhvr additive="base">
                                        <p:cTn id="22" dur="500"/>
                                        <p:tgtEl>
                                          <p:spTgt spid="10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3">
                                            <p:txEl>
                                              <p:pRg st="4" end="4"/>
                                            </p:txEl>
                                          </p:spTgt>
                                        </p:tgtEl>
                                        <p:attrNameLst>
                                          <p:attrName>style.visibility</p:attrName>
                                        </p:attrNameLst>
                                      </p:cBhvr>
                                      <p:to>
                                        <p:strVal val="visible"/>
                                      </p:to>
                                    </p:set>
                                    <p:anim calcmode="lin" valueType="num">
                                      <p:cBhvr additive="base">
                                        <p:cTn id="27" dur="500"/>
                                        <p:tgtEl>
                                          <p:spTgt spid="10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03">
                                            <p:txEl>
                                              <p:pRg st="5" end="5"/>
                                            </p:txEl>
                                          </p:spTgt>
                                        </p:tgtEl>
                                        <p:attrNameLst>
                                          <p:attrName>style.visibility</p:attrName>
                                        </p:attrNameLst>
                                      </p:cBhvr>
                                      <p:to>
                                        <p:strVal val="visible"/>
                                      </p:to>
                                    </p:set>
                                    <p:anim calcmode="lin" valueType="num">
                                      <p:cBhvr additive="base">
                                        <p:cTn id="32" dur="500"/>
                                        <p:tgtEl>
                                          <p:spTgt spid="10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6"/>
          <p:cNvSpPr/>
          <p:nvPr/>
        </p:nvSpPr>
        <p:spPr>
          <a:xfrm>
            <a:off x="685800" y="1549400"/>
            <a:ext cx="7772400" cy="2667000"/>
          </a:xfrm>
          <a:prstGeom prst="rect">
            <a:avLst/>
          </a:prstGeom>
          <a:blipFill rotWithShape="1">
            <a:blip r:embed="rId3">
              <a:alphaModFix/>
            </a:blip>
            <a:stretch>
              <a:fillRect l="-1304" t="-1413"/>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0" i="0" u="none" strike="noStrike" cap="none">
                <a:latin typeface="Courier New"/>
                <a:ea typeface="Courier New"/>
                <a:cs typeface="Courier New"/>
                <a:sym typeface="Courier New"/>
              </a:rPr>
              <a:t> </a:t>
            </a:r>
            <a:endParaRPr/>
          </a:p>
        </p:txBody>
      </p:sp>
      <p:sp>
        <p:nvSpPr>
          <p:cNvPr id="111" name="Google Shape;111;p16"/>
          <p:cNvSpPr txBox="1">
            <a:spLocks noGrp="1"/>
          </p:cNvSpPr>
          <p:nvPr>
            <p:ph type="ctrTitle" idx="4294967295"/>
          </p:nvPr>
        </p:nvSpPr>
        <p:spPr>
          <a:xfrm>
            <a:off x="685800" y="533400"/>
            <a:ext cx="7772400" cy="8969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i="0" u="none" strike="noStrike" cap="none">
                <a:solidFill>
                  <a:schemeClr val="dk2"/>
                </a:solidFill>
                <a:latin typeface="Arial"/>
                <a:ea typeface="Arial"/>
                <a:cs typeface="Arial"/>
                <a:sym typeface="Arial"/>
              </a:rPr>
              <a:t>Topic A: Space, Time and Motion</a:t>
            </a:r>
            <a:br>
              <a:rPr lang="en-US" sz="2800" b="1" i="0" u="none" strike="noStrike" cap="none">
                <a:solidFill>
                  <a:schemeClr val="dk2"/>
                </a:solidFill>
                <a:latin typeface="Arial"/>
                <a:ea typeface="Arial"/>
                <a:cs typeface="Arial"/>
                <a:sym typeface="Arial"/>
              </a:rPr>
            </a:br>
            <a:r>
              <a:rPr lang="en-US" sz="2800" b="0" i="0" u="none" strike="noStrike" cap="none">
                <a:solidFill>
                  <a:schemeClr val="dk2"/>
                </a:solidFill>
                <a:latin typeface="Arial"/>
                <a:ea typeface="Arial"/>
                <a:cs typeface="Arial"/>
                <a:sym typeface="Arial"/>
              </a:rPr>
              <a:t>A</a:t>
            </a:r>
            <a:r>
              <a:rPr lang="en-US" sz="2800" b="0" i="0" u="none" strike="noStrike" cap="none">
                <a:solidFill>
                  <a:schemeClr val="dk1"/>
                </a:solidFill>
                <a:latin typeface="Arial"/>
                <a:ea typeface="Arial"/>
                <a:cs typeface="Arial"/>
                <a:sym typeface="Arial"/>
              </a:rPr>
              <a:t>.1 – Kinematics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0">
                                            <p:txEl>
                                              <p:pRg st="0" end="0"/>
                                            </p:txEl>
                                          </p:spTgt>
                                        </p:tgtEl>
                                        <p:attrNameLst>
                                          <p:attrName>style.visibility</p:attrName>
                                        </p:attrNameLst>
                                      </p:cBhvr>
                                      <p:to>
                                        <p:strVal val="visible"/>
                                      </p:to>
                                    </p:set>
                                    <p:anim calcmode="lin" valueType="num">
                                      <p:cBhvr additive="base">
                                        <p:cTn id="7" dur="500"/>
                                        <p:tgtEl>
                                          <p:spTgt spid="1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7"/>
          <p:cNvSpPr/>
          <p:nvPr/>
        </p:nvSpPr>
        <p:spPr>
          <a:xfrm>
            <a:off x="685800" y="1549400"/>
            <a:ext cx="7772400" cy="5308600"/>
          </a:xfrm>
          <a:prstGeom prst="rect">
            <a:avLst/>
          </a:prstGeom>
          <a:solidFill>
            <a:srgbClr val="EAEAEA"/>
          </a:solidFill>
          <a:ln>
            <a:noFill/>
          </a:ln>
        </p:spPr>
        <p:txBody>
          <a:bodyPr spcFirstLastPara="1" wrap="square" lIns="91425" tIns="45700" rIns="91425" bIns="45700" anchor="t" anchorCtr="0">
            <a:noAutofit/>
          </a:bodyPr>
          <a:lstStyle/>
          <a:p>
            <a:pPr marL="457200" marR="0" lvl="0" indent="-457200" algn="l" rtl="0">
              <a:spcBef>
                <a:spcPts val="0"/>
              </a:spcBef>
              <a:spcAft>
                <a:spcPts val="0"/>
              </a:spcAft>
              <a:buClr>
                <a:schemeClr val="dk1"/>
              </a:buClr>
              <a:buSzPts val="2400"/>
              <a:buFont typeface="Arial"/>
              <a:buNone/>
            </a:pPr>
            <a:r>
              <a:rPr lang="en-US" sz="2400" b="1">
                <a:solidFill>
                  <a:schemeClr val="dk1"/>
                </a:solidFill>
                <a:latin typeface="Arial"/>
                <a:ea typeface="Arial"/>
                <a:cs typeface="Arial"/>
                <a:sym typeface="Arial"/>
              </a:rPr>
              <a:t>Linking Questions: </a:t>
            </a:r>
            <a:endParaRPr sz="2400">
              <a:solidFill>
                <a:schemeClr val="dk1"/>
              </a:solidFill>
              <a:latin typeface="Arial"/>
              <a:ea typeface="Arial"/>
              <a:cs typeface="Arial"/>
              <a:sym typeface="Arial"/>
            </a:endParaRPr>
          </a:p>
          <a:p>
            <a:pPr marL="457200" marR="0" lvl="0" indent="-457200" algn="l" rtl="0">
              <a:spcBef>
                <a:spcPts val="460"/>
              </a:spcBef>
              <a:spcAft>
                <a:spcPts val="0"/>
              </a:spcAft>
              <a:buClr>
                <a:schemeClr val="dk1"/>
              </a:buClr>
              <a:buSzPts val="2300"/>
              <a:buFont typeface="Arial"/>
              <a:buChar char="•"/>
            </a:pPr>
            <a:r>
              <a:rPr lang="en-US" sz="2300">
                <a:solidFill>
                  <a:schemeClr val="dk1"/>
                </a:solidFill>
                <a:latin typeface="Arial"/>
                <a:ea typeface="Arial"/>
                <a:cs typeface="Arial"/>
                <a:sym typeface="Arial"/>
              </a:rPr>
              <a:t>How are the equations for rotational motion related to those for linear motion? </a:t>
            </a:r>
            <a:endParaRPr/>
          </a:p>
          <a:p>
            <a:pPr marL="457200" marR="0" lvl="0" indent="-457200" algn="l" rtl="0">
              <a:spcBef>
                <a:spcPts val="460"/>
              </a:spcBef>
              <a:spcAft>
                <a:spcPts val="0"/>
              </a:spcAft>
              <a:buClr>
                <a:schemeClr val="dk1"/>
              </a:buClr>
              <a:buSzPts val="2300"/>
              <a:buFont typeface="Arial"/>
              <a:buChar char="•"/>
            </a:pPr>
            <a:r>
              <a:rPr lang="en-US" sz="2300">
                <a:solidFill>
                  <a:schemeClr val="dk1"/>
                </a:solidFill>
                <a:latin typeface="Arial"/>
                <a:ea typeface="Arial"/>
                <a:cs typeface="Arial"/>
                <a:sym typeface="Arial"/>
              </a:rPr>
              <a:t>When can certain types of problems on projectile motion be solved by applying conservation of energy instead of kinematic equations? </a:t>
            </a:r>
            <a:endParaRPr/>
          </a:p>
          <a:p>
            <a:pPr marL="457200" marR="0" lvl="0" indent="-457200" algn="l" rtl="0">
              <a:spcBef>
                <a:spcPts val="460"/>
              </a:spcBef>
              <a:spcAft>
                <a:spcPts val="0"/>
              </a:spcAft>
              <a:buClr>
                <a:schemeClr val="dk1"/>
              </a:buClr>
              <a:buSzPts val="2300"/>
              <a:buFont typeface="Arial"/>
              <a:buChar char="•"/>
            </a:pPr>
            <a:r>
              <a:rPr lang="en-US" sz="2300">
                <a:solidFill>
                  <a:schemeClr val="dk1"/>
                </a:solidFill>
                <a:latin typeface="Arial"/>
                <a:ea typeface="Arial"/>
                <a:cs typeface="Arial"/>
                <a:sym typeface="Arial"/>
              </a:rPr>
              <a:t>How effectively do the equations of motion model Newton’s laws of dynamics?</a:t>
            </a:r>
            <a:endParaRPr/>
          </a:p>
          <a:p>
            <a:pPr marL="457200" marR="0" lvl="0" indent="-457200" algn="l" rtl="0">
              <a:spcBef>
                <a:spcPts val="460"/>
              </a:spcBef>
              <a:spcAft>
                <a:spcPts val="0"/>
              </a:spcAft>
              <a:buClr>
                <a:schemeClr val="dk1"/>
              </a:buClr>
              <a:buSzPts val="2300"/>
              <a:buFont typeface="Arial"/>
              <a:buChar char="•"/>
            </a:pPr>
            <a:r>
              <a:rPr lang="en-US" sz="2300">
                <a:solidFill>
                  <a:schemeClr val="dk1"/>
                </a:solidFill>
                <a:latin typeface="Arial"/>
                <a:ea typeface="Arial"/>
                <a:cs typeface="Arial"/>
                <a:sym typeface="Arial"/>
              </a:rPr>
              <a:t>How does a gravitational force allow for orbital motion?</a:t>
            </a:r>
            <a:endParaRPr/>
          </a:p>
          <a:p>
            <a:pPr marL="457200" marR="0" lvl="0" indent="-457200" algn="l" rtl="0">
              <a:spcBef>
                <a:spcPts val="460"/>
              </a:spcBef>
              <a:spcAft>
                <a:spcPts val="0"/>
              </a:spcAft>
              <a:buClr>
                <a:schemeClr val="dk1"/>
              </a:buClr>
              <a:buSzPts val="2300"/>
              <a:buFont typeface="Arial"/>
              <a:buChar char="•"/>
            </a:pPr>
            <a:r>
              <a:rPr lang="en-US" sz="2300">
                <a:solidFill>
                  <a:schemeClr val="dk1"/>
                </a:solidFill>
                <a:latin typeface="Arial"/>
                <a:ea typeface="Arial"/>
                <a:cs typeface="Arial"/>
                <a:sym typeface="Arial"/>
              </a:rPr>
              <a:t>How does the motion of an object change within a gravitational field?</a:t>
            </a:r>
            <a:endParaRPr/>
          </a:p>
          <a:p>
            <a:pPr marL="457200" marR="0" lvl="0" indent="-457200" algn="l" rtl="0">
              <a:spcBef>
                <a:spcPts val="460"/>
              </a:spcBef>
              <a:spcAft>
                <a:spcPts val="0"/>
              </a:spcAft>
              <a:buClr>
                <a:schemeClr val="dk1"/>
              </a:buClr>
              <a:buSzPts val="2300"/>
              <a:buFont typeface="Arial"/>
              <a:buChar char="•"/>
            </a:pPr>
            <a:r>
              <a:rPr lang="en-US" sz="2300">
                <a:solidFill>
                  <a:schemeClr val="dk1"/>
                </a:solidFill>
                <a:latin typeface="Arial"/>
                <a:ea typeface="Arial"/>
                <a:cs typeface="Arial"/>
                <a:sym typeface="Arial"/>
              </a:rPr>
              <a:t>How does graphical analysis allow for the determination of other physical quantities? (NOS) </a:t>
            </a:r>
            <a:endParaRPr/>
          </a:p>
        </p:txBody>
      </p:sp>
      <p:sp>
        <p:nvSpPr>
          <p:cNvPr id="118" name="Google Shape;118;p17"/>
          <p:cNvSpPr txBox="1">
            <a:spLocks noGrp="1"/>
          </p:cNvSpPr>
          <p:nvPr>
            <p:ph type="ctrTitle" idx="4294967295"/>
          </p:nvPr>
        </p:nvSpPr>
        <p:spPr>
          <a:xfrm>
            <a:off x="685800" y="533400"/>
            <a:ext cx="7772400" cy="8969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800" b="1" i="0" u="none" strike="noStrike" cap="none">
                <a:solidFill>
                  <a:schemeClr val="dk2"/>
                </a:solidFill>
                <a:latin typeface="Arial"/>
                <a:ea typeface="Arial"/>
                <a:cs typeface="Arial"/>
                <a:sym typeface="Arial"/>
              </a:rPr>
              <a:t>Topic A: Space, Time and Motion</a:t>
            </a:r>
            <a:br>
              <a:rPr lang="en-US" sz="2800" b="1" i="0" u="none" strike="noStrike" cap="none">
                <a:solidFill>
                  <a:schemeClr val="dk2"/>
                </a:solidFill>
                <a:latin typeface="Arial"/>
                <a:ea typeface="Arial"/>
                <a:cs typeface="Arial"/>
                <a:sym typeface="Arial"/>
              </a:rPr>
            </a:br>
            <a:r>
              <a:rPr lang="en-US" sz="2800" b="0" i="0" u="none" strike="noStrike" cap="none">
                <a:solidFill>
                  <a:schemeClr val="dk2"/>
                </a:solidFill>
                <a:latin typeface="Arial"/>
                <a:ea typeface="Arial"/>
                <a:cs typeface="Arial"/>
                <a:sym typeface="Arial"/>
              </a:rPr>
              <a:t>A</a:t>
            </a:r>
            <a:r>
              <a:rPr lang="en-US" sz="2800" b="0" i="0" u="none" strike="noStrike" cap="none">
                <a:solidFill>
                  <a:schemeClr val="dk1"/>
                </a:solidFill>
                <a:latin typeface="Arial"/>
                <a:ea typeface="Arial"/>
                <a:cs typeface="Arial"/>
                <a:sym typeface="Arial"/>
              </a:rPr>
              <a:t>.1 – Kinematics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7">
                                            <p:txEl>
                                              <p:pRg st="0" end="0"/>
                                            </p:txEl>
                                          </p:spTgt>
                                        </p:tgtEl>
                                        <p:attrNameLst>
                                          <p:attrName>style.visibility</p:attrName>
                                        </p:attrNameLst>
                                      </p:cBhvr>
                                      <p:to>
                                        <p:strVal val="visible"/>
                                      </p:to>
                                    </p:set>
                                    <p:anim calcmode="lin" valueType="num">
                                      <p:cBhvr additive="base">
                                        <p:cTn id="7" dur="500"/>
                                        <p:tgtEl>
                                          <p:spTgt spid="11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7">
                                            <p:txEl>
                                              <p:pRg st="1" end="1"/>
                                            </p:txEl>
                                          </p:spTgt>
                                        </p:tgtEl>
                                        <p:attrNameLst>
                                          <p:attrName>style.visibility</p:attrName>
                                        </p:attrNameLst>
                                      </p:cBhvr>
                                      <p:to>
                                        <p:strVal val="visible"/>
                                      </p:to>
                                    </p:set>
                                    <p:anim calcmode="lin" valueType="num">
                                      <p:cBhvr additive="base">
                                        <p:cTn id="12" dur="500"/>
                                        <p:tgtEl>
                                          <p:spTgt spid="11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7">
                                            <p:txEl>
                                              <p:pRg st="2" end="2"/>
                                            </p:txEl>
                                          </p:spTgt>
                                        </p:tgtEl>
                                        <p:attrNameLst>
                                          <p:attrName>style.visibility</p:attrName>
                                        </p:attrNameLst>
                                      </p:cBhvr>
                                      <p:to>
                                        <p:strVal val="visible"/>
                                      </p:to>
                                    </p:set>
                                    <p:anim calcmode="lin" valueType="num">
                                      <p:cBhvr additive="base">
                                        <p:cTn id="17" dur="500"/>
                                        <p:tgtEl>
                                          <p:spTgt spid="1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17">
                                            <p:txEl>
                                              <p:pRg st="3" end="3"/>
                                            </p:txEl>
                                          </p:spTgt>
                                        </p:tgtEl>
                                        <p:attrNameLst>
                                          <p:attrName>style.visibility</p:attrName>
                                        </p:attrNameLst>
                                      </p:cBhvr>
                                      <p:to>
                                        <p:strVal val="visible"/>
                                      </p:to>
                                    </p:set>
                                    <p:anim calcmode="lin" valueType="num">
                                      <p:cBhvr additive="base">
                                        <p:cTn id="22" dur="500"/>
                                        <p:tgtEl>
                                          <p:spTgt spid="11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17">
                                            <p:txEl>
                                              <p:pRg st="4" end="4"/>
                                            </p:txEl>
                                          </p:spTgt>
                                        </p:tgtEl>
                                        <p:attrNameLst>
                                          <p:attrName>style.visibility</p:attrName>
                                        </p:attrNameLst>
                                      </p:cBhvr>
                                      <p:to>
                                        <p:strVal val="visible"/>
                                      </p:to>
                                    </p:set>
                                    <p:anim calcmode="lin" valueType="num">
                                      <p:cBhvr additive="base">
                                        <p:cTn id="27" dur="500"/>
                                        <p:tgtEl>
                                          <p:spTgt spid="11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17">
                                            <p:txEl>
                                              <p:pRg st="5" end="5"/>
                                            </p:txEl>
                                          </p:spTgt>
                                        </p:tgtEl>
                                        <p:attrNameLst>
                                          <p:attrName>style.visibility</p:attrName>
                                        </p:attrNameLst>
                                      </p:cBhvr>
                                      <p:to>
                                        <p:strVal val="visible"/>
                                      </p:to>
                                    </p:set>
                                    <p:anim calcmode="lin" valueType="num">
                                      <p:cBhvr additive="base">
                                        <p:cTn id="32" dur="500"/>
                                        <p:tgtEl>
                                          <p:spTgt spid="11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7">
                                            <p:txEl>
                                              <p:pRg st="6" end="6"/>
                                            </p:txEl>
                                          </p:spTgt>
                                        </p:tgtEl>
                                        <p:attrNameLst>
                                          <p:attrName>style.visibility</p:attrName>
                                        </p:attrNameLst>
                                      </p:cBhvr>
                                      <p:to>
                                        <p:strVal val="visible"/>
                                      </p:to>
                                    </p:set>
                                    <p:anim calcmode="lin" valueType="num">
                                      <p:cBhvr additive="base">
                                        <p:cTn id="37" dur="500"/>
                                        <p:tgtEl>
                                          <p:spTgt spid="11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DB23B0B-E604-FB68-CD4D-5A8CED5865F4}"/>
              </a:ext>
            </a:extLst>
          </p:cNvPr>
          <p:cNvSpPr txBox="1">
            <a:spLocks noRot="1" noChangeAspect="1" noMove="1" noResize="1" noEditPoints="1" noAdjustHandles="1" noChangeArrowheads="1" noChangeShapeType="1" noTextEdit="1"/>
          </p:cNvSpPr>
          <p:nvPr/>
        </p:nvSpPr>
        <p:spPr>
          <a:xfrm>
            <a:off x="1323108" y="1600200"/>
            <a:ext cx="5867400" cy="707886"/>
          </a:xfrm>
          <a:prstGeom prst="rect">
            <a:avLst/>
          </a:prstGeom>
          <a:blipFill rotWithShape="1">
            <a:blip r:embed="rId2"/>
            <a:stretch>
              <a:fillRect/>
            </a:stretch>
          </a:blipFill>
        </p:spPr>
        <p:txBody>
          <a:bodyPr/>
          <a:lstStyle/>
          <a:p>
            <a:pPr eaLnBrk="1" hangingPunct="1">
              <a:defRPr/>
            </a:pPr>
            <a:r>
              <a:rPr lang="en-US" dirty="0">
                <a:noFill/>
                <a:latin typeface="Arial" charset="0"/>
                <a:cs typeface="Arial" charset="0"/>
              </a:rPr>
              <a:t> </a:t>
            </a:r>
          </a:p>
        </p:txBody>
      </p:sp>
      <p:sp>
        <p:nvSpPr>
          <p:cNvPr id="5" name="TextBox 4">
            <a:extLst>
              <a:ext uri="{FF2B5EF4-FFF2-40B4-BE49-F238E27FC236}">
                <a16:creationId xmlns:a16="http://schemas.microsoft.com/office/drawing/2014/main" id="{3B685B82-4436-1341-0311-C2BDEA8E523D}"/>
              </a:ext>
            </a:extLst>
          </p:cNvPr>
          <p:cNvSpPr txBox="1">
            <a:spLocks noChangeArrowheads="1"/>
          </p:cNvSpPr>
          <p:nvPr/>
        </p:nvSpPr>
        <p:spPr bwMode="auto">
          <a:xfrm>
            <a:off x="0" y="609600"/>
            <a:ext cx="9144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eaLnBrk="1" hangingPunct="1">
              <a:spcBef>
                <a:spcPct val="0"/>
              </a:spcBef>
              <a:buClrTx/>
              <a:buSzTx/>
              <a:buFontTx/>
              <a:buNone/>
            </a:pPr>
            <a:r>
              <a:rPr lang="en-US" altLang="en-US" sz="2800">
                <a:solidFill>
                  <a:schemeClr val="tx1"/>
                </a:solidFill>
                <a:latin typeface="Arial" panose="020B0604020202020204" pitchFamily="34" charset="0"/>
              </a:rPr>
              <a:t>When an object is moving with </a:t>
            </a:r>
            <a:r>
              <a:rPr lang="en-US" altLang="en-US" sz="2800" b="1" u="sng">
                <a:solidFill>
                  <a:schemeClr val="tx1"/>
                </a:solidFill>
                <a:latin typeface="Arial" panose="020B0604020202020204" pitchFamily="34" charset="0"/>
              </a:rPr>
              <a:t>constant speed / rate</a:t>
            </a:r>
            <a:r>
              <a:rPr lang="en-US" altLang="en-US" sz="2800">
                <a:solidFill>
                  <a:schemeClr val="tx1"/>
                </a:solidFill>
                <a:latin typeface="Arial" panose="020B0604020202020204" pitchFamily="34" charset="0"/>
              </a:rPr>
              <a:t>, we can use the rule,</a:t>
            </a:r>
          </a:p>
        </p:txBody>
      </p:sp>
      <p:sp>
        <p:nvSpPr>
          <p:cNvPr id="6" name="TextBox 5">
            <a:extLst>
              <a:ext uri="{FF2B5EF4-FFF2-40B4-BE49-F238E27FC236}">
                <a16:creationId xmlns:a16="http://schemas.microsoft.com/office/drawing/2014/main" id="{4A806FD4-B175-8A0C-4784-516E072C3D46}"/>
              </a:ext>
            </a:extLst>
          </p:cNvPr>
          <p:cNvSpPr txBox="1">
            <a:spLocks noRot="1" noChangeAspect="1" noMove="1" noResize="1" noEditPoints="1" noAdjustHandles="1" noChangeArrowheads="1" noChangeShapeType="1" noTextEdit="1"/>
          </p:cNvSpPr>
          <p:nvPr/>
        </p:nvSpPr>
        <p:spPr>
          <a:xfrm>
            <a:off x="1281545" y="2362200"/>
            <a:ext cx="5451765" cy="707886"/>
          </a:xfrm>
          <a:prstGeom prst="rect">
            <a:avLst/>
          </a:prstGeom>
          <a:blipFill rotWithShape="1">
            <a:blip r:embed="rId3"/>
            <a:stretch>
              <a:fillRect/>
            </a:stretch>
          </a:blipFill>
        </p:spPr>
        <p:txBody>
          <a:bodyPr/>
          <a:lstStyle/>
          <a:p>
            <a:pPr eaLnBrk="1" hangingPunct="1">
              <a:defRPr/>
            </a:pPr>
            <a:r>
              <a:rPr lang="en-US">
                <a:noFill/>
                <a:latin typeface="Arial" charset="0"/>
                <a:cs typeface="Arial" charset="0"/>
              </a:rPr>
              <a:t> </a:t>
            </a:r>
          </a:p>
        </p:txBody>
      </p:sp>
      <p:sp>
        <p:nvSpPr>
          <p:cNvPr id="7" name="TextBox 6">
            <a:extLst>
              <a:ext uri="{FF2B5EF4-FFF2-40B4-BE49-F238E27FC236}">
                <a16:creationId xmlns:a16="http://schemas.microsoft.com/office/drawing/2014/main" id="{9E03B38C-0D76-0241-45C3-316AEF2567CE}"/>
              </a:ext>
            </a:extLst>
          </p:cNvPr>
          <p:cNvSpPr txBox="1">
            <a:spLocks noChangeArrowheads="1"/>
          </p:cNvSpPr>
          <p:nvPr/>
        </p:nvSpPr>
        <p:spPr bwMode="auto">
          <a:xfrm>
            <a:off x="0" y="3200400"/>
            <a:ext cx="9144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eaLnBrk="1" hangingPunct="1">
              <a:spcBef>
                <a:spcPct val="0"/>
              </a:spcBef>
              <a:buClrTx/>
              <a:buSzTx/>
              <a:buFontTx/>
              <a:buNone/>
            </a:pPr>
            <a:r>
              <a:rPr lang="en-US" altLang="en-US" sz="2800">
                <a:solidFill>
                  <a:schemeClr val="tx1"/>
                </a:solidFill>
                <a:latin typeface="Arial" panose="020B0604020202020204" pitchFamily="34" charset="0"/>
              </a:rPr>
              <a:t>Jacky drove at a constant rate of 60 mi/h in 5 hours. What is the total distance he travelled? </a:t>
            </a:r>
          </a:p>
        </p:txBody>
      </p:sp>
      <p:sp>
        <p:nvSpPr>
          <p:cNvPr id="8" name="TextBox 7">
            <a:extLst>
              <a:ext uri="{FF2B5EF4-FFF2-40B4-BE49-F238E27FC236}">
                <a16:creationId xmlns:a16="http://schemas.microsoft.com/office/drawing/2014/main" id="{157000BB-6F4C-F4B2-EAB3-9521447EB380}"/>
              </a:ext>
            </a:extLst>
          </p:cNvPr>
          <p:cNvSpPr txBox="1">
            <a:spLocks noChangeArrowheads="1"/>
          </p:cNvSpPr>
          <p:nvPr/>
        </p:nvSpPr>
        <p:spPr bwMode="auto">
          <a:xfrm>
            <a:off x="0" y="4267200"/>
            <a:ext cx="9144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eaLnBrk="1" hangingPunct="1">
              <a:spcBef>
                <a:spcPct val="0"/>
              </a:spcBef>
              <a:buClrTx/>
              <a:buSzTx/>
              <a:buFontTx/>
              <a:buNone/>
            </a:pPr>
            <a:r>
              <a:rPr lang="en-US" altLang="en-US" sz="2800">
                <a:solidFill>
                  <a:schemeClr val="tx1"/>
                </a:solidFill>
                <a:latin typeface="Arial" panose="020B0604020202020204" pitchFamily="34" charset="0"/>
              </a:rPr>
              <a:t>Jacky drove at a constant speed and travelled 300 miles. If he drove for 5 hours, what was his speed?</a:t>
            </a:r>
          </a:p>
        </p:txBody>
      </p:sp>
      <p:sp>
        <p:nvSpPr>
          <p:cNvPr id="9" name="TextBox 8">
            <a:extLst>
              <a:ext uri="{FF2B5EF4-FFF2-40B4-BE49-F238E27FC236}">
                <a16:creationId xmlns:a16="http://schemas.microsoft.com/office/drawing/2014/main" id="{5867E148-FFE9-FED0-40A3-3E0A7BC152CB}"/>
              </a:ext>
            </a:extLst>
          </p:cNvPr>
          <p:cNvSpPr txBox="1">
            <a:spLocks noChangeArrowheads="1"/>
          </p:cNvSpPr>
          <p:nvPr/>
        </p:nvSpPr>
        <p:spPr bwMode="auto">
          <a:xfrm>
            <a:off x="0" y="5334000"/>
            <a:ext cx="91440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eaLnBrk="1" hangingPunct="1">
              <a:spcBef>
                <a:spcPct val="0"/>
              </a:spcBef>
              <a:buClrTx/>
              <a:buSzTx/>
              <a:buFontTx/>
              <a:buNone/>
            </a:pPr>
            <a:r>
              <a:rPr lang="en-US" altLang="en-US" sz="2800">
                <a:solidFill>
                  <a:schemeClr val="tx1"/>
                </a:solidFill>
                <a:latin typeface="Arial" panose="020B0604020202020204" pitchFamily="34" charset="0"/>
              </a:rPr>
              <a:t>Jacky drove at a constant speed of 60 mi/h and covered a distance of 300 miles. In how many hours did he drive?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ster the Cartesian Plane: Essential Guide for Students | StudyPug">
            <a:extLst>
              <a:ext uri="{FF2B5EF4-FFF2-40B4-BE49-F238E27FC236}">
                <a16:creationId xmlns:a16="http://schemas.microsoft.com/office/drawing/2014/main" id="{076DC2AE-0FE4-AAF0-6263-AF92A4E658E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944" r="442" b="43333"/>
          <a:stretch/>
        </p:blipFill>
        <p:spPr bwMode="auto">
          <a:xfrm>
            <a:off x="1524000" y="533400"/>
            <a:ext cx="6096000" cy="56526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992B196-D62D-3CB4-F098-8F392FE3774B}"/>
              </a:ext>
            </a:extLst>
          </p:cNvPr>
          <p:cNvSpPr txBox="1"/>
          <p:nvPr/>
        </p:nvSpPr>
        <p:spPr>
          <a:xfrm>
            <a:off x="1143000" y="838200"/>
            <a:ext cx="217990" cy="4524315"/>
          </a:xfrm>
          <a:prstGeom prst="rect">
            <a:avLst/>
          </a:prstGeom>
          <a:noFill/>
        </p:spPr>
        <p:txBody>
          <a:bodyPr wrap="square" rtlCol="0">
            <a:spAutoFit/>
          </a:bodyPr>
          <a:lstStyle/>
          <a:p>
            <a:r>
              <a:rPr lang="en-CN" sz="2400" dirty="0"/>
              <a:t>Displacement</a:t>
            </a:r>
          </a:p>
        </p:txBody>
      </p:sp>
      <p:sp>
        <p:nvSpPr>
          <p:cNvPr id="6" name="TextBox 5">
            <a:extLst>
              <a:ext uri="{FF2B5EF4-FFF2-40B4-BE49-F238E27FC236}">
                <a16:creationId xmlns:a16="http://schemas.microsoft.com/office/drawing/2014/main" id="{B110F627-C89D-AAB1-E66F-5077FDCC4E71}"/>
              </a:ext>
            </a:extLst>
          </p:cNvPr>
          <p:cNvSpPr txBox="1"/>
          <p:nvPr/>
        </p:nvSpPr>
        <p:spPr>
          <a:xfrm>
            <a:off x="3429000" y="6222708"/>
            <a:ext cx="2819400" cy="523220"/>
          </a:xfrm>
          <a:prstGeom prst="rect">
            <a:avLst/>
          </a:prstGeom>
          <a:noFill/>
        </p:spPr>
        <p:txBody>
          <a:bodyPr wrap="square" rtlCol="0">
            <a:spAutoFit/>
          </a:bodyPr>
          <a:lstStyle/>
          <a:p>
            <a:pPr algn="ctr"/>
            <a:r>
              <a:rPr lang="en-CN" sz="2800" dirty="0"/>
              <a:t>time</a:t>
            </a:r>
          </a:p>
        </p:txBody>
      </p:sp>
      <p:cxnSp>
        <p:nvCxnSpPr>
          <p:cNvPr id="10" name="Straight Connector 9">
            <a:extLst>
              <a:ext uri="{FF2B5EF4-FFF2-40B4-BE49-F238E27FC236}">
                <a16:creationId xmlns:a16="http://schemas.microsoft.com/office/drawing/2014/main" id="{4552E426-6715-5E7E-4F67-3ECB63202EBD}"/>
              </a:ext>
            </a:extLst>
          </p:cNvPr>
          <p:cNvCxnSpPr>
            <a:cxnSpLocks/>
          </p:cNvCxnSpPr>
          <p:nvPr/>
        </p:nvCxnSpPr>
        <p:spPr>
          <a:xfrm>
            <a:off x="2057400" y="3733800"/>
            <a:ext cx="5562600" cy="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C264B47-75EE-E778-DF18-7902B4995787}"/>
              </a:ext>
            </a:extLst>
          </p:cNvPr>
          <p:cNvCxnSpPr>
            <a:cxnSpLocks/>
          </p:cNvCxnSpPr>
          <p:nvPr/>
        </p:nvCxnSpPr>
        <p:spPr>
          <a:xfrm>
            <a:off x="2057400" y="5715000"/>
            <a:ext cx="55626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dissolve">
                                      <p:cBhvr>
                                        <p:cTn id="7" dur="500"/>
                                        <p:tgtEl>
                                          <p:spTgt spid="102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checkerboard(across)">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dissolv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checkerboard(across)">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aster the Cartesian Plane: Essential Guide for Students | StudyPug">
            <a:extLst>
              <a:ext uri="{FF2B5EF4-FFF2-40B4-BE49-F238E27FC236}">
                <a16:creationId xmlns:a16="http://schemas.microsoft.com/office/drawing/2014/main" id="{076DC2AE-0FE4-AAF0-6263-AF92A4E658E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944" r="442" b="43333"/>
          <a:stretch/>
        </p:blipFill>
        <p:spPr bwMode="auto">
          <a:xfrm>
            <a:off x="1524000" y="533400"/>
            <a:ext cx="6096000" cy="56526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992B196-D62D-3CB4-F098-8F392FE3774B}"/>
              </a:ext>
            </a:extLst>
          </p:cNvPr>
          <p:cNvSpPr txBox="1"/>
          <p:nvPr/>
        </p:nvSpPr>
        <p:spPr>
          <a:xfrm>
            <a:off x="1143000" y="838200"/>
            <a:ext cx="217990" cy="4524315"/>
          </a:xfrm>
          <a:prstGeom prst="rect">
            <a:avLst/>
          </a:prstGeom>
          <a:noFill/>
        </p:spPr>
        <p:txBody>
          <a:bodyPr wrap="square" rtlCol="0">
            <a:spAutoFit/>
          </a:bodyPr>
          <a:lstStyle/>
          <a:p>
            <a:r>
              <a:rPr lang="en-CN" sz="2400" dirty="0"/>
              <a:t>Displacement</a:t>
            </a:r>
          </a:p>
        </p:txBody>
      </p:sp>
      <p:sp>
        <p:nvSpPr>
          <p:cNvPr id="6" name="TextBox 5">
            <a:extLst>
              <a:ext uri="{FF2B5EF4-FFF2-40B4-BE49-F238E27FC236}">
                <a16:creationId xmlns:a16="http://schemas.microsoft.com/office/drawing/2014/main" id="{B110F627-C89D-AAB1-E66F-5077FDCC4E71}"/>
              </a:ext>
            </a:extLst>
          </p:cNvPr>
          <p:cNvSpPr txBox="1"/>
          <p:nvPr/>
        </p:nvSpPr>
        <p:spPr>
          <a:xfrm>
            <a:off x="3429000" y="6222708"/>
            <a:ext cx="2819400" cy="523220"/>
          </a:xfrm>
          <a:prstGeom prst="rect">
            <a:avLst/>
          </a:prstGeom>
          <a:noFill/>
        </p:spPr>
        <p:txBody>
          <a:bodyPr wrap="square" rtlCol="0">
            <a:spAutoFit/>
          </a:bodyPr>
          <a:lstStyle/>
          <a:p>
            <a:pPr algn="ctr"/>
            <a:r>
              <a:rPr lang="en-CN" sz="2800" dirty="0"/>
              <a:t>time</a:t>
            </a:r>
          </a:p>
        </p:txBody>
      </p:sp>
      <p:cxnSp>
        <p:nvCxnSpPr>
          <p:cNvPr id="12" name="Straight Connector 11">
            <a:extLst>
              <a:ext uri="{FF2B5EF4-FFF2-40B4-BE49-F238E27FC236}">
                <a16:creationId xmlns:a16="http://schemas.microsoft.com/office/drawing/2014/main" id="{2C264B47-75EE-E778-DF18-7902B4995787}"/>
              </a:ext>
            </a:extLst>
          </p:cNvPr>
          <p:cNvCxnSpPr>
            <a:cxnSpLocks/>
          </p:cNvCxnSpPr>
          <p:nvPr/>
        </p:nvCxnSpPr>
        <p:spPr>
          <a:xfrm flipV="1">
            <a:off x="2057400" y="152400"/>
            <a:ext cx="5638800" cy="55626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27C2E5F-F291-0F5B-3A40-89A0018C8C3A}"/>
              </a:ext>
            </a:extLst>
          </p:cNvPr>
          <p:cNvCxnSpPr>
            <a:cxnSpLocks/>
          </p:cNvCxnSpPr>
          <p:nvPr/>
        </p:nvCxnSpPr>
        <p:spPr>
          <a:xfrm flipV="1">
            <a:off x="2133600" y="381000"/>
            <a:ext cx="3276600" cy="381000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025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checkerboard(across)">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84C4131-65A8-FF01-67E1-48EFCAADCC2C}"/>
              </a:ext>
            </a:extLst>
          </p:cNvPr>
          <p:cNvSpPr/>
          <p:nvPr/>
        </p:nvSpPr>
        <p:spPr>
          <a:xfrm>
            <a:off x="3190922" y="11668"/>
            <a:ext cx="2752678" cy="923330"/>
          </a:xfrm>
          <a:prstGeom prst="rect">
            <a:avLst/>
          </a:prstGeom>
          <a:noFill/>
        </p:spPr>
        <p:txBody>
          <a:bodyPr wrap="none">
            <a:spAutoFit/>
          </a:bodyPr>
          <a:lstStyle/>
          <a:p>
            <a:pPr algn="ctr" eaLnBrk="1" fontAlgn="auto" hangingPunct="1">
              <a:spcBef>
                <a:spcPts val="0"/>
              </a:spcBef>
              <a:spcAft>
                <a:spcPts val="0"/>
              </a:spcAft>
              <a:defRPr/>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lt"/>
                <a:cs typeface="+mn-cs"/>
              </a:rPr>
              <a:t>Distance</a:t>
            </a:r>
          </a:p>
        </p:txBody>
      </p:sp>
      <p:sp>
        <p:nvSpPr>
          <p:cNvPr id="17410" name="TextBox 5">
            <a:extLst>
              <a:ext uri="{FF2B5EF4-FFF2-40B4-BE49-F238E27FC236}">
                <a16:creationId xmlns:a16="http://schemas.microsoft.com/office/drawing/2014/main" id="{6E5E2002-B825-AE0F-E214-94E4347975CF}"/>
              </a:ext>
            </a:extLst>
          </p:cNvPr>
          <p:cNvSpPr txBox="1">
            <a:spLocks noChangeArrowheads="1"/>
          </p:cNvSpPr>
          <p:nvPr/>
        </p:nvSpPr>
        <p:spPr bwMode="auto">
          <a:xfrm>
            <a:off x="0" y="725488"/>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The length of a path followed by a particle.</a:t>
            </a:r>
          </a:p>
        </p:txBody>
      </p:sp>
      <p:sp>
        <p:nvSpPr>
          <p:cNvPr id="10" name="Rectangle 9">
            <a:extLst>
              <a:ext uri="{FF2B5EF4-FFF2-40B4-BE49-F238E27FC236}">
                <a16:creationId xmlns:a16="http://schemas.microsoft.com/office/drawing/2014/main" id="{E6814103-9D73-475C-5760-871A1B14A11E}"/>
              </a:ext>
            </a:extLst>
          </p:cNvPr>
          <p:cNvSpPr/>
          <p:nvPr/>
        </p:nvSpPr>
        <p:spPr>
          <a:xfrm>
            <a:off x="2362200" y="1819870"/>
            <a:ext cx="4458785" cy="923330"/>
          </a:xfrm>
          <a:prstGeom prst="rect">
            <a:avLst/>
          </a:prstGeom>
          <a:noFill/>
        </p:spPr>
        <p:txBody>
          <a:bodyPr wrap="none">
            <a:spAutoFit/>
          </a:bodyPr>
          <a:lstStyle/>
          <a:p>
            <a:pPr algn="ctr" eaLnBrk="1" fontAlgn="auto" hangingPunct="1">
              <a:spcBef>
                <a:spcPts val="0"/>
              </a:spcBef>
              <a:spcAft>
                <a:spcPts val="0"/>
              </a:spcAft>
              <a:defRPr/>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lt"/>
                <a:cs typeface="+mn-cs"/>
              </a:rPr>
              <a:t>Average speed</a:t>
            </a:r>
          </a:p>
        </p:txBody>
      </p:sp>
      <p:sp>
        <p:nvSpPr>
          <p:cNvPr id="17412" name="TextBox 10">
            <a:extLst>
              <a:ext uri="{FF2B5EF4-FFF2-40B4-BE49-F238E27FC236}">
                <a16:creationId xmlns:a16="http://schemas.microsoft.com/office/drawing/2014/main" id="{A73FD41E-AEED-4C89-6A25-18032273A177}"/>
              </a:ext>
            </a:extLst>
          </p:cNvPr>
          <p:cNvSpPr txBox="1">
            <a:spLocks noChangeArrowheads="1"/>
          </p:cNvSpPr>
          <p:nvPr/>
        </p:nvSpPr>
        <p:spPr bwMode="auto">
          <a:xfrm>
            <a:off x="0" y="2665413"/>
            <a:ext cx="91440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The average speed of a particle is defined as the total distance traveled divided by the time interval required to travel that distance.</a:t>
            </a:r>
          </a:p>
        </p:txBody>
      </p:sp>
      <p:graphicFrame>
        <p:nvGraphicFramePr>
          <p:cNvPr id="17413" name="Object 4">
            <a:extLst>
              <a:ext uri="{FF2B5EF4-FFF2-40B4-BE49-F238E27FC236}">
                <a16:creationId xmlns:a16="http://schemas.microsoft.com/office/drawing/2014/main" id="{CCE57B04-B337-4B20-0060-085D96B72D6F}"/>
              </a:ext>
            </a:extLst>
          </p:cNvPr>
          <p:cNvGraphicFramePr>
            <a:graphicFrameLocks noChangeAspect="1"/>
          </p:cNvGraphicFramePr>
          <p:nvPr/>
        </p:nvGraphicFramePr>
        <p:xfrm>
          <a:off x="1938338" y="4708525"/>
          <a:ext cx="5757862" cy="1352550"/>
        </p:xfrm>
        <a:graphic>
          <a:graphicData uri="http://schemas.openxmlformats.org/presentationml/2006/ole">
            <mc:AlternateContent xmlns:mc="http://schemas.openxmlformats.org/markup-compatibility/2006">
              <mc:Choice xmlns:v="urn:schemas-microsoft-com:vml" Requires="v">
                <p:oleObj spid="_x0000_s1025" name="Equation" r:id="rId3" imgW="38620700" imgH="9067800" progId="Equation.3">
                  <p:embed/>
                </p:oleObj>
              </mc:Choice>
              <mc:Fallback>
                <p:oleObj name="Equation" r:id="rId3" imgW="38620700" imgH="9067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8338" y="4708525"/>
                        <a:ext cx="5757862"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8BAF41A-6043-90B4-2996-DD37A1AAEC18}"/>
              </a:ext>
            </a:extLst>
          </p:cNvPr>
          <p:cNvSpPr/>
          <p:nvPr/>
        </p:nvSpPr>
        <p:spPr>
          <a:xfrm>
            <a:off x="2133600" y="2692995"/>
            <a:ext cx="5306170" cy="923330"/>
          </a:xfrm>
          <a:prstGeom prst="rect">
            <a:avLst/>
          </a:prstGeom>
          <a:noFill/>
        </p:spPr>
        <p:txBody>
          <a:bodyPr>
            <a:spAutoFit/>
          </a:bodyPr>
          <a:lstStyle/>
          <a:p>
            <a:pPr algn="ctr" eaLnBrk="1" fontAlgn="auto" hangingPunct="1">
              <a:spcBef>
                <a:spcPts val="0"/>
              </a:spcBef>
              <a:spcAft>
                <a:spcPts val="0"/>
              </a:spcAft>
              <a:defRPr/>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lt"/>
                <a:cs typeface="+mn-cs"/>
              </a:rPr>
              <a:t>Average Velocity</a:t>
            </a:r>
          </a:p>
        </p:txBody>
      </p:sp>
      <p:sp>
        <p:nvSpPr>
          <p:cNvPr id="18434" name="TextBox 4">
            <a:extLst>
              <a:ext uri="{FF2B5EF4-FFF2-40B4-BE49-F238E27FC236}">
                <a16:creationId xmlns:a16="http://schemas.microsoft.com/office/drawing/2014/main" id="{52061CBB-76D8-BF31-5F3A-3DA627B3ABBB}"/>
              </a:ext>
            </a:extLst>
          </p:cNvPr>
          <p:cNvSpPr txBox="1">
            <a:spLocks noChangeArrowheads="1"/>
          </p:cNvSpPr>
          <p:nvPr/>
        </p:nvSpPr>
        <p:spPr bwMode="auto">
          <a:xfrm>
            <a:off x="0" y="3494088"/>
            <a:ext cx="91440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a:solidFill>
                  <a:schemeClr val="tx1"/>
                </a:solidFill>
              </a:rPr>
              <a:t>The average velocity of a particle is defined as the particle’s </a:t>
            </a:r>
            <a:r>
              <a:rPr lang="en-US" altLang="en-US" sz="2800">
                <a:solidFill>
                  <a:schemeClr val="tx1"/>
                </a:solidFill>
              </a:rPr>
              <a:t>displacement</a:t>
            </a:r>
            <a:r>
              <a:rPr lang="en-US" altLang="en-US">
                <a:solidFill>
                  <a:schemeClr val="tx1"/>
                </a:solidFill>
              </a:rPr>
              <a:t> divided by the time interval during which that displacement occurs.</a:t>
            </a:r>
          </a:p>
        </p:txBody>
      </p:sp>
      <p:graphicFrame>
        <p:nvGraphicFramePr>
          <p:cNvPr id="18435" name="Object 2">
            <a:extLst>
              <a:ext uri="{FF2B5EF4-FFF2-40B4-BE49-F238E27FC236}">
                <a16:creationId xmlns:a16="http://schemas.microsoft.com/office/drawing/2014/main" id="{3B1A69E0-06EC-A381-F888-26ACEB351522}"/>
              </a:ext>
            </a:extLst>
          </p:cNvPr>
          <p:cNvGraphicFramePr>
            <a:graphicFrameLocks noChangeAspect="1"/>
          </p:cNvGraphicFramePr>
          <p:nvPr/>
        </p:nvGraphicFramePr>
        <p:xfrm>
          <a:off x="3305175" y="4987925"/>
          <a:ext cx="2314575" cy="1793875"/>
        </p:xfrm>
        <a:graphic>
          <a:graphicData uri="http://schemas.openxmlformats.org/presentationml/2006/ole">
            <mc:AlternateContent xmlns:mc="http://schemas.openxmlformats.org/markup-compatibility/2006">
              <mc:Choice xmlns:v="urn:schemas-microsoft-com:vml" Requires="v">
                <p:oleObj spid="_x0000_s2049" name="Equation" r:id="rId3" imgW="11696700" imgH="9067800" progId="Equation.3">
                  <p:embed/>
                </p:oleObj>
              </mc:Choice>
              <mc:Fallback>
                <p:oleObj name="Equation" r:id="rId3" imgW="11696700" imgH="9067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5175" y="4987925"/>
                        <a:ext cx="2314575" cy="179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a:extLst>
              <a:ext uri="{FF2B5EF4-FFF2-40B4-BE49-F238E27FC236}">
                <a16:creationId xmlns:a16="http://schemas.microsoft.com/office/drawing/2014/main" id="{CF1F91E1-29F6-D46A-1C6B-4BE7F223E6E0}"/>
              </a:ext>
            </a:extLst>
          </p:cNvPr>
          <p:cNvSpPr/>
          <p:nvPr/>
        </p:nvSpPr>
        <p:spPr>
          <a:xfrm>
            <a:off x="2819400" y="0"/>
            <a:ext cx="4104009" cy="923330"/>
          </a:xfrm>
          <a:prstGeom prst="rect">
            <a:avLst/>
          </a:prstGeom>
          <a:noFill/>
        </p:spPr>
        <p:txBody>
          <a:bodyPr wrap="none">
            <a:spAutoFit/>
          </a:bodyPr>
          <a:lstStyle/>
          <a:p>
            <a:pPr algn="ctr" eaLnBrk="1" fontAlgn="auto" hangingPunct="1">
              <a:spcBef>
                <a:spcPts val="0"/>
              </a:spcBef>
              <a:spcAft>
                <a:spcPts val="0"/>
              </a:spcAft>
              <a:defRPr/>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lt"/>
                <a:cs typeface="+mn-cs"/>
              </a:rPr>
              <a:t>Displacement</a:t>
            </a:r>
          </a:p>
        </p:txBody>
      </p:sp>
      <p:sp>
        <p:nvSpPr>
          <p:cNvPr id="18437" name="TextBox 7">
            <a:extLst>
              <a:ext uri="{FF2B5EF4-FFF2-40B4-BE49-F238E27FC236}">
                <a16:creationId xmlns:a16="http://schemas.microsoft.com/office/drawing/2014/main" id="{B1FA2158-705F-5969-6A03-BC79AC7B8D81}"/>
              </a:ext>
            </a:extLst>
          </p:cNvPr>
          <p:cNvSpPr txBox="1">
            <a:spLocks noChangeArrowheads="1"/>
          </p:cNvSpPr>
          <p:nvPr/>
        </p:nvSpPr>
        <p:spPr bwMode="auto">
          <a:xfrm>
            <a:off x="0" y="771525"/>
            <a:ext cx="91440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a:solidFill>
                  <a:schemeClr val="tx1"/>
                </a:solidFill>
              </a:rPr>
              <a:t>The displacement of a particle is defined as its change in position in some time interval.</a:t>
            </a:r>
          </a:p>
        </p:txBody>
      </p:sp>
      <p:graphicFrame>
        <p:nvGraphicFramePr>
          <p:cNvPr id="18438" name="Object 3">
            <a:extLst>
              <a:ext uri="{FF2B5EF4-FFF2-40B4-BE49-F238E27FC236}">
                <a16:creationId xmlns:a16="http://schemas.microsoft.com/office/drawing/2014/main" id="{B1AB5334-91CA-2155-DC1A-619B00E77654}"/>
              </a:ext>
            </a:extLst>
          </p:cNvPr>
          <p:cNvGraphicFramePr>
            <a:graphicFrameLocks noChangeAspect="1"/>
          </p:cNvGraphicFramePr>
          <p:nvPr/>
        </p:nvGraphicFramePr>
        <p:xfrm>
          <a:off x="3303588" y="1676400"/>
          <a:ext cx="2876550" cy="958850"/>
        </p:xfrm>
        <a:graphic>
          <a:graphicData uri="http://schemas.openxmlformats.org/presentationml/2006/ole">
            <mc:AlternateContent xmlns:mc="http://schemas.openxmlformats.org/markup-compatibility/2006">
              <mc:Choice xmlns:v="urn:schemas-microsoft-com:vml" Requires="v">
                <p:oleObj spid="_x0000_s2050" name="Equation" r:id="rId5" imgW="16675100" imgH="5562600" progId="Equation.3">
                  <p:embed/>
                </p:oleObj>
              </mc:Choice>
              <mc:Fallback>
                <p:oleObj name="Equation" r:id="rId5" imgW="16675100" imgH="5562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3588" y="1676400"/>
                        <a:ext cx="2876550"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extBox 7">
            <a:extLst>
              <a:ext uri="{FF2B5EF4-FFF2-40B4-BE49-F238E27FC236}">
                <a16:creationId xmlns:a16="http://schemas.microsoft.com/office/drawing/2014/main" id="{FBE4D03E-B9B7-342A-26C9-98267B3B741C}"/>
              </a:ext>
            </a:extLst>
          </p:cNvPr>
          <p:cNvSpPr txBox="1">
            <a:spLocks noChangeArrowheads="1"/>
          </p:cNvSpPr>
          <p:nvPr/>
        </p:nvSpPr>
        <p:spPr bwMode="auto">
          <a:xfrm>
            <a:off x="0" y="228600"/>
            <a:ext cx="9144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b="1">
                <a:solidFill>
                  <a:schemeClr val="tx1"/>
                </a:solidFill>
              </a:rPr>
              <a:t>What is the difference between distance and displacement?</a:t>
            </a:r>
          </a:p>
        </p:txBody>
      </p:sp>
      <p:sp>
        <p:nvSpPr>
          <p:cNvPr id="19458" name="TextBox 9">
            <a:extLst>
              <a:ext uri="{FF2B5EF4-FFF2-40B4-BE49-F238E27FC236}">
                <a16:creationId xmlns:a16="http://schemas.microsoft.com/office/drawing/2014/main" id="{E2055A39-5BEE-111D-E304-D17DE6673253}"/>
              </a:ext>
            </a:extLst>
          </p:cNvPr>
          <p:cNvSpPr txBox="1">
            <a:spLocks noChangeArrowheads="1"/>
          </p:cNvSpPr>
          <p:nvPr/>
        </p:nvSpPr>
        <p:spPr bwMode="auto">
          <a:xfrm>
            <a:off x="0" y="1695450"/>
            <a:ext cx="9144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b="1">
                <a:solidFill>
                  <a:schemeClr val="tx1"/>
                </a:solidFill>
              </a:rPr>
              <a:t>Average speed = magnitude of average velocity?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AB4BB45-BD51-3D99-413B-F699BD82C9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5100" y="2133600"/>
            <a:ext cx="51689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a:extLst>
              <a:ext uri="{FF2B5EF4-FFF2-40B4-BE49-F238E27FC236}">
                <a16:creationId xmlns:a16="http://schemas.microsoft.com/office/drawing/2014/main" id="{2C8DD752-17D7-2D59-12CC-5C40D392F4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432050"/>
            <a:ext cx="3440113" cy="328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7" name="TextBox 3">
            <a:extLst>
              <a:ext uri="{FF2B5EF4-FFF2-40B4-BE49-F238E27FC236}">
                <a16:creationId xmlns:a16="http://schemas.microsoft.com/office/drawing/2014/main" id="{6EF29AA5-27C2-1230-FE9C-DA102F2EC777}"/>
              </a:ext>
            </a:extLst>
          </p:cNvPr>
          <p:cNvSpPr txBox="1">
            <a:spLocks noChangeArrowheads="1"/>
          </p:cNvSpPr>
          <p:nvPr/>
        </p:nvSpPr>
        <p:spPr bwMode="auto">
          <a:xfrm>
            <a:off x="0" y="76200"/>
            <a:ext cx="9144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Find the displacement, distance, average velocity, and average speed between positions A and F.</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checkerboard(across)">
                                      <p:cBhvr>
                                        <p:cTn id="7" dur="500"/>
                                        <p:tgtEl>
                                          <p:spTgt spid="10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checkerboard(across)">
                                      <p:cBhvr>
                                        <p:cTn id="1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DCEFD-8A18-7BA2-FBF0-87E9642153AA}"/>
              </a:ext>
            </a:extLst>
          </p:cNvPr>
          <p:cNvSpPr>
            <a:spLocks noGrp="1"/>
          </p:cNvSpPr>
          <p:nvPr>
            <p:ph type="title"/>
          </p:nvPr>
        </p:nvSpPr>
        <p:spPr/>
        <p:txBody>
          <a:bodyPr/>
          <a:lstStyle/>
          <a:p>
            <a:pPr>
              <a:defRPr/>
            </a:pPr>
            <a:r>
              <a:rPr lang="en-US" dirty="0"/>
              <a:t>Relative Velocity</a:t>
            </a:r>
          </a:p>
        </p:txBody>
      </p:sp>
      <p:sp>
        <p:nvSpPr>
          <p:cNvPr id="22530" name="Content Placeholder 2">
            <a:extLst>
              <a:ext uri="{FF2B5EF4-FFF2-40B4-BE49-F238E27FC236}">
                <a16:creationId xmlns:a16="http://schemas.microsoft.com/office/drawing/2014/main" id="{46D2635A-0966-0E99-1482-3E971C294E1B}"/>
              </a:ext>
            </a:extLst>
          </p:cNvPr>
          <p:cNvSpPr>
            <a:spLocks noGrp="1"/>
          </p:cNvSpPr>
          <p:nvPr>
            <p:ph idx="1"/>
          </p:nvPr>
        </p:nvSpPr>
        <p:spPr/>
        <p:txBody>
          <a:bodyPr/>
          <a:lstStyle/>
          <a:p>
            <a:r>
              <a:rPr lang="en-US" altLang="en-US"/>
              <a:t>The velocity of one object relative to another’s point of view</a:t>
            </a:r>
          </a:p>
          <a:p>
            <a:r>
              <a:rPr lang="en-US" altLang="en-US" u="sng"/>
              <a:t>Reference Frame:</a:t>
            </a:r>
            <a:r>
              <a:rPr lang="en-US" altLang="en-US"/>
              <a:t>  the frame of reference for the observer’s point of view—the observer will always be </a:t>
            </a:r>
            <a:r>
              <a:rPr lang="en-US" altLang="en-US" b="1"/>
              <a:t>at rest</a:t>
            </a:r>
            <a:r>
              <a:rPr lang="en-US" altLang="en-US"/>
              <a:t> in his/her frame of reference</a:t>
            </a:r>
          </a:p>
          <a:p>
            <a:r>
              <a:rPr lang="en-US" altLang="en-US" u="sng"/>
              <a:t>Relative velocity</a:t>
            </a:r>
            <a:r>
              <a:rPr lang="en-US" altLang="en-US"/>
              <a:t> of an object moving relative to an observer is determined by </a:t>
            </a:r>
            <a:r>
              <a:rPr lang="en-US" altLang="en-US" b="1"/>
              <a:t>subtracting vectors</a:t>
            </a:r>
            <a:endParaRPr lang="en-US" altLang="en-US" u="sng"/>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2BF6C-3089-8428-CDD7-5BC88A1776B1}"/>
              </a:ext>
            </a:extLst>
          </p:cNvPr>
          <p:cNvSpPr>
            <a:spLocks noGrp="1"/>
          </p:cNvSpPr>
          <p:nvPr>
            <p:ph type="title"/>
          </p:nvPr>
        </p:nvSpPr>
        <p:spPr/>
        <p:txBody>
          <a:bodyPr/>
          <a:lstStyle/>
          <a:p>
            <a:pPr>
              <a:defRPr/>
            </a:pPr>
            <a:r>
              <a:rPr lang="en-US" dirty="0"/>
              <a:t>Subtracting Vectors</a:t>
            </a:r>
          </a:p>
        </p:txBody>
      </p:sp>
      <p:graphicFrame>
        <p:nvGraphicFramePr>
          <p:cNvPr id="23554" name="Content Placeholder 3">
            <a:extLst>
              <a:ext uri="{FF2B5EF4-FFF2-40B4-BE49-F238E27FC236}">
                <a16:creationId xmlns:a16="http://schemas.microsoft.com/office/drawing/2014/main" id="{6B3FC42B-572E-177B-53C7-48E62D53BCB3}"/>
              </a:ext>
            </a:extLst>
          </p:cNvPr>
          <p:cNvGraphicFramePr>
            <a:graphicFrameLocks noGrp="1" noChangeAspect="1"/>
          </p:cNvGraphicFramePr>
          <p:nvPr>
            <p:ph sz="half" idx="1"/>
          </p:nvPr>
        </p:nvGraphicFramePr>
        <p:xfrm>
          <a:off x="1295400" y="1219200"/>
          <a:ext cx="3032125" cy="685800"/>
        </p:xfrm>
        <a:graphic>
          <a:graphicData uri="http://schemas.openxmlformats.org/presentationml/2006/ole">
            <mc:AlternateContent xmlns:mc="http://schemas.openxmlformats.org/markup-compatibility/2006">
              <mc:Choice xmlns:v="urn:schemas-microsoft-com:vml" Requires="v">
                <p:oleObj spid="_x0000_s3073" name="Equation" r:id="rId3" imgW="24574500" imgH="5562600" progId="Equation.3">
                  <p:embed/>
                </p:oleObj>
              </mc:Choice>
              <mc:Fallback>
                <p:oleObj name="Equation" r:id="rId3" imgW="24574500" imgH="5562600" progId="Equation.3">
                  <p:embed/>
                  <p:pic>
                    <p:nvPicPr>
                      <p:cNvPr id="0" name="Content Placeholder 3"/>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1219200"/>
                        <a:ext cx="30321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55" name="Content Placeholder 4">
            <a:extLst>
              <a:ext uri="{FF2B5EF4-FFF2-40B4-BE49-F238E27FC236}">
                <a16:creationId xmlns:a16="http://schemas.microsoft.com/office/drawing/2014/main" id="{E6A365A5-729A-40B6-93E3-DF5DCF67095D}"/>
              </a:ext>
            </a:extLst>
          </p:cNvPr>
          <p:cNvSpPr>
            <a:spLocks noGrp="1"/>
          </p:cNvSpPr>
          <p:nvPr>
            <p:ph sz="half" idx="2"/>
          </p:nvPr>
        </p:nvSpPr>
        <p:spPr>
          <a:xfrm>
            <a:off x="457200" y="1905000"/>
            <a:ext cx="5257800" cy="4419600"/>
          </a:xfrm>
        </p:spPr>
        <p:txBody>
          <a:bodyPr/>
          <a:lstStyle/>
          <a:p>
            <a:r>
              <a:rPr lang="en-US" altLang="en-US"/>
              <a:t>The second vector quantity’s direction is 180° from it’s given direction</a:t>
            </a:r>
          </a:p>
          <a:p>
            <a:pPr>
              <a:buFont typeface="Wingdings 2" pitchFamily="2" charset="2"/>
              <a:buNone/>
            </a:pPr>
            <a:endParaRPr lang="en-US" altLang="en-US"/>
          </a:p>
          <a:p>
            <a:r>
              <a:rPr lang="en-US" altLang="en-US"/>
              <a:t>Once you’ve altered the direction, it becomes basic vector addition</a:t>
            </a:r>
          </a:p>
        </p:txBody>
      </p:sp>
      <p:pic>
        <p:nvPicPr>
          <p:cNvPr id="23556" name="Picture 5" descr="03_04_Figure.jpg">
            <a:extLst>
              <a:ext uri="{FF2B5EF4-FFF2-40B4-BE49-F238E27FC236}">
                <a16:creationId xmlns:a16="http://schemas.microsoft.com/office/drawing/2014/main" id="{06A5FDAF-DE75-3887-EDCE-6BFAC6590111}"/>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807075" y="1127125"/>
            <a:ext cx="3336925" cy="573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434EC-A8C7-1BC6-3DB6-F20F16A77B38}"/>
              </a:ext>
            </a:extLst>
          </p:cNvPr>
          <p:cNvSpPr>
            <a:spLocks noGrp="1"/>
          </p:cNvSpPr>
          <p:nvPr>
            <p:ph type="title"/>
          </p:nvPr>
        </p:nvSpPr>
        <p:spPr>
          <a:xfrm>
            <a:off x="0" y="0"/>
            <a:ext cx="8686800" cy="841248"/>
          </a:xfrm>
        </p:spPr>
        <p:txBody>
          <a:bodyPr/>
          <a:lstStyle/>
          <a:p>
            <a:pPr algn="r">
              <a:defRPr/>
            </a:pPr>
            <a:r>
              <a:rPr lang="en-US" dirty="0"/>
              <a:t>Sample problem 1:</a:t>
            </a:r>
          </a:p>
        </p:txBody>
      </p:sp>
      <p:pic>
        <p:nvPicPr>
          <p:cNvPr id="6" name="Content Placeholder 5" descr="03_19_FigureA.jpg">
            <a:extLst>
              <a:ext uri="{FF2B5EF4-FFF2-40B4-BE49-F238E27FC236}">
                <a16:creationId xmlns:a16="http://schemas.microsoft.com/office/drawing/2014/main" id="{67E4AC20-EE2B-5965-7DA1-03545D2B3D06}"/>
              </a:ext>
            </a:extLst>
          </p:cNvPr>
          <p:cNvPicPr>
            <a:picLocks noGrp="1" noChangeAspect="1"/>
          </p:cNvPicPr>
          <p:nvPr>
            <p:ph sz="half" idx="1"/>
          </p:nvPr>
        </p:nvPicPr>
        <p:blipFill>
          <a:blip r:embed="rId2" cstate="print"/>
          <a:stretch>
            <a:fillRect/>
          </a:stretch>
        </p:blipFill>
        <p:spPr>
          <a:xfrm>
            <a:off x="0" y="1219200"/>
            <a:ext cx="5867400" cy="3582226"/>
          </a:xfrm>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
        <p:nvSpPr>
          <p:cNvPr id="11" name="Content Placeholder 10">
            <a:extLst>
              <a:ext uri="{FF2B5EF4-FFF2-40B4-BE49-F238E27FC236}">
                <a16:creationId xmlns:a16="http://schemas.microsoft.com/office/drawing/2014/main" id="{FAA71B7F-B4D5-BD30-1662-EF98A9815B24}"/>
              </a:ext>
            </a:extLst>
          </p:cNvPr>
          <p:cNvSpPr>
            <a:spLocks noGrp="1"/>
          </p:cNvSpPr>
          <p:nvPr>
            <p:ph sz="half" idx="2"/>
          </p:nvPr>
        </p:nvSpPr>
        <p:spPr>
          <a:xfrm>
            <a:off x="5257800" y="1066800"/>
            <a:ext cx="3886200" cy="4267200"/>
          </a:xfrm>
        </p:spPr>
        <p:txBody>
          <a:bodyPr>
            <a:normAutofit/>
          </a:bodyPr>
          <a:lstStyle/>
          <a:p>
            <a:pPr>
              <a:buFont typeface="Wingdings 2" pitchFamily="18" charset="2"/>
              <a:buChar char=""/>
              <a:defRPr/>
            </a:pPr>
            <a:r>
              <a:rPr lang="en-US" dirty="0"/>
              <a:t>What is the velocity of:</a:t>
            </a:r>
          </a:p>
          <a:p>
            <a:pPr marL="514350" indent="-514350">
              <a:buFont typeface="Wingdings 2" pitchFamily="18" charset="2"/>
              <a:buAutoNum type="arabicPeriod"/>
              <a:defRPr/>
            </a:pPr>
            <a:r>
              <a:rPr lang="en-US" dirty="0"/>
              <a:t>Car B relative to A?</a:t>
            </a:r>
          </a:p>
          <a:p>
            <a:pPr marL="514350" indent="-514350">
              <a:buFont typeface="Wingdings 2" pitchFamily="18" charset="2"/>
              <a:buAutoNum type="arabicPeriod"/>
              <a:defRPr/>
            </a:pPr>
            <a:r>
              <a:rPr lang="en-US" dirty="0"/>
              <a:t>Car C relative to A?</a:t>
            </a:r>
          </a:p>
          <a:p>
            <a:pPr marL="514350" indent="-514350">
              <a:buFont typeface="Wingdings 2" pitchFamily="18" charset="2"/>
              <a:buAutoNum type="arabicPeriod"/>
              <a:defRPr/>
            </a:pPr>
            <a:r>
              <a:rPr lang="en-US" dirty="0"/>
              <a:t>Car C relative to B?</a:t>
            </a:r>
          </a:p>
          <a:p>
            <a:pPr marL="514350" indent="-514350">
              <a:buFont typeface="Wingdings 2" pitchFamily="18" charset="2"/>
              <a:buAutoNum type="arabicPeriod"/>
              <a:defRPr/>
            </a:pPr>
            <a:r>
              <a:rPr lang="en-US" dirty="0"/>
              <a:t>Car B relative to C?</a:t>
            </a:r>
          </a:p>
          <a:p>
            <a:pPr marL="514350" indent="-514350">
              <a:buFont typeface="Wingdings 2" pitchFamily="18" charset="2"/>
              <a:buAutoNum type="arabicPeriod"/>
              <a:defRPr/>
            </a:pPr>
            <a:r>
              <a:rPr lang="en-US" dirty="0"/>
              <a:t>Car A relative to C?</a:t>
            </a:r>
          </a:p>
          <a:p>
            <a:pPr marL="514350" indent="-514350">
              <a:buFont typeface="Wingdings 2" pitchFamily="18" charset="2"/>
              <a:buAutoNum type="arabicPeriod"/>
              <a:defRPr/>
            </a:pPr>
            <a:r>
              <a:rPr lang="en-US" dirty="0"/>
              <a:t>Car A relative to B?</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579F3CB-7CD5-11AE-143D-F713D7D234A6}"/>
              </a:ext>
            </a:extLst>
          </p:cNvPr>
          <p:cNvSpPr>
            <a:spLocks noGrp="1"/>
          </p:cNvSpPr>
          <p:nvPr>
            <p:ph type="title"/>
          </p:nvPr>
        </p:nvSpPr>
        <p:spPr/>
        <p:txBody>
          <a:bodyPr/>
          <a:lstStyle/>
          <a:p>
            <a:pPr>
              <a:defRPr/>
            </a:pPr>
            <a:r>
              <a:rPr lang="en-US" dirty="0"/>
              <a:t>Practice Problem 2:</a:t>
            </a:r>
          </a:p>
        </p:txBody>
      </p:sp>
      <p:sp>
        <p:nvSpPr>
          <p:cNvPr id="25602" name="Content Placeholder 5">
            <a:extLst>
              <a:ext uri="{FF2B5EF4-FFF2-40B4-BE49-F238E27FC236}">
                <a16:creationId xmlns:a16="http://schemas.microsoft.com/office/drawing/2014/main" id="{34BECA28-0D56-B504-04CE-0FC97ED3377E}"/>
              </a:ext>
            </a:extLst>
          </p:cNvPr>
          <p:cNvSpPr>
            <a:spLocks noGrp="1"/>
          </p:cNvSpPr>
          <p:nvPr>
            <p:ph idx="1"/>
          </p:nvPr>
        </p:nvSpPr>
        <p:spPr/>
        <p:txBody>
          <a:bodyPr/>
          <a:lstStyle/>
          <a:p>
            <a:r>
              <a:rPr lang="en-US" altLang="en-US"/>
              <a:t>Car P moves to the left with a speed of 40.0 km·h</a:t>
            </a:r>
            <a:r>
              <a:rPr lang="en-US" altLang="en-US" baseline="30000"/>
              <a:t>-1</a:t>
            </a:r>
            <a:r>
              <a:rPr lang="en-US" altLang="en-US"/>
              <a:t> (with respect to the road) and Car Z moves to the right with a speed of 60.0 km·h</a:t>
            </a:r>
            <a:r>
              <a:rPr lang="en-US" altLang="en-US" baseline="30000"/>
              <a:t>-1</a:t>
            </a:r>
            <a:r>
              <a:rPr lang="en-US" altLang="en-US"/>
              <a:t> (with respect to the road).  Find the velocity of car Z relative to car P.</a:t>
            </a:r>
          </a:p>
        </p:txBody>
      </p:sp>
      <p:graphicFrame>
        <p:nvGraphicFramePr>
          <p:cNvPr id="7" name="Object 6">
            <a:extLst>
              <a:ext uri="{FF2B5EF4-FFF2-40B4-BE49-F238E27FC236}">
                <a16:creationId xmlns:a16="http://schemas.microsoft.com/office/drawing/2014/main" id="{D0D098EA-6193-16EE-FF3C-B5E193996E6E}"/>
              </a:ext>
            </a:extLst>
          </p:cNvPr>
          <p:cNvGraphicFramePr>
            <a:graphicFrameLocks noChangeAspect="1"/>
          </p:cNvGraphicFramePr>
          <p:nvPr/>
        </p:nvGraphicFramePr>
        <p:xfrm>
          <a:off x="76200" y="4191000"/>
          <a:ext cx="9085263" cy="1447800"/>
        </p:xfrm>
        <a:graphic>
          <a:graphicData uri="http://schemas.openxmlformats.org/presentationml/2006/ole">
            <mc:AlternateContent xmlns:mc="http://schemas.openxmlformats.org/markup-compatibility/2006">
              <mc:Choice xmlns:v="urn:schemas-microsoft-com:vml" Requires="v">
                <p:oleObj spid="_x0000_s4097" name="Equation" r:id="rId3" imgW="73431400" imgH="11696700" progId="Equation.3">
                  <p:embed/>
                </p:oleObj>
              </mc:Choice>
              <mc:Fallback>
                <p:oleObj name="Equation" r:id="rId3" imgW="73431400" imgH="116967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4191000"/>
                        <a:ext cx="9085263"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D3E9226-0E4E-BE7B-3342-EB7F6E585CD4}"/>
              </a:ext>
            </a:extLst>
          </p:cNvPr>
          <p:cNvSpPr/>
          <p:nvPr/>
        </p:nvSpPr>
        <p:spPr>
          <a:xfrm>
            <a:off x="914400" y="0"/>
            <a:ext cx="7010400" cy="923330"/>
          </a:xfrm>
          <a:prstGeom prst="rect">
            <a:avLst/>
          </a:prstGeom>
          <a:noFill/>
        </p:spPr>
        <p:txBody>
          <a:bodyPr>
            <a:spAutoFit/>
          </a:bodyPr>
          <a:lstStyle/>
          <a:p>
            <a:pPr algn="ctr" eaLnBrk="1" fontAlgn="auto" hangingPunct="1">
              <a:spcBef>
                <a:spcPts val="0"/>
              </a:spcBef>
              <a:spcAft>
                <a:spcPts val="0"/>
              </a:spcAft>
              <a:defRPr/>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lt"/>
                <a:cs typeface="+mn-cs"/>
              </a:rPr>
              <a:t>Average Acceleration</a:t>
            </a:r>
          </a:p>
        </p:txBody>
      </p:sp>
      <p:sp>
        <p:nvSpPr>
          <p:cNvPr id="26626" name="TextBox 5">
            <a:extLst>
              <a:ext uri="{FF2B5EF4-FFF2-40B4-BE49-F238E27FC236}">
                <a16:creationId xmlns:a16="http://schemas.microsoft.com/office/drawing/2014/main" id="{DD512B31-5BA4-341B-638B-EB41AFB27E1D}"/>
              </a:ext>
            </a:extLst>
          </p:cNvPr>
          <p:cNvSpPr txBox="1">
            <a:spLocks noChangeArrowheads="1"/>
          </p:cNvSpPr>
          <p:nvPr/>
        </p:nvSpPr>
        <p:spPr bwMode="auto">
          <a:xfrm>
            <a:off x="0" y="1066800"/>
            <a:ext cx="9144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The average acceleration of a particle is defined as the change in velocity divided by the time interval during which that change occurs.</a:t>
            </a:r>
          </a:p>
        </p:txBody>
      </p:sp>
      <p:graphicFrame>
        <p:nvGraphicFramePr>
          <p:cNvPr id="26627" name="Object 2">
            <a:extLst>
              <a:ext uri="{FF2B5EF4-FFF2-40B4-BE49-F238E27FC236}">
                <a16:creationId xmlns:a16="http://schemas.microsoft.com/office/drawing/2014/main" id="{7703505C-E990-80CC-9BB9-6BBA704D0146}"/>
              </a:ext>
            </a:extLst>
          </p:cNvPr>
          <p:cNvGraphicFramePr>
            <a:graphicFrameLocks noChangeAspect="1"/>
          </p:cNvGraphicFramePr>
          <p:nvPr/>
        </p:nvGraphicFramePr>
        <p:xfrm>
          <a:off x="2057400" y="3498850"/>
          <a:ext cx="5210175" cy="1987550"/>
        </p:xfrm>
        <a:graphic>
          <a:graphicData uri="http://schemas.openxmlformats.org/presentationml/2006/ole">
            <mc:AlternateContent xmlns:mc="http://schemas.openxmlformats.org/markup-compatibility/2006">
              <mc:Choice xmlns:v="urn:schemas-microsoft-com:vml" Requires="v">
                <p:oleObj spid="_x0000_s5121" name="Equation" r:id="rId3" imgW="28384500" imgH="10820400" progId="Equation.3">
                  <p:embed/>
                </p:oleObj>
              </mc:Choice>
              <mc:Fallback>
                <p:oleObj name="Equation" r:id="rId3" imgW="28384500" imgH="108204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3498850"/>
                        <a:ext cx="5210175" cy="198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3">
            <a:extLst>
              <a:ext uri="{FF2B5EF4-FFF2-40B4-BE49-F238E27FC236}">
                <a16:creationId xmlns:a16="http://schemas.microsoft.com/office/drawing/2014/main" id="{800DC5FB-FE12-8A5B-6DD5-4FD7CB7B068C}"/>
              </a:ext>
            </a:extLst>
          </p:cNvPr>
          <p:cNvSpPr>
            <a:spLocks noChangeArrowheads="1"/>
          </p:cNvSpPr>
          <p:nvPr/>
        </p:nvSpPr>
        <p:spPr bwMode="auto">
          <a:xfrm>
            <a:off x="0" y="0"/>
            <a:ext cx="91440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a:solidFill>
                  <a:schemeClr val="tx1"/>
                </a:solidFill>
              </a:rPr>
              <a:t>1. A 50.0-g superball traveling at 25.0 m/s bounces off a brick wall and rebounds at 22.0 m/s. A high-speed camera records this event. If the ball is in contact with the wall for 3.50 ms, what is the magnitude of the average acceleration of the ball during this time interval? (</a:t>
            </a:r>
            <a:r>
              <a:rPr lang="en-US" altLang="en-US" i="1">
                <a:solidFill>
                  <a:schemeClr val="tx1"/>
                </a:solidFill>
              </a:rPr>
              <a:t>Note: 1 ms = 1 x 10</a:t>
            </a:r>
            <a:r>
              <a:rPr lang="en-US" altLang="en-US" i="1" baseline="30000">
                <a:solidFill>
                  <a:schemeClr val="tx1"/>
                </a:solidFill>
              </a:rPr>
              <a:t>-3</a:t>
            </a:r>
            <a:r>
              <a:rPr lang="en-US" altLang="en-US" i="1">
                <a:solidFill>
                  <a:schemeClr val="tx1"/>
                </a:solidFill>
              </a:rPr>
              <a:t> s.)</a:t>
            </a:r>
            <a:endParaRPr lang="en-US" altLang="en-US">
              <a:solidFill>
                <a:schemeClr val="tx1"/>
              </a:solidFill>
            </a:endParaRPr>
          </a:p>
        </p:txBody>
      </p:sp>
      <p:sp>
        <p:nvSpPr>
          <p:cNvPr id="27650" name="Rectangle 2">
            <a:extLst>
              <a:ext uri="{FF2B5EF4-FFF2-40B4-BE49-F238E27FC236}">
                <a16:creationId xmlns:a16="http://schemas.microsoft.com/office/drawing/2014/main" id="{323872E8-01A4-B7D2-D94F-F0C675B6E975}"/>
              </a:ext>
            </a:extLst>
          </p:cNvPr>
          <p:cNvSpPr>
            <a:spLocks noChangeArrowheads="1"/>
          </p:cNvSpPr>
          <p:nvPr/>
        </p:nvSpPr>
        <p:spPr bwMode="auto">
          <a:xfrm>
            <a:off x="0" y="3267075"/>
            <a:ext cx="91440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a:solidFill>
                  <a:schemeClr val="tx1"/>
                </a:solidFill>
              </a:rPr>
              <a:t>2. A person walks first at a constant speed of 5.00 m/s along a straight line from point </a:t>
            </a:r>
            <a:r>
              <a:rPr lang="en-US" altLang="en-US" i="1">
                <a:solidFill>
                  <a:schemeClr val="tx1"/>
                </a:solidFill>
              </a:rPr>
              <a:t>A to point B and then back </a:t>
            </a:r>
            <a:r>
              <a:rPr lang="en-US" altLang="en-US">
                <a:solidFill>
                  <a:schemeClr val="tx1"/>
                </a:solidFill>
              </a:rPr>
              <a:t>along the line from </a:t>
            </a:r>
            <a:r>
              <a:rPr lang="en-US" altLang="en-US" i="1">
                <a:solidFill>
                  <a:schemeClr val="tx1"/>
                </a:solidFill>
              </a:rPr>
              <a:t>B to A at a constant speed of 3.00 m/s. </a:t>
            </a:r>
            <a:r>
              <a:rPr lang="en-US" altLang="en-US">
                <a:solidFill>
                  <a:schemeClr val="tx1"/>
                </a:solidFill>
              </a:rPr>
              <a:t>What is (a) her average speed over the entire trip? (b) her average velocity over the entire trip?</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Picture 2">
            <a:extLst>
              <a:ext uri="{FF2B5EF4-FFF2-40B4-BE49-F238E27FC236}">
                <a16:creationId xmlns:a16="http://schemas.microsoft.com/office/drawing/2014/main" id="{B5EEF050-CE0F-CFE2-90BB-19636B7BF7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71600"/>
            <a:ext cx="4638675"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3">
            <a:extLst>
              <a:ext uri="{FF2B5EF4-FFF2-40B4-BE49-F238E27FC236}">
                <a16:creationId xmlns:a16="http://schemas.microsoft.com/office/drawing/2014/main" id="{04164862-D18B-BAD5-189A-28813C6C15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8363" y="1371600"/>
            <a:ext cx="4465637"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6FCCB34E-9276-DB7F-341C-E04B6B6F493C}"/>
              </a:ext>
            </a:extLst>
          </p:cNvPr>
          <p:cNvSpPr/>
          <p:nvPr/>
        </p:nvSpPr>
        <p:spPr>
          <a:xfrm>
            <a:off x="914400" y="0"/>
            <a:ext cx="7010400" cy="923330"/>
          </a:xfrm>
          <a:prstGeom prst="rect">
            <a:avLst/>
          </a:prstGeom>
          <a:noFill/>
        </p:spPr>
        <p:txBody>
          <a:bodyPr>
            <a:spAutoFit/>
          </a:bodyPr>
          <a:lstStyle/>
          <a:p>
            <a:pPr algn="ctr" eaLnBrk="1" fontAlgn="auto" hangingPunct="1">
              <a:spcBef>
                <a:spcPts val="0"/>
              </a:spcBef>
              <a:spcAft>
                <a:spcPts val="0"/>
              </a:spcAft>
              <a:defRPr/>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lt"/>
                <a:cs typeface="+mn-cs"/>
              </a:rPr>
              <a:t>Instantaneous  Velocity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animEffect transition="in" filter="checkerboard(across)">
                                      <p:cBhvr>
                                        <p:cTn id="7" dur="500"/>
                                        <p:tgtEl>
                                          <p:spTgt spid="5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FB74CE-6F7A-104B-5EC0-357DCA5CD227}"/>
              </a:ext>
            </a:extLst>
          </p:cNvPr>
          <p:cNvSpPr/>
          <p:nvPr/>
        </p:nvSpPr>
        <p:spPr>
          <a:xfrm>
            <a:off x="914400" y="0"/>
            <a:ext cx="7010400" cy="923330"/>
          </a:xfrm>
          <a:prstGeom prst="rect">
            <a:avLst/>
          </a:prstGeom>
          <a:noFill/>
        </p:spPr>
        <p:txBody>
          <a:bodyPr>
            <a:spAutoFit/>
          </a:bodyPr>
          <a:lstStyle/>
          <a:p>
            <a:pPr algn="ctr" eaLnBrk="1" fontAlgn="auto" hangingPunct="1">
              <a:spcBef>
                <a:spcPts val="0"/>
              </a:spcBef>
              <a:spcAft>
                <a:spcPts val="0"/>
              </a:spcAft>
              <a:defRPr/>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lt"/>
                <a:cs typeface="+mn-cs"/>
              </a:rPr>
              <a:t>Instantaneous  Velocity</a:t>
            </a:r>
          </a:p>
        </p:txBody>
      </p:sp>
      <p:graphicFrame>
        <p:nvGraphicFramePr>
          <p:cNvPr id="29698" name="Object 2">
            <a:extLst>
              <a:ext uri="{FF2B5EF4-FFF2-40B4-BE49-F238E27FC236}">
                <a16:creationId xmlns:a16="http://schemas.microsoft.com/office/drawing/2014/main" id="{F61DB1CF-2EF6-7B36-5189-855D34864E6D}"/>
              </a:ext>
            </a:extLst>
          </p:cNvPr>
          <p:cNvGraphicFramePr>
            <a:graphicFrameLocks noChangeAspect="1"/>
          </p:cNvGraphicFramePr>
          <p:nvPr>
            <p:extLst>
              <p:ext uri="{D42A27DB-BD31-4B8C-83A1-F6EECF244321}">
                <p14:modId xmlns:p14="http://schemas.microsoft.com/office/powerpoint/2010/main" val="2794141060"/>
              </p:ext>
            </p:extLst>
          </p:nvPr>
        </p:nvGraphicFramePr>
        <p:xfrm>
          <a:off x="1438275" y="1828800"/>
          <a:ext cx="5962650" cy="1793875"/>
        </p:xfrm>
        <a:graphic>
          <a:graphicData uri="http://schemas.openxmlformats.org/presentationml/2006/ole">
            <mc:AlternateContent xmlns:mc="http://schemas.openxmlformats.org/markup-compatibility/2006">
              <mc:Choice xmlns:v="urn:schemas-microsoft-com:vml" Requires="v">
                <p:oleObj spid="_x0000_s6145" name="Equation" r:id="rId3" imgW="30137100" imgH="9067800" progId="Equation.3">
                  <p:embed/>
                </p:oleObj>
              </mc:Choice>
              <mc:Fallback>
                <p:oleObj name="Equation" r:id="rId3" imgW="30137100" imgH="9067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8275" y="1828800"/>
                        <a:ext cx="5962650" cy="179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9699" name="TextBox 3">
            <a:extLst>
              <a:ext uri="{FF2B5EF4-FFF2-40B4-BE49-F238E27FC236}">
                <a16:creationId xmlns:a16="http://schemas.microsoft.com/office/drawing/2014/main" id="{008B558D-8696-883C-6E83-FBE58DD7B79A}"/>
              </a:ext>
            </a:extLst>
          </p:cNvPr>
          <p:cNvSpPr txBox="1">
            <a:spLocks noChangeArrowheads="1"/>
          </p:cNvSpPr>
          <p:nvPr/>
        </p:nvSpPr>
        <p:spPr bwMode="auto">
          <a:xfrm>
            <a:off x="0" y="4038600"/>
            <a:ext cx="9144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dirty="0">
                <a:solidFill>
                  <a:schemeClr val="tx1"/>
                </a:solidFill>
              </a:rPr>
              <a:t>Instantaneous velocity equals the limiting value of the average velocity, as delta t approaches 0.</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FA4C9A-AD25-2C03-60B8-D4B8DD7DEA28}"/>
              </a:ext>
            </a:extLst>
          </p:cNvPr>
          <p:cNvSpPr/>
          <p:nvPr/>
        </p:nvSpPr>
        <p:spPr>
          <a:xfrm>
            <a:off x="914400" y="0"/>
            <a:ext cx="7010400" cy="923330"/>
          </a:xfrm>
          <a:prstGeom prst="rect">
            <a:avLst/>
          </a:prstGeom>
          <a:noFill/>
        </p:spPr>
        <p:txBody>
          <a:bodyPr>
            <a:spAutoFit/>
          </a:bodyPr>
          <a:lstStyle/>
          <a:p>
            <a:pPr algn="ctr" eaLnBrk="1" fontAlgn="auto" hangingPunct="1">
              <a:spcBef>
                <a:spcPts val="0"/>
              </a:spcBef>
              <a:spcAft>
                <a:spcPts val="0"/>
              </a:spcAft>
              <a:defRPr/>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lt"/>
                <a:cs typeface="+mn-cs"/>
              </a:rPr>
              <a:t>Instantaneous  Speed</a:t>
            </a:r>
          </a:p>
        </p:txBody>
      </p:sp>
      <p:sp>
        <p:nvSpPr>
          <p:cNvPr id="30722" name="TextBox 3">
            <a:extLst>
              <a:ext uri="{FF2B5EF4-FFF2-40B4-BE49-F238E27FC236}">
                <a16:creationId xmlns:a16="http://schemas.microsoft.com/office/drawing/2014/main" id="{1977B2DB-B873-58FE-A045-BBF8C88CF9E2}"/>
              </a:ext>
            </a:extLst>
          </p:cNvPr>
          <p:cNvSpPr txBox="1">
            <a:spLocks noChangeArrowheads="1"/>
          </p:cNvSpPr>
          <p:nvPr/>
        </p:nvSpPr>
        <p:spPr bwMode="auto">
          <a:xfrm>
            <a:off x="0" y="1066800"/>
            <a:ext cx="9144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eaLnBrk="1" hangingPunct="1">
              <a:spcBef>
                <a:spcPct val="0"/>
              </a:spcBef>
              <a:buClrTx/>
              <a:buSzTx/>
              <a:buFontTx/>
              <a:buNone/>
            </a:pPr>
            <a:r>
              <a:rPr lang="en-US" altLang="en-US" sz="3600">
                <a:solidFill>
                  <a:schemeClr val="tx1"/>
                </a:solidFill>
              </a:rPr>
              <a:t>Instantaneous speed equals the magnitude of the instantaneous velocity.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BE7B11-811A-0CE1-E803-D6AEF0869D77}"/>
              </a:ext>
            </a:extLst>
          </p:cNvPr>
          <p:cNvSpPr/>
          <p:nvPr/>
        </p:nvSpPr>
        <p:spPr>
          <a:xfrm>
            <a:off x="0" y="0"/>
            <a:ext cx="9144000" cy="923330"/>
          </a:xfrm>
          <a:prstGeom prst="rect">
            <a:avLst/>
          </a:prstGeom>
          <a:noFill/>
        </p:spPr>
        <p:txBody>
          <a:bodyPr>
            <a:spAutoFit/>
          </a:bodyPr>
          <a:lstStyle/>
          <a:p>
            <a:pPr algn="ctr" eaLnBrk="1" fontAlgn="auto" hangingPunct="1">
              <a:spcBef>
                <a:spcPts val="0"/>
              </a:spcBef>
              <a:spcAft>
                <a:spcPts val="0"/>
              </a:spcAft>
              <a:defRPr/>
            </a:pPr>
            <a:r>
              <a:rPr lang="en-US" sz="5400" b="1"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latin typeface="+mn-lt"/>
                <a:cs typeface="+mn-cs"/>
              </a:rPr>
              <a:t>Instantaneous Acceleration</a:t>
            </a:r>
          </a:p>
        </p:txBody>
      </p:sp>
      <p:sp>
        <p:nvSpPr>
          <p:cNvPr id="31746" name="TextBox 4">
            <a:extLst>
              <a:ext uri="{FF2B5EF4-FFF2-40B4-BE49-F238E27FC236}">
                <a16:creationId xmlns:a16="http://schemas.microsoft.com/office/drawing/2014/main" id="{1D0254D7-334F-A0D4-A98E-604CE5AC8623}"/>
              </a:ext>
            </a:extLst>
          </p:cNvPr>
          <p:cNvSpPr txBox="1">
            <a:spLocks noChangeArrowheads="1"/>
          </p:cNvSpPr>
          <p:nvPr/>
        </p:nvSpPr>
        <p:spPr bwMode="auto">
          <a:xfrm>
            <a:off x="0" y="914400"/>
            <a:ext cx="91440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The instantaneous acceleration is the limit of the average acceleration as delta t approaches 0.</a:t>
            </a:r>
          </a:p>
          <a:p>
            <a:pPr algn="just" eaLnBrk="1" hangingPunct="1">
              <a:spcBef>
                <a:spcPct val="0"/>
              </a:spcBef>
              <a:buClrTx/>
              <a:buSzTx/>
              <a:buFontTx/>
              <a:buNone/>
            </a:pPr>
            <a:endParaRPr lang="en-US" altLang="en-US" sz="3600">
              <a:solidFill>
                <a:schemeClr val="tx1"/>
              </a:solidFill>
            </a:endParaRPr>
          </a:p>
          <a:p>
            <a:pPr algn="just" eaLnBrk="1" hangingPunct="1">
              <a:spcBef>
                <a:spcPct val="0"/>
              </a:spcBef>
              <a:buClrTx/>
              <a:buSzTx/>
              <a:buFontTx/>
              <a:buNone/>
            </a:pPr>
            <a:r>
              <a:rPr lang="en-US" altLang="en-US" sz="3600">
                <a:solidFill>
                  <a:schemeClr val="tx1"/>
                </a:solidFill>
              </a:rPr>
              <a:t>- Equals the derivative of the velocity with respect to time.</a:t>
            </a:r>
          </a:p>
        </p:txBody>
      </p:sp>
      <p:graphicFrame>
        <p:nvGraphicFramePr>
          <p:cNvPr id="31747" name="Object 2">
            <a:extLst>
              <a:ext uri="{FF2B5EF4-FFF2-40B4-BE49-F238E27FC236}">
                <a16:creationId xmlns:a16="http://schemas.microsoft.com/office/drawing/2014/main" id="{DC4266CB-E4A2-8F5E-C970-D52E5CB44395}"/>
              </a:ext>
            </a:extLst>
          </p:cNvPr>
          <p:cNvGraphicFramePr>
            <a:graphicFrameLocks noChangeAspect="1"/>
          </p:cNvGraphicFramePr>
          <p:nvPr/>
        </p:nvGraphicFramePr>
        <p:xfrm>
          <a:off x="1447800" y="4421188"/>
          <a:ext cx="6122988" cy="1665287"/>
        </p:xfrm>
        <a:graphic>
          <a:graphicData uri="http://schemas.openxmlformats.org/presentationml/2006/ole">
            <mc:AlternateContent xmlns:mc="http://schemas.openxmlformats.org/markup-compatibility/2006">
              <mc:Choice xmlns:v="urn:schemas-microsoft-com:vml" Requires="v">
                <p:oleObj spid="_x0000_s7169" name="Equation" r:id="rId4" imgW="33350200" imgH="9067800" progId="Equation.3">
                  <p:embed/>
                </p:oleObj>
              </mc:Choice>
              <mc:Fallback>
                <p:oleObj name="Equation" r:id="rId4" imgW="33350200" imgH="9067800" progId="Equation.3">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4421188"/>
                        <a:ext cx="6122988" cy="166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extBox 3">
            <a:extLst>
              <a:ext uri="{FF2B5EF4-FFF2-40B4-BE49-F238E27FC236}">
                <a16:creationId xmlns:a16="http://schemas.microsoft.com/office/drawing/2014/main" id="{FA58FD77-DA75-5EF8-1426-4BD8B48DB3EC}"/>
              </a:ext>
            </a:extLst>
          </p:cNvPr>
          <p:cNvSpPr txBox="1">
            <a:spLocks noChangeArrowheads="1"/>
          </p:cNvSpPr>
          <p:nvPr/>
        </p:nvSpPr>
        <p:spPr bwMode="auto">
          <a:xfrm>
            <a:off x="0" y="914400"/>
            <a:ext cx="91440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When the object’s velocity and acceleration are in the same direction, the object is speeding up. </a:t>
            </a:r>
          </a:p>
          <a:p>
            <a:pPr algn="just" eaLnBrk="1" hangingPunct="1">
              <a:spcBef>
                <a:spcPct val="0"/>
              </a:spcBef>
              <a:buClrTx/>
              <a:buSzTx/>
              <a:buFontTx/>
              <a:buNone/>
            </a:pPr>
            <a:endParaRPr lang="en-US" altLang="en-US" sz="3600">
              <a:solidFill>
                <a:schemeClr val="tx1"/>
              </a:solidFill>
            </a:endParaRPr>
          </a:p>
          <a:p>
            <a:pPr algn="just" eaLnBrk="1" hangingPunct="1">
              <a:spcBef>
                <a:spcPct val="0"/>
              </a:spcBef>
              <a:buClrTx/>
              <a:buSzTx/>
              <a:buFontTx/>
              <a:buNone/>
            </a:pPr>
            <a:r>
              <a:rPr lang="en-US" altLang="en-US" sz="3600">
                <a:solidFill>
                  <a:schemeClr val="tx1"/>
                </a:solidFill>
              </a:rPr>
              <a:t>When they are in the opposite direction, the object is slowing down.</a:t>
            </a:r>
          </a:p>
          <a:p>
            <a:pPr algn="just" eaLnBrk="1" hangingPunct="1">
              <a:spcBef>
                <a:spcPct val="0"/>
              </a:spcBef>
              <a:buClrTx/>
              <a:buSzTx/>
              <a:buFontTx/>
              <a:buNone/>
            </a:pPr>
            <a:endParaRPr lang="en-US" altLang="en-US" sz="3600">
              <a:solidFill>
                <a:schemeClr val="tx1"/>
              </a:solidFill>
            </a:endParaRPr>
          </a:p>
          <a:p>
            <a:pPr algn="just" eaLnBrk="1" hangingPunct="1">
              <a:spcBef>
                <a:spcPct val="0"/>
              </a:spcBef>
              <a:buClrTx/>
              <a:buSzTx/>
              <a:buFontTx/>
              <a:buNone/>
            </a:pPr>
            <a:r>
              <a:rPr lang="en-US" altLang="en-US" sz="3600">
                <a:solidFill>
                  <a:schemeClr val="tx1"/>
                </a:solidFill>
              </a:rPr>
              <a:t>Negative acceleration doesn’t mean slowing down. If a and v are both negative, the object is still speeding up.</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Picture 2">
            <a:extLst>
              <a:ext uri="{FF2B5EF4-FFF2-40B4-BE49-F238E27FC236}">
                <a16:creationId xmlns:a16="http://schemas.microsoft.com/office/drawing/2014/main" id="{BF247BDA-E376-AB0F-5651-FE1D5722FB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588" y="1066800"/>
            <a:ext cx="7974012"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479E572-72DE-8D85-0BAC-DF2903B9C744}"/>
                  </a:ext>
                </a:extLst>
              </p14:cNvPr>
              <p14:cNvContentPartPr/>
              <p14:nvPr/>
            </p14:nvContentPartPr>
            <p14:xfrm>
              <a:off x="2018160" y="884160"/>
              <a:ext cx="3813120" cy="571680"/>
            </p14:xfrm>
          </p:contentPart>
        </mc:Choice>
        <mc:Fallback xmlns="">
          <p:pic>
            <p:nvPicPr>
              <p:cNvPr id="2" name="Ink 1">
                <a:extLst>
                  <a:ext uri="{FF2B5EF4-FFF2-40B4-BE49-F238E27FC236}">
                    <a16:creationId xmlns:a16="http://schemas.microsoft.com/office/drawing/2014/main" id="{3479E572-72DE-8D85-0BAC-DF2903B9C744}"/>
                  </a:ext>
                </a:extLst>
              </p:cNvPr>
              <p:cNvPicPr/>
              <p:nvPr/>
            </p:nvPicPr>
            <p:blipFill>
              <a:blip r:embed="rId4"/>
              <a:stretch>
                <a:fillRect/>
              </a:stretch>
            </p:blipFill>
            <p:spPr>
              <a:xfrm>
                <a:off x="2008800" y="874800"/>
                <a:ext cx="3831840" cy="590400"/>
              </a:xfrm>
              <a:prstGeom prst="rect">
                <a:avLst/>
              </a:prstGeom>
            </p:spPr>
          </p:pic>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A92D2C-F70A-10BA-7C24-491126281B3E}"/>
              </a:ext>
            </a:extLst>
          </p:cNvPr>
          <p:cNvSpPr/>
          <p:nvPr/>
        </p:nvSpPr>
        <p:spPr>
          <a:xfrm>
            <a:off x="990600" y="838200"/>
            <a:ext cx="7010399" cy="4154984"/>
          </a:xfrm>
          <a:prstGeom prst="rect">
            <a:avLst/>
          </a:prstGeom>
          <a:noFill/>
        </p:spPr>
        <p:txBody>
          <a:bodyPr>
            <a:spAutoFit/>
          </a:bodyPr>
          <a:lstStyle/>
          <a:p>
            <a:pPr algn="ctr" eaLnBrk="1" fontAlgn="auto" hangingPunct="1">
              <a:spcBef>
                <a:spcPts val="0"/>
              </a:spcBef>
              <a:spcAft>
                <a:spcPts val="0"/>
              </a:spcAft>
              <a:defRPr/>
            </a:pPr>
            <a:r>
              <a:rPr lang="en-US" sz="6600" b="1" spc="300"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latin typeface="+mn-lt"/>
                <a:cs typeface="+mn-cs"/>
              </a:rPr>
              <a:t>One Dimensional motion with constant acceleration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Blank Coordinate Grid | ClipArt ETC">
            <a:extLst>
              <a:ext uri="{FF2B5EF4-FFF2-40B4-BE49-F238E27FC236}">
                <a16:creationId xmlns:a16="http://schemas.microsoft.com/office/drawing/2014/main" id="{71F0EB9E-B9EA-5D3A-E608-6C3DD3A7CA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282" b="46826"/>
          <a:stretch/>
        </p:blipFill>
        <p:spPr bwMode="auto">
          <a:xfrm>
            <a:off x="1452035" y="471151"/>
            <a:ext cx="5786965" cy="562361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992B196-D62D-3CB4-F098-8F392FE3774B}"/>
              </a:ext>
            </a:extLst>
          </p:cNvPr>
          <p:cNvSpPr txBox="1"/>
          <p:nvPr/>
        </p:nvSpPr>
        <p:spPr>
          <a:xfrm>
            <a:off x="964182" y="1219200"/>
            <a:ext cx="217990" cy="3046988"/>
          </a:xfrm>
          <a:prstGeom prst="rect">
            <a:avLst/>
          </a:prstGeom>
          <a:noFill/>
        </p:spPr>
        <p:txBody>
          <a:bodyPr wrap="square" rtlCol="0">
            <a:spAutoFit/>
          </a:bodyPr>
          <a:lstStyle/>
          <a:p>
            <a:r>
              <a:rPr lang="en-CN" sz="2400" dirty="0"/>
              <a:t>velocity</a:t>
            </a:r>
          </a:p>
        </p:txBody>
      </p:sp>
      <p:sp>
        <p:nvSpPr>
          <p:cNvPr id="6" name="TextBox 5">
            <a:extLst>
              <a:ext uri="{FF2B5EF4-FFF2-40B4-BE49-F238E27FC236}">
                <a16:creationId xmlns:a16="http://schemas.microsoft.com/office/drawing/2014/main" id="{B110F627-C89D-AAB1-E66F-5077FDCC4E71}"/>
              </a:ext>
            </a:extLst>
          </p:cNvPr>
          <p:cNvSpPr txBox="1"/>
          <p:nvPr/>
        </p:nvSpPr>
        <p:spPr>
          <a:xfrm>
            <a:off x="2514600" y="6125239"/>
            <a:ext cx="2819400" cy="523220"/>
          </a:xfrm>
          <a:prstGeom prst="rect">
            <a:avLst/>
          </a:prstGeom>
          <a:noFill/>
        </p:spPr>
        <p:txBody>
          <a:bodyPr wrap="square" rtlCol="0">
            <a:spAutoFit/>
          </a:bodyPr>
          <a:lstStyle/>
          <a:p>
            <a:pPr algn="ctr"/>
            <a:r>
              <a:rPr lang="en-CN" sz="2800" dirty="0"/>
              <a:t>time</a:t>
            </a:r>
          </a:p>
        </p:txBody>
      </p:sp>
      <p:cxnSp>
        <p:nvCxnSpPr>
          <p:cNvPr id="10" name="Straight Connector 9">
            <a:extLst>
              <a:ext uri="{FF2B5EF4-FFF2-40B4-BE49-F238E27FC236}">
                <a16:creationId xmlns:a16="http://schemas.microsoft.com/office/drawing/2014/main" id="{4552E426-6715-5E7E-4F67-3ECB63202EBD}"/>
              </a:ext>
            </a:extLst>
          </p:cNvPr>
          <p:cNvCxnSpPr>
            <a:cxnSpLocks/>
          </p:cNvCxnSpPr>
          <p:nvPr/>
        </p:nvCxnSpPr>
        <p:spPr>
          <a:xfrm flipV="1">
            <a:off x="1981200" y="1524000"/>
            <a:ext cx="4343400" cy="32004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C264B47-75EE-E778-DF18-7902B4995787}"/>
              </a:ext>
            </a:extLst>
          </p:cNvPr>
          <p:cNvCxnSpPr>
            <a:cxnSpLocks/>
          </p:cNvCxnSpPr>
          <p:nvPr/>
        </p:nvCxnSpPr>
        <p:spPr>
          <a:xfrm>
            <a:off x="1905000" y="2020694"/>
            <a:ext cx="3744000" cy="0"/>
          </a:xfrm>
          <a:prstGeom prst="line">
            <a:avLst/>
          </a:prstGeom>
          <a:ln w="381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52396E0E-A0F6-B657-47B3-ADBC2FB57B10}"/>
                  </a:ext>
                </a:extLst>
              </p:cNvPr>
              <p:cNvSpPr txBox="1"/>
              <p:nvPr/>
            </p:nvSpPr>
            <p:spPr>
              <a:xfrm>
                <a:off x="1463580" y="4493567"/>
                <a:ext cx="46839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1" smtClean="0">
                          <a:solidFill>
                            <a:srgbClr val="00B050"/>
                          </a:solidFill>
                          <a:latin typeface="Cambria Math" panose="02040503050406030204" pitchFamily="18" charset="0"/>
                        </a:rPr>
                        <m:t>𝒖</m:t>
                      </m:r>
                    </m:oMath>
                  </m:oMathPara>
                </a14:m>
                <a:endParaRPr lang="en-CN" sz="2400" b="1" dirty="0">
                  <a:solidFill>
                    <a:srgbClr val="00B050"/>
                  </a:solidFill>
                </a:endParaRPr>
              </a:p>
            </p:txBody>
          </p:sp>
        </mc:Choice>
        <mc:Fallback xmlns="">
          <p:sp>
            <p:nvSpPr>
              <p:cNvPr id="5" name="TextBox 4">
                <a:extLst>
                  <a:ext uri="{FF2B5EF4-FFF2-40B4-BE49-F238E27FC236}">
                    <a16:creationId xmlns:a16="http://schemas.microsoft.com/office/drawing/2014/main" id="{52396E0E-A0F6-B657-47B3-ADBC2FB57B10}"/>
                  </a:ext>
                </a:extLst>
              </p:cNvPr>
              <p:cNvSpPr txBox="1">
                <a:spLocks noRot="1" noChangeAspect="1" noMove="1" noResize="1" noEditPoints="1" noAdjustHandles="1" noChangeArrowheads="1" noChangeShapeType="1" noTextEdit="1"/>
              </p:cNvSpPr>
              <p:nvPr/>
            </p:nvSpPr>
            <p:spPr>
              <a:xfrm>
                <a:off x="1463580" y="4493567"/>
                <a:ext cx="468398" cy="461665"/>
              </a:xfrm>
              <a:prstGeom prst="rect">
                <a:avLst/>
              </a:prstGeom>
              <a:blipFill>
                <a:blip r:embed="rId3"/>
                <a:stretch>
                  <a:fillRect/>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9B01416-94FD-ACB9-526D-F03B05ADDFD5}"/>
                  </a:ext>
                </a:extLst>
              </p:cNvPr>
              <p:cNvSpPr txBox="1"/>
              <p:nvPr/>
            </p:nvSpPr>
            <p:spPr>
              <a:xfrm>
                <a:off x="1436602" y="1789862"/>
                <a:ext cx="46839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1" smtClean="0">
                          <a:solidFill>
                            <a:srgbClr val="00B050"/>
                          </a:solidFill>
                          <a:latin typeface="Cambria Math" panose="02040503050406030204" pitchFamily="18" charset="0"/>
                        </a:rPr>
                        <m:t>𝒗</m:t>
                      </m:r>
                    </m:oMath>
                  </m:oMathPara>
                </a14:m>
                <a:endParaRPr lang="en-CN" sz="2400" b="1" dirty="0">
                  <a:solidFill>
                    <a:srgbClr val="00B050"/>
                  </a:solidFill>
                </a:endParaRPr>
              </a:p>
            </p:txBody>
          </p:sp>
        </mc:Choice>
        <mc:Fallback xmlns="">
          <p:sp>
            <p:nvSpPr>
              <p:cNvPr id="7" name="TextBox 6">
                <a:extLst>
                  <a:ext uri="{FF2B5EF4-FFF2-40B4-BE49-F238E27FC236}">
                    <a16:creationId xmlns:a16="http://schemas.microsoft.com/office/drawing/2014/main" id="{E9B01416-94FD-ACB9-526D-F03B05ADDFD5}"/>
                  </a:ext>
                </a:extLst>
              </p:cNvPr>
              <p:cNvSpPr txBox="1">
                <a:spLocks noRot="1" noChangeAspect="1" noMove="1" noResize="1" noEditPoints="1" noAdjustHandles="1" noChangeArrowheads="1" noChangeShapeType="1" noTextEdit="1"/>
              </p:cNvSpPr>
              <p:nvPr/>
            </p:nvSpPr>
            <p:spPr>
              <a:xfrm>
                <a:off x="1436602" y="1789862"/>
                <a:ext cx="468398" cy="461665"/>
              </a:xfrm>
              <a:prstGeom prst="rect">
                <a:avLst/>
              </a:prstGeom>
              <a:blipFill>
                <a:blip r:embed="rId4"/>
                <a:stretch>
                  <a:fillRect/>
                </a:stretch>
              </a:blipFill>
            </p:spPr>
            <p:txBody>
              <a:bodyPr/>
              <a:lstStyle/>
              <a:p>
                <a:r>
                  <a:rPr lang="en-CN">
                    <a:noFill/>
                  </a:rPr>
                  <a:t> </a:t>
                </a:r>
              </a:p>
            </p:txBody>
          </p:sp>
        </mc:Fallback>
      </mc:AlternateContent>
      <p:cxnSp>
        <p:nvCxnSpPr>
          <p:cNvPr id="8" name="Straight Connector 7">
            <a:extLst>
              <a:ext uri="{FF2B5EF4-FFF2-40B4-BE49-F238E27FC236}">
                <a16:creationId xmlns:a16="http://schemas.microsoft.com/office/drawing/2014/main" id="{A98917D1-E702-9664-A5F4-6E883297A405}"/>
              </a:ext>
            </a:extLst>
          </p:cNvPr>
          <p:cNvCxnSpPr>
            <a:cxnSpLocks/>
          </p:cNvCxnSpPr>
          <p:nvPr/>
        </p:nvCxnSpPr>
        <p:spPr>
          <a:xfrm>
            <a:off x="5649000" y="2020694"/>
            <a:ext cx="0" cy="3756555"/>
          </a:xfrm>
          <a:prstGeom prst="line">
            <a:avLst/>
          </a:prstGeom>
          <a:ln w="381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A3B64E5-5968-2922-D3D2-38C4CDFE4C68}"/>
                  </a:ext>
                </a:extLst>
              </p:cNvPr>
              <p:cNvSpPr txBox="1"/>
              <p:nvPr/>
            </p:nvSpPr>
            <p:spPr>
              <a:xfrm>
                <a:off x="2819400" y="6248467"/>
                <a:ext cx="399468"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1" i="1" smtClean="0">
                          <a:solidFill>
                            <a:srgbClr val="00B050"/>
                          </a:solidFill>
                          <a:latin typeface="Cambria Math" panose="02040503050406030204" pitchFamily="18" charset="0"/>
                        </a:rPr>
                        <m:t>𝒕</m:t>
                      </m:r>
                    </m:oMath>
                  </m:oMathPara>
                </a14:m>
                <a:endParaRPr lang="en-CN" sz="2400" b="1" dirty="0">
                  <a:solidFill>
                    <a:srgbClr val="00B050"/>
                  </a:solidFill>
                </a:endParaRPr>
              </a:p>
            </p:txBody>
          </p:sp>
        </mc:Choice>
        <mc:Fallback xmlns="">
          <p:sp>
            <p:nvSpPr>
              <p:cNvPr id="13" name="TextBox 12">
                <a:extLst>
                  <a:ext uri="{FF2B5EF4-FFF2-40B4-BE49-F238E27FC236}">
                    <a16:creationId xmlns:a16="http://schemas.microsoft.com/office/drawing/2014/main" id="{CA3B64E5-5968-2922-D3D2-38C4CDFE4C68}"/>
                  </a:ext>
                </a:extLst>
              </p:cNvPr>
              <p:cNvSpPr txBox="1">
                <a:spLocks noRot="1" noChangeAspect="1" noMove="1" noResize="1" noEditPoints="1" noAdjustHandles="1" noChangeArrowheads="1" noChangeShapeType="1" noTextEdit="1"/>
              </p:cNvSpPr>
              <p:nvPr/>
            </p:nvSpPr>
            <p:spPr>
              <a:xfrm>
                <a:off x="2819400" y="6248467"/>
                <a:ext cx="399468" cy="461665"/>
              </a:xfrm>
              <a:prstGeom prst="rect">
                <a:avLst/>
              </a:prstGeom>
              <a:blipFill>
                <a:blip r:embed="rId5"/>
                <a:stretch>
                  <a:fillRect/>
                </a:stretch>
              </a:blipFill>
            </p:spPr>
            <p:txBody>
              <a:bodyPr/>
              <a:lstStyle/>
              <a:p>
                <a:r>
                  <a:rPr lang="en-CN">
                    <a:noFill/>
                  </a:rPr>
                  <a:t> </a:t>
                </a:r>
              </a:p>
            </p:txBody>
          </p:sp>
        </mc:Fallback>
      </mc:AlternateContent>
      <p:sp>
        <p:nvSpPr>
          <p:cNvPr id="15" name="Right Brace 14">
            <a:extLst>
              <a:ext uri="{FF2B5EF4-FFF2-40B4-BE49-F238E27FC236}">
                <a16:creationId xmlns:a16="http://schemas.microsoft.com/office/drawing/2014/main" id="{9335D3A7-336F-A860-BB75-290B937BE814}"/>
              </a:ext>
            </a:extLst>
          </p:cNvPr>
          <p:cNvSpPr/>
          <p:nvPr/>
        </p:nvSpPr>
        <p:spPr>
          <a:xfrm rot="5400000">
            <a:off x="3541228" y="4202376"/>
            <a:ext cx="547735" cy="3667793"/>
          </a:xfrm>
          <a:prstGeom prst="rightBrace">
            <a:avLst>
              <a:gd name="adj1" fmla="val 8333"/>
              <a:gd name="adj2" fmla="val 71693"/>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N"/>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D2F1052-D779-2A4A-BD56-41DD409F2A62}"/>
                  </a:ext>
                </a:extLst>
              </p:cNvPr>
              <p:cNvSpPr txBox="1"/>
              <p:nvPr/>
            </p:nvSpPr>
            <p:spPr>
              <a:xfrm>
                <a:off x="2403933" y="255777"/>
                <a:ext cx="1230401" cy="565348"/>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𝑢</m:t>
                          </m:r>
                        </m:num>
                        <m:den>
                          <m:r>
                            <a:rPr lang="en-US" b="0" i="1" smtClean="0">
                              <a:latin typeface="Cambria Math" panose="02040503050406030204" pitchFamily="18" charset="0"/>
                            </a:rPr>
                            <m:t>𝑡</m:t>
                          </m:r>
                        </m:den>
                      </m:f>
                    </m:oMath>
                  </m:oMathPara>
                </a14:m>
                <a:endParaRPr lang="en-US" dirty="0"/>
              </a:p>
            </p:txBody>
          </p:sp>
        </mc:Choice>
        <mc:Fallback>
          <p:sp>
            <p:nvSpPr>
              <p:cNvPr id="3" name="TextBox 2">
                <a:extLst>
                  <a:ext uri="{FF2B5EF4-FFF2-40B4-BE49-F238E27FC236}">
                    <a16:creationId xmlns:a16="http://schemas.microsoft.com/office/drawing/2014/main" id="{2D2F1052-D779-2A4A-BD56-41DD409F2A62}"/>
                  </a:ext>
                </a:extLst>
              </p:cNvPr>
              <p:cNvSpPr txBox="1">
                <a:spLocks noRot="1" noChangeAspect="1" noMove="1" noResize="1" noEditPoints="1" noAdjustHandles="1" noChangeArrowheads="1" noChangeShapeType="1" noTextEdit="1"/>
              </p:cNvSpPr>
              <p:nvPr/>
            </p:nvSpPr>
            <p:spPr>
              <a:xfrm>
                <a:off x="2403933" y="255777"/>
                <a:ext cx="1230401" cy="565348"/>
              </a:xfrm>
              <a:prstGeom prst="rect">
                <a:avLst/>
              </a:prstGeom>
              <a:blipFill>
                <a:blip r:embed="rId6"/>
                <a:stretch>
                  <a:fillRect b="-444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74F8BBF9-39A2-7842-B8B7-40925E2A003E}"/>
                  </a:ext>
                </a:extLst>
              </p:cNvPr>
              <p:cNvSpPr txBox="1"/>
              <p:nvPr/>
            </p:nvSpPr>
            <p:spPr>
              <a:xfrm>
                <a:off x="2403933" y="833559"/>
                <a:ext cx="135165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1" i="1" smtClean="0">
                          <a:solidFill>
                            <a:srgbClr val="00B050"/>
                          </a:solidFill>
                          <a:latin typeface="Cambria Math" panose="02040503050406030204" pitchFamily="18" charset="0"/>
                        </a:rPr>
                        <m:t>𝒗</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𝒖</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𝒂𝒕</m:t>
                      </m:r>
                    </m:oMath>
                  </m:oMathPara>
                </a14:m>
                <a:endParaRPr lang="en-US" b="1" dirty="0">
                  <a:solidFill>
                    <a:srgbClr val="00B050"/>
                  </a:solidFill>
                </a:endParaRPr>
              </a:p>
            </p:txBody>
          </p:sp>
        </mc:Choice>
        <mc:Fallback>
          <p:sp>
            <p:nvSpPr>
              <p:cNvPr id="16" name="TextBox 15">
                <a:extLst>
                  <a:ext uri="{FF2B5EF4-FFF2-40B4-BE49-F238E27FC236}">
                    <a16:creationId xmlns:a16="http://schemas.microsoft.com/office/drawing/2014/main" id="{74F8BBF9-39A2-7842-B8B7-40925E2A003E}"/>
                  </a:ext>
                </a:extLst>
              </p:cNvPr>
              <p:cNvSpPr txBox="1">
                <a:spLocks noRot="1" noChangeAspect="1" noMove="1" noResize="1" noEditPoints="1" noAdjustHandles="1" noChangeArrowheads="1" noChangeShapeType="1" noTextEdit="1"/>
              </p:cNvSpPr>
              <p:nvPr/>
            </p:nvSpPr>
            <p:spPr>
              <a:xfrm>
                <a:off x="2403933" y="833559"/>
                <a:ext cx="1351652"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374D069F-66CB-6946-9A5D-0ED637073F95}"/>
                  </a:ext>
                </a:extLst>
              </p:cNvPr>
              <p:cNvSpPr txBox="1"/>
              <p:nvPr/>
            </p:nvSpPr>
            <p:spPr>
              <a:xfrm>
                <a:off x="3924300" y="685864"/>
                <a:ext cx="1692322" cy="610936"/>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1" i="1" smtClean="0">
                          <a:solidFill>
                            <a:srgbClr val="00B050"/>
                          </a:solidFill>
                          <a:latin typeface="Cambria Math" panose="02040503050406030204" pitchFamily="18" charset="0"/>
                        </a:rPr>
                        <m:t>𝒔</m:t>
                      </m:r>
                      <m:r>
                        <a:rPr lang="en-US" b="1" i="1" smtClean="0">
                          <a:solidFill>
                            <a:srgbClr val="00B050"/>
                          </a:solidFill>
                          <a:latin typeface="Cambria Math" panose="02040503050406030204" pitchFamily="18" charset="0"/>
                        </a:rPr>
                        <m:t>=</m:t>
                      </m:r>
                      <m:f>
                        <m:fPr>
                          <m:ctrlPr>
                            <a:rPr lang="en-US" b="1" i="1" smtClean="0">
                              <a:solidFill>
                                <a:srgbClr val="00B050"/>
                              </a:solidFill>
                              <a:latin typeface="Cambria Math" panose="02040503050406030204" pitchFamily="18" charset="0"/>
                            </a:rPr>
                          </m:ctrlPr>
                        </m:fPr>
                        <m:num>
                          <m:r>
                            <a:rPr lang="en-US" b="1" i="1" smtClean="0">
                              <a:solidFill>
                                <a:srgbClr val="00B050"/>
                              </a:solidFill>
                              <a:latin typeface="Cambria Math" panose="02040503050406030204" pitchFamily="18" charset="0"/>
                            </a:rPr>
                            <m:t>𝟏</m:t>
                          </m:r>
                        </m:num>
                        <m:den>
                          <m:r>
                            <a:rPr lang="en-US" b="1" i="1" smtClean="0">
                              <a:solidFill>
                                <a:srgbClr val="00B050"/>
                              </a:solidFill>
                              <a:latin typeface="Cambria Math" panose="02040503050406030204" pitchFamily="18" charset="0"/>
                            </a:rPr>
                            <m:t>𝟐</m:t>
                          </m:r>
                        </m:den>
                      </m:f>
                      <m:d>
                        <m:dPr>
                          <m:ctrlPr>
                            <a:rPr lang="en-US" b="1" i="1" smtClean="0">
                              <a:solidFill>
                                <a:srgbClr val="00B050"/>
                              </a:solidFill>
                              <a:latin typeface="Cambria Math" panose="02040503050406030204" pitchFamily="18" charset="0"/>
                            </a:rPr>
                          </m:ctrlPr>
                        </m:dPr>
                        <m:e>
                          <m:r>
                            <a:rPr lang="en-US" b="1" i="1" smtClean="0">
                              <a:solidFill>
                                <a:srgbClr val="00B050"/>
                              </a:solidFill>
                              <a:latin typeface="Cambria Math" panose="02040503050406030204" pitchFamily="18" charset="0"/>
                            </a:rPr>
                            <m:t>𝒖</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𝒗</m:t>
                          </m:r>
                        </m:e>
                      </m:d>
                      <m:r>
                        <a:rPr lang="en-US" b="1" i="1" smtClean="0">
                          <a:solidFill>
                            <a:srgbClr val="00B050"/>
                          </a:solidFill>
                          <a:latin typeface="Cambria Math" panose="02040503050406030204" pitchFamily="18" charset="0"/>
                        </a:rPr>
                        <m:t>𝒕</m:t>
                      </m:r>
                    </m:oMath>
                  </m:oMathPara>
                </a14:m>
                <a:endParaRPr lang="en-US" b="1" dirty="0">
                  <a:solidFill>
                    <a:srgbClr val="00B050"/>
                  </a:solidFill>
                </a:endParaRPr>
              </a:p>
            </p:txBody>
          </p:sp>
        </mc:Choice>
        <mc:Fallback>
          <p:sp>
            <p:nvSpPr>
              <p:cNvPr id="17" name="TextBox 16">
                <a:extLst>
                  <a:ext uri="{FF2B5EF4-FFF2-40B4-BE49-F238E27FC236}">
                    <a16:creationId xmlns:a16="http://schemas.microsoft.com/office/drawing/2014/main" id="{374D069F-66CB-6946-9A5D-0ED637073F95}"/>
                  </a:ext>
                </a:extLst>
              </p:cNvPr>
              <p:cNvSpPr txBox="1">
                <a:spLocks noRot="1" noChangeAspect="1" noMove="1" noResize="1" noEditPoints="1" noAdjustHandles="1" noChangeArrowheads="1" noChangeShapeType="1" noTextEdit="1"/>
              </p:cNvSpPr>
              <p:nvPr/>
            </p:nvSpPr>
            <p:spPr>
              <a:xfrm>
                <a:off x="3924300" y="685864"/>
                <a:ext cx="1692322" cy="610936"/>
              </a:xfrm>
              <a:prstGeom prst="rect">
                <a:avLst/>
              </a:prstGeom>
              <a:blipFill>
                <a:blip r:embed="rId8"/>
                <a:stretch>
                  <a:fillRect b="-20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CB9B56A9-2C38-674C-A7E1-CE07CA55CB0B}"/>
                  </a:ext>
                </a:extLst>
              </p:cNvPr>
              <p:cNvSpPr txBox="1"/>
              <p:nvPr/>
            </p:nvSpPr>
            <p:spPr>
              <a:xfrm>
                <a:off x="6498576" y="26335"/>
                <a:ext cx="1692322" cy="610936"/>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𝑠</m:t>
                      </m:r>
                      <m:r>
                        <a:rPr lang="en-US" b="0" i="1" smtClean="0">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US" b="0" i="1" smtClean="0">
                              <a:solidFill>
                                <a:schemeClr val="tx1"/>
                              </a:solidFill>
                              <a:latin typeface="Cambria Math" panose="02040503050406030204" pitchFamily="18" charset="0"/>
                            </a:rPr>
                            <m:t>2</m:t>
                          </m:r>
                        </m:den>
                      </m:f>
                      <m:d>
                        <m:dPr>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𝑢</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𝑣</m:t>
                          </m:r>
                        </m:e>
                      </m:d>
                      <m:r>
                        <a:rPr lang="en-US" b="0" i="1" smtClean="0">
                          <a:solidFill>
                            <a:schemeClr val="tx1"/>
                          </a:solidFill>
                          <a:latin typeface="Cambria Math" panose="02040503050406030204" pitchFamily="18" charset="0"/>
                        </a:rPr>
                        <m:t>𝑡</m:t>
                      </m:r>
                    </m:oMath>
                  </m:oMathPara>
                </a14:m>
                <a:endParaRPr lang="en-US" dirty="0">
                  <a:solidFill>
                    <a:schemeClr val="tx1"/>
                  </a:solidFill>
                </a:endParaRPr>
              </a:p>
            </p:txBody>
          </p:sp>
        </mc:Choice>
        <mc:Fallback>
          <p:sp>
            <p:nvSpPr>
              <p:cNvPr id="19" name="TextBox 18">
                <a:extLst>
                  <a:ext uri="{FF2B5EF4-FFF2-40B4-BE49-F238E27FC236}">
                    <a16:creationId xmlns:a16="http://schemas.microsoft.com/office/drawing/2014/main" id="{CB9B56A9-2C38-674C-A7E1-CE07CA55CB0B}"/>
                  </a:ext>
                </a:extLst>
              </p:cNvPr>
              <p:cNvSpPr txBox="1">
                <a:spLocks noRot="1" noChangeAspect="1" noMove="1" noResize="1" noEditPoints="1" noAdjustHandles="1" noChangeArrowheads="1" noChangeShapeType="1" noTextEdit="1"/>
              </p:cNvSpPr>
              <p:nvPr/>
            </p:nvSpPr>
            <p:spPr>
              <a:xfrm>
                <a:off x="6498576" y="26335"/>
                <a:ext cx="1692322" cy="610936"/>
              </a:xfrm>
              <a:prstGeom prst="rect">
                <a:avLst/>
              </a:prstGeom>
              <a:blipFill>
                <a:blip r:embed="rId9"/>
                <a:stretch>
                  <a:fillRect b="-2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F2BA1392-8CA3-EE48-89F1-64A90195AA4A}"/>
                  </a:ext>
                </a:extLst>
              </p:cNvPr>
              <p:cNvSpPr txBox="1"/>
              <p:nvPr/>
            </p:nvSpPr>
            <p:spPr>
              <a:xfrm>
                <a:off x="6499051" y="712757"/>
                <a:ext cx="2172069" cy="610936"/>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𝑠</m:t>
                      </m:r>
                      <m:r>
                        <a:rPr lang="en-US" b="0" i="1" smtClean="0">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US" b="0" i="1" smtClean="0">
                              <a:solidFill>
                                <a:schemeClr val="tx1"/>
                              </a:solidFill>
                              <a:latin typeface="Cambria Math" panose="02040503050406030204" pitchFamily="18" charset="0"/>
                            </a:rPr>
                            <m:t>2</m:t>
                          </m:r>
                        </m:den>
                      </m:f>
                      <m:d>
                        <m:dPr>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𝑢</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𝑢</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𝑎𝑡</m:t>
                          </m:r>
                        </m:e>
                      </m:d>
                      <m:r>
                        <a:rPr lang="en-US" b="0" i="1" smtClean="0">
                          <a:solidFill>
                            <a:schemeClr val="tx1"/>
                          </a:solidFill>
                          <a:latin typeface="Cambria Math" panose="02040503050406030204" pitchFamily="18" charset="0"/>
                        </a:rPr>
                        <m:t>𝑡</m:t>
                      </m:r>
                    </m:oMath>
                  </m:oMathPara>
                </a14:m>
                <a:endParaRPr lang="en-US" dirty="0">
                  <a:solidFill>
                    <a:schemeClr val="tx1"/>
                  </a:solidFill>
                </a:endParaRPr>
              </a:p>
            </p:txBody>
          </p:sp>
        </mc:Choice>
        <mc:Fallback>
          <p:sp>
            <p:nvSpPr>
              <p:cNvPr id="20" name="TextBox 19">
                <a:extLst>
                  <a:ext uri="{FF2B5EF4-FFF2-40B4-BE49-F238E27FC236}">
                    <a16:creationId xmlns:a16="http://schemas.microsoft.com/office/drawing/2014/main" id="{F2BA1392-8CA3-EE48-89F1-64A90195AA4A}"/>
                  </a:ext>
                </a:extLst>
              </p:cNvPr>
              <p:cNvSpPr txBox="1">
                <a:spLocks noRot="1" noChangeAspect="1" noMove="1" noResize="1" noEditPoints="1" noAdjustHandles="1" noChangeArrowheads="1" noChangeShapeType="1" noTextEdit="1"/>
              </p:cNvSpPr>
              <p:nvPr/>
            </p:nvSpPr>
            <p:spPr>
              <a:xfrm>
                <a:off x="6499051" y="712757"/>
                <a:ext cx="2172069" cy="610936"/>
              </a:xfrm>
              <a:prstGeom prst="rect">
                <a:avLst/>
              </a:prstGeom>
              <a:blipFill>
                <a:blip r:embed="rId10"/>
                <a:stretch>
                  <a:fillRect b="-40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7C883480-1F59-5547-9B47-828AE5E682A3}"/>
                  </a:ext>
                </a:extLst>
              </p:cNvPr>
              <p:cNvSpPr txBox="1"/>
              <p:nvPr/>
            </p:nvSpPr>
            <p:spPr>
              <a:xfrm>
                <a:off x="6498576" y="1399179"/>
                <a:ext cx="1738040" cy="610936"/>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1" i="1" smtClean="0">
                          <a:solidFill>
                            <a:srgbClr val="00B050"/>
                          </a:solidFill>
                          <a:latin typeface="Cambria Math" panose="02040503050406030204" pitchFamily="18" charset="0"/>
                        </a:rPr>
                        <m:t>𝒔</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𝒖𝒕</m:t>
                      </m:r>
                      <m:r>
                        <a:rPr lang="en-US" b="1" i="1" smtClean="0">
                          <a:solidFill>
                            <a:srgbClr val="00B050"/>
                          </a:solidFill>
                          <a:latin typeface="Cambria Math" panose="02040503050406030204" pitchFamily="18" charset="0"/>
                        </a:rPr>
                        <m:t>+</m:t>
                      </m:r>
                      <m:f>
                        <m:fPr>
                          <m:ctrlPr>
                            <a:rPr lang="en-US" b="1" i="1" smtClean="0">
                              <a:solidFill>
                                <a:srgbClr val="00B050"/>
                              </a:solidFill>
                              <a:latin typeface="Cambria Math" panose="02040503050406030204" pitchFamily="18" charset="0"/>
                            </a:rPr>
                          </m:ctrlPr>
                        </m:fPr>
                        <m:num>
                          <m:r>
                            <a:rPr lang="en-US" b="1" i="1" smtClean="0">
                              <a:solidFill>
                                <a:srgbClr val="00B050"/>
                              </a:solidFill>
                              <a:latin typeface="Cambria Math" panose="02040503050406030204" pitchFamily="18" charset="0"/>
                            </a:rPr>
                            <m:t>𝟏</m:t>
                          </m:r>
                        </m:num>
                        <m:den>
                          <m:r>
                            <a:rPr lang="en-US" b="1" i="1" smtClean="0">
                              <a:solidFill>
                                <a:srgbClr val="00B050"/>
                              </a:solidFill>
                              <a:latin typeface="Cambria Math" panose="02040503050406030204" pitchFamily="18" charset="0"/>
                            </a:rPr>
                            <m:t>𝟐</m:t>
                          </m:r>
                        </m:den>
                      </m:f>
                      <m:r>
                        <a:rPr lang="en-US" b="1" i="1" smtClean="0">
                          <a:solidFill>
                            <a:srgbClr val="00B050"/>
                          </a:solidFill>
                          <a:latin typeface="Cambria Math" panose="02040503050406030204" pitchFamily="18" charset="0"/>
                        </a:rPr>
                        <m:t>𝒂</m:t>
                      </m:r>
                      <m:sSup>
                        <m:sSupPr>
                          <m:ctrlPr>
                            <a:rPr lang="en-US" b="1" i="1" smtClean="0">
                              <a:solidFill>
                                <a:srgbClr val="00B050"/>
                              </a:solidFill>
                              <a:latin typeface="Cambria Math" panose="02040503050406030204" pitchFamily="18" charset="0"/>
                            </a:rPr>
                          </m:ctrlPr>
                        </m:sSupPr>
                        <m:e>
                          <m:r>
                            <a:rPr lang="en-US" b="1" i="1" smtClean="0">
                              <a:solidFill>
                                <a:srgbClr val="00B050"/>
                              </a:solidFill>
                              <a:latin typeface="Cambria Math" panose="02040503050406030204" pitchFamily="18" charset="0"/>
                            </a:rPr>
                            <m:t>𝒕</m:t>
                          </m:r>
                        </m:e>
                        <m:sup>
                          <m:r>
                            <a:rPr lang="en-US" b="1" i="1" smtClean="0">
                              <a:solidFill>
                                <a:srgbClr val="00B050"/>
                              </a:solidFill>
                              <a:latin typeface="Cambria Math" panose="02040503050406030204" pitchFamily="18" charset="0"/>
                            </a:rPr>
                            <m:t>𝟐</m:t>
                          </m:r>
                        </m:sup>
                      </m:sSup>
                    </m:oMath>
                  </m:oMathPara>
                </a14:m>
                <a:endParaRPr lang="en-US" b="1" dirty="0">
                  <a:solidFill>
                    <a:srgbClr val="00B050"/>
                  </a:solidFill>
                </a:endParaRPr>
              </a:p>
            </p:txBody>
          </p:sp>
        </mc:Choice>
        <mc:Fallback>
          <p:sp>
            <p:nvSpPr>
              <p:cNvPr id="21" name="TextBox 20">
                <a:extLst>
                  <a:ext uri="{FF2B5EF4-FFF2-40B4-BE49-F238E27FC236}">
                    <a16:creationId xmlns:a16="http://schemas.microsoft.com/office/drawing/2014/main" id="{7C883480-1F59-5547-9B47-828AE5E682A3}"/>
                  </a:ext>
                </a:extLst>
              </p:cNvPr>
              <p:cNvSpPr txBox="1">
                <a:spLocks noRot="1" noChangeAspect="1" noMove="1" noResize="1" noEditPoints="1" noAdjustHandles="1" noChangeArrowheads="1" noChangeShapeType="1" noTextEdit="1"/>
              </p:cNvSpPr>
              <p:nvPr/>
            </p:nvSpPr>
            <p:spPr>
              <a:xfrm>
                <a:off x="6498576" y="1399179"/>
                <a:ext cx="1738040" cy="610936"/>
              </a:xfrm>
              <a:prstGeom prst="rect">
                <a:avLst/>
              </a:prstGeom>
              <a:blipFill>
                <a:blip r:embed="rId11"/>
                <a:stretch>
                  <a:fillRect b="-204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CE5AE19C-9848-B247-9396-63AA008143EA}"/>
                  </a:ext>
                </a:extLst>
              </p:cNvPr>
              <p:cNvSpPr txBox="1"/>
              <p:nvPr/>
            </p:nvSpPr>
            <p:spPr>
              <a:xfrm>
                <a:off x="5941836" y="2231071"/>
                <a:ext cx="1692322" cy="610936"/>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𝑠</m:t>
                      </m:r>
                      <m:r>
                        <a:rPr lang="en-US" b="0" i="1" smtClean="0">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US" b="0" i="1" smtClean="0">
                              <a:solidFill>
                                <a:schemeClr val="tx1"/>
                              </a:solidFill>
                              <a:latin typeface="Cambria Math" panose="02040503050406030204" pitchFamily="18" charset="0"/>
                            </a:rPr>
                            <m:t>2</m:t>
                          </m:r>
                        </m:den>
                      </m:f>
                      <m:d>
                        <m:dPr>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𝑢</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𝑣</m:t>
                          </m:r>
                        </m:e>
                      </m:d>
                      <m:r>
                        <a:rPr lang="en-US" b="0" i="1" smtClean="0">
                          <a:solidFill>
                            <a:schemeClr val="tx1"/>
                          </a:solidFill>
                          <a:latin typeface="Cambria Math" panose="02040503050406030204" pitchFamily="18" charset="0"/>
                        </a:rPr>
                        <m:t>𝑡</m:t>
                      </m:r>
                    </m:oMath>
                  </m:oMathPara>
                </a14:m>
                <a:endParaRPr lang="en-US" dirty="0">
                  <a:solidFill>
                    <a:schemeClr val="tx1"/>
                  </a:solidFill>
                </a:endParaRPr>
              </a:p>
            </p:txBody>
          </p:sp>
        </mc:Choice>
        <mc:Fallback>
          <p:sp>
            <p:nvSpPr>
              <p:cNvPr id="22" name="TextBox 21">
                <a:extLst>
                  <a:ext uri="{FF2B5EF4-FFF2-40B4-BE49-F238E27FC236}">
                    <a16:creationId xmlns:a16="http://schemas.microsoft.com/office/drawing/2014/main" id="{CE5AE19C-9848-B247-9396-63AA008143EA}"/>
                  </a:ext>
                </a:extLst>
              </p:cNvPr>
              <p:cNvSpPr txBox="1">
                <a:spLocks noRot="1" noChangeAspect="1" noMove="1" noResize="1" noEditPoints="1" noAdjustHandles="1" noChangeArrowheads="1" noChangeShapeType="1" noTextEdit="1"/>
              </p:cNvSpPr>
              <p:nvPr/>
            </p:nvSpPr>
            <p:spPr>
              <a:xfrm>
                <a:off x="5941836" y="2231071"/>
                <a:ext cx="1692322" cy="610936"/>
              </a:xfrm>
              <a:prstGeom prst="rect">
                <a:avLst/>
              </a:prstGeom>
              <a:blipFill>
                <a:blip r:embed="rId12"/>
                <a:stretch>
                  <a:fillRect b="-40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145B45AC-14B7-EF42-B894-04D7A8CD192B}"/>
                  </a:ext>
                </a:extLst>
              </p:cNvPr>
              <p:cNvSpPr txBox="1"/>
              <p:nvPr/>
            </p:nvSpPr>
            <p:spPr>
              <a:xfrm>
                <a:off x="5935639" y="2903585"/>
                <a:ext cx="2378152" cy="610936"/>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𝑠</m:t>
                      </m:r>
                      <m:r>
                        <a:rPr lang="en-US" b="0" i="1" smtClean="0">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1</m:t>
                          </m:r>
                        </m:num>
                        <m:den>
                          <m:r>
                            <a:rPr lang="en-US" b="0" i="1" smtClean="0">
                              <a:solidFill>
                                <a:schemeClr val="tx1"/>
                              </a:solidFill>
                              <a:latin typeface="Cambria Math" panose="02040503050406030204" pitchFamily="18" charset="0"/>
                            </a:rPr>
                            <m:t>2</m:t>
                          </m:r>
                        </m:den>
                      </m:f>
                      <m:d>
                        <m:dPr>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𝑢</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𝑣</m:t>
                          </m:r>
                        </m:e>
                      </m:d>
                      <m:d>
                        <m:dPr>
                          <m:ctrlPr>
                            <a:rPr lang="en-US" i="1" smtClean="0">
                              <a:solidFill>
                                <a:schemeClr val="tx1"/>
                              </a:solidFill>
                              <a:latin typeface="Cambria Math" panose="02040503050406030204" pitchFamily="18" charset="0"/>
                            </a:rPr>
                          </m:ctrlPr>
                        </m:dPr>
                        <m:e>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𝑣</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𝑢</m:t>
                              </m:r>
                            </m:num>
                            <m:den>
                              <m:r>
                                <a:rPr lang="en-US" b="0" i="1" smtClean="0">
                                  <a:solidFill>
                                    <a:schemeClr val="tx1"/>
                                  </a:solidFill>
                                  <a:latin typeface="Cambria Math" panose="02040503050406030204" pitchFamily="18" charset="0"/>
                                </a:rPr>
                                <m:t>𝑎</m:t>
                              </m:r>
                            </m:den>
                          </m:f>
                        </m:e>
                      </m:d>
                    </m:oMath>
                  </m:oMathPara>
                </a14:m>
                <a:endParaRPr lang="en-US" dirty="0">
                  <a:solidFill>
                    <a:schemeClr val="tx1"/>
                  </a:solidFill>
                </a:endParaRPr>
              </a:p>
            </p:txBody>
          </p:sp>
        </mc:Choice>
        <mc:Fallback>
          <p:sp>
            <p:nvSpPr>
              <p:cNvPr id="23" name="TextBox 22">
                <a:extLst>
                  <a:ext uri="{FF2B5EF4-FFF2-40B4-BE49-F238E27FC236}">
                    <a16:creationId xmlns:a16="http://schemas.microsoft.com/office/drawing/2014/main" id="{145B45AC-14B7-EF42-B894-04D7A8CD192B}"/>
                  </a:ext>
                </a:extLst>
              </p:cNvPr>
              <p:cNvSpPr txBox="1">
                <a:spLocks noRot="1" noChangeAspect="1" noMove="1" noResize="1" noEditPoints="1" noAdjustHandles="1" noChangeArrowheads="1" noChangeShapeType="1" noTextEdit="1"/>
              </p:cNvSpPr>
              <p:nvPr/>
            </p:nvSpPr>
            <p:spPr>
              <a:xfrm>
                <a:off x="5935639" y="2903585"/>
                <a:ext cx="2378152" cy="610936"/>
              </a:xfrm>
              <a:prstGeom prst="rect">
                <a:avLst/>
              </a:prstGeom>
              <a:blipFill>
                <a:blip r:embed="rId13"/>
                <a:stretch>
                  <a:fillRect b="-408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FB175F17-6B38-0C49-880D-4AE8E04DAFDB}"/>
                  </a:ext>
                </a:extLst>
              </p:cNvPr>
              <p:cNvSpPr txBox="1"/>
              <p:nvPr/>
            </p:nvSpPr>
            <p:spPr>
              <a:xfrm>
                <a:off x="5941836" y="3546832"/>
                <a:ext cx="239469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rPr>
                        <m:t>𝑎𝑠</m:t>
                      </m:r>
                      <m:r>
                        <a:rPr lang="en-US" b="0" i="1" smtClean="0">
                          <a:solidFill>
                            <a:schemeClr val="tx1"/>
                          </a:solidFill>
                          <a:latin typeface="Cambria Math" panose="02040503050406030204" pitchFamily="18" charset="0"/>
                        </a:rPr>
                        <m:t>=</m:t>
                      </m:r>
                      <m:d>
                        <m:dPr>
                          <m:ctrlPr>
                            <a:rPr lang="en-US" i="1" smtClean="0">
                              <a:solidFill>
                                <a:schemeClr val="tx1"/>
                              </a:solidFill>
                              <a:latin typeface="Cambria Math" panose="02040503050406030204" pitchFamily="18" charset="0"/>
                            </a:rPr>
                          </m:ctrlPr>
                        </m:dPr>
                        <m:e>
                          <m:r>
                            <a:rPr lang="en-US" b="0" i="1" smtClean="0">
                              <a:solidFill>
                                <a:schemeClr val="tx1"/>
                              </a:solidFill>
                              <a:latin typeface="Cambria Math" panose="02040503050406030204" pitchFamily="18" charset="0"/>
                            </a:rPr>
                            <m:t>𝑢</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𝑣</m:t>
                          </m:r>
                        </m:e>
                      </m:d>
                      <m:d>
                        <m:dPr>
                          <m:ctrlPr>
                            <a:rPr lang="en-US" i="1" smtClean="0">
                              <a:solidFill>
                                <a:schemeClr val="tx1"/>
                              </a:solidFill>
                              <a:latin typeface="Cambria Math" panose="02040503050406030204" pitchFamily="18" charset="0"/>
                            </a:rPr>
                          </m:ctrlPr>
                        </m:dPr>
                        <m:e>
                          <m:r>
                            <a:rPr lang="en-US" i="1">
                              <a:latin typeface="Cambria Math" panose="02040503050406030204" pitchFamily="18" charset="0"/>
                            </a:rPr>
                            <m:t>𝑣</m:t>
                          </m:r>
                          <m:r>
                            <a:rPr lang="en-US" i="1">
                              <a:latin typeface="Cambria Math" panose="02040503050406030204" pitchFamily="18" charset="0"/>
                            </a:rPr>
                            <m:t>−</m:t>
                          </m:r>
                          <m:r>
                            <a:rPr lang="en-US" i="1">
                              <a:latin typeface="Cambria Math" panose="02040503050406030204" pitchFamily="18" charset="0"/>
                            </a:rPr>
                            <m:t>𝑢</m:t>
                          </m:r>
                        </m:e>
                      </m:d>
                    </m:oMath>
                  </m:oMathPara>
                </a14:m>
                <a:endParaRPr lang="en-US" dirty="0">
                  <a:solidFill>
                    <a:schemeClr val="tx1"/>
                  </a:solidFill>
                </a:endParaRPr>
              </a:p>
            </p:txBody>
          </p:sp>
        </mc:Choice>
        <mc:Fallback>
          <p:sp>
            <p:nvSpPr>
              <p:cNvPr id="24" name="TextBox 23">
                <a:extLst>
                  <a:ext uri="{FF2B5EF4-FFF2-40B4-BE49-F238E27FC236}">
                    <a16:creationId xmlns:a16="http://schemas.microsoft.com/office/drawing/2014/main" id="{FB175F17-6B38-0C49-880D-4AE8E04DAFDB}"/>
                  </a:ext>
                </a:extLst>
              </p:cNvPr>
              <p:cNvSpPr txBox="1">
                <a:spLocks noRot="1" noChangeAspect="1" noMove="1" noResize="1" noEditPoints="1" noAdjustHandles="1" noChangeArrowheads="1" noChangeShapeType="1" noTextEdit="1"/>
              </p:cNvSpPr>
              <p:nvPr/>
            </p:nvSpPr>
            <p:spPr>
              <a:xfrm>
                <a:off x="5941836" y="3546832"/>
                <a:ext cx="2394695"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B8492093-65C5-2F41-97C4-F1D2349A08C0}"/>
                  </a:ext>
                </a:extLst>
              </p:cNvPr>
              <p:cNvSpPr txBox="1"/>
              <p:nvPr/>
            </p:nvSpPr>
            <p:spPr>
              <a:xfrm>
                <a:off x="5935639" y="4047349"/>
                <a:ext cx="168655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2</m:t>
                      </m:r>
                      <m:r>
                        <a:rPr lang="en-US" b="0" i="1" smtClean="0">
                          <a:solidFill>
                            <a:schemeClr val="tx1"/>
                          </a:solidFill>
                          <a:latin typeface="Cambria Math" panose="02040503050406030204" pitchFamily="18" charset="0"/>
                        </a:rPr>
                        <m:t>𝑎𝑠</m:t>
                      </m:r>
                      <m:r>
                        <a:rPr lang="en-US" b="0" i="1" smtClean="0">
                          <a:solidFill>
                            <a:schemeClr val="tx1"/>
                          </a:solidFill>
                          <a:latin typeface="Cambria Math" panose="02040503050406030204" pitchFamily="18" charset="0"/>
                        </a:rPr>
                        <m:t>=</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𝑣</m:t>
                          </m:r>
                        </m:e>
                        <m:sup>
                          <m:r>
                            <a:rPr lang="en-US" b="0" i="1" smtClean="0">
                              <a:solidFill>
                                <a:schemeClr val="tx1"/>
                              </a:solidFill>
                              <a:latin typeface="Cambria Math" panose="02040503050406030204" pitchFamily="18" charset="0"/>
                            </a:rPr>
                            <m:t>2</m:t>
                          </m:r>
                        </m:sup>
                      </m:sSup>
                      <m:r>
                        <a:rPr lang="en-US" b="0" i="1" smtClean="0">
                          <a:solidFill>
                            <a:schemeClr val="tx1"/>
                          </a:solidFill>
                          <a:latin typeface="Cambria Math" panose="02040503050406030204" pitchFamily="18" charset="0"/>
                        </a:rPr>
                        <m:t>−</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panose="02040503050406030204" pitchFamily="18" charset="0"/>
                            </a:rPr>
                            <m:t>𝑢</m:t>
                          </m:r>
                        </m:e>
                        <m:sup>
                          <m:r>
                            <a:rPr lang="en-US" b="0" i="1" smtClean="0">
                              <a:solidFill>
                                <a:schemeClr val="tx1"/>
                              </a:solidFill>
                              <a:latin typeface="Cambria Math" panose="02040503050406030204" pitchFamily="18" charset="0"/>
                            </a:rPr>
                            <m:t>2</m:t>
                          </m:r>
                        </m:sup>
                      </m:sSup>
                    </m:oMath>
                  </m:oMathPara>
                </a14:m>
                <a:endParaRPr lang="en-US" dirty="0">
                  <a:solidFill>
                    <a:schemeClr val="tx1"/>
                  </a:solidFill>
                </a:endParaRPr>
              </a:p>
            </p:txBody>
          </p:sp>
        </mc:Choice>
        <mc:Fallback>
          <p:sp>
            <p:nvSpPr>
              <p:cNvPr id="25" name="TextBox 24">
                <a:extLst>
                  <a:ext uri="{FF2B5EF4-FFF2-40B4-BE49-F238E27FC236}">
                    <a16:creationId xmlns:a16="http://schemas.microsoft.com/office/drawing/2014/main" id="{B8492093-65C5-2F41-97C4-F1D2349A08C0}"/>
                  </a:ext>
                </a:extLst>
              </p:cNvPr>
              <p:cNvSpPr txBox="1">
                <a:spLocks noRot="1" noChangeAspect="1" noMove="1" noResize="1" noEditPoints="1" noAdjustHandles="1" noChangeArrowheads="1" noChangeShapeType="1" noTextEdit="1"/>
              </p:cNvSpPr>
              <p:nvPr/>
            </p:nvSpPr>
            <p:spPr>
              <a:xfrm>
                <a:off x="5935639" y="4047349"/>
                <a:ext cx="1686552"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9CC9F3D0-8C83-1242-80B7-5D71DBA16D05}"/>
                  </a:ext>
                </a:extLst>
              </p:cNvPr>
              <p:cNvSpPr txBox="1"/>
              <p:nvPr/>
            </p:nvSpPr>
            <p:spPr>
              <a:xfrm>
                <a:off x="5929442" y="4547866"/>
                <a:ext cx="1729833" cy="37555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p>
                        <m:sSupPr>
                          <m:ctrlPr>
                            <a:rPr lang="en-US" b="1" i="1" smtClean="0">
                              <a:solidFill>
                                <a:srgbClr val="00B050"/>
                              </a:solidFill>
                              <a:latin typeface="Cambria Math" panose="02040503050406030204" pitchFamily="18" charset="0"/>
                            </a:rPr>
                          </m:ctrlPr>
                        </m:sSupPr>
                        <m:e>
                          <m:r>
                            <a:rPr lang="en-US" b="1" i="1" smtClean="0">
                              <a:solidFill>
                                <a:srgbClr val="00B050"/>
                              </a:solidFill>
                              <a:latin typeface="Cambria Math" panose="02040503050406030204" pitchFamily="18" charset="0"/>
                            </a:rPr>
                            <m:t>𝒗</m:t>
                          </m:r>
                        </m:e>
                        <m:sup>
                          <m:r>
                            <a:rPr lang="en-US" b="1" i="1" smtClean="0">
                              <a:solidFill>
                                <a:srgbClr val="00B050"/>
                              </a:solidFill>
                              <a:latin typeface="Cambria Math" panose="02040503050406030204" pitchFamily="18" charset="0"/>
                            </a:rPr>
                            <m:t>𝟐</m:t>
                          </m:r>
                        </m:sup>
                      </m:sSup>
                      <m:r>
                        <a:rPr lang="en-US" b="1" i="1" smtClean="0">
                          <a:solidFill>
                            <a:srgbClr val="00B050"/>
                          </a:solidFill>
                          <a:latin typeface="Cambria Math" panose="02040503050406030204" pitchFamily="18" charset="0"/>
                        </a:rPr>
                        <m:t>=</m:t>
                      </m:r>
                      <m:sSup>
                        <m:sSupPr>
                          <m:ctrlPr>
                            <a:rPr lang="en-US" b="1" i="1" smtClean="0">
                              <a:solidFill>
                                <a:srgbClr val="00B050"/>
                              </a:solidFill>
                              <a:latin typeface="Cambria Math" panose="02040503050406030204" pitchFamily="18" charset="0"/>
                            </a:rPr>
                          </m:ctrlPr>
                        </m:sSupPr>
                        <m:e>
                          <m:r>
                            <a:rPr lang="en-US" b="1" i="1" smtClean="0">
                              <a:solidFill>
                                <a:srgbClr val="00B050"/>
                              </a:solidFill>
                              <a:latin typeface="Cambria Math" panose="02040503050406030204" pitchFamily="18" charset="0"/>
                            </a:rPr>
                            <m:t>𝒖</m:t>
                          </m:r>
                        </m:e>
                        <m:sup>
                          <m:r>
                            <a:rPr lang="en-US" b="1" i="1" smtClean="0">
                              <a:solidFill>
                                <a:srgbClr val="00B050"/>
                              </a:solidFill>
                              <a:latin typeface="Cambria Math" panose="02040503050406030204" pitchFamily="18" charset="0"/>
                            </a:rPr>
                            <m:t>𝟐</m:t>
                          </m:r>
                        </m:sup>
                      </m:sSup>
                      <m:r>
                        <a:rPr lang="en-US" b="1" i="1" smtClean="0">
                          <a:solidFill>
                            <a:srgbClr val="00B050"/>
                          </a:solidFill>
                          <a:latin typeface="Cambria Math" panose="02040503050406030204" pitchFamily="18" charset="0"/>
                        </a:rPr>
                        <m:t>+</m:t>
                      </m:r>
                      <m:r>
                        <a:rPr lang="en-US" b="1" i="1">
                          <a:solidFill>
                            <a:srgbClr val="00B050"/>
                          </a:solidFill>
                          <a:latin typeface="Cambria Math" panose="02040503050406030204" pitchFamily="18" charset="0"/>
                        </a:rPr>
                        <m:t>𝟐</m:t>
                      </m:r>
                      <m:r>
                        <a:rPr lang="en-US" b="1" i="1">
                          <a:solidFill>
                            <a:srgbClr val="00B050"/>
                          </a:solidFill>
                          <a:latin typeface="Cambria Math" panose="02040503050406030204" pitchFamily="18" charset="0"/>
                        </a:rPr>
                        <m:t>𝒂𝒔</m:t>
                      </m:r>
                    </m:oMath>
                  </m:oMathPara>
                </a14:m>
                <a:endParaRPr lang="en-US" b="1" dirty="0">
                  <a:solidFill>
                    <a:srgbClr val="00B050"/>
                  </a:solidFill>
                </a:endParaRPr>
              </a:p>
            </p:txBody>
          </p:sp>
        </mc:Choice>
        <mc:Fallback>
          <p:sp>
            <p:nvSpPr>
              <p:cNvPr id="26" name="TextBox 25">
                <a:extLst>
                  <a:ext uri="{FF2B5EF4-FFF2-40B4-BE49-F238E27FC236}">
                    <a16:creationId xmlns:a16="http://schemas.microsoft.com/office/drawing/2014/main" id="{9CC9F3D0-8C83-1242-80B7-5D71DBA16D05}"/>
                  </a:ext>
                </a:extLst>
              </p:cNvPr>
              <p:cNvSpPr txBox="1">
                <a:spLocks noRot="1" noChangeAspect="1" noMove="1" noResize="1" noEditPoints="1" noAdjustHandles="1" noChangeArrowheads="1" noChangeShapeType="1" noTextEdit="1"/>
              </p:cNvSpPr>
              <p:nvPr/>
            </p:nvSpPr>
            <p:spPr>
              <a:xfrm>
                <a:off x="5929442" y="4547866"/>
                <a:ext cx="1729833" cy="375552"/>
              </a:xfrm>
              <a:prstGeom prst="rect">
                <a:avLst/>
              </a:prstGeom>
              <a:blipFill>
                <a:blip r:embed="rId1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64713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checkerboard(across)">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par>
                                <p:cTn id="23" presetID="9"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dissolv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dissolve">
                                      <p:cBhvr>
                                        <p:cTn id="30" dur="500"/>
                                        <p:tgtEl>
                                          <p:spTgt spid="13"/>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dissolve">
                                      <p:cBhvr>
                                        <p:cTn id="33" dur="5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3"/>
                                        </p:tgtEl>
                                        <p:attrNameLst>
                                          <p:attrName>style.visibility</p:attrName>
                                        </p:attrNameLst>
                                      </p:cBhvr>
                                      <p:to>
                                        <p:strVal val="visible"/>
                                      </p:to>
                                    </p:set>
                                    <p:animEffect transition="in" filter="dissolve">
                                      <p:cBhvr>
                                        <p:cTn id="38" dur="500"/>
                                        <p:tgtEl>
                                          <p:spTgt spid="3"/>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dissolve">
                                      <p:cBhvr>
                                        <p:cTn id="43" dur="5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dissolve">
                                      <p:cBhvr>
                                        <p:cTn id="48" dur="5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dissolve">
                                      <p:cBhvr>
                                        <p:cTn id="53" dur="5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9"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dissolve">
                                      <p:cBhvr>
                                        <p:cTn id="58" dur="500"/>
                                        <p:tgtEl>
                                          <p:spTgt spid="20"/>
                                        </p:tgtEl>
                                      </p:cBhvr>
                                    </p:animEffect>
                                  </p:childTnLst>
                                </p:cTn>
                              </p:par>
                            </p:childTnLst>
                          </p:cTn>
                        </p:par>
                      </p:childTnLst>
                    </p:cTn>
                  </p:par>
                  <p:par>
                    <p:cTn id="59" fill="hold">
                      <p:stCondLst>
                        <p:cond delay="indefinite"/>
                      </p:stCondLst>
                      <p:childTnLst>
                        <p:par>
                          <p:cTn id="60" fill="hold">
                            <p:stCondLst>
                              <p:cond delay="0"/>
                            </p:stCondLst>
                            <p:childTnLst>
                              <p:par>
                                <p:cTn id="61" presetID="9" presetClass="entr" presetSubtype="0" fill="hold" grpId="0"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dissolve">
                                      <p:cBhvr>
                                        <p:cTn id="63" dur="500"/>
                                        <p:tgtEl>
                                          <p:spTgt spid="21"/>
                                        </p:tgtEl>
                                      </p:cBhvr>
                                    </p:animEffec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dissolve">
                                      <p:cBhvr>
                                        <p:cTn id="68"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1" presetID="9" presetClass="entr" presetSubtype="0"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dissolve">
                                      <p:cBhvr>
                                        <p:cTn id="73" dur="500"/>
                                        <p:tgtEl>
                                          <p:spTgt spid="23"/>
                                        </p:tgtEl>
                                      </p:cBhvr>
                                    </p:animEffect>
                                  </p:childTnLst>
                                </p:cTn>
                              </p:par>
                            </p:childTnLst>
                          </p:cTn>
                        </p:par>
                      </p:childTnLst>
                    </p:cTn>
                  </p:par>
                  <p:par>
                    <p:cTn id="74" fill="hold">
                      <p:stCondLst>
                        <p:cond delay="indefinite"/>
                      </p:stCondLst>
                      <p:childTnLst>
                        <p:par>
                          <p:cTn id="75" fill="hold">
                            <p:stCondLst>
                              <p:cond delay="0"/>
                            </p:stCondLst>
                            <p:childTnLst>
                              <p:par>
                                <p:cTn id="76" presetID="9" presetClass="entr" presetSubtype="0" fill="hold" grpId="0" nodeType="clickEffect">
                                  <p:stCondLst>
                                    <p:cond delay="0"/>
                                  </p:stCondLst>
                                  <p:childTnLst>
                                    <p:set>
                                      <p:cBhvr>
                                        <p:cTn id="77" dur="1" fill="hold">
                                          <p:stCondLst>
                                            <p:cond delay="0"/>
                                          </p:stCondLst>
                                        </p:cTn>
                                        <p:tgtEl>
                                          <p:spTgt spid="24"/>
                                        </p:tgtEl>
                                        <p:attrNameLst>
                                          <p:attrName>style.visibility</p:attrName>
                                        </p:attrNameLst>
                                      </p:cBhvr>
                                      <p:to>
                                        <p:strVal val="visible"/>
                                      </p:to>
                                    </p:set>
                                    <p:animEffect transition="in" filter="dissolve">
                                      <p:cBhvr>
                                        <p:cTn id="78" dur="500"/>
                                        <p:tgtEl>
                                          <p:spTgt spid="24"/>
                                        </p:tgtEl>
                                      </p:cBhvr>
                                    </p:animEffect>
                                  </p:childTnLst>
                                </p:cTn>
                              </p:par>
                            </p:childTnLst>
                          </p:cTn>
                        </p:par>
                      </p:childTnLst>
                    </p:cTn>
                  </p:par>
                  <p:par>
                    <p:cTn id="79" fill="hold">
                      <p:stCondLst>
                        <p:cond delay="indefinite"/>
                      </p:stCondLst>
                      <p:childTnLst>
                        <p:par>
                          <p:cTn id="80" fill="hold">
                            <p:stCondLst>
                              <p:cond delay="0"/>
                            </p:stCondLst>
                            <p:childTnLst>
                              <p:par>
                                <p:cTn id="81" presetID="9" presetClass="entr" presetSubtype="0"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dissolve">
                                      <p:cBhvr>
                                        <p:cTn id="83" dur="500"/>
                                        <p:tgtEl>
                                          <p:spTgt spid="25"/>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26"/>
                                        </p:tgtEl>
                                        <p:attrNameLst>
                                          <p:attrName>style.visibility</p:attrName>
                                        </p:attrNameLst>
                                      </p:cBhvr>
                                      <p:to>
                                        <p:strVal val="visible"/>
                                      </p:to>
                                    </p:set>
                                    <p:animEffect transition="in" filter="dissolve">
                                      <p:cBhvr>
                                        <p:cTn id="8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3" grpId="0"/>
      <p:bldP spid="15" grpId="0" animBg="1"/>
      <p:bldP spid="3" grpId="0"/>
      <p:bldP spid="16" grpId="0"/>
      <p:bldP spid="17" grpId="0"/>
      <p:bldP spid="19" grpId="0"/>
      <p:bldP spid="20" grpId="0"/>
      <p:bldP spid="21" grpId="0"/>
      <p:bldP spid="22" grpId="0"/>
      <p:bldP spid="23" grpId="0"/>
      <p:bldP spid="24" grpId="0"/>
      <p:bldP spid="25" grpId="0"/>
      <p:bldP spid="2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5" name="Picture 2">
            <a:extLst>
              <a:ext uri="{FF2B5EF4-FFF2-40B4-BE49-F238E27FC236}">
                <a16:creationId xmlns:a16="http://schemas.microsoft.com/office/drawing/2014/main" id="{36F257B3-7CFC-9407-A600-DC0C74AC8A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548063"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6" name="Picture 3">
            <a:extLst>
              <a:ext uri="{FF2B5EF4-FFF2-40B4-BE49-F238E27FC236}">
                <a16:creationId xmlns:a16="http://schemas.microsoft.com/office/drawing/2014/main" id="{88399056-C854-E96D-7D72-D292EEB7C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0"/>
            <a:ext cx="3581400" cy="300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67" name="Picture 4">
            <a:extLst>
              <a:ext uri="{FF2B5EF4-FFF2-40B4-BE49-F238E27FC236}">
                <a16:creationId xmlns:a16="http://schemas.microsoft.com/office/drawing/2014/main" id="{6E8F5F29-276B-4744-6B9D-617757A2DC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3048000"/>
            <a:ext cx="3994150" cy="338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2">
            <a:extLst>
              <a:ext uri="{FF2B5EF4-FFF2-40B4-BE49-F238E27FC236}">
                <a16:creationId xmlns:a16="http://schemas.microsoft.com/office/drawing/2014/main" id="{72D080FD-A33F-AC28-889C-1F8F26B2CF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50" y="2057400"/>
            <a:ext cx="90043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0" name="Picture 3">
            <a:extLst>
              <a:ext uri="{FF2B5EF4-FFF2-40B4-BE49-F238E27FC236}">
                <a16:creationId xmlns:a16="http://schemas.microsoft.com/office/drawing/2014/main" id="{C2B70336-A76C-34B3-36BC-83ECD9B880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800600"/>
            <a:ext cx="1981200" cy="1857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DCC7A58-0B2B-9A4D-1868-3C44C3081717}"/>
              </a:ext>
            </a:extLst>
          </p:cNvPr>
          <p:cNvSpPr/>
          <p:nvPr/>
        </p:nvSpPr>
        <p:spPr>
          <a:xfrm>
            <a:off x="0" y="0"/>
            <a:ext cx="9144000" cy="4032250"/>
          </a:xfrm>
          <a:prstGeom prst="rect">
            <a:avLst/>
          </a:prstGeom>
        </p:spPr>
        <p:txBody>
          <a:bodyPr>
            <a:spAutoFit/>
          </a:bodyPr>
          <a:lstStyle/>
          <a:p>
            <a:pPr eaLnBrk="1" fontAlgn="auto" hangingPunct="1">
              <a:spcBef>
                <a:spcPts val="0"/>
              </a:spcBef>
              <a:spcAft>
                <a:spcPts val="0"/>
              </a:spcAft>
              <a:defRPr/>
            </a:pPr>
            <a:r>
              <a:rPr lang="en-US" sz="3200" dirty="0">
                <a:latin typeface="+mn-lt"/>
                <a:cs typeface="+mn-cs"/>
              </a:rPr>
              <a:t>A jet lands on an aircraft carrier at 140 mi/h (63 m/s).</a:t>
            </a:r>
          </a:p>
          <a:p>
            <a:pPr eaLnBrk="1" fontAlgn="auto" hangingPunct="1">
              <a:spcBef>
                <a:spcPts val="0"/>
              </a:spcBef>
              <a:spcAft>
                <a:spcPts val="0"/>
              </a:spcAft>
              <a:defRPr/>
            </a:pPr>
            <a:endParaRPr lang="en-US" sz="3200" b="1" dirty="0">
              <a:latin typeface="+mn-lt"/>
              <a:cs typeface="+mn-cs"/>
            </a:endParaRPr>
          </a:p>
          <a:p>
            <a:pPr marL="514350" indent="-514350" algn="just" eaLnBrk="1" fontAlgn="auto" hangingPunct="1">
              <a:spcBef>
                <a:spcPts val="0"/>
              </a:spcBef>
              <a:spcAft>
                <a:spcPts val="0"/>
              </a:spcAft>
              <a:buFontTx/>
              <a:buAutoNum type="alphaUcParenBoth"/>
              <a:defRPr/>
            </a:pPr>
            <a:r>
              <a:rPr lang="en-US" sz="3200" dirty="0">
                <a:latin typeface="+mn-lt"/>
                <a:cs typeface="+mn-cs"/>
              </a:rPr>
              <a:t>What is its acceleration (assumed constant) if it stops in 2.0 s due to an arresting cable that snags the airplane and brings it to a stop?</a:t>
            </a:r>
          </a:p>
          <a:p>
            <a:pPr marL="514350" indent="-514350" algn="just" eaLnBrk="1" fontAlgn="auto" hangingPunct="1">
              <a:spcBef>
                <a:spcPts val="0"/>
              </a:spcBef>
              <a:spcAft>
                <a:spcPts val="0"/>
              </a:spcAft>
              <a:buFontTx/>
              <a:buAutoNum type="alphaUcParenBoth"/>
              <a:defRPr/>
            </a:pPr>
            <a:r>
              <a:rPr lang="en-US" sz="3200" dirty="0">
                <a:latin typeface="+mn-lt"/>
                <a:cs typeface="+mn-cs"/>
              </a:rPr>
              <a:t> If the plane touches down at position x</a:t>
            </a:r>
            <a:r>
              <a:rPr lang="en-US" sz="3200" baseline="-25000" dirty="0">
                <a:latin typeface="+mn-lt"/>
                <a:cs typeface="+mn-cs"/>
              </a:rPr>
              <a:t>i</a:t>
            </a:r>
            <a:r>
              <a:rPr lang="en-US" sz="3200" dirty="0">
                <a:latin typeface="+mn-lt"/>
                <a:cs typeface="+mn-cs"/>
              </a:rPr>
              <a:t> = 0, what is the final position of the plane?</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E8E5851D-1E5B-C52A-C0C1-B7AD4485DF2D}"/>
                  </a:ext>
                </a:extLst>
              </p14:cNvPr>
              <p14:cNvContentPartPr/>
              <p14:nvPr/>
            </p14:nvContentPartPr>
            <p14:xfrm>
              <a:off x="357120" y="616320"/>
              <a:ext cx="7287120" cy="5608080"/>
            </p14:xfrm>
          </p:contentPart>
        </mc:Choice>
        <mc:Fallback xmlns="">
          <p:pic>
            <p:nvPicPr>
              <p:cNvPr id="3" name="Ink 2">
                <a:extLst>
                  <a:ext uri="{FF2B5EF4-FFF2-40B4-BE49-F238E27FC236}">
                    <a16:creationId xmlns:a16="http://schemas.microsoft.com/office/drawing/2014/main" id="{E8E5851D-1E5B-C52A-C0C1-B7AD4485DF2D}"/>
                  </a:ext>
                </a:extLst>
              </p:cNvPr>
              <p:cNvPicPr/>
              <p:nvPr/>
            </p:nvPicPr>
            <p:blipFill>
              <a:blip r:embed="rId3"/>
              <a:stretch>
                <a:fillRect/>
              </a:stretch>
            </p:blipFill>
            <p:spPr>
              <a:xfrm>
                <a:off x="347760" y="606960"/>
                <a:ext cx="7305840" cy="56268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25144C-5ADB-25DE-657F-955E45033783}"/>
              </a:ext>
            </a:extLst>
          </p:cNvPr>
          <p:cNvSpPr/>
          <p:nvPr/>
        </p:nvSpPr>
        <p:spPr>
          <a:xfrm>
            <a:off x="0" y="0"/>
            <a:ext cx="9144000" cy="2862263"/>
          </a:xfrm>
          <a:prstGeom prst="rect">
            <a:avLst/>
          </a:prstGeom>
        </p:spPr>
        <p:txBody>
          <a:bodyPr>
            <a:spAutoFit/>
          </a:bodyPr>
          <a:lstStyle/>
          <a:p>
            <a:pPr algn="just" eaLnBrk="1" fontAlgn="auto" hangingPunct="1">
              <a:spcBef>
                <a:spcPts val="0"/>
              </a:spcBef>
              <a:spcAft>
                <a:spcPts val="0"/>
              </a:spcAft>
              <a:defRPr/>
            </a:pPr>
            <a:r>
              <a:rPr lang="en-US" sz="3600" dirty="0">
                <a:latin typeface="+mn-lt"/>
                <a:cs typeface="+mn-cs"/>
              </a:rPr>
              <a:t>A truck covers 40.0 m in 8.50 s while smoothly slowing down to a final speed of 2.80 m/s. </a:t>
            </a:r>
          </a:p>
          <a:p>
            <a:pPr marL="742950" indent="-742950" algn="just" eaLnBrk="1" fontAlgn="auto" hangingPunct="1">
              <a:spcBef>
                <a:spcPts val="0"/>
              </a:spcBef>
              <a:spcAft>
                <a:spcPts val="0"/>
              </a:spcAft>
              <a:buFontTx/>
              <a:buAutoNum type="alphaLcParenBoth"/>
              <a:defRPr/>
            </a:pPr>
            <a:r>
              <a:rPr lang="en-US" sz="3600" dirty="0">
                <a:latin typeface="+mn-lt"/>
                <a:cs typeface="+mn-cs"/>
              </a:rPr>
              <a:t>Find its original speed. </a:t>
            </a:r>
          </a:p>
          <a:p>
            <a:pPr marL="742950" indent="-742950" algn="just" eaLnBrk="1" fontAlgn="auto" hangingPunct="1">
              <a:spcBef>
                <a:spcPts val="0"/>
              </a:spcBef>
              <a:spcAft>
                <a:spcPts val="0"/>
              </a:spcAft>
              <a:buFontTx/>
              <a:buAutoNum type="alphaLcParenBoth"/>
              <a:defRPr/>
            </a:pPr>
            <a:r>
              <a:rPr lang="en-US" sz="3600" dirty="0">
                <a:latin typeface="+mn-lt"/>
                <a:cs typeface="+mn-cs"/>
              </a:rPr>
              <a:t>Find its acceleration.</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15D8157B-0998-0EA6-4E2B-E1B532A62E6E}"/>
                  </a:ext>
                </a:extLst>
              </p14:cNvPr>
              <p14:cNvContentPartPr/>
              <p14:nvPr/>
            </p14:nvContentPartPr>
            <p14:xfrm>
              <a:off x="384120" y="1250280"/>
              <a:ext cx="8474400" cy="4491720"/>
            </p14:xfrm>
          </p:contentPart>
        </mc:Choice>
        <mc:Fallback xmlns="">
          <p:pic>
            <p:nvPicPr>
              <p:cNvPr id="3" name="Ink 2">
                <a:extLst>
                  <a:ext uri="{FF2B5EF4-FFF2-40B4-BE49-F238E27FC236}">
                    <a16:creationId xmlns:a16="http://schemas.microsoft.com/office/drawing/2014/main" id="{15D8157B-0998-0EA6-4E2B-E1B532A62E6E}"/>
                  </a:ext>
                </a:extLst>
              </p:cNvPr>
              <p:cNvPicPr/>
              <p:nvPr/>
            </p:nvPicPr>
            <p:blipFill>
              <a:blip r:embed="rId3"/>
              <a:stretch>
                <a:fillRect/>
              </a:stretch>
            </p:blipFill>
            <p:spPr>
              <a:xfrm>
                <a:off x="374760" y="1240920"/>
                <a:ext cx="8493120" cy="45104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1">
            <a:extLst>
              <a:ext uri="{FF2B5EF4-FFF2-40B4-BE49-F238E27FC236}">
                <a16:creationId xmlns:a16="http://schemas.microsoft.com/office/drawing/2014/main" id="{6C77CE92-2A07-EDA7-81A5-675E912F62F1}"/>
              </a:ext>
            </a:extLst>
          </p:cNvPr>
          <p:cNvSpPr>
            <a:spLocks noChangeArrowheads="1"/>
          </p:cNvSpPr>
          <p:nvPr/>
        </p:nvSpPr>
        <p:spPr bwMode="auto">
          <a:xfrm>
            <a:off x="0" y="0"/>
            <a:ext cx="91440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A speedboat moving at 30.0 m/s approaches a no-wake buoy marker 100 m ahead. The pilot slows the boat with a constant acceleration of -3.50 m/s</a:t>
            </a:r>
            <a:r>
              <a:rPr lang="en-US" altLang="en-US" sz="3600" baseline="30000">
                <a:solidFill>
                  <a:schemeClr val="tx1"/>
                </a:solidFill>
              </a:rPr>
              <a:t>2</a:t>
            </a:r>
            <a:r>
              <a:rPr lang="en-US" altLang="en-US" sz="3600">
                <a:solidFill>
                  <a:schemeClr val="tx1"/>
                </a:solidFill>
              </a:rPr>
              <a:t> by reducing the throttle. (a) How long does it take the boat to reach the buoy? (b) What is the velocity of the boat when it reaches the buoy?</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97C57090-243E-FED7-25F5-299823EA544D}"/>
                  </a:ext>
                </a:extLst>
              </p14:cNvPr>
              <p14:cNvContentPartPr/>
              <p14:nvPr/>
            </p14:nvContentPartPr>
            <p14:xfrm>
              <a:off x="294840" y="884160"/>
              <a:ext cx="7849440" cy="5768640"/>
            </p14:xfrm>
          </p:contentPart>
        </mc:Choice>
        <mc:Fallback xmlns="">
          <p:pic>
            <p:nvPicPr>
              <p:cNvPr id="2" name="Ink 1">
                <a:extLst>
                  <a:ext uri="{FF2B5EF4-FFF2-40B4-BE49-F238E27FC236}">
                    <a16:creationId xmlns:a16="http://schemas.microsoft.com/office/drawing/2014/main" id="{97C57090-243E-FED7-25F5-299823EA544D}"/>
                  </a:ext>
                </a:extLst>
              </p:cNvPr>
              <p:cNvPicPr/>
              <p:nvPr/>
            </p:nvPicPr>
            <p:blipFill>
              <a:blip r:embed="rId3"/>
              <a:stretch>
                <a:fillRect/>
              </a:stretch>
            </p:blipFill>
            <p:spPr>
              <a:xfrm>
                <a:off x="285480" y="874800"/>
                <a:ext cx="7868160" cy="57873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3">
            <a:extLst>
              <a:ext uri="{FF2B5EF4-FFF2-40B4-BE49-F238E27FC236}">
                <a16:creationId xmlns:a16="http://schemas.microsoft.com/office/drawing/2014/main" id="{A27C1CAE-DB79-328A-EDCF-E281650BFE29}"/>
              </a:ext>
            </a:extLst>
          </p:cNvPr>
          <p:cNvSpPr>
            <a:spLocks noChangeArrowheads="1"/>
          </p:cNvSpPr>
          <p:nvPr/>
        </p:nvSpPr>
        <p:spPr bwMode="auto">
          <a:xfrm>
            <a:off x="0" y="0"/>
            <a:ext cx="91440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An object moving with uniform acceleration has a velocity of 12.0 cm/s in the positive </a:t>
            </a:r>
            <a:r>
              <a:rPr lang="en-US" altLang="en-US" sz="3600" i="1">
                <a:solidFill>
                  <a:schemeClr val="tx1"/>
                </a:solidFill>
              </a:rPr>
              <a:t>x direction when its x </a:t>
            </a:r>
            <a:r>
              <a:rPr lang="en-US" altLang="en-US" sz="3600">
                <a:solidFill>
                  <a:schemeClr val="tx1"/>
                </a:solidFill>
              </a:rPr>
              <a:t>coordinate is 3.00 cm. If its </a:t>
            </a:r>
            <a:r>
              <a:rPr lang="en-US" altLang="en-US" sz="3600" i="1">
                <a:solidFill>
                  <a:schemeClr val="tx1"/>
                </a:solidFill>
              </a:rPr>
              <a:t>x coordinate 2.00 s later is -</a:t>
            </a:r>
            <a:r>
              <a:rPr lang="en-US" altLang="en-US" sz="3600">
                <a:solidFill>
                  <a:schemeClr val="tx1"/>
                </a:solidFill>
              </a:rPr>
              <a:t>5.00 cm, what is its acceleration?</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0880406-A434-B0C4-348F-602671CA94EF}"/>
                  </a:ext>
                </a:extLst>
              </p14:cNvPr>
              <p14:cNvContentPartPr/>
              <p14:nvPr/>
            </p14:nvContentPartPr>
            <p14:xfrm>
              <a:off x="607320" y="2812680"/>
              <a:ext cx="4143600" cy="3063240"/>
            </p14:xfrm>
          </p:contentPart>
        </mc:Choice>
        <mc:Fallback xmlns="">
          <p:pic>
            <p:nvPicPr>
              <p:cNvPr id="2" name="Ink 1">
                <a:extLst>
                  <a:ext uri="{FF2B5EF4-FFF2-40B4-BE49-F238E27FC236}">
                    <a16:creationId xmlns:a16="http://schemas.microsoft.com/office/drawing/2014/main" id="{20880406-A434-B0C4-348F-602671CA94EF}"/>
                  </a:ext>
                </a:extLst>
              </p:cNvPr>
              <p:cNvPicPr/>
              <p:nvPr/>
            </p:nvPicPr>
            <p:blipFill>
              <a:blip r:embed="rId3"/>
              <a:stretch>
                <a:fillRect/>
              </a:stretch>
            </p:blipFill>
            <p:spPr>
              <a:xfrm>
                <a:off x="597960" y="2803320"/>
                <a:ext cx="4162320" cy="308196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1">
            <a:extLst>
              <a:ext uri="{FF2B5EF4-FFF2-40B4-BE49-F238E27FC236}">
                <a16:creationId xmlns:a16="http://schemas.microsoft.com/office/drawing/2014/main" id="{62500CCE-F943-ED39-A9A3-C4D8AE64C81B}"/>
              </a:ext>
            </a:extLst>
          </p:cNvPr>
          <p:cNvSpPr>
            <a:spLocks noChangeArrowheads="1"/>
          </p:cNvSpPr>
          <p:nvPr/>
        </p:nvSpPr>
        <p:spPr bwMode="auto">
          <a:xfrm>
            <a:off x="0" y="0"/>
            <a:ext cx="91440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A jet plane lands with a speed of 100.0 m/s and can accelerate at a maximum rate of </a:t>
            </a:r>
          </a:p>
          <a:p>
            <a:pPr algn="just" eaLnBrk="1" hangingPunct="1">
              <a:spcBef>
                <a:spcPct val="0"/>
              </a:spcBef>
              <a:buClrTx/>
              <a:buSzTx/>
              <a:buFontTx/>
              <a:buNone/>
            </a:pPr>
            <a:r>
              <a:rPr lang="en-US" altLang="en-US" sz="3600">
                <a:solidFill>
                  <a:schemeClr val="tx1"/>
                </a:solidFill>
              </a:rPr>
              <a:t>-5.00 m/s</a:t>
            </a:r>
            <a:r>
              <a:rPr lang="en-US" altLang="en-US" sz="3600" baseline="30000">
                <a:solidFill>
                  <a:schemeClr val="tx1"/>
                </a:solidFill>
              </a:rPr>
              <a:t>2</a:t>
            </a:r>
            <a:r>
              <a:rPr lang="en-US" altLang="en-US" sz="3600">
                <a:solidFill>
                  <a:schemeClr val="tx1"/>
                </a:solidFill>
              </a:rPr>
              <a:t> as it comes to rest. (a) From the instant the plane touches the runway, what is the minimum time interval needed before it can come to rest? (b) Can this plane land on a small tropical island airport where the runway is 0.800 km long?</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9A1417D5-B7B1-E978-8FE3-5919E0ECAF9D}"/>
                  </a:ext>
                </a:extLst>
              </p14:cNvPr>
              <p14:cNvContentPartPr/>
              <p14:nvPr/>
            </p14:nvContentPartPr>
            <p14:xfrm>
              <a:off x="428760" y="3955680"/>
              <a:ext cx="7063560" cy="2045520"/>
            </p14:xfrm>
          </p:contentPart>
        </mc:Choice>
        <mc:Fallback xmlns="">
          <p:pic>
            <p:nvPicPr>
              <p:cNvPr id="2" name="Ink 1">
                <a:extLst>
                  <a:ext uri="{FF2B5EF4-FFF2-40B4-BE49-F238E27FC236}">
                    <a16:creationId xmlns:a16="http://schemas.microsoft.com/office/drawing/2014/main" id="{9A1417D5-B7B1-E978-8FE3-5919E0ECAF9D}"/>
                  </a:ext>
                </a:extLst>
              </p:cNvPr>
              <p:cNvPicPr/>
              <p:nvPr/>
            </p:nvPicPr>
            <p:blipFill>
              <a:blip r:embed="rId3"/>
              <a:stretch>
                <a:fillRect/>
              </a:stretch>
            </p:blipFill>
            <p:spPr>
              <a:xfrm>
                <a:off x="419400" y="3946320"/>
                <a:ext cx="7082280" cy="20642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1">
            <a:extLst>
              <a:ext uri="{FF2B5EF4-FFF2-40B4-BE49-F238E27FC236}">
                <a16:creationId xmlns:a16="http://schemas.microsoft.com/office/drawing/2014/main" id="{A4F4190E-715C-1111-EBB4-736179759447}"/>
              </a:ext>
            </a:extLst>
          </p:cNvPr>
          <p:cNvSpPr>
            <a:spLocks noChangeArrowheads="1"/>
          </p:cNvSpPr>
          <p:nvPr/>
        </p:nvSpPr>
        <p:spPr bwMode="auto">
          <a:xfrm>
            <a:off x="0" y="0"/>
            <a:ext cx="9144000"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A car traveling at a constant speed of 45.0 m/s passes a trooper hidden behind a billboard. One second after the speeding car passes the billboard, the trooper sets out from the billboard to catch it, accelerating at a constant rate of 3.00 m/s</a:t>
            </a:r>
            <a:r>
              <a:rPr lang="en-US" altLang="en-US" sz="3600" baseline="30000">
                <a:solidFill>
                  <a:schemeClr val="tx1"/>
                </a:solidFill>
              </a:rPr>
              <a:t>2</a:t>
            </a:r>
            <a:r>
              <a:rPr lang="en-US" altLang="en-US" sz="3600">
                <a:solidFill>
                  <a:schemeClr val="tx1"/>
                </a:solidFill>
              </a:rPr>
              <a:t>. How long does it take her to overtake the car?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1">
            <a:extLst>
              <a:ext uri="{FF2B5EF4-FFF2-40B4-BE49-F238E27FC236}">
                <a16:creationId xmlns:a16="http://schemas.microsoft.com/office/drawing/2014/main" id="{6B42E973-CE0F-D62A-C0CF-6940B68CAE90}"/>
              </a:ext>
            </a:extLst>
          </p:cNvPr>
          <p:cNvSpPr>
            <a:spLocks noChangeArrowheads="1"/>
          </p:cNvSpPr>
          <p:nvPr/>
        </p:nvSpPr>
        <p:spPr bwMode="auto">
          <a:xfrm>
            <a:off x="0" y="0"/>
            <a:ext cx="9144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If you drop an aspirin and it takes 0.18s to hit the table, how high above the table was the aspirin dropped?</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96678A86-2102-2C1C-AB18-6AF05DC5C473}"/>
                  </a:ext>
                </a:extLst>
              </p14:cNvPr>
              <p14:cNvContentPartPr/>
              <p14:nvPr/>
            </p14:nvContentPartPr>
            <p14:xfrm>
              <a:off x="312480" y="1884240"/>
              <a:ext cx="5644080" cy="4027680"/>
            </p14:xfrm>
          </p:contentPart>
        </mc:Choice>
        <mc:Fallback xmlns="">
          <p:pic>
            <p:nvPicPr>
              <p:cNvPr id="2" name="Ink 1">
                <a:extLst>
                  <a:ext uri="{FF2B5EF4-FFF2-40B4-BE49-F238E27FC236}">
                    <a16:creationId xmlns:a16="http://schemas.microsoft.com/office/drawing/2014/main" id="{96678A86-2102-2C1C-AB18-6AF05DC5C473}"/>
                  </a:ext>
                </a:extLst>
              </p:cNvPr>
              <p:cNvPicPr/>
              <p:nvPr/>
            </p:nvPicPr>
            <p:blipFill>
              <a:blip r:embed="rId3"/>
              <a:stretch>
                <a:fillRect/>
              </a:stretch>
            </p:blipFill>
            <p:spPr>
              <a:xfrm>
                <a:off x="303120" y="1874880"/>
                <a:ext cx="5662800" cy="40464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1">
            <a:extLst>
              <a:ext uri="{FF2B5EF4-FFF2-40B4-BE49-F238E27FC236}">
                <a16:creationId xmlns:a16="http://schemas.microsoft.com/office/drawing/2014/main" id="{28A1EBCB-391A-4E91-4CAD-80A83AE2A3B4}"/>
              </a:ext>
            </a:extLst>
          </p:cNvPr>
          <p:cNvSpPr>
            <a:spLocks noChangeArrowheads="1"/>
          </p:cNvSpPr>
          <p:nvPr/>
        </p:nvSpPr>
        <p:spPr bwMode="auto">
          <a:xfrm>
            <a:off x="0" y="0"/>
            <a:ext cx="9144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A ball is thrown upward with an initial speed of 80 ft/s. (a) How high does it go up? (b) What is its speed at the end of 3 s? (c) How high is it at that time?</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946E08E2-2305-AC22-3019-DA51EF76568D}"/>
                  </a:ext>
                </a:extLst>
              </p14:cNvPr>
              <p14:cNvContentPartPr/>
              <p14:nvPr/>
            </p14:nvContentPartPr>
            <p14:xfrm>
              <a:off x="53640" y="732240"/>
              <a:ext cx="8465760" cy="5911920"/>
            </p14:xfrm>
          </p:contentPart>
        </mc:Choice>
        <mc:Fallback xmlns="">
          <p:pic>
            <p:nvPicPr>
              <p:cNvPr id="2" name="Ink 1">
                <a:extLst>
                  <a:ext uri="{FF2B5EF4-FFF2-40B4-BE49-F238E27FC236}">
                    <a16:creationId xmlns:a16="http://schemas.microsoft.com/office/drawing/2014/main" id="{946E08E2-2305-AC22-3019-DA51EF76568D}"/>
                  </a:ext>
                </a:extLst>
              </p:cNvPr>
              <p:cNvPicPr/>
              <p:nvPr/>
            </p:nvPicPr>
            <p:blipFill>
              <a:blip r:embed="rId3"/>
              <a:stretch>
                <a:fillRect/>
              </a:stretch>
            </p:blipFill>
            <p:spPr>
              <a:xfrm>
                <a:off x="44280" y="722880"/>
                <a:ext cx="8484480" cy="59306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9B2476CC-0D1D-FB20-57CB-69481C77E6BA}"/>
              </a:ext>
            </a:extLst>
          </p:cNvPr>
          <p:cNvSpPr>
            <a:spLocks noChangeArrowheads="1"/>
          </p:cNvSpPr>
          <p:nvPr/>
        </p:nvSpPr>
        <p:spPr bwMode="auto">
          <a:xfrm>
            <a:off x="0" y="152400"/>
            <a:ext cx="9144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A child throws down a ball straight down off the balcony of an apartment building at a speed of 7.5 m/s. Calculate the position and velocity of the ball 2 s later.</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FB78BC19-1865-C85E-FA7F-3B65FB92283E}"/>
                  </a:ext>
                </a:extLst>
              </p14:cNvPr>
              <p14:cNvContentPartPr/>
              <p14:nvPr/>
            </p14:nvContentPartPr>
            <p14:xfrm>
              <a:off x="339480" y="2009160"/>
              <a:ext cx="6474240" cy="4152600"/>
            </p14:xfrm>
          </p:contentPart>
        </mc:Choice>
        <mc:Fallback xmlns="">
          <p:pic>
            <p:nvPicPr>
              <p:cNvPr id="2" name="Ink 1">
                <a:extLst>
                  <a:ext uri="{FF2B5EF4-FFF2-40B4-BE49-F238E27FC236}">
                    <a16:creationId xmlns:a16="http://schemas.microsoft.com/office/drawing/2014/main" id="{FB78BC19-1865-C85E-FA7F-3B65FB92283E}"/>
                  </a:ext>
                </a:extLst>
              </p:cNvPr>
              <p:cNvPicPr/>
              <p:nvPr/>
            </p:nvPicPr>
            <p:blipFill>
              <a:blip r:embed="rId3"/>
              <a:stretch>
                <a:fillRect/>
              </a:stretch>
            </p:blipFill>
            <p:spPr>
              <a:xfrm>
                <a:off x="330120" y="1999800"/>
                <a:ext cx="6492960" cy="41713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1">
            <a:extLst>
              <a:ext uri="{FF2B5EF4-FFF2-40B4-BE49-F238E27FC236}">
                <a16:creationId xmlns:a16="http://schemas.microsoft.com/office/drawing/2014/main" id="{DAFF4EBE-D1BB-1033-6FD0-1E0DADE23811}"/>
              </a:ext>
            </a:extLst>
          </p:cNvPr>
          <p:cNvSpPr>
            <a:spLocks noChangeArrowheads="1"/>
          </p:cNvSpPr>
          <p:nvPr/>
        </p:nvSpPr>
        <p:spPr bwMode="auto">
          <a:xfrm>
            <a:off x="0" y="0"/>
            <a:ext cx="914400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42950" indent="-742950">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AutoNum type="arabicPeriod"/>
            </a:pPr>
            <a:r>
              <a:rPr lang="en-US" altLang="en-US" sz="3600">
                <a:solidFill>
                  <a:schemeClr val="tx1"/>
                </a:solidFill>
              </a:rPr>
              <a:t>In determining the height of a tower, a stone is dropped from rest at its top. Find the height if the stone hits the ground after 8 seconds.</a:t>
            </a:r>
          </a:p>
          <a:p>
            <a:pPr algn="just" eaLnBrk="1" hangingPunct="1">
              <a:spcBef>
                <a:spcPct val="0"/>
              </a:spcBef>
              <a:buClrTx/>
              <a:buSzTx/>
              <a:buFontTx/>
              <a:buNone/>
            </a:pPr>
            <a:endParaRPr lang="en-US" altLang="en-US" sz="3600">
              <a:solidFill>
                <a:schemeClr val="tx1"/>
              </a:solidFill>
            </a:endParaRPr>
          </a:p>
          <a:p>
            <a:pPr algn="just" eaLnBrk="1" hangingPunct="1">
              <a:spcBef>
                <a:spcPct val="0"/>
              </a:spcBef>
              <a:buClrTx/>
              <a:buSzTx/>
              <a:buFontTx/>
              <a:buNone/>
            </a:pPr>
            <a:r>
              <a:rPr lang="en-US" altLang="en-US" sz="3600">
                <a:solidFill>
                  <a:schemeClr val="tx1"/>
                </a:solidFill>
              </a:rPr>
              <a:t>2. A ball is thrown up and returns to the ground after exactly 6 seconds. (a) How far up did the ball go? (b) With what velocity was the ball thrown?</a:t>
            </a: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54CBDD99-A9F4-3B4E-1ECB-551182B1B01B}"/>
                  </a:ext>
                </a:extLst>
              </p14:cNvPr>
              <p14:cNvContentPartPr/>
              <p14:nvPr/>
            </p14:nvContentPartPr>
            <p14:xfrm>
              <a:off x="4313160" y="1794960"/>
              <a:ext cx="4715280" cy="1107720"/>
            </p14:xfrm>
          </p:contentPart>
        </mc:Choice>
        <mc:Fallback xmlns="">
          <p:pic>
            <p:nvPicPr>
              <p:cNvPr id="2" name="Ink 1">
                <a:extLst>
                  <a:ext uri="{FF2B5EF4-FFF2-40B4-BE49-F238E27FC236}">
                    <a16:creationId xmlns:a16="http://schemas.microsoft.com/office/drawing/2014/main" id="{54CBDD99-A9F4-3B4E-1ECB-551182B1B01B}"/>
                  </a:ext>
                </a:extLst>
              </p:cNvPr>
              <p:cNvPicPr/>
              <p:nvPr/>
            </p:nvPicPr>
            <p:blipFill>
              <a:blip r:embed="rId3"/>
              <a:stretch>
                <a:fillRect/>
              </a:stretch>
            </p:blipFill>
            <p:spPr>
              <a:xfrm>
                <a:off x="4303800" y="1785600"/>
                <a:ext cx="4734000" cy="112644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1">
            <a:extLst>
              <a:ext uri="{FF2B5EF4-FFF2-40B4-BE49-F238E27FC236}">
                <a16:creationId xmlns:a16="http://schemas.microsoft.com/office/drawing/2014/main" id="{81E663B1-48F6-3031-A32B-C5D07C7ED1BB}"/>
              </a:ext>
            </a:extLst>
          </p:cNvPr>
          <p:cNvSpPr>
            <a:spLocks noChangeArrowheads="1"/>
          </p:cNvSpPr>
          <p:nvPr/>
        </p:nvSpPr>
        <p:spPr bwMode="auto">
          <a:xfrm>
            <a:off x="0" y="0"/>
            <a:ext cx="9144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3. A ball is thrown directly upward, with an initial speed of 8 m/s, from a height of 30 m. After what time interval does the ball strike the ground?</a:t>
            </a:r>
          </a:p>
        </p:txBody>
      </p:sp>
      <p:sp>
        <p:nvSpPr>
          <p:cNvPr id="49154" name="Rectangle 2">
            <a:extLst>
              <a:ext uri="{FF2B5EF4-FFF2-40B4-BE49-F238E27FC236}">
                <a16:creationId xmlns:a16="http://schemas.microsoft.com/office/drawing/2014/main" id="{1F1101D1-A4BF-BD26-EC5E-48CA624A82AE}"/>
              </a:ext>
            </a:extLst>
          </p:cNvPr>
          <p:cNvSpPr>
            <a:spLocks noChangeArrowheads="1"/>
          </p:cNvSpPr>
          <p:nvPr/>
        </p:nvSpPr>
        <p:spPr bwMode="auto">
          <a:xfrm>
            <a:off x="0" y="2832100"/>
            <a:ext cx="91440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4. A student throws a set of keys vertically upward to her sorority sister, who is in a window 4 m above.  The keys are caught 1.5 s later. (a) With what initial velocity were the keys thrown? (b) What was the velocity of the keys just before they were caught?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3">
            <a:extLst>
              <a:ext uri="{FF2B5EF4-FFF2-40B4-BE49-F238E27FC236}">
                <a16:creationId xmlns:a16="http://schemas.microsoft.com/office/drawing/2014/main" id="{ADE7B101-BED5-2164-C76F-265F822FAD33}"/>
              </a:ext>
            </a:extLst>
          </p:cNvPr>
          <p:cNvSpPr>
            <a:spLocks noChangeArrowheads="1"/>
          </p:cNvSpPr>
          <p:nvPr/>
        </p:nvSpPr>
        <p:spPr bwMode="auto">
          <a:xfrm>
            <a:off x="0" y="0"/>
            <a:ext cx="91440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42950" indent="-742950">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5. An object is thrown vertically upward from the top of a tower with an initial velocity of 29.4 m/s. Four seconds later, another object is dropped from the top of the tower. How many seconds will the two be at the same level?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3">
            <a:extLst>
              <a:ext uri="{FF2B5EF4-FFF2-40B4-BE49-F238E27FC236}">
                <a16:creationId xmlns:a16="http://schemas.microsoft.com/office/drawing/2014/main" id="{D39F2348-29BD-67D9-9D21-E44E3C947BF6}"/>
              </a:ext>
            </a:extLst>
          </p:cNvPr>
          <p:cNvSpPr>
            <a:spLocks noChangeArrowheads="1"/>
          </p:cNvSpPr>
          <p:nvPr/>
        </p:nvSpPr>
        <p:spPr bwMode="auto">
          <a:xfrm>
            <a:off x="0" y="0"/>
            <a:ext cx="914400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a:solidFill>
                  <a:schemeClr val="tx1"/>
                </a:solidFill>
              </a:rPr>
              <a:t>A golf ball is released from rest from the top of a very tall building. Neglecting air resistance, calculate (a) the position and (b) the velocity of the ball after 1.00, 2.00, and 3.00 s.</a:t>
            </a:r>
          </a:p>
        </p:txBody>
      </p:sp>
      <p:sp>
        <p:nvSpPr>
          <p:cNvPr id="52226" name="Rectangle 4">
            <a:extLst>
              <a:ext uri="{FF2B5EF4-FFF2-40B4-BE49-F238E27FC236}">
                <a16:creationId xmlns:a16="http://schemas.microsoft.com/office/drawing/2014/main" id="{5DD4E12A-178F-AE2E-2A1C-B68F74394EF1}"/>
              </a:ext>
            </a:extLst>
          </p:cNvPr>
          <p:cNvSpPr>
            <a:spLocks noChangeArrowheads="1"/>
          </p:cNvSpPr>
          <p:nvPr/>
        </p:nvSpPr>
        <p:spPr bwMode="auto">
          <a:xfrm>
            <a:off x="0" y="2509838"/>
            <a:ext cx="9144000"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a:solidFill>
                  <a:schemeClr val="tx1"/>
                </a:solidFill>
              </a:rPr>
              <a:t>A stone is dropped from a building and takes 5 s to hit the ground. The same stone is dropped  from a second building and it takes 10 seconds to hit the ground. How do the heights of the buildings compare? How do the final velocities of the two compare?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1">
            <a:extLst>
              <a:ext uri="{FF2B5EF4-FFF2-40B4-BE49-F238E27FC236}">
                <a16:creationId xmlns:a16="http://schemas.microsoft.com/office/drawing/2014/main" id="{00698E0A-4FBF-0B65-F78E-512D586CC54F}"/>
              </a:ext>
            </a:extLst>
          </p:cNvPr>
          <p:cNvSpPr>
            <a:spLocks noChangeArrowheads="1"/>
          </p:cNvSpPr>
          <p:nvPr/>
        </p:nvSpPr>
        <p:spPr bwMode="auto">
          <a:xfrm>
            <a:off x="0" y="0"/>
            <a:ext cx="9144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An electron in a cathode ray tube accelerates from 2 x 10</a:t>
            </a:r>
            <a:r>
              <a:rPr lang="en-US" altLang="en-US" sz="3600" baseline="30000">
                <a:solidFill>
                  <a:schemeClr val="tx1"/>
                </a:solidFill>
              </a:rPr>
              <a:t>4</a:t>
            </a:r>
            <a:r>
              <a:rPr lang="en-US" altLang="en-US" sz="3600">
                <a:solidFill>
                  <a:schemeClr val="tx1"/>
                </a:solidFill>
              </a:rPr>
              <a:t> m/s to 6 x 10</a:t>
            </a:r>
            <a:r>
              <a:rPr lang="en-US" altLang="en-US" sz="3600" baseline="30000">
                <a:solidFill>
                  <a:schemeClr val="tx1"/>
                </a:solidFill>
              </a:rPr>
              <a:t>6</a:t>
            </a:r>
            <a:r>
              <a:rPr lang="en-US" altLang="en-US" sz="3600">
                <a:solidFill>
                  <a:schemeClr val="tx1"/>
                </a:solidFill>
              </a:rPr>
              <a:t> m/s over 1.5 cm. (a) How long does the electron take to travel this 1.5 cm? (b) What is its acceleration?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1">
            <a:extLst>
              <a:ext uri="{FF2B5EF4-FFF2-40B4-BE49-F238E27FC236}">
                <a16:creationId xmlns:a16="http://schemas.microsoft.com/office/drawing/2014/main" id="{4C4B575F-0CAA-81A2-5FF6-8F87259DA6C9}"/>
              </a:ext>
            </a:extLst>
          </p:cNvPr>
          <p:cNvSpPr>
            <a:spLocks noChangeArrowheads="1"/>
          </p:cNvSpPr>
          <p:nvPr/>
        </p:nvSpPr>
        <p:spPr bwMode="auto">
          <a:xfrm>
            <a:off x="0" y="0"/>
            <a:ext cx="91440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sz="3600">
                <a:solidFill>
                  <a:schemeClr val="tx1"/>
                </a:solidFill>
              </a:rPr>
              <a:t>A  ball starts from rest and accelerates at 0.5 m/s</a:t>
            </a:r>
            <a:r>
              <a:rPr lang="en-US" altLang="en-US" sz="3600" baseline="30000">
                <a:solidFill>
                  <a:schemeClr val="tx1"/>
                </a:solidFill>
              </a:rPr>
              <a:t>2</a:t>
            </a:r>
            <a:r>
              <a:rPr lang="en-US" altLang="en-US" sz="3600">
                <a:solidFill>
                  <a:schemeClr val="tx1"/>
                </a:solidFill>
              </a:rPr>
              <a:t> while moving down an inclined plane 9 m long. When it reaches the bottom, the ball rolls up another plane, where, after moving 15 m, it comes to rest. (a) What is the speed of the ball at the bottom of the first plane? (b) How long does it take to roll down the first plane? (c) What is the acceleration along the second plane? (d) What is the ball’s speed 8 m along the second plane?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8E3D2AF-8269-4857-CA95-ADC930356B45}"/>
              </a:ext>
            </a:extLst>
          </p:cNvPr>
          <p:cNvSpPr txBox="1"/>
          <p:nvPr/>
        </p:nvSpPr>
        <p:spPr>
          <a:xfrm>
            <a:off x="0" y="533400"/>
            <a:ext cx="9144000" cy="3416300"/>
          </a:xfrm>
          <a:prstGeom prst="rect">
            <a:avLst/>
          </a:prstGeom>
          <a:noFill/>
        </p:spPr>
        <p:txBody>
          <a:bodyPr>
            <a:spAutoFit/>
          </a:bodyPr>
          <a:lstStyle/>
          <a:p>
            <a:pPr algn="just" eaLnBrk="1" fontAlgn="auto" hangingPunct="1">
              <a:spcBef>
                <a:spcPts val="0"/>
              </a:spcBef>
              <a:spcAft>
                <a:spcPts val="0"/>
              </a:spcAft>
              <a:defRPr/>
            </a:pPr>
            <a:r>
              <a:rPr lang="en-US" sz="3600" dirty="0">
                <a:latin typeface="+mn-lt"/>
                <a:cs typeface="+mn-cs"/>
              </a:rPr>
              <a:t>A particle moves along the x axis according to the equation x = 2 + 3t – 1t</a:t>
            </a:r>
            <a:r>
              <a:rPr lang="en-US" sz="3600" baseline="30000" dirty="0">
                <a:latin typeface="+mn-lt"/>
                <a:cs typeface="+mn-cs"/>
              </a:rPr>
              <a:t>2</a:t>
            </a:r>
            <a:r>
              <a:rPr lang="en-US" sz="3600" dirty="0">
                <a:latin typeface="+mn-lt"/>
                <a:cs typeface="+mn-cs"/>
              </a:rPr>
              <a:t>, where x is in meters and t is in seconds. At t = 3s, find:</a:t>
            </a:r>
          </a:p>
          <a:p>
            <a:pPr marL="742950" indent="-742950" algn="just" eaLnBrk="1" fontAlgn="auto" hangingPunct="1">
              <a:spcBef>
                <a:spcPts val="0"/>
              </a:spcBef>
              <a:spcAft>
                <a:spcPts val="0"/>
              </a:spcAft>
              <a:buFontTx/>
              <a:buAutoNum type="alphaLcParenBoth"/>
              <a:defRPr/>
            </a:pPr>
            <a:r>
              <a:rPr lang="en-US" sz="3600" dirty="0">
                <a:latin typeface="+mn-lt"/>
                <a:cs typeface="+mn-cs"/>
              </a:rPr>
              <a:t>The position of the particle</a:t>
            </a:r>
          </a:p>
          <a:p>
            <a:pPr marL="742950" indent="-742950" algn="just" eaLnBrk="1" fontAlgn="auto" hangingPunct="1">
              <a:spcBef>
                <a:spcPts val="0"/>
              </a:spcBef>
              <a:spcAft>
                <a:spcPts val="0"/>
              </a:spcAft>
              <a:buFontTx/>
              <a:buAutoNum type="alphaLcParenBoth"/>
              <a:defRPr/>
            </a:pPr>
            <a:r>
              <a:rPr lang="en-US" sz="3600" dirty="0">
                <a:latin typeface="+mn-lt"/>
                <a:cs typeface="+mn-cs"/>
              </a:rPr>
              <a:t> its velocity</a:t>
            </a:r>
          </a:p>
          <a:p>
            <a:pPr marL="742950" indent="-742950" algn="just" eaLnBrk="1" fontAlgn="auto" hangingPunct="1">
              <a:spcBef>
                <a:spcPts val="0"/>
              </a:spcBef>
              <a:spcAft>
                <a:spcPts val="0"/>
              </a:spcAft>
              <a:buFontTx/>
              <a:buAutoNum type="alphaLcParenBoth"/>
              <a:defRPr/>
            </a:pPr>
            <a:r>
              <a:rPr lang="en-US" sz="3600" dirty="0">
                <a:latin typeface="+mn-lt"/>
                <a:cs typeface="+mn-cs"/>
              </a:rPr>
              <a:t> its acceleration.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a:extLst>
              <a:ext uri="{FF2B5EF4-FFF2-40B4-BE49-F238E27FC236}">
                <a16:creationId xmlns:a16="http://schemas.microsoft.com/office/drawing/2014/main" id="{B8380D4A-A6CD-9C52-8BE9-D14877DB4745}"/>
              </a:ext>
            </a:extLst>
          </p:cNvPr>
          <p:cNvSpPr>
            <a:spLocks noChangeArrowheads="1"/>
          </p:cNvSpPr>
          <p:nvPr/>
        </p:nvSpPr>
        <p:spPr bwMode="auto">
          <a:xfrm>
            <a:off x="0" y="0"/>
            <a:ext cx="91440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a:solidFill>
                  <a:schemeClr val="tx1"/>
                </a:solidFill>
              </a:rPr>
              <a:t>The position of a derby car was observed at various times; the results are summarized in the following table. Find the average velocity of the car for (a) t = 0 to t = 1s, (b) t = 3s to t = 5s, and (c) the entire period of observation, (d) the average speed for the whole period.</a:t>
            </a:r>
          </a:p>
        </p:txBody>
      </p:sp>
      <p:pic>
        <p:nvPicPr>
          <p:cNvPr id="56322" name="Picture 2">
            <a:extLst>
              <a:ext uri="{FF2B5EF4-FFF2-40B4-BE49-F238E27FC236}">
                <a16:creationId xmlns:a16="http://schemas.microsoft.com/office/drawing/2014/main" id="{EF559C88-E6F7-6CE6-F662-9A35B412E0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563" y="3405188"/>
            <a:ext cx="8656637" cy="253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27C7D27-6957-ABFA-EA93-70C8AC279586}"/>
                  </a:ext>
                </a:extLst>
              </p14:cNvPr>
              <p14:cNvContentPartPr/>
              <p14:nvPr/>
            </p14:nvContentPartPr>
            <p14:xfrm>
              <a:off x="151920" y="4152240"/>
              <a:ext cx="330480" cy="223560"/>
            </p14:xfrm>
          </p:contentPart>
        </mc:Choice>
        <mc:Fallback xmlns="">
          <p:pic>
            <p:nvPicPr>
              <p:cNvPr id="2" name="Ink 1">
                <a:extLst>
                  <a:ext uri="{FF2B5EF4-FFF2-40B4-BE49-F238E27FC236}">
                    <a16:creationId xmlns:a16="http://schemas.microsoft.com/office/drawing/2014/main" id="{427C7D27-6957-ABFA-EA93-70C8AC279586}"/>
                  </a:ext>
                </a:extLst>
              </p:cNvPr>
              <p:cNvPicPr/>
              <p:nvPr/>
            </p:nvPicPr>
            <p:blipFill>
              <a:blip r:embed="rId4"/>
              <a:stretch>
                <a:fillRect/>
              </a:stretch>
            </p:blipFill>
            <p:spPr>
              <a:xfrm>
                <a:off x="142560" y="4142880"/>
                <a:ext cx="349200" cy="242280"/>
              </a:xfrm>
              <a:prstGeom prst="rect">
                <a:avLst/>
              </a:prstGeom>
            </p:spPr>
          </p:pic>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
            <a:extLst>
              <a:ext uri="{FF2B5EF4-FFF2-40B4-BE49-F238E27FC236}">
                <a16:creationId xmlns:a16="http://schemas.microsoft.com/office/drawing/2014/main" id="{8288BC77-F0AC-DBFC-10D6-181917EC8E02}"/>
              </a:ext>
            </a:extLst>
          </p:cNvPr>
          <p:cNvSpPr>
            <a:spLocks noChangeArrowheads="1"/>
          </p:cNvSpPr>
          <p:nvPr/>
        </p:nvSpPr>
        <p:spPr bwMode="auto">
          <a:xfrm>
            <a:off x="152400" y="0"/>
            <a:ext cx="8915400" cy="4032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70000"/>
              <a:buFont typeface="Wingdings 2" pitchFamily="2" charset="2"/>
              <a:buChar char=""/>
              <a:defRPr sz="3200">
                <a:solidFill>
                  <a:schemeClr val="tx2"/>
                </a:solidFill>
                <a:latin typeface="Franklin Gothic Book" panose="020B0503020102020204" pitchFamily="34" charset="0"/>
              </a:defRPr>
            </a:lvl1pPr>
            <a:lvl2pPr marL="742950" indent="-285750">
              <a:spcBef>
                <a:spcPct val="20000"/>
              </a:spcBef>
              <a:buClr>
                <a:schemeClr val="accent1"/>
              </a:buClr>
              <a:buSzPct val="70000"/>
              <a:buFont typeface="Wingdings 2" pitchFamily="2" charset="2"/>
              <a:buChar char=""/>
              <a:defRPr sz="2800">
                <a:solidFill>
                  <a:schemeClr val="tx2"/>
                </a:solidFill>
                <a:latin typeface="Franklin Gothic Book" panose="020B0503020102020204" pitchFamily="34" charset="0"/>
              </a:defRPr>
            </a:lvl2pPr>
            <a:lvl3pPr marL="1143000" indent="-228600">
              <a:spcBef>
                <a:spcPct val="20000"/>
              </a:spcBef>
              <a:buClr>
                <a:schemeClr val="accent1"/>
              </a:buClr>
              <a:buSzPct val="70000"/>
              <a:buFont typeface="Wingdings 2" pitchFamily="2" charset="2"/>
              <a:buChar char=""/>
              <a:defRPr sz="2400">
                <a:solidFill>
                  <a:schemeClr val="tx2"/>
                </a:solidFill>
                <a:latin typeface="Franklin Gothic Book" panose="020B0503020102020204" pitchFamily="34" charset="0"/>
              </a:defRPr>
            </a:lvl3pPr>
            <a:lvl4pPr marL="1600200" indent="-228600">
              <a:spcBef>
                <a:spcPct val="20000"/>
              </a:spcBef>
              <a:buClr>
                <a:schemeClr val="accent1"/>
              </a:buClr>
              <a:buSzPct val="70000"/>
              <a:buFont typeface="Wingdings 2" pitchFamily="2" charset="2"/>
              <a:buChar char=""/>
              <a:defRPr sz="2000">
                <a:solidFill>
                  <a:schemeClr val="tx2"/>
                </a:solidFill>
                <a:latin typeface="Franklin Gothic Book" panose="020B0503020102020204" pitchFamily="34" charset="0"/>
              </a:defRPr>
            </a:lvl4pPr>
            <a:lvl5pPr marL="2057400" indent="-228600">
              <a:spcBef>
                <a:spcPct val="20000"/>
              </a:spcBef>
              <a:buClr>
                <a:schemeClr val="accent1"/>
              </a:buClr>
              <a:buSzPct val="60000"/>
              <a:buFont typeface="Wingdings 2" pitchFamily="2" charset="2"/>
              <a:buChar char=""/>
              <a:defRPr sz="2000">
                <a:solidFill>
                  <a:schemeClr val="tx2"/>
                </a:solidFill>
                <a:latin typeface="Franklin Gothic Book" panose="020B0503020102020204" pitchFamily="34" charset="0"/>
              </a:defRPr>
            </a:lvl5pPr>
            <a:lvl6pPr marL="25146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6pPr>
            <a:lvl7pPr marL="29718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7pPr>
            <a:lvl8pPr marL="34290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8pPr>
            <a:lvl9pPr marL="3886200" indent="-228600" eaLnBrk="0" fontAlgn="base" hangingPunct="0">
              <a:spcBef>
                <a:spcPct val="20000"/>
              </a:spcBef>
              <a:spcAft>
                <a:spcPct val="0"/>
              </a:spcAft>
              <a:buClr>
                <a:schemeClr val="accent1"/>
              </a:buClr>
              <a:buSzPct val="60000"/>
              <a:buFont typeface="Wingdings 2" pitchFamily="2" charset="2"/>
              <a:buChar char=""/>
              <a:defRPr sz="2000">
                <a:solidFill>
                  <a:schemeClr val="tx2"/>
                </a:solidFill>
                <a:latin typeface="Franklin Gothic Book" panose="020B0503020102020204" pitchFamily="34" charset="0"/>
              </a:defRPr>
            </a:lvl9pPr>
          </a:lstStyle>
          <a:p>
            <a:pPr algn="just" eaLnBrk="1" hangingPunct="1">
              <a:spcBef>
                <a:spcPct val="0"/>
              </a:spcBef>
              <a:buClrTx/>
              <a:buSzTx/>
              <a:buFontTx/>
              <a:buNone/>
            </a:pPr>
            <a:r>
              <a:rPr lang="en-US" altLang="en-US">
                <a:solidFill>
                  <a:schemeClr val="tx1"/>
                </a:solidFill>
              </a:rPr>
              <a:t>An object moves along the </a:t>
            </a:r>
            <a:r>
              <a:rPr lang="en-US" altLang="en-US" i="1">
                <a:solidFill>
                  <a:schemeClr val="tx1"/>
                </a:solidFill>
              </a:rPr>
              <a:t>x axis according to the equation </a:t>
            </a:r>
            <a:r>
              <a:rPr lang="fr-FR" altLang="en-US" i="1">
                <a:solidFill>
                  <a:schemeClr val="tx1"/>
                </a:solidFill>
              </a:rPr>
              <a:t>x(t) = (3.00t</a:t>
            </a:r>
            <a:r>
              <a:rPr lang="fr-FR" altLang="en-US" i="1" baseline="30000">
                <a:solidFill>
                  <a:schemeClr val="tx1"/>
                </a:solidFill>
              </a:rPr>
              <a:t>2</a:t>
            </a:r>
            <a:r>
              <a:rPr lang="fr-FR" altLang="en-US" i="1">
                <a:solidFill>
                  <a:schemeClr val="tx1"/>
                </a:solidFill>
              </a:rPr>
              <a:t> - 2.00t + 3.00) m. Determine (a) the average </a:t>
            </a:r>
            <a:r>
              <a:rPr lang="en-US" altLang="en-US">
                <a:solidFill>
                  <a:schemeClr val="tx1"/>
                </a:solidFill>
              </a:rPr>
              <a:t>speed between </a:t>
            </a:r>
            <a:r>
              <a:rPr lang="en-US" altLang="en-US" i="1">
                <a:solidFill>
                  <a:schemeClr val="tx1"/>
                </a:solidFill>
              </a:rPr>
              <a:t>t = 2.00 s and t = 3.00 s, (b) the instantaneous </a:t>
            </a:r>
            <a:r>
              <a:rPr lang="en-US" altLang="en-US">
                <a:solidFill>
                  <a:schemeClr val="tx1"/>
                </a:solidFill>
              </a:rPr>
              <a:t>speed at </a:t>
            </a:r>
            <a:r>
              <a:rPr lang="en-US" altLang="en-US" i="1">
                <a:solidFill>
                  <a:schemeClr val="tx1"/>
                </a:solidFill>
              </a:rPr>
              <a:t>t = 2.00 s and at t = 3.00 s, (c) the average </a:t>
            </a:r>
            <a:r>
              <a:rPr lang="en-US" altLang="en-US">
                <a:solidFill>
                  <a:schemeClr val="tx1"/>
                </a:solidFill>
              </a:rPr>
              <a:t>acceleration between </a:t>
            </a:r>
            <a:r>
              <a:rPr lang="en-US" altLang="en-US" i="1">
                <a:solidFill>
                  <a:schemeClr val="tx1"/>
                </a:solidFill>
              </a:rPr>
              <a:t>t = 2.00 s and t = 3.00 s, and (d) </a:t>
            </a:r>
            <a:r>
              <a:rPr lang="en-US" altLang="en-US">
                <a:solidFill>
                  <a:schemeClr val="tx1"/>
                </a:solidFill>
              </a:rPr>
              <a:t>the instantaneous acceleration at </a:t>
            </a:r>
            <a:r>
              <a:rPr lang="en-US" altLang="en-US" i="1">
                <a:solidFill>
                  <a:schemeClr val="tx1"/>
                </a:solidFill>
              </a:rPr>
              <a:t>t = 2.00 s and t = 3.00 s.</a:t>
            </a:r>
            <a:endParaRPr lang="en-US" altLang="en-US">
              <a:solidFill>
                <a:schemeClr val="tx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Image result for free fall and projectile motion animations"/>
          <p:cNvPicPr>
            <a:picLocks noChangeAspect="1" noChangeArrowheads="1"/>
          </p:cNvPicPr>
          <p:nvPr/>
        </p:nvPicPr>
        <p:blipFill>
          <a:blip r:embed="rId2">
            <a:extLst>
              <a:ext uri="{BEBA8EAE-BF5A-486C-A8C5-ECC9F3942E4B}">
                <a14:imgProps xmlns:a14="http://schemas.microsoft.com/office/drawing/2010/main">
                  <a14:imgLayer r:embed="rId3">
                    <a14:imgEffect>
                      <a14:artisticCrisscrossEtching/>
                    </a14:imgEffect>
                  </a14:imgLayer>
                </a14:imgProps>
              </a:ext>
              <a:ext uri="{28A0092B-C50C-407E-A947-70E740481C1C}">
                <a14:useLocalDpi xmlns:a14="http://schemas.microsoft.com/office/drawing/2010/main" val="0"/>
              </a:ext>
            </a:extLst>
          </a:blip>
          <a:srcRect/>
          <a:stretch>
            <a:fillRect/>
          </a:stretch>
        </p:blipFill>
        <p:spPr bwMode="auto">
          <a:xfrm>
            <a:off x="0" y="0"/>
            <a:ext cx="9144000" cy="6858001"/>
          </a:xfrm>
          <a:prstGeom prst="rect">
            <a:avLst/>
          </a:prstGeom>
          <a:noFill/>
          <a:effectLst>
            <a:outerShdw blurRad="50800" dist="50800" dir="5400000" algn="ctr" rotWithShape="0">
              <a:srgbClr val="000000">
                <a:alpha val="32000"/>
              </a:srgbClr>
            </a:outerShdw>
          </a:effectLst>
          <a:extLst>
            <a:ext uri="{909E8E84-426E-40DD-AFC4-6F175D3DCCD1}">
              <a14:hiddenFill xmlns:a14="http://schemas.microsoft.com/office/drawing/2010/main">
                <a:solidFill>
                  <a:srgbClr val="FFFFFF"/>
                </a:solidFill>
              </a14:hiddenFill>
            </a:ext>
          </a:extLst>
        </p:spPr>
      </p:pic>
      <p:sp>
        <p:nvSpPr>
          <p:cNvPr id="2" name="Rectangle 1"/>
          <p:cNvSpPr/>
          <p:nvPr/>
        </p:nvSpPr>
        <p:spPr>
          <a:xfrm>
            <a:off x="3805155" y="5486400"/>
            <a:ext cx="5304209" cy="92333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5400" b="1" u="sng" spc="50" dirty="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rPr>
              <a:t>Projectile Motion</a:t>
            </a:r>
          </a:p>
        </p:txBody>
      </p:sp>
    </p:spTree>
    <p:extLst>
      <p:ext uri="{BB962C8B-B14F-4D97-AF65-F5344CB8AC3E}">
        <p14:creationId xmlns:p14="http://schemas.microsoft.com/office/powerpoint/2010/main" val="27020608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descr="Image result for free fall and projectile motion animated pic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p:cNvSpPr/>
          <p:nvPr/>
        </p:nvSpPr>
        <p:spPr>
          <a:xfrm>
            <a:off x="155574" y="685800"/>
            <a:ext cx="8607425" cy="646331"/>
          </a:xfrm>
          <a:prstGeom prst="rect">
            <a:avLst/>
          </a:prstGeom>
        </p:spPr>
        <p:txBody>
          <a:bodyPr wrap="square">
            <a:spAutoFit/>
          </a:bodyPr>
          <a:lstStyle/>
          <a:p>
            <a:r>
              <a:rPr lang="en-US" dirty="0">
                <a:hlinkClick r:id="rId2"/>
              </a:rPr>
              <a:t>https://phet.colorado.edu/sims/projectile-motion/projectile-motion_en.html</a:t>
            </a:r>
            <a:endParaRPr lang="en-US" dirty="0"/>
          </a:p>
          <a:p>
            <a:endParaRPr lang="en-US" dirty="0"/>
          </a:p>
        </p:txBody>
      </p:sp>
    </p:spTree>
    <p:extLst>
      <p:ext uri="{BB962C8B-B14F-4D97-AF65-F5344CB8AC3E}">
        <p14:creationId xmlns:p14="http://schemas.microsoft.com/office/powerpoint/2010/main" val="26566007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descr="Image result for free fall and projectile motion animated pic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218" name="Picture 2" descr="Image result for horizontal projectile mo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04800"/>
            <a:ext cx="5715341" cy="28194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570" y="3505200"/>
            <a:ext cx="4800600" cy="2946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263058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descr="Image result for free fall and projectile motion animated pic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218" name="Picture 2" descr="Image result for horizontal projectile mo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41" y="2438400"/>
            <a:ext cx="7105559" cy="3505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068436" y="0"/>
            <a:ext cx="6856364" cy="646331"/>
          </a:xfrm>
          <a:prstGeom prst="rect">
            <a:avLst/>
          </a:prstGeom>
          <a:noFill/>
        </p:spPr>
        <p:txBody>
          <a:bodyPr wrap="none" rtlCol="0">
            <a:spAutoFit/>
          </a:bodyPr>
          <a:lstStyle/>
          <a:p>
            <a:r>
              <a:rPr lang="en-US" sz="3600" b="1" dirty="0">
                <a:latin typeface="Algerian" panose="04020705040A02060702" pitchFamily="82" charset="0"/>
              </a:rPr>
              <a:t>Fired/thrown horizontally</a:t>
            </a:r>
          </a:p>
        </p:txBody>
      </p:sp>
    </p:spTree>
    <p:extLst>
      <p:ext uri="{BB962C8B-B14F-4D97-AF65-F5344CB8AC3E}">
        <p14:creationId xmlns:p14="http://schemas.microsoft.com/office/powerpoint/2010/main" val="36801554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descr="Image result for free fall and projectile motion animated pic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p:cNvSpPr txBox="1"/>
          <p:nvPr/>
        </p:nvSpPr>
        <p:spPr>
          <a:xfrm>
            <a:off x="1068436" y="0"/>
            <a:ext cx="6856364" cy="646331"/>
          </a:xfrm>
          <a:prstGeom prst="rect">
            <a:avLst/>
          </a:prstGeom>
          <a:noFill/>
        </p:spPr>
        <p:txBody>
          <a:bodyPr wrap="none" rtlCol="0">
            <a:spAutoFit/>
          </a:bodyPr>
          <a:lstStyle/>
          <a:p>
            <a:r>
              <a:rPr lang="en-US" sz="3600" b="1" dirty="0">
                <a:latin typeface="Algerian" panose="04020705040A02060702" pitchFamily="82" charset="0"/>
              </a:rPr>
              <a:t>Fired/thrown horizontally</a:t>
            </a:r>
          </a:p>
        </p:txBody>
      </p:sp>
      <p:sp>
        <p:nvSpPr>
          <p:cNvPr id="4" name="TextBox 3"/>
          <p:cNvSpPr txBox="1"/>
          <p:nvPr/>
        </p:nvSpPr>
        <p:spPr>
          <a:xfrm>
            <a:off x="0" y="762000"/>
            <a:ext cx="8683625" cy="1938992"/>
          </a:xfrm>
          <a:prstGeom prst="rect">
            <a:avLst/>
          </a:prstGeom>
          <a:noFill/>
        </p:spPr>
        <p:txBody>
          <a:bodyPr wrap="square" rtlCol="0">
            <a:spAutoFit/>
          </a:bodyPr>
          <a:lstStyle/>
          <a:p>
            <a:pPr lvl="0"/>
            <a:r>
              <a:rPr lang="en-CA" sz="2400" dirty="0">
                <a:latin typeface="Arial" panose="020B0604020202020204" pitchFamily="34" charset="0"/>
                <a:cs typeface="Arial" panose="020B0604020202020204" pitchFamily="34" charset="0"/>
              </a:rPr>
              <a:t>1) A ball rolls off a desk at a speed of 3.0 m/s and lands 0.40 seconds later.</a:t>
            </a:r>
            <a:endParaRPr lang="en-US" sz="2400" dirty="0">
              <a:latin typeface="Arial" panose="020B0604020202020204" pitchFamily="34" charset="0"/>
              <a:cs typeface="Arial" panose="020B0604020202020204" pitchFamily="34" charset="0"/>
            </a:endParaRPr>
          </a:p>
          <a:p>
            <a:pPr lvl="0" fontAlgn="base" hangingPunct="0"/>
            <a:r>
              <a:rPr lang="en-US" sz="2400" dirty="0">
                <a:latin typeface="Arial" panose="020B0604020202020204" pitchFamily="34" charset="0"/>
                <a:cs typeface="Arial" panose="020B0604020202020204" pitchFamily="34" charset="0"/>
              </a:rPr>
              <a:t>a) How far from the base of the desk does the ball land?</a:t>
            </a:r>
          </a:p>
          <a:p>
            <a:pPr lvl="0" fontAlgn="base" hangingPunct="0"/>
            <a:r>
              <a:rPr lang="en-US" sz="2400" dirty="0">
                <a:latin typeface="Arial" panose="020B0604020202020204" pitchFamily="34" charset="0"/>
                <a:cs typeface="Arial" panose="020B0604020202020204" pitchFamily="34" charset="0"/>
              </a:rPr>
              <a:t>b) How high is the desk?</a:t>
            </a:r>
          </a:p>
          <a:p>
            <a:pPr lvl="0" fontAlgn="base" hangingPunct="0"/>
            <a:r>
              <a:rPr lang="en-US" sz="2400" dirty="0">
                <a:latin typeface="Arial" panose="020B0604020202020204" pitchFamily="34" charset="0"/>
                <a:cs typeface="Arial" panose="020B0604020202020204" pitchFamily="34" charset="0"/>
              </a:rPr>
              <a:t>c) What is the speed and angle of impact?</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4BA79231-E3EB-8B45-99E7-401E589CA0E7}"/>
                  </a:ext>
                </a:extLst>
              </p14:cNvPr>
              <p14:cNvContentPartPr/>
              <p14:nvPr/>
            </p14:nvContentPartPr>
            <p14:xfrm>
              <a:off x="415800" y="705600"/>
              <a:ext cx="8577720" cy="6028200"/>
            </p14:xfrm>
          </p:contentPart>
        </mc:Choice>
        <mc:Fallback xmlns="">
          <p:pic>
            <p:nvPicPr>
              <p:cNvPr id="5" name="Ink 4">
                <a:extLst>
                  <a:ext uri="{FF2B5EF4-FFF2-40B4-BE49-F238E27FC236}">
                    <a16:creationId xmlns:a16="http://schemas.microsoft.com/office/drawing/2014/main" id="{4BA79231-E3EB-8B45-99E7-401E589CA0E7}"/>
                  </a:ext>
                </a:extLst>
              </p:cNvPr>
              <p:cNvPicPr/>
              <p:nvPr/>
            </p:nvPicPr>
            <p:blipFill>
              <a:blip r:embed="rId3"/>
              <a:stretch>
                <a:fillRect/>
              </a:stretch>
            </p:blipFill>
            <p:spPr>
              <a:xfrm>
                <a:off x="399600" y="689400"/>
                <a:ext cx="8610120" cy="6060600"/>
              </a:xfrm>
              <a:prstGeom prst="rect">
                <a:avLst/>
              </a:prstGeom>
            </p:spPr>
          </p:pic>
        </mc:Fallback>
      </mc:AlternateContent>
    </p:spTree>
    <p:extLst>
      <p:ext uri="{BB962C8B-B14F-4D97-AF65-F5344CB8AC3E}">
        <p14:creationId xmlns:p14="http://schemas.microsoft.com/office/powerpoint/2010/main" val="1212859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descr="Image result for free fall and projectile motion animated pic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p:cNvSpPr txBox="1"/>
          <p:nvPr/>
        </p:nvSpPr>
        <p:spPr>
          <a:xfrm>
            <a:off x="1068436" y="0"/>
            <a:ext cx="6856364" cy="646331"/>
          </a:xfrm>
          <a:prstGeom prst="rect">
            <a:avLst/>
          </a:prstGeom>
          <a:noFill/>
        </p:spPr>
        <p:txBody>
          <a:bodyPr wrap="none" rtlCol="0">
            <a:spAutoFit/>
          </a:bodyPr>
          <a:lstStyle/>
          <a:p>
            <a:r>
              <a:rPr lang="en-US" sz="3600" b="1" dirty="0">
                <a:latin typeface="Algerian" panose="04020705040A02060702" pitchFamily="82" charset="0"/>
              </a:rPr>
              <a:t>Fired/thrown horizontally</a:t>
            </a:r>
          </a:p>
        </p:txBody>
      </p:sp>
      <p:sp>
        <p:nvSpPr>
          <p:cNvPr id="4" name="TextBox 3"/>
          <p:cNvSpPr txBox="1"/>
          <p:nvPr/>
        </p:nvSpPr>
        <p:spPr>
          <a:xfrm>
            <a:off x="0" y="762000"/>
            <a:ext cx="8683625" cy="1938992"/>
          </a:xfrm>
          <a:prstGeom prst="rect">
            <a:avLst/>
          </a:prstGeom>
          <a:noFill/>
        </p:spPr>
        <p:txBody>
          <a:bodyPr wrap="square" rtlCol="0">
            <a:spAutoFit/>
          </a:bodyPr>
          <a:lstStyle/>
          <a:p>
            <a:pPr lvl="0"/>
            <a:r>
              <a:rPr lang="en-CA" sz="2400" dirty="0">
                <a:latin typeface="Arial" panose="020B0604020202020204" pitchFamily="34" charset="0"/>
                <a:cs typeface="Arial" panose="020B0604020202020204" pitchFamily="34" charset="0"/>
              </a:rPr>
              <a:t>1) A ball rolls off a desk at a speed of 3.0 m/s and lands 0.40 seconds later.</a:t>
            </a:r>
            <a:endParaRPr lang="en-US" sz="2400" dirty="0">
              <a:latin typeface="Arial" panose="020B0604020202020204" pitchFamily="34" charset="0"/>
              <a:cs typeface="Arial" panose="020B0604020202020204" pitchFamily="34" charset="0"/>
            </a:endParaRPr>
          </a:p>
          <a:p>
            <a:pPr lvl="0" fontAlgn="base" hangingPunct="0"/>
            <a:r>
              <a:rPr lang="en-US" sz="2400" dirty="0">
                <a:latin typeface="Arial" panose="020B0604020202020204" pitchFamily="34" charset="0"/>
                <a:cs typeface="Arial" panose="020B0604020202020204" pitchFamily="34" charset="0"/>
              </a:rPr>
              <a:t>a) How far from the base of the desk does the ball land?</a:t>
            </a:r>
          </a:p>
          <a:p>
            <a:pPr lvl="0" fontAlgn="base" hangingPunct="0"/>
            <a:r>
              <a:rPr lang="en-US" sz="2400" dirty="0">
                <a:latin typeface="Arial" panose="020B0604020202020204" pitchFamily="34" charset="0"/>
                <a:cs typeface="Arial" panose="020B0604020202020204" pitchFamily="34" charset="0"/>
              </a:rPr>
              <a:t>b) How high is the desk?</a:t>
            </a:r>
          </a:p>
          <a:p>
            <a:pPr lvl="0" fontAlgn="base" hangingPunct="0"/>
            <a:r>
              <a:rPr lang="en-US" sz="2400" dirty="0">
                <a:latin typeface="Arial" panose="020B0604020202020204" pitchFamily="34" charset="0"/>
                <a:cs typeface="Arial" panose="020B0604020202020204" pitchFamily="34" charset="0"/>
              </a:rPr>
              <a:t>c) What is the speed and angle of impact?</a:t>
            </a:r>
          </a:p>
        </p:txBody>
      </p:sp>
      <mc:AlternateContent xmlns:mc="http://schemas.openxmlformats.org/markup-compatibility/2006" xmlns:p14="http://schemas.microsoft.com/office/powerpoint/2010/main">
        <mc:Choice Requires="p14">
          <p:contentPart p14:bwMode="auto" r:id="rId2">
            <p14:nvContentPartPr>
              <p14:cNvPr id="5" name="Ink 4"/>
              <p14:cNvContentPartPr/>
              <p14:nvPr/>
            </p14:nvContentPartPr>
            <p14:xfrm>
              <a:off x="-18000" y="1152000"/>
              <a:ext cx="9099720" cy="5572440"/>
            </p14:xfrm>
          </p:contentPart>
        </mc:Choice>
        <mc:Fallback xmlns="">
          <p:pic>
            <p:nvPicPr>
              <p:cNvPr id="5" name="Ink 4"/>
              <p:cNvPicPr/>
              <p:nvPr/>
            </p:nvPicPr>
            <p:blipFill>
              <a:blip r:embed="rId3"/>
              <a:stretch>
                <a:fillRect/>
              </a:stretch>
            </p:blipFill>
            <p:spPr>
              <a:xfrm>
                <a:off x="-27360" y="1142640"/>
                <a:ext cx="9118440" cy="5591160"/>
              </a:xfrm>
              <a:prstGeom prst="rect">
                <a:avLst/>
              </a:prstGeom>
            </p:spPr>
          </p:pic>
        </mc:Fallback>
      </mc:AlternateContent>
    </p:spTree>
    <p:extLst>
      <p:ext uri="{BB962C8B-B14F-4D97-AF65-F5344CB8AC3E}">
        <p14:creationId xmlns:p14="http://schemas.microsoft.com/office/powerpoint/2010/main" val="3478705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descr="Image result for free fall and projectile motion animated pic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p:cNvSpPr txBox="1"/>
          <p:nvPr/>
        </p:nvSpPr>
        <p:spPr>
          <a:xfrm>
            <a:off x="1068436" y="0"/>
            <a:ext cx="6856364" cy="646331"/>
          </a:xfrm>
          <a:prstGeom prst="rect">
            <a:avLst/>
          </a:prstGeom>
          <a:noFill/>
        </p:spPr>
        <p:txBody>
          <a:bodyPr wrap="none" rtlCol="0">
            <a:spAutoFit/>
          </a:bodyPr>
          <a:lstStyle/>
          <a:p>
            <a:r>
              <a:rPr lang="en-US" sz="3600" b="1" dirty="0">
                <a:latin typeface="Algerian" panose="04020705040A02060702" pitchFamily="82" charset="0"/>
              </a:rPr>
              <a:t>Fired/thrown horizontally</a:t>
            </a:r>
          </a:p>
        </p:txBody>
      </p:sp>
      <p:sp>
        <p:nvSpPr>
          <p:cNvPr id="4" name="TextBox 3"/>
          <p:cNvSpPr txBox="1"/>
          <p:nvPr/>
        </p:nvSpPr>
        <p:spPr>
          <a:xfrm>
            <a:off x="0" y="762000"/>
            <a:ext cx="8683625" cy="1569660"/>
          </a:xfrm>
          <a:prstGeom prst="rect">
            <a:avLst/>
          </a:prstGeom>
          <a:noFill/>
        </p:spPr>
        <p:txBody>
          <a:bodyPr wrap="square" rtlCol="0">
            <a:spAutoFit/>
          </a:bodyPr>
          <a:lstStyle/>
          <a:p>
            <a:pPr lvl="0"/>
            <a:r>
              <a:rPr lang="en-CA" sz="2400" dirty="0">
                <a:latin typeface="Arial" panose="020B0604020202020204" pitchFamily="34" charset="0"/>
                <a:cs typeface="Arial" panose="020B0604020202020204" pitchFamily="34" charset="0"/>
              </a:rPr>
              <a:t>2) A rescue pilot drops a survival kit while her plane is flying at an altitude of 2000.0 m with a forward velocity of 100.0 m/s. If air friction is disregarded, how far in advance of the starving explorer’s drop zone should she release the package?  </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9CE2543B-DA0B-F246-8E4E-8D1C4267F610}"/>
                  </a:ext>
                </a:extLst>
              </p14:cNvPr>
              <p14:cNvContentPartPr/>
              <p14:nvPr/>
            </p14:nvContentPartPr>
            <p14:xfrm>
              <a:off x="107280" y="2346840"/>
              <a:ext cx="7821720" cy="3931560"/>
            </p14:xfrm>
          </p:contentPart>
        </mc:Choice>
        <mc:Fallback xmlns="">
          <p:pic>
            <p:nvPicPr>
              <p:cNvPr id="5" name="Ink 4">
                <a:extLst>
                  <a:ext uri="{FF2B5EF4-FFF2-40B4-BE49-F238E27FC236}">
                    <a16:creationId xmlns:a16="http://schemas.microsoft.com/office/drawing/2014/main" id="{9CE2543B-DA0B-F246-8E4E-8D1C4267F610}"/>
                  </a:ext>
                </a:extLst>
              </p:cNvPr>
              <p:cNvPicPr/>
              <p:nvPr/>
            </p:nvPicPr>
            <p:blipFill>
              <a:blip r:embed="rId3"/>
              <a:stretch>
                <a:fillRect/>
              </a:stretch>
            </p:blipFill>
            <p:spPr>
              <a:xfrm>
                <a:off x="91080" y="2330640"/>
                <a:ext cx="7854120" cy="3963960"/>
              </a:xfrm>
              <a:prstGeom prst="rect">
                <a:avLst/>
              </a:prstGeom>
            </p:spPr>
          </p:pic>
        </mc:Fallback>
      </mc:AlternateContent>
    </p:spTree>
    <p:extLst>
      <p:ext uri="{BB962C8B-B14F-4D97-AF65-F5344CB8AC3E}">
        <p14:creationId xmlns:p14="http://schemas.microsoft.com/office/powerpoint/2010/main" val="375871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descr="Image result for free fall and projectile motion animated pic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p:cNvSpPr txBox="1"/>
          <p:nvPr/>
        </p:nvSpPr>
        <p:spPr>
          <a:xfrm>
            <a:off x="1068436" y="0"/>
            <a:ext cx="6856364" cy="646331"/>
          </a:xfrm>
          <a:prstGeom prst="rect">
            <a:avLst/>
          </a:prstGeom>
          <a:noFill/>
        </p:spPr>
        <p:txBody>
          <a:bodyPr wrap="none" rtlCol="0">
            <a:spAutoFit/>
          </a:bodyPr>
          <a:lstStyle/>
          <a:p>
            <a:r>
              <a:rPr lang="en-US" sz="3600" b="1" dirty="0">
                <a:latin typeface="Algerian" panose="04020705040A02060702" pitchFamily="82" charset="0"/>
              </a:rPr>
              <a:t>Fired/thrown horizontally</a:t>
            </a:r>
          </a:p>
        </p:txBody>
      </p:sp>
      <p:sp>
        <p:nvSpPr>
          <p:cNvPr id="4" name="TextBox 3"/>
          <p:cNvSpPr txBox="1"/>
          <p:nvPr/>
        </p:nvSpPr>
        <p:spPr>
          <a:xfrm>
            <a:off x="0" y="762000"/>
            <a:ext cx="8683625" cy="1569660"/>
          </a:xfrm>
          <a:prstGeom prst="rect">
            <a:avLst/>
          </a:prstGeom>
          <a:noFill/>
        </p:spPr>
        <p:txBody>
          <a:bodyPr wrap="square" rtlCol="0">
            <a:spAutoFit/>
          </a:bodyPr>
          <a:lstStyle/>
          <a:p>
            <a:pPr lvl="0"/>
            <a:r>
              <a:rPr lang="en-CA" sz="2400" dirty="0">
                <a:latin typeface="Arial" panose="020B0604020202020204" pitchFamily="34" charset="0"/>
                <a:cs typeface="Arial" panose="020B0604020202020204" pitchFamily="34" charset="0"/>
              </a:rPr>
              <a:t>2) A rescue pilot drops a survival kit while her plane is flying at an altitude of 2000.0 m with a forward velocity of 100.0 m/s. If air friction is disregarded, how far in advance of the starving explorer’s drop zone should she release the package?  </a:t>
            </a:r>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p14="http://schemas.microsoft.com/office/powerpoint/2010/main">
        <mc:Choice Requires="p14">
          <p:contentPart p14:bwMode="auto" r:id="rId2">
            <p14:nvContentPartPr>
              <p14:cNvPr id="7" name="Ink 6"/>
              <p14:cNvContentPartPr/>
              <p14:nvPr/>
            </p14:nvContentPartPr>
            <p14:xfrm>
              <a:off x="107280" y="2250360"/>
              <a:ext cx="8367480" cy="4268520"/>
            </p14:xfrm>
          </p:contentPart>
        </mc:Choice>
        <mc:Fallback xmlns="">
          <p:pic>
            <p:nvPicPr>
              <p:cNvPr id="7" name="Ink 6"/>
              <p:cNvPicPr/>
              <p:nvPr/>
            </p:nvPicPr>
            <p:blipFill>
              <a:blip r:embed="rId3"/>
              <a:stretch>
                <a:fillRect/>
              </a:stretch>
            </p:blipFill>
            <p:spPr>
              <a:xfrm>
                <a:off x="97920" y="2241000"/>
                <a:ext cx="8386200" cy="4287240"/>
              </a:xfrm>
              <a:prstGeom prst="rect">
                <a:avLst/>
              </a:prstGeom>
            </p:spPr>
          </p:pic>
        </mc:Fallback>
      </mc:AlternateContent>
    </p:spTree>
    <p:extLst>
      <p:ext uri="{BB962C8B-B14F-4D97-AF65-F5344CB8AC3E}">
        <p14:creationId xmlns:p14="http://schemas.microsoft.com/office/powerpoint/2010/main" val="4238841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057525"/>
            <a:ext cx="5695950" cy="3495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04875"/>
            <a:ext cx="7867650" cy="2066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068436" y="0"/>
            <a:ext cx="6516528" cy="646331"/>
          </a:xfrm>
          <a:prstGeom prst="rect">
            <a:avLst/>
          </a:prstGeom>
          <a:noFill/>
        </p:spPr>
        <p:txBody>
          <a:bodyPr wrap="none" rtlCol="0">
            <a:spAutoFit/>
          </a:bodyPr>
          <a:lstStyle/>
          <a:p>
            <a:r>
              <a:rPr lang="en-US" sz="3600" b="1" dirty="0">
                <a:latin typeface="Algerian" panose="04020705040A02060702" pitchFamily="82" charset="0"/>
              </a:rPr>
              <a:t>Fired/thrown at an angle</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6026BCE-A146-7D43-9A95-70DCBEAE3465}"/>
                  </a:ext>
                </a:extLst>
              </p14:cNvPr>
              <p14:cNvContentPartPr/>
              <p14:nvPr/>
            </p14:nvContentPartPr>
            <p14:xfrm>
              <a:off x="653760" y="566640"/>
              <a:ext cx="7518600" cy="4984560"/>
            </p14:xfrm>
          </p:contentPart>
        </mc:Choice>
        <mc:Fallback xmlns="">
          <p:pic>
            <p:nvPicPr>
              <p:cNvPr id="2" name="Ink 1">
                <a:extLst>
                  <a:ext uri="{FF2B5EF4-FFF2-40B4-BE49-F238E27FC236}">
                    <a16:creationId xmlns:a16="http://schemas.microsoft.com/office/drawing/2014/main" id="{A6026BCE-A146-7D43-9A95-70DCBEAE3465}"/>
                  </a:ext>
                </a:extLst>
              </p:cNvPr>
              <p:cNvPicPr/>
              <p:nvPr/>
            </p:nvPicPr>
            <p:blipFill>
              <a:blip r:embed="rId5"/>
              <a:stretch>
                <a:fillRect/>
              </a:stretch>
            </p:blipFill>
            <p:spPr>
              <a:xfrm>
                <a:off x="637560" y="550440"/>
                <a:ext cx="7551000" cy="5016960"/>
              </a:xfrm>
              <a:prstGeom prst="rect">
                <a:avLst/>
              </a:prstGeom>
            </p:spPr>
          </p:pic>
        </mc:Fallback>
      </mc:AlternateContent>
    </p:spTree>
    <p:extLst>
      <p:ext uri="{BB962C8B-B14F-4D97-AF65-F5344CB8AC3E}">
        <p14:creationId xmlns:p14="http://schemas.microsoft.com/office/powerpoint/2010/main" val="590194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5"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600325"/>
            <a:ext cx="5695950" cy="3495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62000"/>
            <a:ext cx="7848600" cy="1809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068436" y="0"/>
            <a:ext cx="6516528" cy="646331"/>
          </a:xfrm>
          <a:prstGeom prst="rect">
            <a:avLst/>
          </a:prstGeom>
          <a:noFill/>
        </p:spPr>
        <p:txBody>
          <a:bodyPr wrap="none" rtlCol="0">
            <a:spAutoFit/>
          </a:bodyPr>
          <a:lstStyle/>
          <a:p>
            <a:r>
              <a:rPr lang="en-US" sz="3600" b="1" dirty="0">
                <a:latin typeface="Algerian" panose="04020705040A02060702" pitchFamily="82" charset="0"/>
              </a:rPr>
              <a:t>Fired/thrown at an angle</a:t>
            </a: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4D56C930-2B0A-B14E-BFDA-16265E211C7F}"/>
                  </a:ext>
                </a:extLst>
              </p14:cNvPr>
              <p14:cNvContentPartPr/>
              <p14:nvPr/>
            </p14:nvContentPartPr>
            <p14:xfrm>
              <a:off x="46800" y="509400"/>
              <a:ext cx="5095440" cy="4213800"/>
            </p14:xfrm>
          </p:contentPart>
        </mc:Choice>
        <mc:Fallback xmlns="">
          <p:pic>
            <p:nvPicPr>
              <p:cNvPr id="2" name="Ink 1">
                <a:extLst>
                  <a:ext uri="{FF2B5EF4-FFF2-40B4-BE49-F238E27FC236}">
                    <a16:creationId xmlns:a16="http://schemas.microsoft.com/office/drawing/2014/main" id="{4D56C930-2B0A-B14E-BFDA-16265E211C7F}"/>
                  </a:ext>
                </a:extLst>
              </p:cNvPr>
              <p:cNvPicPr/>
              <p:nvPr/>
            </p:nvPicPr>
            <p:blipFill>
              <a:blip r:embed="rId5"/>
              <a:stretch>
                <a:fillRect/>
              </a:stretch>
            </p:blipFill>
            <p:spPr>
              <a:xfrm>
                <a:off x="30600" y="493200"/>
                <a:ext cx="5133240" cy="4246200"/>
              </a:xfrm>
              <a:prstGeom prst="rect">
                <a:avLst/>
              </a:prstGeom>
            </p:spPr>
          </p:pic>
        </mc:Fallback>
      </mc:AlternateContent>
    </p:spTree>
    <p:extLst>
      <p:ext uri="{BB962C8B-B14F-4D97-AF65-F5344CB8AC3E}">
        <p14:creationId xmlns:p14="http://schemas.microsoft.com/office/powerpoint/2010/main" val="224424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334" y="0"/>
            <a:ext cx="8826411" cy="312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4050" y="3327689"/>
            <a:ext cx="5695950" cy="3495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0205541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1"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048" y="3733800"/>
            <a:ext cx="6096552" cy="1724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189" y="304800"/>
            <a:ext cx="8826411" cy="3124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4">
            <p14:nvContentPartPr>
              <p14:cNvPr id="2" name="Ink 1"/>
              <p14:cNvContentPartPr/>
              <p14:nvPr/>
            </p14:nvContentPartPr>
            <p14:xfrm>
              <a:off x="5143320" y="3857760"/>
              <a:ext cx="3643920" cy="1857600"/>
            </p14:xfrm>
          </p:contentPart>
        </mc:Choice>
        <mc:Fallback xmlns="">
          <p:pic>
            <p:nvPicPr>
              <p:cNvPr id="2" name="Ink 1"/>
              <p:cNvPicPr/>
              <p:nvPr/>
            </p:nvPicPr>
            <p:blipFill>
              <a:blip r:embed="rId5"/>
              <a:stretch>
                <a:fillRect/>
              </a:stretch>
            </p:blipFill>
            <p:spPr>
              <a:xfrm>
                <a:off x="5133960" y="3848400"/>
                <a:ext cx="3662640" cy="1876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F62201DA-92F6-1540-BFB5-DFA0B5E24917}"/>
                  </a:ext>
                </a:extLst>
              </p14:cNvPr>
              <p14:cNvContentPartPr/>
              <p14:nvPr/>
            </p14:nvContentPartPr>
            <p14:xfrm>
              <a:off x="288360" y="5004360"/>
              <a:ext cx="6732360" cy="1813680"/>
            </p14:xfrm>
          </p:contentPart>
        </mc:Choice>
        <mc:Fallback xmlns="">
          <p:pic>
            <p:nvPicPr>
              <p:cNvPr id="3" name="Ink 2">
                <a:extLst>
                  <a:ext uri="{FF2B5EF4-FFF2-40B4-BE49-F238E27FC236}">
                    <a16:creationId xmlns:a16="http://schemas.microsoft.com/office/drawing/2014/main" id="{F62201DA-92F6-1540-BFB5-DFA0B5E24917}"/>
                  </a:ext>
                </a:extLst>
              </p:cNvPr>
              <p:cNvPicPr/>
              <p:nvPr/>
            </p:nvPicPr>
            <p:blipFill>
              <a:blip r:embed="rId7"/>
              <a:stretch>
                <a:fillRect/>
              </a:stretch>
            </p:blipFill>
            <p:spPr>
              <a:xfrm>
                <a:off x="272160" y="4988160"/>
                <a:ext cx="6764760" cy="1846080"/>
              </a:xfrm>
              <a:prstGeom prst="rect">
                <a:avLst/>
              </a:prstGeom>
            </p:spPr>
          </p:pic>
        </mc:Fallback>
      </mc:AlternateContent>
    </p:spTree>
    <p:extLst>
      <p:ext uri="{BB962C8B-B14F-4D97-AF65-F5344CB8AC3E}">
        <p14:creationId xmlns:p14="http://schemas.microsoft.com/office/powerpoint/2010/main" val="34623421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0"/>
                <a:ext cx="8686800" cy="1208664"/>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3) A ball is thrown at an angle of 30° above the horizontal at a speed of 20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Calculate its range and the maximum height reached.</a:t>
                </a:r>
              </a:p>
            </p:txBody>
          </p:sp>
        </mc:Choice>
        <mc:Fallback xmlns="">
          <p:sp>
            <p:nvSpPr>
              <p:cNvPr id="2" name="Rectangle 1"/>
              <p:cNvSpPr>
                <a:spLocks noRot="1" noChangeAspect="1" noMove="1" noResize="1" noEditPoints="1" noAdjustHandles="1" noChangeArrowheads="1" noChangeShapeType="1" noTextEdit="1"/>
              </p:cNvSpPr>
              <p:nvPr/>
            </p:nvSpPr>
            <p:spPr>
              <a:xfrm>
                <a:off x="0" y="0"/>
                <a:ext cx="8686800" cy="1208664"/>
              </a:xfrm>
              <a:prstGeom prst="rect">
                <a:avLst/>
              </a:prstGeom>
              <a:blipFill>
                <a:blip r:embed="rId2"/>
                <a:stretch>
                  <a:fillRect l="-1170" t="-4167" b="-9375"/>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3A7B6E2-E527-874C-BCB8-16CCFE8BA9E8}"/>
                  </a:ext>
                </a:extLst>
              </p14:cNvPr>
              <p14:cNvContentPartPr/>
              <p14:nvPr/>
            </p14:nvContentPartPr>
            <p14:xfrm>
              <a:off x="506160" y="1722960"/>
              <a:ext cx="4220280" cy="2165760"/>
            </p14:xfrm>
          </p:contentPart>
        </mc:Choice>
        <mc:Fallback xmlns="">
          <p:pic>
            <p:nvPicPr>
              <p:cNvPr id="4" name="Ink 3">
                <a:extLst>
                  <a:ext uri="{FF2B5EF4-FFF2-40B4-BE49-F238E27FC236}">
                    <a16:creationId xmlns:a16="http://schemas.microsoft.com/office/drawing/2014/main" id="{93A7B6E2-E527-874C-BCB8-16CCFE8BA9E8}"/>
                  </a:ext>
                </a:extLst>
              </p:cNvPr>
              <p:cNvPicPr/>
              <p:nvPr/>
            </p:nvPicPr>
            <p:blipFill>
              <a:blip r:embed="rId4"/>
              <a:stretch>
                <a:fillRect/>
              </a:stretch>
            </p:blipFill>
            <p:spPr>
              <a:xfrm>
                <a:off x="484560" y="1706760"/>
                <a:ext cx="4258080" cy="2198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8F45175C-45DB-5444-864B-7555ECE5D6FC}"/>
                  </a:ext>
                </a:extLst>
              </p14:cNvPr>
              <p14:cNvContentPartPr/>
              <p14:nvPr/>
            </p14:nvContentPartPr>
            <p14:xfrm>
              <a:off x="207720" y="757800"/>
              <a:ext cx="8924040" cy="6076800"/>
            </p14:xfrm>
          </p:contentPart>
        </mc:Choice>
        <mc:Fallback xmlns="">
          <p:pic>
            <p:nvPicPr>
              <p:cNvPr id="3" name="Ink 2">
                <a:extLst>
                  <a:ext uri="{FF2B5EF4-FFF2-40B4-BE49-F238E27FC236}">
                    <a16:creationId xmlns:a16="http://schemas.microsoft.com/office/drawing/2014/main" id="{8F45175C-45DB-5444-864B-7555ECE5D6FC}"/>
                  </a:ext>
                </a:extLst>
              </p:cNvPr>
              <p:cNvPicPr/>
              <p:nvPr/>
            </p:nvPicPr>
            <p:blipFill>
              <a:blip r:embed="rId6"/>
              <a:stretch>
                <a:fillRect/>
              </a:stretch>
            </p:blipFill>
            <p:spPr>
              <a:xfrm>
                <a:off x="191520" y="741600"/>
                <a:ext cx="8956440" cy="6109200"/>
              </a:xfrm>
              <a:prstGeom prst="rect">
                <a:avLst/>
              </a:prstGeom>
            </p:spPr>
          </p:pic>
        </mc:Fallback>
      </mc:AlternateContent>
    </p:spTree>
    <p:extLst>
      <p:ext uri="{BB962C8B-B14F-4D97-AF65-F5344CB8AC3E}">
        <p14:creationId xmlns:p14="http://schemas.microsoft.com/office/powerpoint/2010/main" val="410443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0"/>
                <a:ext cx="8686800" cy="1208664"/>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3) A ball is thrown at an angle of 30° above the horizontal at a speed of 20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Calculate its range and the maximum height reached.</a:t>
                </a:r>
              </a:p>
            </p:txBody>
          </p:sp>
        </mc:Choice>
        <mc:Fallback xmlns="">
          <p:sp>
            <p:nvSpPr>
              <p:cNvPr id="2" name="Rectangle 1"/>
              <p:cNvSpPr>
                <a:spLocks noRot="1" noChangeAspect="1" noMove="1" noResize="1" noEditPoints="1" noAdjustHandles="1" noChangeArrowheads="1" noChangeShapeType="1" noTextEdit="1"/>
              </p:cNvSpPr>
              <p:nvPr/>
            </p:nvSpPr>
            <p:spPr>
              <a:xfrm>
                <a:off x="0" y="0"/>
                <a:ext cx="8686800" cy="1208664"/>
              </a:xfrm>
              <a:prstGeom prst="rect">
                <a:avLst/>
              </a:prstGeom>
              <a:blipFill>
                <a:blip r:embed="rId2"/>
                <a:stretch>
                  <a:fillRect l="-1170" t="-4167" b="-9375"/>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151920" y="1152000"/>
              <a:ext cx="8715600" cy="4893840"/>
            </p14:xfrm>
          </p:contentPart>
        </mc:Choice>
        <mc:Fallback xmlns="">
          <p:pic>
            <p:nvPicPr>
              <p:cNvPr id="3" name="Ink 2"/>
              <p:cNvPicPr/>
              <p:nvPr/>
            </p:nvPicPr>
            <p:blipFill>
              <a:blip r:embed="rId4"/>
              <a:stretch>
                <a:fillRect/>
              </a:stretch>
            </p:blipFill>
            <p:spPr>
              <a:xfrm>
                <a:off x="142560" y="1142640"/>
                <a:ext cx="8734320" cy="49125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B4D90CF6-8F49-B145-A959-950628F05CA6}"/>
                  </a:ext>
                </a:extLst>
              </p14:cNvPr>
              <p14:cNvContentPartPr/>
              <p14:nvPr/>
            </p14:nvContentPartPr>
            <p14:xfrm>
              <a:off x="1747080" y="4227120"/>
              <a:ext cx="2642400" cy="1328400"/>
            </p14:xfrm>
          </p:contentPart>
        </mc:Choice>
        <mc:Fallback xmlns="">
          <p:pic>
            <p:nvPicPr>
              <p:cNvPr id="4" name="Ink 3">
                <a:extLst>
                  <a:ext uri="{FF2B5EF4-FFF2-40B4-BE49-F238E27FC236}">
                    <a16:creationId xmlns:a16="http://schemas.microsoft.com/office/drawing/2014/main" id="{B4D90CF6-8F49-B145-A959-950628F05CA6}"/>
                  </a:ext>
                </a:extLst>
              </p:cNvPr>
              <p:cNvPicPr/>
              <p:nvPr/>
            </p:nvPicPr>
            <p:blipFill>
              <a:blip r:embed="rId6"/>
              <a:stretch>
                <a:fillRect/>
              </a:stretch>
            </p:blipFill>
            <p:spPr>
              <a:xfrm>
                <a:off x="1730880" y="4210920"/>
                <a:ext cx="2674800" cy="1360800"/>
              </a:xfrm>
              <a:prstGeom prst="rect">
                <a:avLst/>
              </a:prstGeom>
            </p:spPr>
          </p:pic>
        </mc:Fallback>
      </mc:AlternateContent>
    </p:spTree>
    <p:extLst>
      <p:ext uri="{BB962C8B-B14F-4D97-AF65-F5344CB8AC3E}">
        <p14:creationId xmlns:p14="http://schemas.microsoft.com/office/powerpoint/2010/main" val="699969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0"/>
                <a:ext cx="8686800" cy="1577996"/>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4) A ball is thrown in such a way that its initial vertical and horizontal components of velocity are 40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and 20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respectively. Find the total time of flight and the distance the ball is from its starting point when it lands.</a:t>
                </a:r>
              </a:p>
            </p:txBody>
          </p:sp>
        </mc:Choice>
        <mc:Fallback xmlns="">
          <p:sp>
            <p:nvSpPr>
              <p:cNvPr id="2" name="Rectangle 1"/>
              <p:cNvSpPr>
                <a:spLocks noRot="1" noChangeAspect="1" noMove="1" noResize="1" noEditPoints="1" noAdjustHandles="1" noChangeArrowheads="1" noChangeShapeType="1" noTextEdit="1"/>
              </p:cNvSpPr>
              <p:nvPr/>
            </p:nvSpPr>
            <p:spPr>
              <a:xfrm>
                <a:off x="0" y="0"/>
                <a:ext cx="8686800" cy="1577996"/>
              </a:xfrm>
              <a:prstGeom prst="rect">
                <a:avLst/>
              </a:prstGeom>
              <a:blipFill rotWithShape="1">
                <a:blip r:embed="rId2"/>
                <a:stretch>
                  <a:fillRect l="-1053" t="-2703" b="-8108"/>
                </a:stretch>
              </a:blipFill>
            </p:spPr>
            <p:txBody>
              <a:bodyPr/>
              <a:lstStyle/>
              <a:p>
                <a:r>
                  <a:rPr lang="en-US">
                    <a:noFill/>
                  </a:rPr>
                  <a:t> </a:t>
                </a:r>
              </a:p>
            </p:txBody>
          </p:sp>
        </mc:Fallback>
      </mc:AlternateContent>
    </p:spTree>
    <p:extLst>
      <p:ext uri="{BB962C8B-B14F-4D97-AF65-F5344CB8AC3E}">
        <p14:creationId xmlns:p14="http://schemas.microsoft.com/office/powerpoint/2010/main" val="35597222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0"/>
                <a:ext cx="8686800" cy="1577996"/>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4) A ball is thrown in such a way that its initial vertical and horizontal components of velocity are 40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and 20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respectively. Find the total time of flight and the distance the ball is from its starting point when it lands.</a:t>
                </a:r>
              </a:p>
            </p:txBody>
          </p:sp>
        </mc:Choice>
        <mc:Fallback xmlns="">
          <p:sp>
            <p:nvSpPr>
              <p:cNvPr id="2" name="Rectangle 1"/>
              <p:cNvSpPr>
                <a:spLocks noRot="1" noChangeAspect="1" noMove="1" noResize="1" noEditPoints="1" noAdjustHandles="1" noChangeArrowheads="1" noChangeShapeType="1" noTextEdit="1"/>
              </p:cNvSpPr>
              <p:nvPr/>
            </p:nvSpPr>
            <p:spPr>
              <a:xfrm>
                <a:off x="0" y="0"/>
                <a:ext cx="8686800" cy="1577996"/>
              </a:xfrm>
              <a:prstGeom prst="rect">
                <a:avLst/>
              </a:prstGeom>
              <a:blipFill>
                <a:blip r:embed="rId2"/>
                <a:stretch>
                  <a:fillRect l="-1170" t="-3200" b="-7200"/>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241200" y="1732320"/>
              <a:ext cx="5661720" cy="3170520"/>
            </p14:xfrm>
          </p:contentPart>
        </mc:Choice>
        <mc:Fallback xmlns="">
          <p:pic>
            <p:nvPicPr>
              <p:cNvPr id="3" name="Ink 2"/>
              <p:cNvPicPr/>
              <p:nvPr/>
            </p:nvPicPr>
            <p:blipFill>
              <a:blip r:embed="rId4"/>
              <a:stretch>
                <a:fillRect/>
              </a:stretch>
            </p:blipFill>
            <p:spPr>
              <a:xfrm>
                <a:off x="231840" y="1722960"/>
                <a:ext cx="5680440" cy="3189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E95F34F9-B0A4-1041-BBBE-B2088A9FA501}"/>
                  </a:ext>
                </a:extLst>
              </p14:cNvPr>
              <p14:cNvContentPartPr/>
              <p14:nvPr/>
            </p14:nvContentPartPr>
            <p14:xfrm>
              <a:off x="248040" y="2044800"/>
              <a:ext cx="5784840" cy="3609000"/>
            </p14:xfrm>
          </p:contentPart>
        </mc:Choice>
        <mc:Fallback xmlns="">
          <p:pic>
            <p:nvPicPr>
              <p:cNvPr id="4" name="Ink 3">
                <a:extLst>
                  <a:ext uri="{FF2B5EF4-FFF2-40B4-BE49-F238E27FC236}">
                    <a16:creationId xmlns:a16="http://schemas.microsoft.com/office/drawing/2014/main" id="{E95F34F9-B0A4-1041-BBBE-B2088A9FA501}"/>
                  </a:ext>
                </a:extLst>
              </p:cNvPr>
              <p:cNvPicPr/>
              <p:nvPr/>
            </p:nvPicPr>
            <p:blipFill>
              <a:blip r:embed="rId6"/>
              <a:stretch>
                <a:fillRect/>
              </a:stretch>
            </p:blipFill>
            <p:spPr>
              <a:xfrm>
                <a:off x="231840" y="2028600"/>
                <a:ext cx="5817240" cy="3641400"/>
              </a:xfrm>
              <a:prstGeom prst="rect">
                <a:avLst/>
              </a:prstGeom>
            </p:spPr>
          </p:pic>
        </mc:Fallback>
      </mc:AlternateContent>
    </p:spTree>
    <p:extLst>
      <p:ext uri="{BB962C8B-B14F-4D97-AF65-F5344CB8AC3E}">
        <p14:creationId xmlns:p14="http://schemas.microsoft.com/office/powerpoint/2010/main" val="32791016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0"/>
                <a:ext cx="8686800" cy="1208664"/>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1) A ball is thrown horizontally from a cliff top with a horizontal speed of 10.0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If the cliff is 20.0 m high what is the range of the ball?</a:t>
                </a:r>
              </a:p>
            </p:txBody>
          </p:sp>
        </mc:Choice>
        <mc:Fallback xmlns="">
          <p:sp>
            <p:nvSpPr>
              <p:cNvPr id="2" name="Rectangle 1"/>
              <p:cNvSpPr>
                <a:spLocks noRot="1" noChangeAspect="1" noMove="1" noResize="1" noEditPoints="1" noAdjustHandles="1" noChangeArrowheads="1" noChangeShapeType="1" noTextEdit="1"/>
              </p:cNvSpPr>
              <p:nvPr/>
            </p:nvSpPr>
            <p:spPr>
              <a:xfrm>
                <a:off x="0" y="0"/>
                <a:ext cx="8686800" cy="1208664"/>
              </a:xfrm>
              <a:prstGeom prst="rect">
                <a:avLst/>
              </a:prstGeom>
              <a:blipFill rotWithShape="1">
                <a:blip r:embed="rId2"/>
                <a:stretch>
                  <a:fillRect l="-1053" t="-3535" r="-1614" b="-11111"/>
                </a:stretch>
              </a:blipFill>
            </p:spPr>
            <p:txBody>
              <a:bodyPr/>
              <a:lstStyle/>
              <a:p>
                <a:r>
                  <a:rPr lang="en-US">
                    <a:noFill/>
                  </a:rPr>
                  <a:t> </a:t>
                </a:r>
              </a:p>
            </p:txBody>
          </p:sp>
        </mc:Fallback>
      </mc:AlternateContent>
    </p:spTree>
    <p:extLst>
      <p:ext uri="{BB962C8B-B14F-4D97-AF65-F5344CB8AC3E}">
        <p14:creationId xmlns:p14="http://schemas.microsoft.com/office/powerpoint/2010/main" val="39204384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0"/>
                <a:ext cx="8686800" cy="1208664"/>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1) A ball is thrown horizontally from a cliff top with a horizontal speed of 10.0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If the cliff is 20.0 m high what is the range of the ball?</a:t>
                </a:r>
              </a:p>
            </p:txBody>
          </p:sp>
        </mc:Choice>
        <mc:Fallback xmlns="">
          <p:sp>
            <p:nvSpPr>
              <p:cNvPr id="2" name="Rectangle 1"/>
              <p:cNvSpPr>
                <a:spLocks noRot="1" noChangeAspect="1" noMove="1" noResize="1" noEditPoints="1" noAdjustHandles="1" noChangeArrowheads="1" noChangeShapeType="1" noTextEdit="1"/>
              </p:cNvSpPr>
              <p:nvPr/>
            </p:nvSpPr>
            <p:spPr>
              <a:xfrm>
                <a:off x="0" y="0"/>
                <a:ext cx="8686800" cy="1208664"/>
              </a:xfrm>
              <a:prstGeom prst="rect">
                <a:avLst/>
              </a:prstGeom>
              <a:blipFill>
                <a:blip r:embed="rId2"/>
                <a:stretch>
                  <a:fillRect l="-1170" t="-4167" r="-1901" b="-9375"/>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339480" y="1384200"/>
              <a:ext cx="2714760" cy="2884680"/>
            </p14:xfrm>
          </p:contentPart>
        </mc:Choice>
        <mc:Fallback xmlns="">
          <p:pic>
            <p:nvPicPr>
              <p:cNvPr id="3" name="Ink 2"/>
              <p:cNvPicPr/>
              <p:nvPr/>
            </p:nvPicPr>
            <p:blipFill>
              <a:blip r:embed="rId4"/>
              <a:stretch>
                <a:fillRect/>
              </a:stretch>
            </p:blipFill>
            <p:spPr>
              <a:xfrm>
                <a:off x="330120" y="1374840"/>
                <a:ext cx="2733480" cy="2903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BD03E55F-87C2-0E48-B818-AA49E73A0440}"/>
                  </a:ext>
                </a:extLst>
              </p14:cNvPr>
              <p14:cNvContentPartPr/>
              <p14:nvPr/>
            </p14:nvContentPartPr>
            <p14:xfrm>
              <a:off x="2118240" y="1003680"/>
              <a:ext cx="3598920" cy="3176280"/>
            </p14:xfrm>
          </p:contentPart>
        </mc:Choice>
        <mc:Fallback xmlns="">
          <p:pic>
            <p:nvPicPr>
              <p:cNvPr id="4" name="Ink 3">
                <a:extLst>
                  <a:ext uri="{FF2B5EF4-FFF2-40B4-BE49-F238E27FC236}">
                    <a16:creationId xmlns:a16="http://schemas.microsoft.com/office/drawing/2014/main" id="{BD03E55F-87C2-0E48-B818-AA49E73A0440}"/>
                  </a:ext>
                </a:extLst>
              </p:cNvPr>
              <p:cNvPicPr/>
              <p:nvPr/>
            </p:nvPicPr>
            <p:blipFill>
              <a:blip r:embed="rId6"/>
              <a:stretch>
                <a:fillRect/>
              </a:stretch>
            </p:blipFill>
            <p:spPr>
              <a:xfrm>
                <a:off x="2102040" y="987480"/>
                <a:ext cx="3631320" cy="3208680"/>
              </a:xfrm>
              <a:prstGeom prst="rect">
                <a:avLst/>
              </a:prstGeom>
            </p:spPr>
          </p:pic>
        </mc:Fallback>
      </mc:AlternateContent>
    </p:spTree>
    <p:extLst>
      <p:ext uri="{BB962C8B-B14F-4D97-AF65-F5344CB8AC3E}">
        <p14:creationId xmlns:p14="http://schemas.microsoft.com/office/powerpoint/2010/main" val="36818547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0"/>
                <a:ext cx="8686800" cy="1208664"/>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2) A gun is aimed so that it points directly at the </a:t>
                </a:r>
                <a:r>
                  <a:rPr lang="en-US" sz="2400" dirty="0" err="1">
                    <a:latin typeface="Arial" panose="020B0604020202020204" pitchFamily="34" charset="0"/>
                    <a:cs typeface="Arial" panose="020B0604020202020204" pitchFamily="34" charset="0"/>
                  </a:rPr>
                  <a:t>centre</a:t>
                </a:r>
                <a:r>
                  <a:rPr lang="en-US" sz="2400" dirty="0">
                    <a:latin typeface="Arial" panose="020B0604020202020204" pitchFamily="34" charset="0"/>
                    <a:cs typeface="Arial" panose="020B0604020202020204" pitchFamily="34" charset="0"/>
                  </a:rPr>
                  <a:t> of a target 200 m away. If the bullet travels at 200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how far below the </a:t>
                </a:r>
                <a:r>
                  <a:rPr lang="en-US" sz="2400" dirty="0" err="1">
                    <a:latin typeface="Arial" panose="020B0604020202020204" pitchFamily="34" charset="0"/>
                    <a:cs typeface="Arial" panose="020B0604020202020204" pitchFamily="34" charset="0"/>
                  </a:rPr>
                  <a:t>centre</a:t>
                </a:r>
                <a:r>
                  <a:rPr lang="en-US" sz="2400" dirty="0">
                    <a:latin typeface="Arial" panose="020B0604020202020204" pitchFamily="34" charset="0"/>
                    <a:cs typeface="Arial" panose="020B0604020202020204" pitchFamily="34" charset="0"/>
                  </a:rPr>
                  <a:t> of the target will the bullet hit?</a:t>
                </a:r>
              </a:p>
            </p:txBody>
          </p:sp>
        </mc:Choice>
        <mc:Fallback xmlns="">
          <p:sp>
            <p:nvSpPr>
              <p:cNvPr id="2" name="Rectangle 1"/>
              <p:cNvSpPr>
                <a:spLocks noRot="1" noChangeAspect="1" noMove="1" noResize="1" noEditPoints="1" noAdjustHandles="1" noChangeArrowheads="1" noChangeShapeType="1" noTextEdit="1"/>
              </p:cNvSpPr>
              <p:nvPr/>
            </p:nvSpPr>
            <p:spPr>
              <a:xfrm>
                <a:off x="0" y="0"/>
                <a:ext cx="8686800" cy="1208664"/>
              </a:xfrm>
              <a:prstGeom prst="rect">
                <a:avLst/>
              </a:prstGeom>
              <a:blipFill rotWithShape="1">
                <a:blip r:embed="rId2"/>
                <a:stretch>
                  <a:fillRect l="-1053" t="-3535" b="-11111"/>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E561AEA3-5943-DA40-B015-7273FDECF45B}"/>
                  </a:ext>
                </a:extLst>
              </p14:cNvPr>
              <p14:cNvContentPartPr/>
              <p14:nvPr/>
            </p14:nvContentPartPr>
            <p14:xfrm>
              <a:off x="5212080" y="3660120"/>
              <a:ext cx="27360" cy="13680"/>
            </p14:xfrm>
          </p:contentPart>
        </mc:Choice>
        <mc:Fallback xmlns="">
          <p:pic>
            <p:nvPicPr>
              <p:cNvPr id="4" name="Ink 3">
                <a:extLst>
                  <a:ext uri="{FF2B5EF4-FFF2-40B4-BE49-F238E27FC236}">
                    <a16:creationId xmlns:a16="http://schemas.microsoft.com/office/drawing/2014/main" id="{E561AEA3-5943-DA40-B015-7273FDECF45B}"/>
                  </a:ext>
                </a:extLst>
              </p:cNvPr>
              <p:cNvPicPr/>
              <p:nvPr/>
            </p:nvPicPr>
            <p:blipFill>
              <a:blip r:embed="rId4"/>
              <a:stretch>
                <a:fillRect/>
              </a:stretch>
            </p:blipFill>
            <p:spPr>
              <a:xfrm>
                <a:off x="5195880" y="3643920"/>
                <a:ext cx="59760" cy="46080"/>
              </a:xfrm>
              <a:prstGeom prst="rect">
                <a:avLst/>
              </a:prstGeom>
            </p:spPr>
          </p:pic>
        </mc:Fallback>
      </mc:AlternateContent>
    </p:spTree>
    <p:extLst>
      <p:ext uri="{BB962C8B-B14F-4D97-AF65-F5344CB8AC3E}">
        <p14:creationId xmlns:p14="http://schemas.microsoft.com/office/powerpoint/2010/main" val="31354691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0"/>
                <a:ext cx="8686800" cy="1208664"/>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2) A gun is aimed so that it points directly at the </a:t>
                </a:r>
                <a:r>
                  <a:rPr lang="en-US" sz="2400" dirty="0" err="1">
                    <a:latin typeface="Arial" panose="020B0604020202020204" pitchFamily="34" charset="0"/>
                    <a:cs typeface="Arial" panose="020B0604020202020204" pitchFamily="34" charset="0"/>
                  </a:rPr>
                  <a:t>centre</a:t>
                </a:r>
                <a:r>
                  <a:rPr lang="en-US" sz="2400" dirty="0">
                    <a:latin typeface="Arial" panose="020B0604020202020204" pitchFamily="34" charset="0"/>
                    <a:cs typeface="Arial" panose="020B0604020202020204" pitchFamily="34" charset="0"/>
                  </a:rPr>
                  <a:t> of a target 200 m away. If the bullet travels at 200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how far below the </a:t>
                </a:r>
                <a:r>
                  <a:rPr lang="en-US" sz="2400" dirty="0" err="1">
                    <a:latin typeface="Arial" panose="020B0604020202020204" pitchFamily="34" charset="0"/>
                    <a:cs typeface="Arial" panose="020B0604020202020204" pitchFamily="34" charset="0"/>
                  </a:rPr>
                  <a:t>centre</a:t>
                </a:r>
                <a:r>
                  <a:rPr lang="en-US" sz="2400" dirty="0">
                    <a:latin typeface="Arial" panose="020B0604020202020204" pitchFamily="34" charset="0"/>
                    <a:cs typeface="Arial" panose="020B0604020202020204" pitchFamily="34" charset="0"/>
                  </a:rPr>
                  <a:t> of the target will the bullet hit?</a:t>
                </a:r>
              </a:p>
            </p:txBody>
          </p:sp>
        </mc:Choice>
        <mc:Fallback xmlns="">
          <p:sp>
            <p:nvSpPr>
              <p:cNvPr id="2" name="Rectangle 1"/>
              <p:cNvSpPr>
                <a:spLocks noRot="1" noChangeAspect="1" noMove="1" noResize="1" noEditPoints="1" noAdjustHandles="1" noChangeArrowheads="1" noChangeShapeType="1" noTextEdit="1"/>
              </p:cNvSpPr>
              <p:nvPr/>
            </p:nvSpPr>
            <p:spPr>
              <a:xfrm>
                <a:off x="0" y="0"/>
                <a:ext cx="8686800" cy="1208664"/>
              </a:xfrm>
              <a:prstGeom prst="rect">
                <a:avLst/>
              </a:prstGeom>
              <a:blipFill>
                <a:blip r:embed="rId2"/>
                <a:stretch>
                  <a:fillRect l="-1170" t="-4167" b="-9375"/>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160560" y="1669680"/>
              <a:ext cx="6447600" cy="4367160"/>
            </p14:xfrm>
          </p:contentPart>
        </mc:Choice>
        <mc:Fallback xmlns="">
          <p:pic>
            <p:nvPicPr>
              <p:cNvPr id="3" name="Ink 2"/>
              <p:cNvPicPr/>
              <p:nvPr/>
            </p:nvPicPr>
            <p:blipFill>
              <a:blip r:embed="rId4"/>
              <a:stretch>
                <a:fillRect/>
              </a:stretch>
            </p:blipFill>
            <p:spPr>
              <a:xfrm>
                <a:off x="151200" y="1660320"/>
                <a:ext cx="6466320" cy="43858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E561AEA3-5943-DA40-B015-7273FDECF45B}"/>
                  </a:ext>
                </a:extLst>
              </p14:cNvPr>
              <p14:cNvContentPartPr/>
              <p14:nvPr/>
            </p14:nvContentPartPr>
            <p14:xfrm>
              <a:off x="5212080" y="3660120"/>
              <a:ext cx="27360" cy="13680"/>
            </p14:xfrm>
          </p:contentPart>
        </mc:Choice>
        <mc:Fallback xmlns="">
          <p:pic>
            <p:nvPicPr>
              <p:cNvPr id="4" name="Ink 3">
                <a:extLst>
                  <a:ext uri="{FF2B5EF4-FFF2-40B4-BE49-F238E27FC236}">
                    <a16:creationId xmlns:a16="http://schemas.microsoft.com/office/drawing/2014/main" id="{E561AEA3-5943-DA40-B015-7273FDECF45B}"/>
                  </a:ext>
                </a:extLst>
              </p:cNvPr>
              <p:cNvPicPr/>
              <p:nvPr/>
            </p:nvPicPr>
            <p:blipFill>
              <a:blip r:embed="rId6"/>
              <a:stretch>
                <a:fillRect/>
              </a:stretch>
            </p:blipFill>
            <p:spPr>
              <a:xfrm>
                <a:off x="5195880" y="3643920"/>
                <a:ext cx="59760" cy="46080"/>
              </a:xfrm>
              <a:prstGeom prst="rect">
                <a:avLst/>
              </a:prstGeom>
            </p:spPr>
          </p:pic>
        </mc:Fallback>
      </mc:AlternateContent>
    </p:spTree>
    <p:extLst>
      <p:ext uri="{BB962C8B-B14F-4D97-AF65-F5344CB8AC3E}">
        <p14:creationId xmlns:p14="http://schemas.microsoft.com/office/powerpoint/2010/main" val="9058267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0"/>
                <a:ext cx="9144000" cy="1200329"/>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3) A baseball player leads off the game and hits a long home run. The ball leaves the bat at an angle of 30.0</a:t>
                </a:r>
                <a:r>
                  <a:rPr lang="en-US" sz="2400" baseline="30000" dirty="0">
                    <a:latin typeface="Arial" panose="020B0604020202020204" pitchFamily="34" charset="0"/>
                    <a:cs typeface="Arial" panose="020B0604020202020204" pitchFamily="34" charset="0"/>
                  </a:rPr>
                  <a:t>o</a:t>
                </a:r>
                <a:r>
                  <a:rPr lang="en-US" sz="2400" dirty="0">
                    <a:latin typeface="Arial" panose="020B0604020202020204" pitchFamily="34" charset="0"/>
                    <a:cs typeface="Arial" panose="020B0604020202020204" pitchFamily="34" charset="0"/>
                  </a:rPr>
                  <a:t> from the horizontal with a velocity of 40.0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How far will it travel horizontally?</a:t>
                </a:r>
              </a:p>
            </p:txBody>
          </p:sp>
        </mc:Choice>
        <mc:Fallback xmlns="">
          <p:sp>
            <p:nvSpPr>
              <p:cNvPr id="2" name="Rectangle 1"/>
              <p:cNvSpPr>
                <a:spLocks noRot="1" noChangeAspect="1" noMove="1" noResize="1" noEditPoints="1" noAdjustHandles="1" noChangeArrowheads="1" noChangeShapeType="1" noTextEdit="1"/>
              </p:cNvSpPr>
              <p:nvPr/>
            </p:nvSpPr>
            <p:spPr>
              <a:xfrm>
                <a:off x="0" y="0"/>
                <a:ext cx="9144000" cy="1200329"/>
              </a:xfrm>
              <a:prstGeom prst="rect">
                <a:avLst/>
              </a:prstGeom>
              <a:blipFill rotWithShape="1">
                <a:blip r:embed="rId2"/>
                <a:stretch>
                  <a:fillRect l="-1000" t="-3553" b="-11168"/>
                </a:stretch>
              </a:blipFill>
            </p:spPr>
            <p:txBody>
              <a:bodyPr/>
              <a:lstStyle/>
              <a:p>
                <a:r>
                  <a:rPr lang="en-US">
                    <a:noFill/>
                  </a:rPr>
                  <a:t> </a:t>
                </a:r>
              </a:p>
            </p:txBody>
          </p:sp>
        </mc:Fallback>
      </mc:AlternateContent>
    </p:spTree>
    <p:extLst>
      <p:ext uri="{BB962C8B-B14F-4D97-AF65-F5344CB8AC3E}">
        <p14:creationId xmlns:p14="http://schemas.microsoft.com/office/powerpoint/2010/main" val="18066518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0"/>
                <a:ext cx="9144000" cy="1200329"/>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3) A baseball player leads off the game and hits a long home run. The ball leaves the bat at an angle of 30.0</a:t>
                </a:r>
                <a:r>
                  <a:rPr lang="en-US" sz="2400" baseline="30000" dirty="0">
                    <a:latin typeface="Arial" panose="020B0604020202020204" pitchFamily="34" charset="0"/>
                    <a:cs typeface="Arial" panose="020B0604020202020204" pitchFamily="34" charset="0"/>
                  </a:rPr>
                  <a:t>o</a:t>
                </a:r>
                <a:r>
                  <a:rPr lang="en-US" sz="2400" dirty="0">
                    <a:latin typeface="Arial" panose="020B0604020202020204" pitchFamily="34" charset="0"/>
                    <a:cs typeface="Arial" panose="020B0604020202020204" pitchFamily="34" charset="0"/>
                  </a:rPr>
                  <a:t> from the horizontal with a velocity of 40.0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How far will it travel horizontally?</a:t>
                </a:r>
              </a:p>
            </p:txBody>
          </p:sp>
        </mc:Choice>
        <mc:Fallback xmlns="">
          <p:sp>
            <p:nvSpPr>
              <p:cNvPr id="2" name="Rectangle 1"/>
              <p:cNvSpPr>
                <a:spLocks noRot="1" noChangeAspect="1" noMove="1" noResize="1" noEditPoints="1" noAdjustHandles="1" noChangeArrowheads="1" noChangeShapeType="1" noTextEdit="1"/>
              </p:cNvSpPr>
              <p:nvPr/>
            </p:nvSpPr>
            <p:spPr>
              <a:xfrm>
                <a:off x="0" y="0"/>
                <a:ext cx="9144000" cy="1200329"/>
              </a:xfrm>
              <a:prstGeom prst="rect">
                <a:avLst/>
              </a:prstGeom>
              <a:blipFill>
                <a:blip r:embed="rId2"/>
                <a:stretch>
                  <a:fillRect l="-1111" t="-4211" b="-10526"/>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464400" y="1527120"/>
              <a:ext cx="7545960" cy="2125440"/>
            </p14:xfrm>
          </p:contentPart>
        </mc:Choice>
        <mc:Fallback xmlns="">
          <p:pic>
            <p:nvPicPr>
              <p:cNvPr id="3" name="Ink 2"/>
              <p:cNvPicPr/>
              <p:nvPr/>
            </p:nvPicPr>
            <p:blipFill>
              <a:blip r:embed="rId4"/>
              <a:stretch>
                <a:fillRect/>
              </a:stretch>
            </p:blipFill>
            <p:spPr>
              <a:xfrm>
                <a:off x="455040" y="1517760"/>
                <a:ext cx="7564680" cy="21441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43A6A3B0-E17E-D745-96E8-78A332CA9CD8}"/>
                  </a:ext>
                </a:extLst>
              </p14:cNvPr>
              <p14:cNvContentPartPr/>
              <p14:nvPr/>
            </p14:nvContentPartPr>
            <p14:xfrm>
              <a:off x="482760" y="3687120"/>
              <a:ext cx="7676280" cy="1865880"/>
            </p14:xfrm>
          </p:contentPart>
        </mc:Choice>
        <mc:Fallback xmlns="">
          <p:pic>
            <p:nvPicPr>
              <p:cNvPr id="4" name="Ink 3">
                <a:extLst>
                  <a:ext uri="{FF2B5EF4-FFF2-40B4-BE49-F238E27FC236}">
                    <a16:creationId xmlns:a16="http://schemas.microsoft.com/office/drawing/2014/main" id="{43A6A3B0-E17E-D745-96E8-78A332CA9CD8}"/>
                  </a:ext>
                </a:extLst>
              </p:cNvPr>
              <p:cNvPicPr/>
              <p:nvPr/>
            </p:nvPicPr>
            <p:blipFill>
              <a:blip r:embed="rId6"/>
              <a:stretch>
                <a:fillRect/>
              </a:stretch>
            </p:blipFill>
            <p:spPr>
              <a:xfrm>
                <a:off x="466560" y="3670920"/>
                <a:ext cx="7708680" cy="1898280"/>
              </a:xfrm>
              <a:prstGeom prst="rect">
                <a:avLst/>
              </a:prstGeom>
            </p:spPr>
          </p:pic>
        </mc:Fallback>
      </mc:AlternateContent>
    </p:spTree>
    <p:extLst>
      <p:ext uri="{BB962C8B-B14F-4D97-AF65-F5344CB8AC3E}">
        <p14:creationId xmlns:p14="http://schemas.microsoft.com/office/powerpoint/2010/main" val="14831173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0"/>
                <a:ext cx="8686800" cy="1577996"/>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4) A golfer is teeing off on a 170.0 m long par 3 hole. The ball leaves with a velocity of 40.0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at 50.0</a:t>
                </a:r>
                <a:r>
                  <a:rPr lang="en-US" sz="2400" baseline="30000" dirty="0">
                    <a:latin typeface="Arial" panose="020B0604020202020204" pitchFamily="34" charset="0"/>
                    <a:cs typeface="Arial" panose="020B0604020202020204" pitchFamily="34" charset="0"/>
                  </a:rPr>
                  <a:t>o</a:t>
                </a:r>
                <a:r>
                  <a:rPr lang="en-US" sz="2400" dirty="0">
                    <a:latin typeface="Arial" panose="020B0604020202020204" pitchFamily="34" charset="0"/>
                    <a:cs typeface="Arial" panose="020B0604020202020204" pitchFamily="34" charset="0"/>
                  </a:rPr>
                  <a:t> to the horizontal. Assuming that she hits the ball on a direct path to the hole, how far from the hole will the ball land (no bounces or rolls)?</a:t>
                </a:r>
              </a:p>
            </p:txBody>
          </p:sp>
        </mc:Choice>
        <mc:Fallback xmlns="">
          <p:sp>
            <p:nvSpPr>
              <p:cNvPr id="2" name="Rectangle 1"/>
              <p:cNvSpPr>
                <a:spLocks noRot="1" noChangeAspect="1" noMove="1" noResize="1" noEditPoints="1" noAdjustHandles="1" noChangeArrowheads="1" noChangeShapeType="1" noTextEdit="1"/>
              </p:cNvSpPr>
              <p:nvPr/>
            </p:nvSpPr>
            <p:spPr>
              <a:xfrm>
                <a:off x="0" y="0"/>
                <a:ext cx="8686800" cy="1577996"/>
              </a:xfrm>
              <a:prstGeom prst="rect">
                <a:avLst/>
              </a:prstGeom>
              <a:blipFill rotWithShape="1">
                <a:blip r:embed="rId2"/>
                <a:stretch>
                  <a:fillRect l="-1053" t="-2703" b="-8108"/>
                </a:stretch>
              </a:blipFill>
            </p:spPr>
            <p:txBody>
              <a:bodyPr/>
              <a:lstStyle/>
              <a:p>
                <a:r>
                  <a:rPr lang="en-US">
                    <a:noFill/>
                  </a:rPr>
                  <a:t> </a:t>
                </a:r>
              </a:p>
            </p:txBody>
          </p:sp>
        </mc:Fallback>
      </mc:AlternateContent>
    </p:spTree>
    <p:extLst>
      <p:ext uri="{BB962C8B-B14F-4D97-AF65-F5344CB8AC3E}">
        <p14:creationId xmlns:p14="http://schemas.microsoft.com/office/powerpoint/2010/main" val="135783276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0"/>
                <a:ext cx="8686800" cy="1577996"/>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4) A golfer is teeing off on a 170.0 m long par 3 hole. The ball leaves with a velocity of 40.0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at 50.0</a:t>
                </a:r>
                <a:r>
                  <a:rPr lang="en-US" sz="2400" baseline="30000" dirty="0">
                    <a:latin typeface="Arial" panose="020B0604020202020204" pitchFamily="34" charset="0"/>
                    <a:cs typeface="Arial" panose="020B0604020202020204" pitchFamily="34" charset="0"/>
                  </a:rPr>
                  <a:t>o</a:t>
                </a:r>
                <a:r>
                  <a:rPr lang="en-US" sz="2400" dirty="0">
                    <a:latin typeface="Arial" panose="020B0604020202020204" pitchFamily="34" charset="0"/>
                    <a:cs typeface="Arial" panose="020B0604020202020204" pitchFamily="34" charset="0"/>
                  </a:rPr>
                  <a:t> to the horizontal. Assuming that she hits the ball on a direct path to the hole, how far from the hole will the ball land (no bounces or rolls)?</a:t>
                </a:r>
              </a:p>
            </p:txBody>
          </p:sp>
        </mc:Choice>
        <mc:Fallback xmlns="">
          <p:sp>
            <p:nvSpPr>
              <p:cNvPr id="2" name="Rectangle 1"/>
              <p:cNvSpPr>
                <a:spLocks noRot="1" noChangeAspect="1" noMove="1" noResize="1" noEditPoints="1" noAdjustHandles="1" noChangeArrowheads="1" noChangeShapeType="1" noTextEdit="1"/>
              </p:cNvSpPr>
              <p:nvPr/>
            </p:nvSpPr>
            <p:spPr>
              <a:xfrm>
                <a:off x="0" y="0"/>
                <a:ext cx="8686800" cy="1577996"/>
              </a:xfrm>
              <a:prstGeom prst="rect">
                <a:avLst/>
              </a:prstGeom>
              <a:blipFill>
                <a:blip r:embed="rId2"/>
                <a:stretch>
                  <a:fillRect l="-1170" t="-3200" b="-7200"/>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942B936-EAFE-BF40-BAEA-0A8BF57E438F}"/>
                  </a:ext>
                </a:extLst>
              </p14:cNvPr>
              <p14:cNvContentPartPr/>
              <p14:nvPr/>
            </p14:nvContentPartPr>
            <p14:xfrm>
              <a:off x="395640" y="1813320"/>
              <a:ext cx="7335720" cy="3741120"/>
            </p14:xfrm>
          </p:contentPart>
        </mc:Choice>
        <mc:Fallback xmlns="">
          <p:pic>
            <p:nvPicPr>
              <p:cNvPr id="3" name="Ink 2">
                <a:extLst>
                  <a:ext uri="{FF2B5EF4-FFF2-40B4-BE49-F238E27FC236}">
                    <a16:creationId xmlns:a16="http://schemas.microsoft.com/office/drawing/2014/main" id="{B942B936-EAFE-BF40-BAEA-0A8BF57E438F}"/>
                  </a:ext>
                </a:extLst>
              </p:cNvPr>
              <p:cNvPicPr/>
              <p:nvPr/>
            </p:nvPicPr>
            <p:blipFill>
              <a:blip r:embed="rId4"/>
              <a:stretch>
                <a:fillRect/>
              </a:stretch>
            </p:blipFill>
            <p:spPr>
              <a:xfrm>
                <a:off x="379440" y="1797120"/>
                <a:ext cx="7368120" cy="3773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1170DB73-E6EF-3346-85AE-F1D730D2A31A}"/>
                  </a:ext>
                </a:extLst>
              </p14:cNvPr>
              <p14:cNvContentPartPr/>
              <p14:nvPr/>
            </p14:nvContentPartPr>
            <p14:xfrm>
              <a:off x="3144240" y="3931560"/>
              <a:ext cx="5892840" cy="2574720"/>
            </p14:xfrm>
          </p:contentPart>
        </mc:Choice>
        <mc:Fallback xmlns="">
          <p:pic>
            <p:nvPicPr>
              <p:cNvPr id="4" name="Ink 3">
                <a:extLst>
                  <a:ext uri="{FF2B5EF4-FFF2-40B4-BE49-F238E27FC236}">
                    <a16:creationId xmlns:a16="http://schemas.microsoft.com/office/drawing/2014/main" id="{1170DB73-E6EF-3346-85AE-F1D730D2A31A}"/>
                  </a:ext>
                </a:extLst>
              </p:cNvPr>
              <p:cNvPicPr/>
              <p:nvPr/>
            </p:nvPicPr>
            <p:blipFill>
              <a:blip r:embed="rId6"/>
              <a:stretch>
                <a:fillRect/>
              </a:stretch>
            </p:blipFill>
            <p:spPr>
              <a:xfrm>
                <a:off x="3128040" y="3915360"/>
                <a:ext cx="5925240" cy="2607120"/>
              </a:xfrm>
              <a:prstGeom prst="rect">
                <a:avLst/>
              </a:prstGeom>
            </p:spPr>
          </p:pic>
        </mc:Fallback>
      </mc:AlternateContent>
    </p:spTree>
    <p:extLst>
      <p:ext uri="{BB962C8B-B14F-4D97-AF65-F5344CB8AC3E}">
        <p14:creationId xmlns:p14="http://schemas.microsoft.com/office/powerpoint/2010/main" val="13586527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0"/>
                <a:ext cx="8686800" cy="2316660"/>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5) A stone is thrown from the top of a building upward at an angle of 30.0° to the horizontal with an initial speed of 20.0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If the height of the building is 45.0 m, how long does it take the stone to reach the ground? What is the speed of the stone just before it strikes the ground?</a:t>
                </a:r>
              </a:p>
              <a:p>
                <a:r>
                  <a:rPr lang="en-US" sz="2400" dirty="0">
                    <a:latin typeface="Arial" panose="020B0604020202020204" pitchFamily="34" charset="0"/>
                    <a:cs typeface="Arial" panose="020B0604020202020204" pitchFamily="34" charset="0"/>
                  </a:rPr>
                  <a:t> </a:t>
                </a:r>
              </a:p>
            </p:txBody>
          </p:sp>
        </mc:Choice>
        <mc:Fallback xmlns="">
          <p:sp>
            <p:nvSpPr>
              <p:cNvPr id="2" name="Rectangle 1"/>
              <p:cNvSpPr>
                <a:spLocks noRot="1" noChangeAspect="1" noMove="1" noResize="1" noEditPoints="1" noAdjustHandles="1" noChangeArrowheads="1" noChangeShapeType="1" noTextEdit="1"/>
              </p:cNvSpPr>
              <p:nvPr/>
            </p:nvSpPr>
            <p:spPr>
              <a:xfrm>
                <a:off x="0" y="0"/>
                <a:ext cx="8686800" cy="2316660"/>
              </a:xfrm>
              <a:prstGeom prst="rect">
                <a:avLst/>
              </a:prstGeom>
              <a:blipFill>
                <a:blip r:embed="rId2"/>
                <a:stretch>
                  <a:fillRect l="-1170" t="-2186"/>
                </a:stretch>
              </a:blipFill>
            </p:spPr>
            <p:txBody>
              <a:bodyPr/>
              <a:lstStyle/>
              <a:p>
                <a:r>
                  <a:rPr lang="en-US">
                    <a:noFill/>
                  </a:rPr>
                  <a:t> </a:t>
                </a:r>
              </a:p>
            </p:txBody>
          </p:sp>
        </mc:Fallback>
      </mc:AlternateContent>
    </p:spTree>
    <p:extLst>
      <p:ext uri="{BB962C8B-B14F-4D97-AF65-F5344CB8AC3E}">
        <p14:creationId xmlns:p14="http://schemas.microsoft.com/office/powerpoint/2010/main" val="269435265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0"/>
                <a:ext cx="8686800" cy="2316660"/>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5) A stone is thrown from the top of a building upward at an angle of 30.0° to the horizontal with an initial speed of 20.0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If the height of the building is 45.0 m, how long does it take the stone to reach the ground? What is the speed of the stone just before it strikes the ground?</a:t>
                </a:r>
              </a:p>
              <a:p>
                <a:r>
                  <a:rPr lang="en-US" sz="2400" dirty="0">
                    <a:latin typeface="Arial" panose="020B0604020202020204" pitchFamily="34" charset="0"/>
                    <a:cs typeface="Arial" panose="020B0604020202020204" pitchFamily="34" charset="0"/>
                  </a:rPr>
                  <a:t> </a:t>
                </a:r>
              </a:p>
            </p:txBody>
          </p:sp>
        </mc:Choice>
        <mc:Fallback xmlns="">
          <p:sp>
            <p:nvSpPr>
              <p:cNvPr id="2" name="Rectangle 1"/>
              <p:cNvSpPr>
                <a:spLocks noRot="1" noChangeAspect="1" noMove="1" noResize="1" noEditPoints="1" noAdjustHandles="1" noChangeArrowheads="1" noChangeShapeType="1" noTextEdit="1"/>
              </p:cNvSpPr>
              <p:nvPr/>
            </p:nvSpPr>
            <p:spPr>
              <a:xfrm>
                <a:off x="0" y="0"/>
                <a:ext cx="8686800" cy="2316660"/>
              </a:xfrm>
              <a:prstGeom prst="rect">
                <a:avLst/>
              </a:prstGeom>
              <a:blipFill>
                <a:blip r:embed="rId2"/>
                <a:stretch>
                  <a:fillRect l="-1170" t="-2186"/>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44640" y="1705680"/>
              <a:ext cx="9108720" cy="4036320"/>
            </p14:xfrm>
          </p:contentPart>
        </mc:Choice>
        <mc:Fallback xmlns="">
          <p:pic>
            <p:nvPicPr>
              <p:cNvPr id="3" name="Ink 2"/>
              <p:cNvPicPr/>
              <p:nvPr/>
            </p:nvPicPr>
            <p:blipFill>
              <a:blip r:embed="rId4"/>
              <a:stretch>
                <a:fillRect/>
              </a:stretch>
            </p:blipFill>
            <p:spPr>
              <a:xfrm>
                <a:off x="35280" y="1696320"/>
                <a:ext cx="9127440" cy="4055040"/>
              </a:xfrm>
              <a:prstGeom prst="rect">
                <a:avLst/>
              </a:prstGeom>
            </p:spPr>
          </p:pic>
        </mc:Fallback>
      </mc:AlternateContent>
    </p:spTree>
    <p:extLst>
      <p:ext uri="{BB962C8B-B14F-4D97-AF65-F5344CB8AC3E}">
        <p14:creationId xmlns:p14="http://schemas.microsoft.com/office/powerpoint/2010/main" val="144586480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Rectangle 1"/>
              <p:cNvSpPr/>
              <p:nvPr/>
            </p:nvSpPr>
            <p:spPr>
              <a:xfrm>
                <a:off x="0" y="0"/>
                <a:ext cx="8686800" cy="2316660"/>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5) A stone is thrown from the top of a building upward at an angle of 30.0° to the horizontal with an initial speed of 20.0 </a:t>
                </a:r>
                <a14:m>
                  <m:oMath xmlns:m="http://schemas.openxmlformats.org/officeDocument/2006/math">
                    <m:r>
                      <a:rPr lang="en-US" sz="2400" i="1">
                        <a:latin typeface="Cambria Math"/>
                      </a:rPr>
                      <m:t>𝑚</m:t>
                    </m:r>
                    <m:sSup>
                      <m:sSupPr>
                        <m:ctrlPr>
                          <a:rPr lang="en-US" sz="2400" i="1">
                            <a:latin typeface="Cambria Math" panose="02040503050406030204" pitchFamily="18" charset="0"/>
                          </a:rPr>
                        </m:ctrlPr>
                      </m:sSupPr>
                      <m:e>
                        <m:r>
                          <a:rPr lang="en-US" sz="2400" i="1">
                            <a:latin typeface="Cambria Math"/>
                          </a:rPr>
                          <m:t> </m:t>
                        </m:r>
                        <m:r>
                          <a:rPr lang="en-US" sz="2400" i="1">
                            <a:latin typeface="Cambria Math"/>
                          </a:rPr>
                          <m:t>𝑠</m:t>
                        </m:r>
                      </m:e>
                      <m:sup>
                        <m:r>
                          <a:rPr lang="en-US" sz="2400" i="1">
                            <a:latin typeface="Cambria Math"/>
                          </a:rPr>
                          <m:t>−1</m:t>
                        </m:r>
                      </m:sup>
                    </m:sSup>
                  </m:oMath>
                </a14:m>
                <a:r>
                  <a:rPr lang="en-US" sz="2400" dirty="0">
                    <a:latin typeface="Arial" panose="020B0604020202020204" pitchFamily="34" charset="0"/>
                    <a:cs typeface="Arial" panose="020B0604020202020204" pitchFamily="34" charset="0"/>
                  </a:rPr>
                  <a:t>.. If the height of the building is 45.0 m, how long does it take the stone to reach the ground? What is the speed of the stone just before it strikes the ground?</a:t>
                </a:r>
              </a:p>
              <a:p>
                <a:r>
                  <a:rPr lang="en-US" sz="2400" dirty="0">
                    <a:latin typeface="Arial" panose="020B0604020202020204" pitchFamily="34" charset="0"/>
                    <a:cs typeface="Arial" panose="020B0604020202020204" pitchFamily="34" charset="0"/>
                  </a:rPr>
                  <a:t> </a:t>
                </a:r>
              </a:p>
            </p:txBody>
          </p:sp>
        </mc:Choice>
        <mc:Fallback xmlns="">
          <p:sp>
            <p:nvSpPr>
              <p:cNvPr id="2" name="Rectangle 1"/>
              <p:cNvSpPr>
                <a:spLocks noRot="1" noChangeAspect="1" noMove="1" noResize="1" noEditPoints="1" noAdjustHandles="1" noChangeArrowheads="1" noChangeShapeType="1" noTextEdit="1"/>
              </p:cNvSpPr>
              <p:nvPr/>
            </p:nvSpPr>
            <p:spPr>
              <a:xfrm>
                <a:off x="0" y="0"/>
                <a:ext cx="8686800" cy="2316660"/>
              </a:xfrm>
              <a:prstGeom prst="rect">
                <a:avLst/>
              </a:prstGeom>
              <a:blipFill rotWithShape="1">
                <a:blip r:embed="rId2"/>
                <a:stretch>
                  <a:fillRect l="-1053" t="-1842"/>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A99D7E3-4EC9-7F4C-A572-382E6AB601FB}"/>
                  </a:ext>
                </a:extLst>
              </p14:cNvPr>
              <p14:cNvContentPartPr/>
              <p14:nvPr/>
            </p14:nvContentPartPr>
            <p14:xfrm>
              <a:off x="496080" y="1763280"/>
              <a:ext cx="6828120" cy="3969000"/>
            </p14:xfrm>
          </p:contentPart>
        </mc:Choice>
        <mc:Fallback xmlns="">
          <p:pic>
            <p:nvPicPr>
              <p:cNvPr id="4" name="Ink 3">
                <a:extLst>
                  <a:ext uri="{FF2B5EF4-FFF2-40B4-BE49-F238E27FC236}">
                    <a16:creationId xmlns:a16="http://schemas.microsoft.com/office/drawing/2014/main" id="{7A99D7E3-4EC9-7F4C-A572-382E6AB601FB}"/>
                  </a:ext>
                </a:extLst>
              </p:cNvPr>
              <p:cNvPicPr/>
              <p:nvPr/>
            </p:nvPicPr>
            <p:blipFill>
              <a:blip r:embed="rId4"/>
              <a:stretch>
                <a:fillRect/>
              </a:stretch>
            </p:blipFill>
            <p:spPr>
              <a:xfrm>
                <a:off x="474120" y="1747080"/>
                <a:ext cx="6865920" cy="4006800"/>
              </a:xfrm>
              <a:prstGeom prst="rect">
                <a:avLst/>
              </a:prstGeom>
            </p:spPr>
          </p:pic>
        </mc:Fallback>
      </mc:AlternateContent>
    </p:spTree>
    <p:extLst>
      <p:ext uri="{BB962C8B-B14F-4D97-AF65-F5344CB8AC3E}">
        <p14:creationId xmlns:p14="http://schemas.microsoft.com/office/powerpoint/2010/main" val="286275815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686800" cy="2677656"/>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6) A lovesick lad wants to throw a bag of candy and love notes into the open window of his girlfriend’s bedroom 10.0 m above. Assuming it just reaches the window, he throws the love gifts at 60.0</a:t>
            </a:r>
            <a:r>
              <a:rPr lang="en-US" sz="2400" baseline="30000" dirty="0">
                <a:latin typeface="Arial" panose="020B0604020202020204" pitchFamily="34" charset="0"/>
                <a:cs typeface="Arial" panose="020B0604020202020204" pitchFamily="34" charset="0"/>
              </a:rPr>
              <a:t>o</a:t>
            </a:r>
            <a:r>
              <a:rPr lang="en-US" sz="2400" dirty="0">
                <a:latin typeface="Arial" panose="020B0604020202020204" pitchFamily="34" charset="0"/>
                <a:cs typeface="Arial" panose="020B0604020202020204" pitchFamily="34" charset="0"/>
              </a:rPr>
              <a:t> to the ground:</a:t>
            </a:r>
          </a:p>
          <a:p>
            <a:pPr lvl="0"/>
            <a:r>
              <a:rPr lang="en-US" sz="2400" dirty="0">
                <a:latin typeface="Arial" panose="020B0604020202020204" pitchFamily="34" charset="0"/>
                <a:cs typeface="Arial" panose="020B0604020202020204" pitchFamily="34" charset="0"/>
              </a:rPr>
              <a:t>a) At what velocity should he throw the bag?</a:t>
            </a:r>
          </a:p>
          <a:p>
            <a:pPr lvl="0"/>
            <a:r>
              <a:rPr lang="en-US" sz="2400" dirty="0">
                <a:latin typeface="Arial" panose="020B0604020202020204" pitchFamily="34" charset="0"/>
                <a:cs typeface="Arial" panose="020B0604020202020204" pitchFamily="34" charset="0"/>
              </a:rPr>
              <a:t>b) How far from the house is he standing when he throws the bag?</a:t>
            </a:r>
          </a:p>
        </p:txBody>
      </p:sp>
    </p:spTree>
    <p:extLst>
      <p:ext uri="{BB962C8B-B14F-4D97-AF65-F5344CB8AC3E}">
        <p14:creationId xmlns:p14="http://schemas.microsoft.com/office/powerpoint/2010/main" val="27969153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8686800" cy="2677656"/>
          </a:xfrm>
          <a:prstGeom prst="rect">
            <a:avLst/>
          </a:prstGeom>
        </p:spPr>
        <p:txBody>
          <a:bodyPr wrap="square">
            <a:spAutoFit/>
          </a:bodyPr>
          <a:lstStyle/>
          <a:p>
            <a:r>
              <a:rPr lang="en-US" sz="2400" dirty="0">
                <a:latin typeface="Arial" panose="020B0604020202020204" pitchFamily="34" charset="0"/>
                <a:cs typeface="Arial" panose="020B0604020202020204" pitchFamily="34" charset="0"/>
              </a:rPr>
              <a:t>6) A lovesick lad wants to throw a bag of candy and love notes into the open window of his girlfriend’s bedroom 10.0 m above. Assuming it just reaches the window, he throws the love gifts at 60.0</a:t>
            </a:r>
            <a:r>
              <a:rPr lang="en-US" sz="2400" baseline="30000" dirty="0">
                <a:latin typeface="Arial" panose="020B0604020202020204" pitchFamily="34" charset="0"/>
                <a:cs typeface="Arial" panose="020B0604020202020204" pitchFamily="34" charset="0"/>
              </a:rPr>
              <a:t>o</a:t>
            </a:r>
            <a:r>
              <a:rPr lang="en-US" sz="2400" dirty="0">
                <a:latin typeface="Arial" panose="020B0604020202020204" pitchFamily="34" charset="0"/>
                <a:cs typeface="Arial" panose="020B0604020202020204" pitchFamily="34" charset="0"/>
              </a:rPr>
              <a:t> to the ground:</a:t>
            </a:r>
          </a:p>
          <a:p>
            <a:pPr lvl="0"/>
            <a:r>
              <a:rPr lang="en-US" sz="2400" dirty="0">
                <a:latin typeface="Arial" panose="020B0604020202020204" pitchFamily="34" charset="0"/>
                <a:cs typeface="Arial" panose="020B0604020202020204" pitchFamily="34" charset="0"/>
              </a:rPr>
              <a:t>a) At what velocity should he throw the bag?</a:t>
            </a:r>
          </a:p>
          <a:p>
            <a:pPr lvl="0"/>
            <a:r>
              <a:rPr lang="en-US" sz="2400" dirty="0">
                <a:latin typeface="Arial" panose="020B0604020202020204" pitchFamily="34" charset="0"/>
                <a:cs typeface="Arial" panose="020B0604020202020204" pitchFamily="34" charset="0"/>
              </a:rPr>
              <a:t>b) How far from the house is he standing when he throws the bag?</a:t>
            </a:r>
          </a:p>
        </p:txBody>
      </p:sp>
      <mc:AlternateContent xmlns:mc="http://schemas.openxmlformats.org/markup-compatibility/2006" xmlns:p14="http://schemas.microsoft.com/office/powerpoint/2010/main">
        <mc:Choice Requires="p14">
          <p:contentPart p14:bwMode="auto" r:id="rId2">
            <p14:nvContentPartPr>
              <p14:cNvPr id="3" name="Ink 2"/>
              <p14:cNvContentPartPr/>
              <p14:nvPr/>
            </p14:nvContentPartPr>
            <p14:xfrm>
              <a:off x="223200" y="1053720"/>
              <a:ext cx="8153280" cy="4804560"/>
            </p14:xfrm>
          </p:contentPart>
        </mc:Choice>
        <mc:Fallback xmlns="">
          <p:pic>
            <p:nvPicPr>
              <p:cNvPr id="3" name="Ink 2"/>
              <p:cNvPicPr/>
              <p:nvPr/>
            </p:nvPicPr>
            <p:blipFill>
              <a:blip r:embed="rId3"/>
              <a:stretch>
                <a:fillRect/>
              </a:stretch>
            </p:blipFill>
            <p:spPr>
              <a:xfrm>
                <a:off x="213840" y="1044360"/>
                <a:ext cx="8172000" cy="4823280"/>
              </a:xfrm>
              <a:prstGeom prst="rect">
                <a:avLst/>
              </a:prstGeom>
            </p:spPr>
          </p:pic>
        </mc:Fallback>
      </mc:AlternateContent>
    </p:spTree>
    <p:extLst>
      <p:ext uri="{BB962C8B-B14F-4D97-AF65-F5344CB8AC3E}">
        <p14:creationId xmlns:p14="http://schemas.microsoft.com/office/powerpoint/2010/main" val="193420356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Trek">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themeOverride>
</file>

<file path=docProps/app.xml><?xml version="1.0" encoding="utf-8"?>
<Properties xmlns="http://schemas.openxmlformats.org/officeDocument/2006/extended-properties" xmlns:vt="http://schemas.openxmlformats.org/officeDocument/2006/docPropsVTypes">
  <Template/>
  <TotalTime>23054</TotalTime>
  <Words>3475</Words>
  <Application>Microsoft Macintosh PowerPoint</Application>
  <PresentationFormat>On-screen Show (4:3)</PresentationFormat>
  <Paragraphs>191</Paragraphs>
  <Slides>76</Slides>
  <Notes>7</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76</vt:i4>
      </vt:variant>
    </vt:vector>
  </HeadingPairs>
  <TitlesOfParts>
    <vt:vector size="88" baseType="lpstr">
      <vt:lpstr>Algerian</vt:lpstr>
      <vt:lpstr>Arial</vt:lpstr>
      <vt:lpstr>Calibri</vt:lpstr>
      <vt:lpstr>Calibri Light</vt:lpstr>
      <vt:lpstr>Cambria Math</vt:lpstr>
      <vt:lpstr>Courier New</vt:lpstr>
      <vt:lpstr>Franklin Gothic Book</vt:lpstr>
      <vt:lpstr>Franklin Gothic Medium</vt:lpstr>
      <vt:lpstr>Wingdings 2</vt:lpstr>
      <vt:lpstr>Trek</vt:lpstr>
      <vt:lpstr>Office Theme</vt:lpstr>
      <vt:lpstr>Equation</vt:lpstr>
      <vt:lpstr>PowerPoint Presentation</vt:lpstr>
      <vt:lpstr>PowerPoint Presentation</vt:lpstr>
      <vt:lpstr>Topic A: Space, Time and Motion A.1 – Kinematics </vt:lpstr>
      <vt:lpstr>Topic A: Space, Time and Motion A.1 – Kinematics </vt:lpstr>
      <vt:lpstr>Topic A: Space, Time and Motion A.1 – Kinematics </vt:lpstr>
      <vt:lpstr>Topic A: Space, Time and Motion A.1 – Kinematics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Relative Velocity</vt:lpstr>
      <vt:lpstr>Subtracting Vectors</vt:lpstr>
      <vt:lpstr>Sample problem 1:</vt:lpstr>
      <vt:lpstr>Practice Problem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Raymund Dimayuga</dc:creator>
  <cp:lastModifiedBy>Raymund Dimayuga</cp:lastModifiedBy>
  <cp:revision>58</cp:revision>
  <dcterms:created xsi:type="dcterms:W3CDTF">2010-07-19T13:49:43Z</dcterms:created>
  <dcterms:modified xsi:type="dcterms:W3CDTF">2025-08-27T00:59:00Z</dcterms:modified>
</cp:coreProperties>
</file>