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338" r:id="rId2"/>
    <p:sldId id="341" r:id="rId3"/>
    <p:sldId id="340" r:id="rId4"/>
    <p:sldId id="342" r:id="rId5"/>
    <p:sldId id="259" r:id="rId6"/>
    <p:sldId id="260" r:id="rId7"/>
    <p:sldId id="261" r:id="rId8"/>
    <p:sldId id="256" r:id="rId9"/>
    <p:sldId id="262" r:id="rId10"/>
    <p:sldId id="264" r:id="rId11"/>
    <p:sldId id="263" r:id="rId12"/>
    <p:sldId id="276" r:id="rId13"/>
    <p:sldId id="265" r:id="rId14"/>
    <p:sldId id="268" r:id="rId15"/>
    <p:sldId id="266" r:id="rId16"/>
    <p:sldId id="316" r:id="rId17"/>
    <p:sldId id="283" r:id="rId18"/>
    <p:sldId id="317" r:id="rId19"/>
    <p:sldId id="267" r:id="rId20"/>
    <p:sldId id="318" r:id="rId21"/>
    <p:sldId id="287" r:id="rId22"/>
    <p:sldId id="269" r:id="rId23"/>
    <p:sldId id="274" r:id="rId24"/>
    <p:sldId id="314" r:id="rId25"/>
    <p:sldId id="315" r:id="rId26"/>
    <p:sldId id="284" r:id="rId27"/>
    <p:sldId id="271" r:id="rId28"/>
    <p:sldId id="272" r:id="rId29"/>
    <p:sldId id="288" r:id="rId30"/>
    <p:sldId id="286" r:id="rId31"/>
    <p:sldId id="285" r:id="rId32"/>
    <p:sldId id="312" r:id="rId33"/>
    <p:sldId id="313" r:id="rId34"/>
    <p:sldId id="258" r:id="rId35"/>
    <p:sldId id="277" r:id="rId36"/>
    <p:sldId id="278" r:id="rId37"/>
    <p:sldId id="289" r:id="rId38"/>
    <p:sldId id="302" r:id="rId39"/>
    <p:sldId id="303" r:id="rId40"/>
    <p:sldId id="304" r:id="rId41"/>
    <p:sldId id="279" r:id="rId42"/>
    <p:sldId id="308" r:id="rId43"/>
    <p:sldId id="306" r:id="rId44"/>
    <p:sldId id="275" r:id="rId45"/>
  </p:sldIdLst>
  <p:sldSz cx="9144000" cy="6858000" type="screen4x3"/>
  <p:notesSz cx="7053263" cy="93091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70" autoAdjust="0"/>
    <p:restoredTop sz="94603"/>
  </p:normalViewPr>
  <p:slideViewPr>
    <p:cSldViewPr>
      <p:cViewPr varScale="1">
        <p:scale>
          <a:sx n="109" d="100"/>
          <a:sy n="109" d="100"/>
        </p:scale>
        <p:origin x="2080" y="184"/>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5" Type="http://schemas.openxmlformats.org/officeDocument/2006/relationships/image" Target="../media/image18.wmf"/><Relationship Id="rId4"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wmf"/></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8-10-25T06:50:08.946"/>
    </inkml:context>
    <inkml:brush xml:id="br0">
      <inkml:brushProperty name="width" value="0.05292" units="cm"/>
      <inkml:brushProperty name="height" value="0.05292" units="cm"/>
      <inkml:brushProperty name="color" value="#FF0000"/>
    </inkml:brush>
  </inkml:definitions>
  <inkml:trace contextRef="#ctx0" brushRef="#br0">1290 8086,'0'0,"0"25,0 25,0-1,0 1,-25-25,25 49,0 1,25-1,-25-49,0 0,25-1,-1 26,-24-50,50 25,-50-25,50-25,-50 25,49-25,1-74,-25 49,-25 26,24-26,-24 25,25-24,-25 24,0 0,25 0,-25 0,25 25,-25-24,0 48,0 1,0 0,-25 49,25-49,0 50,0-51,25 26,-25-25,0-25,25 49,0-49,24 25,-24-25,0 0,0 0,-25 0,24-25,-24 25</inkml:trace>
  <inkml:trace contextRef="#ctx0" brushRef="#br0" timeOffset="439.02">2307 8285,'0'0,"-25"0,0 0,0 0,-49 0,49 0,-24 0,24-25,0 25,25 0,0 0</inkml:trace>
  <inkml:trace contextRef="#ctx0" brushRef="#br0" timeOffset="738.04">2406 8458,'0'25,"-25"-25,-24 0,24 0,-25 0,25 0,-24 0,24 0,0 0,25 0,0 0,25 0</inkml:trace>
  <inkml:trace contextRef="#ctx0" brushRef="#br0" timeOffset="1299.07">2853 8136,'0'25,"-25"24,0-24,0 0,0 0,1 24,24-24,-25 25,25-50,0 25,25-1,-25-24,49 25,-24-25,-25 0,50 0,-26 0,1 0,25 0,-1-25,-24 25,0 0,-25 0,50-24,-26-1</inkml:trace>
  <inkml:trace contextRef="#ctx0" brushRef="#br0" timeOffset="1632.09">3051 8136,'0'50,"0"-26,0 51,0-50,0 74,0-25,0-24,0-25,0 24,0-24,0 25,0-26,0 1,0-25</inkml:trace>
  <inkml:trace contextRef="#ctx0" brushRef="#br0" timeOffset="2904.16">3547 8310,'0'24,"0"1,0 50,0-51,0 1,0 25,0-25,0 24,0-49,25 25,-25 0,0-25,0 0,25 0,-25-25,0 0,0 0,24 1,-24-1,0-25,0 25,25 1,-25-1,0-25,25 50,-25 0,25 0,0 25,-25 25,0-26,25 26,-25-25,0 0,0 24,0-24,24 0,-24 0,0-25,0 0,0 0,25-25,-25 0,0-25,0-24,25 24,-25 26,25-26,0 25,-1 25,1 75,0-26,-25 1,0-1,0-24,0 25,25-50,-25 0</inkml:trace>
  <inkml:trace contextRef="#ctx0" brushRef="#br0" timeOffset="3433.19">4390 8334,'-24'25,"-1"0,0 0,0-25,0 25,25-1,0 1,25 0,-25-25,50 25,-25 24,-1 1,1-25,25 0,-50-1,25 26,-25-25,0 0,-25-1,0-24,-25 0,26 0,-26-24,25 24,25-25,-25 0,1-25</inkml:trace>
  <inkml:trace contextRef="#ctx0" brushRef="#br0" timeOffset="3828.21">4539 8086,'-25'0,"-24"0,24 25,0-25,0 0,1 0,24 0,0-25,0 1</inkml:trace>
  <inkml:trace contextRef="#ctx0" brushRef="#br0" timeOffset="4188.22">4738 7962,'0'50,"0"-25,0 49,0-24,24 24,-24-74,0 50,0-50,0 25,0-25,-24 0,-1-25</inkml:trace>
  <inkml:trace contextRef="#ctx0" brushRef="#br0" timeOffset="5043.28">1265 9798,'0'0,"25"25,-25-25,0 49,0-24,25 0,-25-25,24 49,-24-24,0 0,25 0,-25 25,25-26,-25 1,25 0,0 0,-25 0,24-25,-24 24,25 1,-25-25,0 0,0 0,25 25,-25-25,0 0,0 0,25-25,-25-49</inkml:trace>
  <inkml:trace contextRef="#ctx0" brushRef="#br0" timeOffset="5413.3">1687 9723,'0'0,"0"25,-25 25,0 24,25 1,-25-1,0 1,1-26,24 26,-25-51,25 26,0-50,0-25</inkml:trace>
  <inkml:trace contextRef="#ctx0" brushRef="#br0" timeOffset="5775.33">2158 9723,'-25'0,"-24"25,-1-25,25 0,-24 0,24 0,0 0,25 0,0 0,0 0</inkml:trace>
  <inkml:trace contextRef="#ctx0" brushRef="#br0" timeOffset="6012.34">2232 9947,'0'0,"-24"0,-26 0,25 0,0 0,-24 0,-1 0,50 0,-49 0,49 0</inkml:trace>
  <inkml:trace contextRef="#ctx0" brushRef="#br0" timeOffset="6773.38">2629 9723,'-25'-24,"25"24,-49 0,-1 24,25 1,25-25,0 25,0 0,0 24,50 26,0-26,-26-24,26 50,-50-26,25 1,0 0,-25-26,0 1,-25 0,25-25,-25 0,-25 0,1 0,-1-50,25 26,25-1,0-25,0 25,25-24,-25 24,75-25,-51 50,26-49,0 24,-1-25,-24 25,0-24,-25 24,0-25,0 26,-50-1,26 0,-26 0,25 0,-25 25,-24 0,24 50,100 0</inkml:trace>
  <inkml:trace contextRef="#ctx0" brushRef="#br0" timeOffset="7603.42">3225 9897,'0'25,"-25"49,25-24,0 0,0-1,0-49,25 25,-25-50,0 0,24 1,-24-26,25 0,-25 1,25-1,25 50,-50-25,24 25,1 25,0 25,0-1,-25-24,0 50,0-51,0 1,0 25,-25-50,25 0,0-25,0 0,0-24,25-1,-25 0,25 25,-25-24,24 49,1-25,25 0,-25 50,-1-25,1 99,0-74,-25 25,0-1,0-24,0-25,25 0</inkml:trace>
  <inkml:trace contextRef="#ctx0" brushRef="#br0" timeOffset="8090.46">4043 9922,'0'0,"-25"0,25 25,-24-1,-1-24,0 25,25 0,25 0,-25 0,25 24,-25-49,49 50,-24-25,0 24,0-24,-25 0,0 0,0-25,0 25,-25-25,0 0,-25 0,50 0,-74-50,49 0,0-49</inkml:trace>
  <inkml:trace contextRef="#ctx0" brushRef="#br0" timeOffset="8469.48">4217 9674,'0'-25,"-25"25,0 0,0 0,1 0,-1 0,0 0,25-25,0 0,0 1,0 24,25-25</inkml:trace>
  <inkml:trace contextRef="#ctx0" brushRef="#br0" timeOffset="8873.5">4490 9475,'0'50,"0"0,0-26,0 26,0-25,0 0,0-1,0 1,-25-25</inkml:trace>
  <inkml:trace contextRef="#ctx0" brushRef="#br0" timeOffset="11058.63">1414 11757,'49'0,"-49"0,25 0,-25 0,0 0,0-24,-25 24,25-25,-49 25,24 0,0 0,-24 0,-1 25,25-1,0 1,1 0,-1 25,0 24,25 0,0-49,0 25,25-1,49 1,-24-50,-1-25,-24-24,25-1,-25-24,24-26,-24 26,-25-25,25 24,-25 1,0-25,0 49,0 1,0-1,-25 25,25 25,-25 0,25 124,0-25,0 1,25-1,0 0,-25-25,25 26,-1-51,-24-24,25-25,0 0,-25 25,25-50,0 25,49-50</inkml:trace>
  <inkml:trace contextRef="#ctx0" brushRef="#br0" timeOffset="11453.65">2232 11807,'0'0,"-49"0,24 25,0-25,0 0,1 0,-1 0,-25 0,1 0,49 0,-25 0,25 0,0 0,0 0</inkml:trace>
  <inkml:trace contextRef="#ctx0" brushRef="#br0" timeOffset="11771.67">2133 12005,'0'25,"-25"-25,1 25,-1-25,0 0,-25 0,26 0,24 0,-25 0,50-25,-25 25</inkml:trace>
  <inkml:trace contextRef="#ctx0" brushRef="#br0" timeOffset="12606.72">2604 11683,'0'25,"0"-25,25 0,0-25,0 25,-25-25,0 25,25-25,0 25,-1-24,1 24,0 0,0 0,0 0,-25 0,24 0,-24 0,0 0,0 24,0-24,0 25,0 0,0 0,-49 74,24-74,0 24,0 1,1-25,-1 24,0-24,0 25,0-25,0 24,25-24,-24-25,-1 25,25-25,25 0,-1 0,1 0,0 0,0-25,0 25,0 0,49-25,-49 25,24 0,26 0,-50-25,24 25,-24-99</inkml:trace>
  <inkml:trace contextRef="#ctx0" brushRef="#br0" timeOffset="13207.75">3200 11683,'0'25,"0"24,0 1,0 0,0-1,0 26,0-26,0-24,25 25,-1-26,-24 1,25-25,25 25,-25-25,-1-25,26 0,-25 1,-25-26,25-49,-25 49,0 1,0-1,-25-24,25 49,-25-25,-25 1,50 24,-49 0,24 25,-25 0,26 0,-26 50,25-26,-24 51,49-26,-50 199</inkml:trace>
  <inkml:trace contextRef="#ctx0" brushRef="#br0" timeOffset="18050.03">1116 13097,'0'25,"-25"24,25 1,0 24,0-49,0 74,0-49,0 24,0-74,25 50,-25-25,0 0,0-25,25 0,-25 0,25-50,-25 25,0-49,25-1,-25 1,0 0,24 49,-24 0,0 25,25 0,-25 0,0 0,25 50,-25-1,0 26,25-26,-25 26,25-51,-25 1,0 0,0 0,24-25,-24 0,25 0,-25-50,0 25,25-24,-25-26,25-49,0 100,-25-1,24 25,-24-25,25 25,-25 25,0 0,25 24,-25-24,0 74,25-49,-25 24,0-49,0 25,0-1,25-24,-25-25</inkml:trace>
  <inkml:trace contextRef="#ctx0" brushRef="#br0" timeOffset="18460.05">2009 13345,'-25'25,"1"0,-26-25,0 24,1-24,24 0,0 0,0 0,1 0,24 0</inkml:trace>
  <inkml:trace contextRef="#ctx0" brushRef="#br0" timeOffset="18838.07">1960 13618,'-25'0,"25"25,-50-25,25 0,1 24,-26-24,50 0,-25 0,25 0,0 0</inkml:trace>
  <inkml:trace contextRef="#ctx0" brushRef="#br0" timeOffset="20725.18">2307 13072,'0'25,"-25"24,0 1,25-25,-25 25,25-50,-24 24,24 1,0 0,0-25,24 0,-24 0,0 0,25 0,0 0,-25 0,25 0,-25 0,49 0,-24 0,0-25,0 25,24 0,-49 0,25 0,0 0,0 0,-25 0,0-25</inkml:trace>
  <inkml:trace contextRef="#ctx0" brushRef="#br0" timeOffset="21088.2">2456 12923,'0'50,"0"-25,0 74,0-50,0 51,0-1,0 0,0-49,0 49,0-49,0 24,0 0,0-24,0-25,24-25,1-50</inkml:trace>
  <inkml:trace contextRef="#ctx0" brushRef="#br0" timeOffset="21481.22">2753 12948,'0'25,"0"49,0-49,0 74,0 25,0 0,-24-74,24 49,0-24,0 24,0-25,0-24,0-25,0-25,24-25,1-74</inkml:trace>
  <inkml:trace contextRef="#ctx0" brushRef="#br0" timeOffset="22005.25">3001 13271,'0'24,"-24"1,-26 0,25 25,0-1,-24-24,24 25,-25-26,26 1,-1 0,0 0,25-25,25 0,0 0,-1 0,26 25,0-1,-1-24,-24 25,25 25,-26-50,1 25,0-1,-25-24</inkml:trace>
  <inkml:trace contextRef="#ctx0" brushRef="#br0" timeOffset="23027.31">3299 13519,'0'-25,"-25"25,0 0,1 0,-1 0,0 0,25 25,-50-25,26 24,-1 26,25-25,0 24,0-24,0 25,25-1,-25-24,24 0,26 0,-50-25,50 0,-26-25,1-25,-25 26,25-76,-25 76,0-1,25-25,-25 25,0 25,-25 0,25 0,0 50,0 0,0 24,0-49,0 74,0-49,0 49,0 0,0 0,0-24,0 24,0-49,-50 148,26-148,-1-26,0-24,0 0,0 0,1-24,-1-26,25 0,0 1,-25-26,25 51,0-51,25 1,0-1,-25 50,74-24,-49 24,49 25,25 0,-24 50,-26-26,75 26,-24 49,-51-99,51 50</inkml:trace>
  <inkml:trace contextRef="#ctx0" brushRef="#br0" timeOffset="31737.81">744 14635,'0'25,"0"24,25 26,0 24,0 74,-25-24,24 0,-24 0,0 0,0-50,0 0,-24-24,24-51</inkml:trace>
  <inkml:trace contextRef="#ctx0" brushRef="#br0" timeOffset="32175.84">1215 14932,'25'0,"-25"-24,0 24,-25 0,1 0,-26 0,0-25,-24 25,49 0,-49 25,24-25,1 49,-26-24,1 0,49 0,0 24,25-49,-25 25,25-25,25 0,25 0</inkml:trace>
  <inkml:trace contextRef="#ctx0" brushRef="#br0" timeOffset="32516.85">1166 15255,'25'25,"-50"-25,0 0,-49 0,24 0,0 0,-24 0,24 24,1 1,24-25,0 25,75-25</inkml:trace>
  <inkml:trace contextRef="#ctx0" brushRef="#br0" timeOffset="32847.87">1587 15379,'-24'0,"-1"0,0 0,-49 0,24 0,0 0,1 0,24 25,0 0</inkml:trace>
  <inkml:trace contextRef="#ctx0" brushRef="#br0" timeOffset="33130.89">1587 15577,'-24'0,"24"0,-50 0,25 0,-24 25,24-25,0 0,0 25</inkml:trace>
  <inkml:trace contextRef="#ctx0" brushRef="#br0" timeOffset="33798.93">1712 15156,'0'0,"0"-25,0 25,24-25,-24 25,0-25,25 0,0-24,0 49,0-25,-1 0,1 25,0-25,25 25,-50 0,24 0,1 0,0 0,-25 25,0-25,0 25,0 0,0-25,-25 99,0-74,1 24,24-24,-25 50,25-51,-25 26,0 0,25 24,0-74,0 50,-25-50,25 0,-24 25</inkml:trace>
  <inkml:trace contextRef="#ctx0" brushRef="#br0" timeOffset="34494.97">1836 16024,'0'0,"-25"0,25 0,-25 0,25-25,0 0,0-24,0 24,0 0,0 0,25 25,-25 0,25 0,-1 25,-24 0,0-25,0 25,-24-25,24 0,0 0,-25 0,25-25,0 25,0 25,0-25,0 24,0-48</inkml:trace>
  <inkml:trace contextRef="#ctx0" brushRef="#br0" timeOffset="36180.06">2232 15528,'25'99,"-25"-25,0 1,0-26,0 26,0-26,0-24,0-25,-25-25,25-24,0-50,0 24,0-24,0 25,0 24,25 25,-25 25,25 0,0 25,0 0,-25 49,24 25,1-24,0-1,-25-24,25-25,-25-25,0-25,0 0,0-49,0-1,0 1,0 24,0 1,0 24,0 0,25 25,-1 0,-24 25,25 0,-25-1,25 51,0-1,-25 1,25-26,-25-24,0-25</inkml:trace>
  <inkml:trace contextRef="#ctx0" brushRef="#br0" timeOffset="36930.11">2877 15528,'0'0,"-24"0,-1 25,25-25,-50 24,25 26,1 0,-1-26,0 26,25-25,0 24,0 1,0-25,0 0,25-25,-25 0,0-25,25 0,-1-25,-24 26,25-51,0-24,-25 49,25 1,-25 24,0 50,0 0,0-1,0 26,0 24,25 1,-25-50,0 24,24-24,-24 25,25-1,25-24,-50-25,49 0,-24 0,0 0,0-149,74-24</inkml:trace>
  <inkml:trace contextRef="#ctx0" brushRef="#br0" timeOffset="42528.43">2952 16173,'25'0,"-25"24,0-24,-25 0,0 0,25 0,-25 0,25 0,-25 25,25-25,-49 0,49 0,-25 0,0 0,0 25,1-25,24 0,-25 0,25 0,-25 0,25 0,25 0,-25 25,25-25,-1 0,1 0,0 25,0-25,0 0,-1 0,1 0,-25 0,25 0,-25 0,25 0,-25 0,25 0,-25 0,-25 0,25 0,-25 0,25-25,-25 25,0 0,25 0,-24 0,-1 25,0-25,0 24,0-24,1 25,24-25,-25 0,0 25,0-50,50-49</inkml:trace>
  <inkml:trace contextRef="#ctx0" brushRef="#br0" timeOffset="53992.08">5904 7838,'0'25,"24"-25,1 25,-25 0,25-1,0 1,0 25,-25-25,24 0,1-1,-25 1,25-25,-25 25,25 0,-25 0,0-1,0 1,0-25,25 0,-25 25,0-25,0 0,0 0</inkml:trace>
  <inkml:trace contextRef="#ctx0" brushRef="#br0" timeOffset="54332.1">6325 7764,'0'25,"0"-25,0 74,-25-49,25 24,-24 26,-1-25,0 24,25-24,-25-1,0-24,25 0,-24 0,24-1,0-24,0-74</inkml:trace>
  <inkml:trace contextRef="#ctx0" brushRef="#br0" timeOffset="54839.13">6400 7466,'24'0,"26"-25,0 25,-26 0,1 0,-25 25,25 0,-25 25,-50-1,26-24,-51 25,50-1,1-24,24 0,24-25,1 0,25 0,24-25,1 25,-26 0,-24 50,-50-50</inkml:trace>
  <inkml:trace contextRef="#ctx0" brushRef="#br0" timeOffset="55299.16">7193 7962,'0'-25,"-49"25,24 0,-25 25,1-25,-26 0,51 0,-26 0,25 0,0 0,-24 25,49-25,0 0,24 25</inkml:trace>
  <inkml:trace contextRef="#ctx0" brushRef="#br0" timeOffset="55548.17">7119 8111,'-25'0,"0"0,-24 0,-1 25,25-25,-24 0,-1 25,50-25,25-25</inkml:trace>
  <inkml:trace contextRef="#ctx0" brushRef="#br0" timeOffset="56190.21">7342 7813,'0'25,"0"25,0-25,0 24,25 1,-25-25,0 49,25-24,0-1,-1-24,1-25,-25 0,25 0,0-25,0 1,-1-1,-24-25,25 25,-25-24,0-1,25 0,-25 26,0-26,0 25,25 75,-25-1,25 1,-25-25,24 49,-24-49,0 0,25 25,-25-26,0-24,25-74</inkml:trace>
  <inkml:trace contextRef="#ctx0" brushRef="#br0" timeOffset="56665.24">7739 7541,'0'-25,"25"25,0 0,24 25,-24-25,0 24,0 1,-25 0,0 0,-25 24,25-49,-50 50,25-25,1 0,-1-25,50 0,-1-25,51 25,-26 0,76 0,-101 0,1 25,-25-1</inkml:trace>
  <inkml:trace contextRef="#ctx0" brushRef="#br0" timeOffset="57092.25">8409 7739,'0'0,"0"50,0-26,0 26,0-25,25 49,-25-24,0 24,0-74,0 50,0-50,0 25,0-50</inkml:trace>
  <inkml:trace contextRef="#ctx0" brushRef="#br0" timeOffset="57318.27">8533 7937,'0'0,"-25"0,-25 0,-24 25,24 0,1-25,24 25,0-25</inkml:trace>
  <inkml:trace contextRef="#ctx0" brushRef="#br0" timeOffset="57869.3">8756 7689,'0'0,"25"-24,0 24,24-25,1 25,-1 0,-24 0,25 25,-50-25,25 24,0 1,-50 25,25-1,-50 1,0 0,1-1,-1 1,1-25,24 0,25-1,25-24,49 25,0-25,1 0,-25 0,-26 0,-24 0</inkml:trace>
  <inkml:trace contextRef="#ctx0" brushRef="#br0" timeOffset="58590.35">9699 7665,'-25'0,"0"0,-25 0,1 0,-26 24,51 1,-1 25,0-50,0 49,0 1,25 0,0-1,25-24,-25 0,50 0,-25-25,24 0,-24 0,0-25,0 0,-1 0,1-49,-25-1,0 51,0-1,0 0,0 0,0 50,0 0,0 0,25 24,0-24,0 25,-1-26,26 1,-50-25,25 25,-25-25</inkml:trace>
  <inkml:trace contextRef="#ctx0" brushRef="#br0" timeOffset="61059.49">10344 7739,'-25'-25,"0"25,0 0,-24 0,24 0,-50 25,51-25,-26 50,25-26,25 1,-25 25,25-25,0 24,0-24,25 25,-25-50,25 25,0-25,0 0,-1 0,1 0,0-25,0 0,0-25,-25 1,24-75,1 99,-25-74,0 49,0 0,0 1,0-1,0 25,0 1,0-1,25 50,-25-1,0 51,0-50,0 49,0 0,25 1,-25-50,25 49,-25-49,24 49,26 1,-25-75,-25 0,25 0,-25 0,24 0</inkml:trace>
  <inkml:trace contextRef="#ctx0" brushRef="#br0" timeOffset="66379.78">6003 8930,'-25'0,"25"0,0 0,-25 24,25-24,-25 0,25 0,0 25,0-25,0 0,0 0,0 25,0-25,-24 0,24 0,-25 0,25 0,-25 25,25-25,-50 50,50-26,0 1,-25-25,25 50,25-25,-25-25,25 24,0 1,0-25,0 0,-1 25,51-25,-50 25,-1 0,1-25,-25 24,25 1,-25 25,0-25,-25 24,0-24,-24 25,-1-26,1 1,-1-25,25 0,0 0,0 0,25-49,0 24,25 0,25 0,-25-24,24-1,1 0,0 1,-26 24,1 0,0-24,-25 24,0 0,0 0,-50 0,26 25,-1-24,-25 24,25 0,1 0,-1-25</inkml:trace>
  <inkml:trace contextRef="#ctx0" brushRef="#br0" timeOffset="66766.81">6251 8806,'99'0,"-74"0,-25 24,0 1,-25 0,0 25,-24-26,49 1,0-25,24 25,26-25,24 0,-24 0,0 25,-26 0</inkml:trace>
  <inkml:trace contextRef="#ctx0" brushRef="#br0" timeOffset="67070.83">6573 9252,'50'0,"-1"-25,26 25,-26-24,1 24,-25 24,0-24,-25 0</inkml:trace>
  <inkml:trace contextRef="#ctx0" brushRef="#br0" timeOffset="67276.84">6598 9376,'50'0,"49"0,-25 0,-49 0,50 0,-26 0</inkml:trace>
  <inkml:trace contextRef="#ctx0" brushRef="#br0" timeOffset="67736.87">7317 9029,'0'0,"-24"25,24 0,-25 24,-25-24,50 25,0-26,0 1,0-25,25 25,25-25,24 0,-49 0,49 0,-49 0,25-25,24-24</inkml:trace>
  <inkml:trace contextRef="#ctx0" brushRef="#br0" timeOffset="67994.88">7491 9029,'0'0,"0"50,0 24,0 25,0-49,0 24,0-24,0 24,0-24,0-1,0-49</inkml:trace>
  <inkml:trace contextRef="#ctx0" brushRef="#br0" timeOffset="68403.89">7714 8731,'75'0,"-26"25,1 0,-50 24,-25-24,0 0,-49 0,24 0,1-1,49 1,24-25,1 25,50-25,-1 0</inkml:trace>
  <inkml:trace contextRef="#ctx0" brushRef="#br0" timeOffset="68721.92">8260 9029,'0'25,"0"24,0 1,0 49,0-74,0 49,0-49,0 50,0-26,0-24</inkml:trace>
  <inkml:trace contextRef="#ctx0" brushRef="#br0" timeOffset="68946.92">8086 9277,'50'0,"74"0,-74 0,24 0,-24 0,24-25</inkml:trace>
  <inkml:trace contextRef="#ctx0" brushRef="#br0" timeOffset="69398.95">8731 8930,'75'0,"-51"0,51 24,-26 1,1 0,-50-25,25 50,-25-50,-25 49,0 26,-24-26,-1-24,0 25,26-25,-26-1,25 1,50-25,0 0,24 25,1-25,24 0,51 25,-26-75</inkml:trace>
  <inkml:trace contextRef="#ctx0" brushRef="#br0" timeOffset="70029">9674 9054,'-25'0,"0"0,-24 25,-26-1,50 1,-24 25,24-25,0 24,0 1,25-1,0-24,25 25,-25-50,25 25,0-25,24-50,-24 25,0-24,0 24,24 0,-24-25,-25 1,25 24,-25-25,0 50,0 25,-25 0,25 25,0-26,25 26,-25-25,25 0,0-1,-1 1,-24-25,25 0,0 0,49-74</inkml:trace>
  <inkml:trace contextRef="#ctx0" brushRef="#br0" timeOffset="70444.02">10195 8756,'-25'50,"-25"-1,1 26,-1 24,25 0,0 0,25-24,25-26,0 1,0 0,0-26,0-24,-25 25</inkml:trace>
  <inkml:trace contextRef="#ctx0" brushRef="#br0" timeOffset="73185.18">10269 9054,'-25'-25,"25"25,50-25,0 25,-1 0,1 0,-1 25,-24 0,-25 0,-49 24,-1-24,-24 25,-1-1,26-24,-1 0,50 0,0-1,25 1,99 25,-50-50,-24 0,-1 0,1 0,0-25,-1-74</inkml:trace>
  <inkml:trace contextRef="#ctx0" brushRef="#br0" timeOffset="73601.2">10691 9128,'0'0,"-25"50,50-1,-25 1,25 0,24-1,-49-24,25 0,0-25,24-50,-24 1,0-1,0 0,0-24,-25 24,-25 26,0-1,-25 0,-24 25,-25 0,74 25,50-25</inkml:trace>
  <inkml:trace contextRef="#ctx0" brushRef="#br0" timeOffset="74083.23">10988 8731,'0'0,"25"50,0-1,25 1,-26-25,1 49,0-24,-25 0,25 24,-25 0,-25-49,25 25,-25-50,0 49,1-24,-1 0,0-25,25 25,-25-25,25 0,0 0</inkml:trace>
  <inkml:trace contextRef="#ctx0" brushRef="#br0" timeOffset="75559.32">6028 10592,'-25'0,"-25"49,-24-24,49 0,-25 24,25 1,1 0,-1-1,25 1,0-1,0 1,0-25,25 24,-1-24,26 0,-50-25,50 0,-50-25,49-24,-24-1,0 0,0 1,0-75,-25 74,0 1,0 24,0-25,0 50,0 0,24 25,-24 25,25-1,0-24,25 25,-26-26,1-24,0 25,0-25,24 25,-24-25</inkml:trace>
  <inkml:trace contextRef="#ctx0" brushRef="#br0" timeOffset="75880.34">6747 10616,'49'0,"-24"0,25 0,0 0,-26 0,26 0,-25 0,0 25,-25-25,-50 25</inkml:trace>
  <inkml:trace contextRef="#ctx0" brushRef="#br0" timeOffset="76145.35">6648 10864,'74'-24,"-49"24,49-25,1 25,-26-25,1 0,-25 25,0 0,-25 0,0 25</inkml:trace>
  <inkml:trace contextRef="#ctx0" brushRef="#br0" timeOffset="102831.88">7293 10418,'0'99,"24"-49,-24-25,0 74,25-74,-25 49,25 25,-25-24,0-26,0 1,0-25,0 24,0-24,0-25</inkml:trace>
  <inkml:trace contextRef="#ctx0" brushRef="#br0" timeOffset="103073.89">7516 11013,'0'25,"0"0</inkml:trace>
  <inkml:trace contextRef="#ctx0" brushRef="#br0" timeOffset="103728.93">7764 10492,'0'0,"25"0,-1 0,1 0,0 0,0 25,0-25,-25 25,0 25,0-1,0 1,-25-1,25 1,-25 0,-25 24,26 0,24-24,-25-25,25 24,0-24,25-25,-1 0,1 25,25-25,-1 0,-24 0,0 0,0 0,25 0</inkml:trace>
  <inkml:trace contextRef="#ctx0" brushRef="#br0" timeOffset="104603.98">8310 10716,'0'49,"0"26,0-1,24 0,-24 1,0-26,0-24,0 0,25 0,-25-25,0-50,25 1,-25-26,0 26,25-1,0 0,-25 26,24 24,1 24,0 26,-25 0,0-1,0 1,0-1,0-24,0 0,0-25,0 0,0-25,25 0,-25-49,25 24,-25 26,24-26,1 0,0 26,25-1,-50 50,24-1,-24 51,25 24,-25 0,0-74,0 25,0-50,0 25,0-25,25-50</inkml:trace>
  <inkml:trace contextRef="#ctx0" brushRef="#br0" timeOffset="105105.01">9054 10840,'0'0,"0"0,-25 0,0 0,-25 0,50 0,-24 24,24-24,0 25,0 0,24 25,-24-26,50 26,-25 0,25-1,-50-24,24 0,-24 0,0 0,0-25,-24 24,-51-24,50 0,-24-24,24-1,25 0</inkml:trace>
  <inkml:trace contextRef="#ctx0" brushRef="#br0" timeOffset="105414.02">9029 10517,'0'0,"-25"0,0 0,0 0,1 0,-1 0,0 0,0 0,25 0</inkml:trace>
  <inkml:trace contextRef="#ctx0" brushRef="#br0" timeOffset="105924.05">9227 10294,'0'0,"25"25,-25-25,25 25,-25-25,0 24,0 26,0-25,0 0,-25 24,25-49,0 25,-25 0,25-25,25 0,0 0,-25 0,25 0,24 0,26 0,-50 0,-1 0,-24 25,0-25</inkml:trace>
  <inkml:trace contextRef="#ctx0" brushRef="#br0" timeOffset="107559.15">9252 11584,'-25'0,"-49"0,0 0,-1 0,25-25,-24 25,24 0,-49 0,0 0,0 0,24-25,-49 25,75 0,-100-25,25 25,-25-24,75 24,-50 0,49 0,-74 0,1-25,-26 25,100 0,-224 0,199 0,-25 25,-25-25,25 24,49-24,-49 0,50 0,-25 0,-25 0,24 0,51 0,-26-24,26-1,-26-25,1 25,24-49,26 49,-26-49,25 24,0-24,1-26,24 26,24-50,26 74,-25 26,24-51,1 26,24-1,-24 25,24 0,1 1,24-26,0 25,75 0,-50 1,0-1,0 0,0 0,25 0,-25 1,0-1,25-25,-25 25,149 1,-125-1,-24 0,0 0,25 0,0 0,-25 1,0-1,25 0,-25 25,0-25,25 25,-25 0,-25 25,50 0,-25-25,-25 49,0-24,1 25,73 49,-98-24,-1-1,-49-24,25 24,-26 0,1 1,-25-1,0 25,0-49,-49 49,24-24,-25-1,0 25,1-49,-1 0,1-1</inkml:trace>
  <inkml:trace contextRef="#ctx0" brushRef="#br0" timeOffset="111527.37">4936 12650,'0'50,"0"24,0 1,0 24,25 25,-25-25,0 1,0-26,0 25,0-49,0-50</inkml:trace>
  <inkml:trace contextRef="#ctx0" brushRef="#br0" timeOffset="111897.4">5333 12774,'-25'-24,"-24"-1,-26 0,26 0,-26 25,1-25,24 25,1 0,-1 0,25 0,25 25</inkml:trace>
  <inkml:trace contextRef="#ctx0" brushRef="#br0" timeOffset="112204.4">5308 12998,'0'0,"-49"24,24-24,-50 0,51-24,-51 24,26 0,24 0,0 0,50 0</inkml:trace>
  <inkml:trace contextRef="#ctx0" brushRef="#br0" timeOffset="112583.43">5705 13171,'-50'0,"50"0,-49 0,24 0,0 25,0-25,25 0,0 0,-24 0</inkml:trace>
  <inkml:trace contextRef="#ctx0" brushRef="#br0" timeOffset="112859.45">5755 13345,'-25'0,"-25"0,1-25,24 25,0 0,0 0,25 0</inkml:trace>
  <inkml:trace contextRef="#ctx0" brushRef="#br0" timeOffset="113846.51">5978 12923,'0'25,"0"49,25-24,-25 0,0-1,0 26,0-26,0 1,25-25,-25 0,0-1,24-24,-24-24,0-1,25-25,-25 1,0-1,25 0,-25 1,25-1,-25 25,0 25,25 0,-1 0,-24 25,0 0,0 24,25-24,-25 25,0 0,0-1,0-24,0 25,0-26,25-24,-25 0,25 0,-25 0,25-49,-25 24,0-25,24 1,1-75,-25 124,0-25,25 0,-25 25,25 0,-25 0,25 25,-25 0,0-1,24 26,1 0,-25-1,0-24,0 0,0-25,0 25</inkml:trace>
  <inkml:trace contextRef="#ctx0" brushRef="#br0" timeOffset="114761.56">6772 13072,'0'-25,"-25"25,0 0,25 0,-50 0,26 0,24 25,-25-25,25 50,0-26,0 51,0-25,25-1,-25-24,24 0,-24 0,25-25,-25 24,25-48,0 24,-25-50,0 25,25-24,-25-76,0 76,0 24,0 0,0 25,0 25,0 25,24-1,-24-24,25 25,-25-25,25 24,0-24,0 0,0-25,-1 0,1 25,0-50,0 25,0-25,-1 0,1 0,-25 1</inkml:trace>
  <inkml:trace contextRef="#ctx0" brushRef="#br0" timeOffset="115362.59">5655 14114,'0'0,"-24"0,-1 0,25 0,-25 0,0 25,0-25,25 0,-24 0,-1 0,0 0,0 0,25 0,0 0,-25 24,1-24,24 0,24 25</inkml:trace>
  <inkml:trace contextRef="#ctx0" brushRef="#br0" timeOffset="115698.61">5730 14412,'-25'0,"0"0,0 0,1 0,-1 0,-25 24,50-24,-25 0,25 0,-24 25,24-25,0 0,24 0</inkml:trace>
  <inkml:trace contextRef="#ctx0" brushRef="#br0" timeOffset="116728.67">6201 14089,'0'0,"0"25,-25 0,25-1,-49 26,49-25,-25 24,0-24,25-25,-25 25,1 0,-1 0,25-25,0 25,0-25,0 0,25 24,-1-24,1 0,0 25,0-25,0 0,-1 0,26 0,0 0,-26 0,1 0,0 0,-25 0,0 0</inkml:trace>
  <inkml:trace contextRef="#ctx0" brushRef="#br0" timeOffset="117046.69">6300 14312,'0'25,"0"50,0-26,0 50,0 1,0-26,0-49,0 49,0-49,0 25,0-26,25-98</inkml:trace>
  <inkml:trace contextRef="#ctx0" brushRef="#br0" timeOffset="117489.72">6573 14238,'0'49,"-25"26,1-25,-1 49,25-25,0 25,0-49,25 24,-25-24,24 0,1-1,0-24,0 0,0-25,-1 0,1-25,25-49</inkml:trace>
  <inkml:trace contextRef="#ctx0" brushRef="#br0" timeOffset="117822.73">6871 14337,'25'25,"-25"49,0 1,0-1,25 1,-25-1,0-24,24-1,-24 1,0-25</inkml:trace>
  <inkml:trace contextRef="#ctx0" brushRef="#br0" timeOffset="118038.75">7069 14734,'0'25,"-24"0</inkml:trace>
  <inkml:trace contextRef="#ctx0" brushRef="#br0" timeOffset="118643.78">7243 14461,'50'-25,"-26"1,1 24,-25 0,25 24,0-24,-25 0,0 25,0-25,0 25,0 0,0 24,0-49,0 25,-25 25,25-25,-25 24,25-24,-25 0,25 0,0-25,-24 24,24 1,0-25,0 25,0-25,0 0,24 0,1 0,-25 0,50 0,-50 0,25 0,-1 0,-24-25,50 25,-25 0,0-25,-25 25,24-74</inkml:trace>
  <inkml:trace contextRef="#ctx0" brushRef="#br0" timeOffset="119033.8">7665 14312,'49'50,"-24"-25,0 24,0 26,-25-1,24 1,-24-1,25 0,-25 26,-25-26,25 0,-24 1,24-26,-25-49,0 0,25 0</inkml:trace>
  <inkml:trace contextRef="#ctx0" brushRef="#br0" timeOffset="119457.83">8359 14486,'0'0,"0"0,-25 25,1-25,-1 0,-25 0,25 0,1 0,-1 0,25 0,-25 25</inkml:trace>
  <inkml:trace contextRef="#ctx0" brushRef="#br0" timeOffset="119727.84">8359 14784,'-25'0,"-24"0,24 0,-74 24</inkml:trace>
  <inkml:trace contextRef="#ctx0" brushRef="#br0" timeOffset="129027.37">8830 14337,'-24'25,"-1"0,0 24,0 1,25 0,-25-26,25 26,0-25,0 0,0 24,25-24,-25-25,25 25,0-25,24 25,1-25,0 0,-50 0,74-25,-49 25,25-25,-26 25,-24 0,25-50,-25-24,0-50</inkml:trace>
  <inkml:trace contextRef="#ctx0" brushRef="#br0" timeOffset="129328.39">9054 14263,'0'49,"-25"1,25 74,0 0,0 0,0-50,0 50,-25-74,25 49,0 0,0-24,0-50,0 24,0-24,25-50</inkml:trace>
  <inkml:trace contextRef="#ctx0" brushRef="#br0" timeOffset="129534.4">9277 15032,'0'24,"-25"-24</inkml:trace>
  <inkml:trace contextRef="#ctx0" brushRef="#br0" timeOffset="130348.45">9475 14585,'0'0,"-24"-25,24 25,-50 25,50 0,0 49,0-49,0 25,0-25,25 24,24 1,-24-1,-25-24,50 0,-25 0,24 24,-24 1,25-25,-50 0,49 24,-49-24,0 0,0 24,-25 26,1-50,-1 0,0-25,0 0,-24 0,24-25,0 25,25-50,0 25,0-49,25-1,0 1,-1 0,1-26,0 26,-25 0,0-1,0 26,0-26,-74 1,24 74,0 0,1 25</inkml:trace>
  <inkml:trace contextRef="#ctx0" brushRef="#br0" timeOffset="131822.53">10021 14660,'0'49,"0"26,0 24,0 0,0 25,0-25,0-24,0-1,0-49,0 0,-25 0,0-75</inkml:trace>
  <inkml:trace contextRef="#ctx0" brushRef="#br0" timeOffset="132350.57">9897 14660,'0'0,"25"0,0 24,-1 1,1 50,0-51,0 51,0-26,24 26,1-1,-25-24,0-25,-25 24,24-49,-24 50,25-25,0-1,0-24,-25 0,25-24,-25-1,24-25,1-24,0-75,-25 50,25 49,-25-24,0-1,0 1,0 49,-25 0,25 25,0-49</inkml:trace>
  <inkml:trace contextRef="#ctx0" brushRef="#br0" timeOffset="133642.64">10418 15875,'-50'25,"-49"24,50-24,-26 0,-24 0,24-25,-24 25,0-25,0 0,0 0,-1 0,1-25,0 0,-25 0,50 0,-51-24,26-1,0-24,25-1,-100-148,124 124,-24-50,24 25,26-25,-1 0,25 1,25 24,-1-25,1 25,25 0,24 24,1 1,24 25,-25-1,50 26,-25-26,26 26,-26-1,174-24,-149 74,0 0,24 25,1-1,0 26,-50 0,50 24,-50-24,1 49,-1-25,0 1,-25 24,1 25,-26 0,-24-25,25 25,-50 25,0-50,0 25,-50 99,1-148,24 24,-25-24,-24 24,24-50,-24 1,-1 0,26-1,-1 1,-49-25,49-1,-49 26,0 0</inkml:trace>
  <inkml:trace contextRef="#ctx0" brushRef="#br0" timeOffset="142395.14">11559 7417,'0'99,"0"-25,0 1,-25 24,50 0,-25 25,0-25,25 50,-25-25,0 25,25 0,-25 0,0-1,0 1,0 25,24 0,-24-26,25 51,-25-26,-25 200,25-175,0 0,0 1,0 24,0-124,0 100,0-1,0 1,0-100,0 124,-24-124,24 100,0 24,0-25,0-74,0 75,0-75,0 74,24 26,-24-1,0-124,25 124,-25 75,25-100,-25 1,25-26,-25-73,0 98,0-99,25 75,-25 0,24-26,-24-48,0 24,0-25,25 25,-25 25,0-25,25-50,-25 75,0-99,0 74,0-25,0 0,0-49,0 123,0-123,0 0,0-1,0 1,0-1,0 1,0-25,25 0</inkml:trace>
  <inkml:trace contextRef="#ctx0" brushRef="#br0" timeOffset="151995.69">12254 7441,'0'0,"0"0,0 0,0 0,0 0,0 0,0 0,0 0,0 0,0 0,0 0,0 0,0 0,0 25,0-25,0 0,0 25,24-25,-24 25,0 0,25-1,-25 1,25 0,-25 25,25-26,0 26,-1-25,-24 24,25-24,-25 25,25-25,-25-1,25 26,-25-25,0-25,0 25,0 0,25 24,-25-24,0-25,0 25,0 0,0-25,0 0,0 0,0 0,0 0,0 0,0-25,0 0,0 0,0 0,0 1,0-1,0 0,24-50,-24 51,0-1,0 0,0-25,0 26,25-1,-25 0,0 0,25 0,-25 1,0-1,0 25,25 0,-25-25,0 50,0-25,25 25,-25 24,0-24,24 0,-24 0,0-1,25 26,-25-25,0 0,0 24,25 1,-25-25,0 0,0-1,25-24,-25 25,0 0,0-25,0 0,0 25,0-50,25 25,-25-25,0 0,24 1,-24-1,25-50,-25 26,25-26,-25 26,25 24,-25-25,0 25,25-24,-25 24,0 0,0 0,0-24,24-1,-24 50,0 0,0 50,25 49</inkml:trace>
  <inkml:trace contextRef="#ctx0" brushRef="#br0" timeOffset="152394.71">13072 8086,'0'0,"0"25,0 25,25-1,-25 26,25-26,-25 26,0-50,0-1,0 1,0-25,0-99</inkml:trace>
  <inkml:trace contextRef="#ctx0" brushRef="#br0" timeOffset="152690.73">13246 8111,'0'0,"-25"0,0 0,0 0,0 0,-49 25,49-25,0 0,1 0,-1 0,25 0,-25 0,25 0,25 0</inkml:trace>
  <inkml:trace contextRef="#ctx0" brushRef="#br0" timeOffset="153102.75">13791 7863,'0'0,"-24"0,-26 0,0 0,26 0,-1 0,-25 25,50-25,-49 0,24 0,0 0,25 0,-25 25,25-25,0 24</inkml:trace>
  <inkml:trace contextRef="#ctx0" brushRef="#br0" timeOffset="153392.77">13816 8037,'0'0,"-25"0,-24 25,-1-25,1 0,24 0,-25 0,50 0,-25 0,25 0,75-25</inkml:trace>
  <inkml:trace contextRef="#ctx0" brushRef="#br0" timeOffset="153928.79">14312 7342,'0'0,"-49"25,49 0,-25 49,0 1,25 24,-25-74,25 74,0-74,-25 24,25 26,-24-26,24-49,0 25,-25 0,25-25,25-50</inkml:trace>
  <inkml:trace contextRef="#ctx0" brushRef="#br0" timeOffset="154486.81">14238 7417,'25'0,"-25"0,24 24,26 26,-25 24,25 1,-26-26,51 26,-50-26,-1 26,-24-26,25-24,-25 0,0 0,0-25,-25 0,1 0,-1 25,0-25,-49 0,-1 25,25-25,1 0,-1 0,25 0,1 0,24 0,24 0</inkml:trace>
  <inkml:trace contextRef="#ctx0" brushRef="#br0" timeOffset="155042.84">14684 7392,'25'-25,"-25"75,0-1,25 26,-25-1,0 25,0-24,0-1,25 0,-25-24,0-25,0 0,0 0,25-25,-1-25,51 0,49-25,-75 50,-24-25,25 25,-25 0,-1-24,-24 24,0-25,0-25</inkml:trace>
  <inkml:trace contextRef="#ctx0" brushRef="#br0" timeOffset="155397.87">15205 7590,'0'0,"-25"0,1 0,-26 25,0-25,26 0,-26 0,25 25,-24-25,24 0,-25 0,50 0,-25 0,1-25,24 25,0 0,0 0,49-50</inkml:trace>
  <inkml:trace contextRef="#ctx0" brushRef="#br0" timeOffset="155689.9">15156 7392,'-50'0,"-24"0,-1 0,1 0,-1 0,26 25,-1-25,1 0,24 0,50 24</inkml:trace>
  <inkml:trace contextRef="#ctx0" brushRef="#br0" timeOffset="156090.91">15404 7714,'0'50,"0"-1,0-24,0 50,0-51,0 51,0-50,0 24,0 1,0 0,0-50,-25 0,25 0</inkml:trace>
  <inkml:trace contextRef="#ctx0" brushRef="#br0" timeOffset="156502.94">15602 7937,'-25'25,"25"-25,-49 25,-1 0,25-25,1 25,-1 0,0-25,25 0,25 0,0 0,-1 0,51 0,-50 0,49 24,0 1,-49 0,0 0,-25-25,0 0</inkml:trace>
  <inkml:trace contextRef="#ctx0" brushRef="#br0" timeOffset="159140.1">14139 9004,'0'0,"-25"0,0 0,-25 25,26-25,-51-25,26 25,24 0,0 0,25 0,-25 0,25 25,50-25</inkml:trace>
  <inkml:trace contextRef="#ctx0" brushRef="#br0" timeOffset="159408.11">14163 9128,'-24'25,"24"-25,-75 25,26-25,-26 0,75 0,-49 0,49 0,24 0</inkml:trace>
  <inkml:trace contextRef="#ctx0" brushRef="#br0" timeOffset="162917.31">14858 8458,'0'0,"-25"0,25 0,0 25,0-25,0 25,0 25,0-26,0 26,0-25,25 49,-25-24,25-1,-25-24,0 50,0-51,0 26,0-25,0 0,-25 0,25-25,-25 0</inkml:trace>
  <inkml:trace contextRef="#ctx0" brushRef="#br0" timeOffset="163195.31">15106 9203,'-50'24,"26"-24,-76 0,76 25,-26-25,0 0,-49 0,74 0,-24 0,24 0,-25 25,50-25,0 0,0 25</inkml:trace>
  <inkml:trace contextRef="#ctx0" brushRef="#br0" timeOffset="163746.34">14709 9475,'25'0,"0"0,24-24,51 24,-51 0,1 0,-1 24,-24 1,-25 0,0 25,-25-1,-24 1,-1-25,1 24,-1-24,25 0,0 0,25-25,25 24,25-24,24-24,25 24,-49-25,0 25,-26 0,-48-50</inkml:trace>
  <inkml:trace contextRef="#ctx0" brushRef="#br0" timeOffset="165718.47">15478 8905,'0'0,"0"-25,0 25,0 0,0 0,0 0,0 0,0 0,0 0,0 0,0 0,0 25,25 0,-25-1,0 26,25-25,-25 0,0 0,0-1,25 1,-25 0,0 0,0 0,0-1,0-24,0 25,0-25,0 0,0 0,0 0,0-25,0 25,0-24,0-51,0 50,0 1,0-1,0 0,0 0,24 25,-24-25,0 0,25 25,-25 0,25 0,-25 0,0 0,25 0,-25 25,25-25,-25 25,0 0,24 25,-24-26,0 1,0 0,0 25,0-50,0 24,0-48,0-26,0 25,0 0,0 1,25-26,-25 25,25 0,-25 0,25 1,0 24,-25 0,24 0,1 0,-25 0,25 24,-25-24,25 50,-25-25,25 0,-25 0,0 24,24-24,-24 25,0-50,0 24,0 1,0-25,0 0,-24 0,48-49</inkml:trace>
  <inkml:trace contextRef="#ctx0" brushRef="#br0" timeOffset="166201.5">16098 8830,'0'0,"25"0,-25 50,25-25,0 49,-1-24,26 0,-50-26,25 26,0-25,-25 24,0-24,24-25,-24-49</inkml:trace>
  <inkml:trace contextRef="#ctx0" brushRef="#br0" timeOffset="166544.51">16495 8806,'25'0,"-25"24,-25 26,25-25,-25 0,1 49,24-24,-25-1,0-24,0 25,25-25,0-25,-25 24,25-24,0 0,50-24</inkml:trace>
  <inkml:trace contextRef="#ctx0" brushRef="#br0" timeOffset="167005.54">16694 9079,'0'0,"0"0,-25 0,0 24,25-24,-25 50,25-50,-25 50,25-26,0 1,0 0,25 0,-25 24,25-24,-25 25,0-25,0-1,0-24,0 25,-25 0,0-25,1 0,-26 25,50-25,-25 0,0-25,25 0</inkml:trace>
  <inkml:trace contextRef="#ctx0" brushRef="#br0" timeOffset="167277.56">16768 9327,'-25'0,"0"0,-24 0,24 24,-49-24,24 0,25 25,0-25,1 25</inkml:trace>
  <inkml:trace contextRef="#ctx0" brushRef="#br0" timeOffset="169444.69">17537 8954,'-50'0,"-24"0,-1 0,26 25,-1 0,25-25,1 0,-1 25,99-50</inkml:trace>
  <inkml:trace contextRef="#ctx0" brushRef="#br0" timeOffset="169816.71">17909 8260,'0'25,"25"0,0 49,-25 25,0-49,0 49,0-49,0 49,0-25,0 1,-25-51,25 26,49 0</inkml:trace>
  <inkml:trace contextRef="#ctx0" brushRef="#br0" timeOffset="170047.72">18083 9079,'-25'0,"-50"0,-24 24,25 1,49-25,-49 50,49-25</inkml:trace>
  <inkml:trace contextRef="#ctx0" brushRef="#br0" timeOffset="170512.75">17785 9351,'74'-24,"-49"-1,25 25,24 0,-24 0,-25 0,-1 25,-24-1,0 26,0 0,-49-1,24 1,0 24,-24-24,24-25,25-25,25 24,-1-24,76-24,-26-1,-24 0,-26 0</inkml:trace>
  <inkml:trace contextRef="#ctx0" brushRef="#br0" timeOffset="171483.8">18479 8880,'0'25,"0"0,0 49,25 1,-25-26,0-24,0 0,0 0,0-50,25-50,-25 26,25 24,-25-25,25 25,0-24,-1 24,1 25,-25 0,25 25,0 0,0 24,-1 1,-24 24,0-74,0 25,0 0,-24-25,24 0,0-25,0 0,0-24,24 24,-24 0,25-25,0 26,0 24,-25-25,25 25,-1 0,26 74,-25-24,0-25,-1 24,-24-24,25 0,-25 0,25 0,-25-25</inkml:trace>
  <inkml:trace contextRef="#ctx0" brushRef="#br0" timeOffset="173020.89">16495 8483,'0'-25,"0"25,0 0,25-24,-25 24,25 0,0 0,-1 0,1 0,0 0,-25 0,25 0,0 0,-1 24,-24-24,0 25,25 0,-25 0,0 0,-25-1,25-24,0 25,-24-25,-1 25,25-25,-25 25,25-25,0 0,25 0,0 0,-1 0,26-25,0 25,-26 0,1 0,25 0,-25 0,-1 25,-24-25,0 0,-24 0</inkml:trace>
  <inkml:trace contextRef="#ctx0" brushRef="#br0" timeOffset="175012.01">19323 8830,'0'0,"0"0,0 50,0-50,0 25,0 24,25 1,-25-25,24 0,-24 0,0 24,25-24,-25-25,0 25,0-25,25 0,-25-25,0 0,25-24,0 24,-1 0,-24-25,50-24,-25 49,-25-25,25 26,0-1,-25 25,24 0,-24-25,-24 50,24 0,0 24</inkml:trace>
  <inkml:trace contextRef="#ctx0" brushRef="#br0" timeOffset="175374.03">19621 9203,'-25'24,"25"26,0-25,25 24,-25-24,24 25,-24-25,25-25,-25 0,25 0,-25 0,25-25,24-50</inkml:trace>
  <inkml:trace contextRef="#ctx0" brushRef="#br0" timeOffset="175558.04">19794 8979,'25'0</inkml:trace>
  <inkml:trace contextRef="#ctx0" brushRef="#br0" timeOffset="176096.07">19794 8458,'0'-24,"25"24,0 0,0 0,-1 0,26 24,-25-24,0 25,-25 0,0 0,0-25,0 25,-25-1,0-24,0 25,25-25,0 25,25-25,49 0,1 0,-50 0,74 25,-74-25,-1 25</inkml:trace>
  <inkml:trace contextRef="#ctx0" brushRef="#br0" timeOffset="180018.29">11832 9004,'0'-25,"-25"50,25 0,0 0,0 49,0-49,0 49,0 26,25-51,-25 75,0-74,0 49,0-74,0 0,0-1,0 1,0-50,0 25,-25-99</inkml:trace>
  <inkml:trace contextRef="#ctx0" brushRef="#br0" timeOffset="180358.31">12154 9079,'0'0,"-49"0,24-25,-74 25,24 0,1 0,49 25,-49-25,49 0,0 0,0 24,25-24,0 25,50 0</inkml:trace>
  <inkml:trace contextRef="#ctx0" brushRef="#br0" timeOffset="180616.33">12105 9302,'0'0,"-75"25,26-25,-51 0,51 0,-1 24,25-24,1 0,24 0,24 0</inkml:trace>
  <inkml:trace contextRef="#ctx0" brushRef="#br0" timeOffset="181631.37">12303 9451,'0'24,"-25"1</inkml:trace>
  <inkml:trace contextRef="#ctx0" brushRef="#br0" timeOffset="182809.45">12923 9252,'0'0,"-25"0,1 0,-1 0,0 0,0 25,0 0,-24 0,24 24,0 1,0-1,1-24,24 0,0 25,0-1,0-24,0-25,24 0,-24 0,25 0,25-25,-1-74,-24 74,0-49,0 24,-25-24,0 24,0-24,0 49,0-25,0 26,-25-1,25 0,0 0,0 25,-25 25,25 0,0 0,0 49,0-24,0-1,25 50,0-49,-25 0,25-1,-1-49,1 25,25-25,-25 0,24-25,1 0,-1-24</inkml:trace>
  <inkml:trace contextRef="#ctx0" brushRef="#br0" timeOffset="189335.81">14610 10939,'0'0,"-25"0,-24 0,-26 0,26 0,-1 0,25 25,-49-25,49 24,0-24,25 0,-25 25,25-25,0 0,0 25</inkml:trace>
  <inkml:trace contextRef="#ctx0" brushRef="#br0" timeOffset="189558.84">14560 11137,'0'25,"-49"-25,-50 0,24 25,50-25,-24 25,24-25,25 25</inkml:trace>
  <inkml:trace contextRef="#ctx0" brushRef="#br0" timeOffset="190016.86">15156 10542,'0'0,"-25"25,25-25,0 74,25-49,-25 49,0-24,24 24,-24-24,0 0,0-26,0 26,0-25,0 24,0 1,0-25,0 0</inkml:trace>
  <inkml:trace contextRef="#ctx0" brushRef="#br0" timeOffset="190306.87">14908 11212,'0'0,"49"0,1 0,24 0,1-25,-1 25,-24 0,-1 0,-24 0,50 0,-51 25,1 0</inkml:trace>
  <inkml:trace contextRef="#ctx0" brushRef="#br0" timeOffset="190843.91">15032 11509,'24'0,"26"-24,24-1,1 25,-26-25,1 25,0 25,-50-25,0 25,-25-1,-25 26,1-25,-26 24,1-24,24 25,1-1,24-24,25 0,49 0,26-25,-1-25,1 25,-51 0,26 0,-50 0</inkml:trace>
  <inkml:trace contextRef="#ctx0" brushRef="#br0" timeOffset="191315.94">15825 10716,'-49'24,"24"26,0-25,0 49,1-49,24 49,0 1,0-26,24-24,1 25,-25-25,25 24,25-24,-26 0,1-25,0 0,-25 0</inkml:trace>
  <inkml:trace contextRef="#ctx0" brushRef="#br0" timeOffset="191695.96">16073 10864,'0'25,"-24"0,-1 25,0-1,0 1,25-1,0-24,0-25,0 0,50 0,-1 0,-24-25,25 25,-25-24,24-1,-24 0,0-49</inkml:trace>
  <inkml:trace contextRef="#ctx0" brushRef="#br0" timeOffset="192004.98">16197 10790,'0'25,"25"49,0 25,0-24,0-26,-25 1,0-25,24 25,-24-26,0 1,-24-25,24 0,0-25</inkml:trace>
  <inkml:trace contextRef="#ctx0" brushRef="#br0" timeOffset="192460">16520 10691,'25'0,"-25"25,49 24,-24-24,0 25,0 24,-25-24,0-1,0 1,-25-25,25 24,-50 1,1 0,-1-1,25-24,25 0,25 0</inkml:trace>
  <inkml:trace contextRef="#ctx0" brushRef="#br0" timeOffset="194792.14">17140 10368,'0'0,"0"25,-25 0,0 25,25-26,-24 1,24 0,-25 49,0-24,25-25,0 24,-25 26,25-26,0 1,25-25,-25 49,0-24,0-25,25-1,-25 26,25-25,-25 0,24 0,-24-1,0 1,0-25,25 0,-25 25,0-50,0 25,0 0,0 25,0-25</inkml:trace>
  <inkml:trace contextRef="#ctx0" brushRef="#br0" timeOffset="197013.26">17537 10492,'-25'0,"-25"0,1 25,-1 25,25-1,25 26,25-26,0-24,49 50,1-1,-25-49,-26 24,1 26,-50-26,-24-24,-75 0,49-25,26-25,49 25,0-25,24 1,1-51,0 50,0-24,24-1,-24 25,0-49,25 24,-25 1,-1 24,1-25,0 1,-25 49,0-25,0 0,0 25,-25 0,0 0</inkml:trace>
  <inkml:trace contextRef="#ctx0" brushRef="#br0" timeOffset="197530.29">17810 10244,'25'-24,"-1"-1,1 25,0 25,25-1,-26-24,-24 0,25 25,-25-25,25 25,-50 25,0-26,-24 26,-1-25,25 0,1-1,48-24,26 0,24 25,1 0,-50 0</inkml:trace>
  <inkml:trace contextRef="#ctx0" brushRef="#br0" timeOffset="197825.31">18157 10740,'50'-24,"24"24,-24 0,-1 24,1-24,-25 25,74-25</inkml:trace>
  <inkml:trace contextRef="#ctx0" brushRef="#br0" timeOffset="198221.33">18852 10517,'-25'25,"0"25,25-26,-25 26,25-50,0 25,0 0,0-25,0 0,25 24,0-24,24 0,1-24,0 24,-26 0,26-25,-25 0,0 25,24-99</inkml:trace>
  <inkml:trace contextRef="#ctx0" brushRef="#br0" timeOffset="198499.34">19075 10344,'0'49,"0"1,0 24,0 25,0-24,25-26,-50 51,25-76,25 51,-25-50,0-1,-25-24,74-24</inkml:trace>
  <inkml:trace contextRef="#ctx0" brushRef="#br0" timeOffset="198969.37">19372 10071,'25'0,"-25"25,0-1,25-24,-50 50,25-25,-25 0,25-1,-24 1,24-25,0 0,49 0,1 0,24 0,-49 0,25 0,-25 0</inkml:trace>
  <inkml:trace contextRef="#ctx0" brushRef="#br0" timeOffset="199439.4">19720 9872,'25'50,"24"-1,-24 26,0-1,0 1,-1 24,1-25,-25 26,-25-1,1-25,-1 1,0-1,0 0,-24-49,49 0,-25 0,0 0,50-25,24-25</inkml:trace>
  <inkml:trace contextRef="#ctx0" brushRef="#br0" timeOffset="202970.6">12229 10939,'0'49,"-25"26,25 24,25 0,-25 1,0-1,0 25,0-50,0-24,0-25,0-25,0-75</inkml:trace>
  <inkml:trace contextRef="#ctx0" brushRef="#br0" timeOffset="203295.62">12204 11038,'50'0,"24"-25,0 25,-24 0,49 0,-74 0,25 25,-50-25,24 25,-48 24</inkml:trace>
  <inkml:trace contextRef="#ctx0" brushRef="#br0" timeOffset="203539.64">12204 11435,'50'-25,"49"0,-50 1,26 24,-50 0,49 0,-24 0</inkml:trace>
  <inkml:trace contextRef="#ctx0" brushRef="#br0" timeOffset="203823.65">12923 11410,'0'0,"0"25</inkml:trace>
  <inkml:trace contextRef="#ctx0" brushRef="#br0" timeOffset="204994.72">13171 11088,'0'0,"-25"0,25 0,0 0,0 0,0 0,-24 24,24-24,-25 0,25 0,0 0,25 0,-1-24,1-1,50 0,-50 0,24 0,1 1,-1 24,-24 0,25 0,-25 0,-1 0,1 0,-25 24,0-24,0 25,0 0,0 0,-25 0,-49 49,49-49,0 25,1-26,-51 51,50-50,1-1,-1 1,0 25,0-1,25-24,0-25,0 25,0-25,0 0,0 25,25-25,0 0,0 0,-1 0,26 0,-25 0,0 0,-25 0,49 0,-49 0,25 0,-25 0,25 0,-25 0,0 0,25 0,-25-25,0-74</inkml:trace>
  <inkml:trace contextRef="#ctx0" brushRef="#br0" timeOffset="205490.75">13618 11212,'0'25,"0"-1,0 1,0 25,0-50,25 49,-25-24,0-25,0 25,24 0,-24-25,25 25,-25-25,25 0,-25 0,0 0,25-25,0-25,-1 1,-24-1,25-24,-25 49,0-25,-25 25,-49 0,49 25,-24 25,-1 0,25 25,50-1</inkml:trace>
  <inkml:trace contextRef="#ctx0" brushRef="#br0" timeOffset="-161461.4">12303 12750,'25'74,"-25"-24,25 49,0 0,-25 25,0 0,0-25,0-24,-25-1,25-24,-25-25,25-1,-50-98</inkml:trace>
  <inkml:trace contextRef="#ctx0" brushRef="#br0" timeOffset="-161151.39">12278 12824,'75'0,"-1"0,1 0,-51 0,51 0,-26 25,1-25,0 0,-26 25,-48-25</inkml:trace>
  <inkml:trace contextRef="#ctx0" brushRef="#br0" timeOffset="-160922.37">12278 13122,'75'-25,"-50"25,74-25,-50 25,26 0,-26 0,51 0</inkml:trace>
  <inkml:trace contextRef="#ctx0" brushRef="#br0" timeOffset="-160673.36">12948 13196,'149'-25,"-75"25,-24 0,-50 0,25 0,-25 25</inkml:trace>
  <inkml:trace contextRef="#ctx0" brushRef="#br0" timeOffset="-160474.35">12948 13395,'25'0,"49"-25,-49 25,49 0,-24-25,0 25,24 0</inkml:trace>
  <inkml:trace contextRef="#ctx0" brushRef="#br0" timeOffset="-160109.33">13568 12923,'0'50,"0"-25,0-1,0 26,0-25,0 0,25-1,-25 1,50-25,-26 25,26-25,-50 0,25-25,0 25,-25-49,24-26</inkml:trace>
  <inkml:trace contextRef="#ctx0" brushRef="#br0" timeOffset="-159812.31">13692 12774,'0'75,"0"-1,25 25,-25-74,0 74,0-49,0 49,0 1,0-26,0-49,0 24,0-24,0 25</inkml:trace>
  <inkml:trace contextRef="#ctx0" brushRef="#br0" timeOffset="-159613.3">14089 13320,'-50'25,"26"0,24-50</inkml:trace>
  <inkml:trace contextRef="#ctx0" brushRef="#br0" timeOffset="-158971.26">14312 12948,'-25'25,"1"0,24 24,-25-24,25 25,25-26,-1 51,26-50,-25 49,0-49,0 49,-25-49,0 0,-25 25,0-1,0-49,-25 50,50-50,-49 0,24-25,25 0,0 0,25-49,24 0,1-1,-25 1,25-26,-26 76,1-51,-25 50,0-24,0-1,-25 25,1 25,-26 0,25 0,-25 50,1-25,24 24,25-24</inkml:trace>
  <inkml:trace contextRef="#ctx0" brushRef="#br0" timeOffset="-158043.22">14734 12849,'0'0,"25"25,-25-1,0-24,0 75,25-50,-25 24,0-24,0 99,0-99,0 25,0-1,0 75,0-74,0-1,0 1,0 24,0-24,0-25,0 0</inkml:trace>
  <inkml:trace contextRef="#ctx0" brushRef="#br0" timeOffset="-157412.18">14709 13097,'25'0,"0"25,24 24,26-24,-50 25,24-1,1 1,-1 24,-24-24,25 0,-25-26,-1 26,1-25,0 0,-25-25,0-25,0-25,0 1,0-75,0 49,0 1,0-1,0-24,0 49,0 1,0-1,0 1,0-1</inkml:trace>
  <inkml:trace contextRef="#ctx0" brushRef="#br0" timeOffset="-156215.1">15478 12725,'-124'-25,"74"0,-24 0,-50 1,25-1,24 0,-73 0,98-24,-99 24,-24-25,24 25,49 25,-73-49,98 49,-123-50,24 25,-24 1,99 24,-75 0,75 0,-75 24,1 1,-1 0,100 0,-175 74,200-74,-50 49,-25 25,49-24,50-26,-24 51,24-1,25-25,0 50,25-24,0-1,24 0,26 0,-1 0,25-24,0 24,1-25,24 1,0-1,198 100,-173-125,0 1,25 0,-26-25,51 24,-26-49,1 25,24-25,-24-25,25 25,-26-25,1-24,-1-1,-24 0,0 1,-25-50,0 24,-25-24,-24 0,24-149,-99 124,0 0,-25 0,0 0,-49 24,24 1,-24 25,-25 24,24 25,-24 1,0 24,-25 0</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8-10-25T06:55:33.099"/>
    </inkml:context>
    <inkml:brush xml:id="br0">
      <inkml:brushProperty name="width" value="0.05292" units="cm"/>
      <inkml:brushProperty name="height" value="0.05292" units="cm"/>
      <inkml:brushProperty name="color" value="#FF0000"/>
    </inkml:brush>
  </inkml:definitions>
  <inkml:trace contextRef="#ctx0" brushRef="#br0">20365 3994,'-25'0,"-25"0,-24 24,-1 1,-24-25,25 25,-50 25,25-26,-50-24,0 0,-25 0,25 0,-24 0,-1 0,1 0,-26 0,1 25,-1-25,1 0,-174 0,173 0,-24 0,25 0,-26 0,26-25,-25 25,24 0,1 0,-1 0,26-24,-1 24,25 0,25 0,25 0,49 0,1 24,24 1,0-25</inkml:trace>
  <inkml:trace contextRef="#ctx0" brushRef="#br0" timeOffset="23937.36">18876 10517,'0'0,"25"0,0 0,0-25,24 25,26-49,-1-1,25-24,25-1,0-24,50 0,-25-25,49 0,-24-25,49 25,-24 0,24 25,-25 0,150-50,-224 99,-50 50,0-25,-49 25,25-25,-25 1,0 24</inkml:trace>
  <inkml:trace contextRef="#ctx0" brushRef="#br0" timeOffset="28225.6">21059 9029,'0'0,"25"-25,-25 25,25 0,-25 0,25 0,24 0,1-25,-50 25,49-25,-24 25,0 0,0 0,0 0,-25 0,0 0,0 25,0-25,-25 25,25-25,-25 25,0 25,25-26,0 26,-25 0,25-1,-24-24,24 49,-25-49,0 25,0-1,25 1,0-50,0 25,0-25,50-25</inkml:trace>
  <inkml:trace contextRef="#ctx0" brushRef="#br0" timeOffset="29008.65">21878 9079,'0'24,"-25"1,0 25,25-25,-25-1,1 26,-1-25,25 0,0 24,0-49,0 25,25-25,-1 25,-24-25,25 0,0 0,0 0,0-25,24 0,-49 0,50-24,-50 24,25 0,-1-49,-48 49,24 0,0-24,0 24,-25 0,25 0,-50 25,50-25,-25 25,1 0,-1 25,0 0,0 0,0 0,1 24,-1 26</inkml:trace>
</inkml:ink>
</file>

<file path=ppt/ink/ink3.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19T05:30:58.268"/>
    </inkml:context>
    <inkml:brush xml:id="br0">
      <inkml:brushProperty name="width" value="0.05292" units="cm"/>
      <inkml:brushProperty name="height" value="0.05292" units="cm"/>
      <inkml:brushProperty name="color" value="#FF0000"/>
    </inkml:brush>
  </inkml:definitions>
  <inkml:trace contextRef="#ctx0" brushRef="#br0">2009 9302,'0'49,"25"26,-25-26,25 100,0-25,-1 25,1-75,0 51,0-76,0 50,-1-49,-24 0,25-50,-25 0,0 0,25-50,-25-24,0-1,25 26,-25-51,25 75,-1-74,1 25,25-75,-25 124,-25 0,24 1,1 24,0 0,0 24,-25 26,25 0,-25-1,24 50,1 1,-25-1,0-49,25 49,-25 0,25-49,-25-26,0-24,25-24,-25-26,25-49,-1-100,-24 75,25 0,-25 0,25 0,-25 50,0-1,0 26,0 24,25 25</inkml:trace>
  <inkml:trace contextRef="#ctx0" brushRef="#br0" timeOffset="430.02">2977 10244,'24'75,"-24"-26,0 26,0-26,0 26,0-50,0 49,0-24,0-26,0-24,0-124</inkml:trace>
  <inkml:trace contextRef="#ctx0" brushRef="#br0" timeOffset="729.04">3125 10220,'-24'0,"-26"0,50 0,-50 0,-24 0,24 0,26 0,-26-25,25 25,0 0,25 0</inkml:trace>
  <inkml:trace contextRef="#ctx0" brushRef="#br0" timeOffset="1047.05">3820 10021,'-25'0,"0"0,1 0,-26 0,25 0,-49 0,49 0,-25 0,25 0,1 0,-1 0,0 0,25 25,74-25</inkml:trace>
  <inkml:trace contextRef="#ctx0" brushRef="#br0" timeOffset="1290.07">3795 10145,'-25'0,"-24"0,24 0,-50-25,51 25,-1 0,-25 0,25 0,75-24</inkml:trace>
  <inkml:trace contextRef="#ctx0" brushRef="#br0" timeOffset="1705.09">4589 9575,'-50'124,"1"-25,-1 25,0-25,26 0,-1 1,0-26,0 0,25-24,0-25,-25-25</inkml:trace>
  <inkml:trace contextRef="#ctx0" brushRef="#br0" timeOffset="2199.12">4341 9599,'25'-24,"-25"24,24 24,1 1,25 50,24 24,-24 25,-25-75,49 76,-49-101,0 76,24-1,-49-50,25-24,-25 0,0-25,-25 25,0-25,1 0,-1 0,-50 0,51 0,-51 0,26 0,-51 0,76 0,24 0,-25 0,25-25,25 0</inkml:trace>
  <inkml:trace contextRef="#ctx0" brushRef="#br0" timeOffset="3363.19">4986 9525,'0'50,"0"-1,0 1,0 49,0-25,0 50,0-49,25 24,-25 0,0-24,0-26,0-24,0 0,0-25</inkml:trace>
  <inkml:trace contextRef="#ctx0" brushRef="#br0" timeOffset="3864.22">5333 9699,'-25'49,"0"1,1-25,-51 49,50-49,-24 0,-1 24,1-49,24 25,0 0,25-25,0 0,50 0,-26 0,1 0,25 0,-25 25,24-25,1 49,-1-24,-24 0,74 99,-99-99,25 0,-25-1,0-98</inkml:trace>
  <inkml:trace contextRef="#ctx0" brushRef="#br0" timeOffset="4298.24">5581 9723,'0'25,"-25"74,25 25,-25-24,25-51,0 51,25-51,-25 26,25-26,0 1,-25-50,25 0,-25 25,49-50,-24 25,0-25,24 0,-24 25,0-25,25 1,-50 24,25 0,49-75</inkml:trace>
  <inkml:trace contextRef="#ctx0" brushRef="#br0" timeOffset="4575.26">6003 9996,'-50'0,"1"0,-26 0,1-25,-1 25,26 0,-26 0,26 0,24 0,25-24</inkml:trace>
  <inkml:trace contextRef="#ctx0" brushRef="#br0" timeOffset="4872.26">5904 9624,'-25'-25,"0"25,-50 0,1 0,24 0,-24 0,0 0,24 0,25 0,0 25,25 0,-24 0,73 49</inkml:trace>
  <inkml:trace contextRef="#ctx0" brushRef="#br0" timeOffset="7534.42">3746 11807,'0'25,"-25"-25,25 0,-50 25,25-25,-24 0,-1 0,0 0,26 0,-1 0,0 0,0 0,25 0,25 24,0-24</inkml:trace>
  <inkml:trace contextRef="#ctx0" brushRef="#br0" timeOffset="7789.44">3721 12030,'0'0,"-25"0,0 0,-25 0,26-25,-26 25,25 0,0 0,25 0,-24 0,48 0,-24 25,50-50</inkml:trace>
  <inkml:trace contextRef="#ctx0" brushRef="#br0" timeOffset="11871.67">1637 11534,'-25'0,"25"0,-25-25,25 25,0-24,0-1,25 25,0-25,-25 0,50 0,-50 25,49 0,-24 0,0 0,25 0,-26 25,26 0,-50 0,50 24,-50 1,24-25,-24 49,0-49,-24 25,-1-26,0 26,0-25,25 0,-74-1,49 1,0-25,25 0,25-25,0 25,0 0,24 0,-24 0,25 25,-26-25,26 50,-25-25,0-1,-1 26,-24-25,0 49,0-49,-24 50,24-51,-25 26,-50 49,1-74,0-25,49-25,-25 0,25-49,75-75</inkml:trace>
  <inkml:trace contextRef="#ctx0" brushRef="#br0" timeOffset="12456.71">2456 11584,'-25'25,"0"24,-25 26,26-1,24 0,-25 1,25 24,0-25,25-24,-1 0,1-25,25-1,-1-24,-24 0,74-24,-74-26,0 50,0-50,-25 25,0 1,0-26,-25 50,25 0,-50 0,26 25,-26 24,25 1,0 25,1-51,-1 100</inkml:trace>
  <inkml:trace contextRef="#ctx0" brushRef="#br0" timeOffset="15492.88">4440 11336,'0'-75,"0"51,25 24,-25 24,0 1,0 25,0 24,0-49,0 74,0-49,0 49,0 0,0 0,0-49,25 49,-25-74,24 25,-24-1,0-49,0 0</inkml:trace>
  <inkml:trace contextRef="#ctx0" brushRef="#br0" timeOffset="15813.9">4837 12179,'0'0,"-50"25,50 0,-49-25,-1 0,-49 0,74 0,-74 0,49 0,-24 0,-25 0,24 0,50 0,1 0,-1 25,0-25</inkml:trace>
  <inkml:trace contextRef="#ctx0" brushRef="#br0" timeOffset="16515.94">4291 12526,'25'-24,"0"24,0-25,24 0,1 25,-1 0,1 25,0 0,-26 24,26 1,-50-1,0 1,0 24,0 1,-50-1,1-24,24 24,-25-49,1 25,-26-50,1 24,24-48,26-1,-1-25,25 25,0 1,0-26,49 50,-24 0,50 0,-26 25,26 0,-1-1,0 1,1 0,-26 0,-24-25,-25 0</inkml:trace>
  <inkml:trace contextRef="#ctx0" brushRef="#br0" timeOffset="20997.2">16446 2480,'-75'0,"25"0,1 0,-26 25,1-25,0 0,-26 25,1-25,0 0,-25 0,0 0,0 0,-25-25,25 25,-248 0,298 0,24 25,50-25,50 0,-1 0</inkml:trace>
  <inkml:trace contextRef="#ctx0" brushRef="#br0" timeOffset="21546.23">16123 2555,'25'0,"-25"0,-25 25,25-25,-50 24,1-24,-26 25,51-25,-51 0,26 25,-26-25,1 0,-25 0,74 0,-99 0,99 25,-74-25,-1 0,26 0,24 0,-24 0,-50 0,74 0,1 0,-1 0,50 0,-25 25,1-25,48 25</inkml:trace>
  <inkml:trace contextRef="#ctx0" brushRef="#br0" timeOffset="25721.47">5308 11658,'50'-25,"-50"25,-25 0,25 0,-50 25,50-25,-24 0,-26 50,50-25,-50 24,26-24,24 25,0-1,-25 50,25-49,0 0,0 24,25 1,-25-26,0 26,24-26,-24 26,25-51,-25 26,25-25,0 0,0-25,-1 0,-24-25</inkml:trace>
  <inkml:trace contextRef="#ctx0" brushRef="#br0" timeOffset="26344.5">5680 12030,'0'0,"-25"25,1 0,24 0,-25-1,25 1,-25 25,0 0,25-26,0 1,0 50,0-51,0 1,25 0,0 25,0-50,-1 24,26-24,0 25,-1-50,-24 1,25-26,-50 0,25 1,-25-1,0 25,-25 1,0 24,0 0,0 24,0 1,25 25,0-1,0 1,0-25,25 0,0-1,0-24</inkml:trace>
  <inkml:trace contextRef="#ctx0" brushRef="#br0" timeOffset="26825.53">6077 11857,'25'0,"0"0,0 49,-1-24,1 49,0-49,0 50,0 24,-1 0,-24-49,0 49,-24-74,24 74,-25-25,0-24,0-25,0 24,1-24,-1 0,25-25,-25 25,25-25,25-25,0 0</inkml:trace>
  <inkml:trace contextRef="#ctx0" brushRef="#br0" timeOffset="28846.64">6449 11981,'25'24,"-25"1,0 25,0-25,25 24,0 26,-1-1,1 1,0-1,0 0,0-24,-25-25,24-25,-24 0,25-50,0 1,-25-26,0 1,25-25,-25 24,25-24,-25 0,0 49,24 0,-24 26</inkml:trace>
  <inkml:trace contextRef="#ctx0" brushRef="#br0" timeOffset="29453.68">6921 11460,'0'-25,"24"25,1 0,-25 0,25 0,0 0,-25 0,25 25,-25 0,24 24,-24-24,0 0,0 0,0 24,0 1,-24-1,24-49,0 50,-25-50,25 25,0-25,25 0,-25 0,49-25,-24 0,0 25,24-25,1 25,-25 0,24 0,-24 0,0 0,0 0</inkml:trace>
  <inkml:trace contextRef="#ctx0" brushRef="#br0" timeOffset="38536.18">7144 12477,'25'0,"-25"0,24-25,-24 25,0-25,0 25,-24-25,-1 25,0 0,0-24,25 24,-49 0,24 24,25 1,0-25,-25 25,25 0,0 24,0 1,0 0,25-1,-25 50,0-74,0 25,0-1,0-24,0-25,-25 25,25 0,-25-25,0 0,1 0,-1-25,0 25,25-25</inkml:trace>
  <inkml:trace contextRef="#ctx0" brushRef="#br0" timeOffset="38872.21">7119 12675,'-25'0,"0"-25,1 25,-1 0,25 0,-25 0,0 0,0 0,1 0,24 0,-25 0,25 0</inkml:trace>
  <inkml:trace contextRef="#ctx0" brushRef="#br0" timeOffset="39670.25">8161 12278,'0'0,"-25"0,25 0,-25 0,25 0,-25 0,1 0,-1 0,-25 0,25 0,-24 0,24 0,25 0,-25 0,0 0,0 0,25 0,-24 0,24 0,99-74</inkml:trace>
  <inkml:trace contextRef="#ctx0" brushRef="#br0" timeOffset="40094.28">8682 11261,'0'25,"0"50,-25-26,25 50,0-24,0-1,-25 25,25-24,25-1,0-24,-25-1</inkml:trace>
  <inkml:trace contextRef="#ctx0" brushRef="#br0" timeOffset="40377.3">8930 12105,'-25'0,"-50"0,51 0,-51 0,1 0,-1 0,51 0,-26 0,25 0,-24 24,-1 1</inkml:trace>
  <inkml:trace contextRef="#ctx0" brushRef="#br0" timeOffset="40974.34">8632 12328,'25'0,"24"-25,-49 25,50 0,-50 0,50 0,-26 0,26 25,-50-25,25 25,-25 0,0 24,0 1,-25-1,25 1,-25 0,0-26,-24 26,24 24,-25-24,50-50,-49 50,49-50,-25 24,50-24,0-24,24 24,1-25,-1 25,26 0,-26-25,1 25,-25 0,0 0,24-50</inkml:trace>
  <inkml:trace contextRef="#ctx0" brushRef="#br0" timeOffset="44201.52">9401 11385,'0'0,"-25"50,0 0,1 24,-1 0,0-24,0 49,0-24,1 24,24 0,0 25,24-49,1 24,0-25,25-24,-26-1,1-49,0 0,49-99</inkml:trace>
  <inkml:trace contextRef="#ctx0" brushRef="#br0" timeOffset="44852.56">9723 11658,'-24'0,"24"25,-25 0,0 49,25-24,-25 24,25-24,-25 24,25-49,0 74,25-24,0-1,-25-24,25-1,0-49,24 25,1-25,-25 0,-1-25,1 1,0-1,0-25,0-49,-25 74,0 25,0-25,0 25,-50-25,25 25,0 25,25-25,-24 25,24 0,0 25,0-26,0 51,24-50,-24 24,25-49,-25 25,25-25</inkml:trace>
  <inkml:trace contextRef="#ctx0" brushRef="#br0" timeOffset="45333.59">10244 11534,'25'0,"-25"25,25 25,25 24,-26 0,-24 26,25-1,-25 0,0 0,0-24,-25 24,25-25,-24 1,24-26,0 1,-25-25,25-25</inkml:trace>
  <inkml:trace contextRef="#ctx0" brushRef="#br0" timeOffset="45756.61">10790 11658,'-25'0,"25"25,-25 25,25-1,-24 26,24-1,0 25,0-49,0 49,0-49,0 49,0-25,24 1,-24-50,25 24,0-24,-25 0,25-25,0-25,24-49</inkml:trace>
  <inkml:trace contextRef="#ctx0" brushRef="#br0" timeOffset="46460.65">11088 11931,'0'50,"-25"-26,25 51,0-26,0 26,0-25,0-1,25 26,-1-51,1 1,0 0,0-25,0 0,0 0,24-25,-24 0,0 1,-25-26,25 0,-25-49,-25 25,25 49,-25-25,25 25,-25 1,25-1,-25 0,1 25,24 25,24-25,-24 25,0-25,25 0,-25 24,0-24,-25 25</inkml:trace>
  <inkml:trace contextRef="#ctx0" brushRef="#br0" timeOffset="47994.74">11311 11956,'-25'-25,"0"25,1 0,-1 0,0 0,25 0,-25 0,0 25,25-25,-25 0,25 25,-24-25,24 24</inkml:trace>
  <inkml:trace contextRef="#ctx0" brushRef="#br0" timeOffset="48406.75">11485 11683,'99'0,"-25"74,-24 1,-1 24,-24 50,25 49,-50-74,-25 0,-25 25,26-99,-1-25,0-25</inkml:trace>
  <inkml:trace contextRef="#ctx0" brushRef="#br0" timeOffset="49004.8">12005 11385,'75'-24,"-50"24,-1 0,-24 0,25 0,0 49,-25-24,25 49,-25-49,-25 25,25-25,-25 49,25-24,-25-26,25 1,0 0,25-25,0-25,0 25,25-25,-1 1,-24-26,0 50,24-25,1 25,-25 0,-25 0,49 50</inkml:trace>
  <inkml:trace contextRef="#ctx0" brushRef="#br0" timeOffset="54009.08">8310 13047,'74'-49,"-49"24,49-25,1 1,49-1,-75 0,75-49,-74 50,99-75,0 0,-25-50,-25 124,74-123,-98 73,98-73,26 24,-25-25,-75 125,74-100,-73 99,98-99,-24 25,-1 0,75-49,-124 98,-24 1,24 24,-75 1,26 24,-51 0</inkml:trace>
  <inkml:trace contextRef="#ctx0" brushRef="#br0" timeOffset="54399.11">11981 10046,'49'0,"1"50,-25-1,-1 26,1-26,-25 1,0-1,-25-24,25 25,-24-25,-26-1,25-24,-24 0,-51-99</inkml:trace>
  <inkml:trace contextRef="#ctx0" brushRef="#br0" timeOffset="54602.12">11832 10096,'25'24,"-1"1,26 50,0 24,-26-50,1 1,0 0,-25-26,0 26</inkml:trace>
  <inkml:trace contextRef="#ctx0" brushRef="#br0" timeOffset="55186.15">12452 9723,'0'0,"0"0,0 50,-25 0,25 24,0-74,25 50,-25-50,25 49,0-24,-1 0,-24 0,25-25,25 0,-25 0,24-25,-24 0,0-25,-25 26,0-26,0-49,-25-25,0 49,-24 26,-1 24,0 0,1 50,-1 49,1 50,-1 249</inkml:trace>
  <inkml:trace contextRef="#ctx0" brushRef="#br0" timeOffset="62460.57">1811 14213,'25'0,"-1"0,-24-25,25 25,0 0,0 0,-25 0,25-25,24 25,-24 0,-25-24,25 24,0 0,-1-25,-24 25,25 0,0-25,-25 25,0 0,25 0,-25 0,0-25,0 25,0 0,0 0,-25 0,25 0,0 0,0 0,-25 0,25 0,0 0,25 0,-25 0,0 0,0 0,0 0,0 0,0 25,0-25,0 0,0 0,0 0,0 0,0 0,25-25,-25 25,0 0,0 0,0 0,0 0,0 0,-25 0,25 25,0-25,0 0,0 0,0 25,0-25,-25 25,25-1,0-24,0 25,0 0,0 25,0 24,0-49,0 0,0 24,0 1,0-25,0 24,0 1,0 0,0-26,0 26,0 0,-25-26,25 26,0-25,0 24,0-24,0 0,-24 0,24 0,0-1,-25 1,25-25,0 25,0-25,0 0,-25 25</inkml:trace>
  <inkml:trace contextRef="#ctx0" brushRef="#br0" timeOffset="62819.59">2257 15205,'0'0,"0"0,0 0,0 0,-25 0,25 0,-49-25,-1 25,1-24,-26 24,1 0,24 0,1 0,-1 24,25-24,25 25,75-74</inkml:trace>
  <inkml:trace contextRef="#ctx0" brushRef="#br0" timeOffset="63861.65">2406 14511,'0'25,"0"-1,0 1,0-25,0 0,0 0,25 0,-25 0,25-25,-1 1,1-1,-25 0,50 0,-50 0,49 1,-24-1,0 25,0 0,0 0,-25 0,49 0,-24 25,0-1,-25 1,25 0,-25 0,0 24,0 1,-25 24,25-49,-25 25,0-25,1 24,-1 1,-25-1,50 1,-50-25,26 0,-1 24,0-24,0 0,25-25,0 25,0-25,0 0,25 0,25 0,-1-25,1 25,-25-25,24 25,1 0,0 0,-1 0,-24 0,25 25,-26-25,1 0,-25 0,-25-50</inkml:trace>
  <inkml:trace contextRef="#ctx0" brushRef="#br0" timeOffset="65092.71">992 14536,'0'24,"25"1,-25 25,25-25,-25 49,25-49,-25 49,24 25,-24-24,0-26,25 26,-25-26,25 1,0 24,-25-49,25 0,-25-25,24 0,1 0,0-25,25 0,-50 1,49-150,-24 124,-25-74,50-49,-50 49,0 0,0 0,0 0,0 0,0 24,0 1,0 25,0 24,24 1,1 24,0 25,25-25,-1 25,26 0,-1 25,100 0,-75-25,-25 0,26 0,-1 0,-25-25,25 25,-24 0,24 0,-49 0,24 25,-24-25,-25 24,-1-24</inkml:trace>
  <inkml:trace contextRef="#ctx0" brushRef="#br0" timeOffset="65633.75">3820 14759,'-25'0,"0"-25,1 25,-1 0,0 0,-25 0,1 0,24 0,0 0,0 0,0 0,1 0,24 25,0-25,0 0</inkml:trace>
  <inkml:trace contextRef="#ctx0" brushRef="#br0" timeOffset="65944.77">3845 15007,'-25'0,"0"25,-24-25,-1 0,0 0,25 0,1 0,-1 0,0 0</inkml:trace>
  <inkml:trace contextRef="#ctx0" brushRef="#br0" timeOffset="66578.8">4068 14387,'0'0,"25"25,0 49,-25-49,24 74,-24-74,25 74,0-25,0 1,-25-26,25 26,-1-26,1 1,-25 0,25-26,-25 1,25-25,-25 0,25 0,-1-25,-24-24,25-1,0-24,0-100,0 75,-1-25,-24 25,25 74,-25-74,25 74,-25-25,0 25</inkml:trace>
  <inkml:trace contextRef="#ctx0" brushRef="#br0" timeOffset="67127.83">4837 15007,'-25'-25,"0"0,0 25,1 0,-26 0,25 25,0 0,25 49,-24 1,48-1,-24 0,25 1,0-1,-25 26,25-51,-25 26,0-26,0-24,0 0,-50 0,1-50,24 25,0-25</inkml:trace>
  <inkml:trace contextRef="#ctx0" brushRef="#br0" timeOffset="67409.85">4812 15404,'-25'0,"0"0,1 0,-26-25,0 25,1 0,-26 25,1-25</inkml:trace>
</inkml:ink>
</file>

<file path=ppt/ink/ink4.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19T05:33:22.323"/>
    </inkml:context>
    <inkml:brush xml:id="br0">
      <inkml:brushProperty name="width" value="0.05292" units="cm"/>
      <inkml:brushProperty name="height" value="0.05292" units="cm"/>
      <inkml:brushProperty name="color" value="#FF0000"/>
    </inkml:brush>
  </inkml:definitions>
  <inkml:trace contextRef="#ctx0" brushRef="#br0">1439 13320,'0'50,"0"-1,0 1,0 0,24-1,-24 50,0-49,0 24,25-24,-25 24,0-49,0 0,0 25,0-26,0 1,0-25</inkml:trace>
  <inkml:trace contextRef="#ctx0" brushRef="#br0" timeOffset="439.02">1513 13419,'25'-24,"0"24,-25-25,49 25,-24 0,0 0,25 0,-1 25,26-25,-26 0,1 24,24-24,1 25,-26-25,26 25,-1-25,-24 0</inkml:trace>
  <inkml:trace contextRef="#ctx0" brushRef="#br0" timeOffset="717.04">2505 13469,'0'25,"0"0,25 24,-25 26,0-1,25-24,-25 24,0-24,0-1,0-24,0 0</inkml:trace>
  <inkml:trace contextRef="#ctx0" brushRef="#br0" timeOffset="1205.06">2580 14039,'-25'25,"0"-25,0 0,25 0,-25 0,1 0,-1 0,-25 0,1 0,24 0,0 25,0-25,-49 0,24 25,1-25,24 0,-50 0,51 0,-26 0,0 0,-24 0,49 25,-99-25,99 0,-24 0,-1 0,0 0,26 0,-26-25,25 0</inkml:trace>
  <inkml:trace contextRef="#ctx0" brushRef="#br0" timeOffset="2043.11">1364 13469,'25'-25,"25"25,-26 0,26 0,-25 0,24 0,1 0,0 0,-25 0,24 0,1 0,-1 0,1 0,0-25,24 25,-24 0,-26 0,26 0,0-24,24 24,-24-25,-26 25,26-25,-25 25,0-25,-25 25,24 0,-24 0,25 0,-25 25,25 25,-25-1,0 1,0-1,25 26,-25-26,0 1,0 0,0 49,-25-50,25-24</inkml:trace>
  <inkml:trace contextRef="#ctx0" brushRef="#br0" timeOffset="2486.14">2505 14089,'-25'25,"1"-25,-26 0,25 0,-24-25,-1 25,0 0,1 0,-26 0,26 0,-1 0,1 0,-1 0,0 0,-24 25,49-25,-24 0,24 25,-25-25,0 24,1-24,-1 0,25-24,-24-26</inkml:trace>
  <inkml:trace contextRef="#ctx0" brushRef="#br0" timeOffset="3184.18">1290 13469,'0'25,"0"0,0-1,25 51,-25 24,0-74,0 74,0-74,0 24,0 1,0-25,24 0,-24-25,0-50,0 0,0-24,0 24,0-24,0 0,25-1,-25 50,0 1,0 48,0 1,0 25,0 24,0 1,25 24,-25-25,-25-49,25 25,0-26</inkml:trace>
  <inkml:trace contextRef="#ctx0" brushRef="#br0" timeOffset="3673.21">1364 13543,'25'0,"0"0,24 0,-24 0,0 0,0 0,24 0,1-24,0 24,-25 0,24-25,-24 25,25-25,24 0,-24 25,-26 0,26-25,-25 25,24 0,26 0,-26 0,-24 0,74 0,-74 0,0 0,25 0</inkml:trace>
  <inkml:trace contextRef="#ctx0" brushRef="#br0" timeOffset="3943.22">2505 13494,'0'49,"0"-24,0 50,0-1,-25-24,25-26,0 51,0-75,0 49,0-24,-24 0,24-25</inkml:trace>
  <inkml:trace contextRef="#ctx0" brushRef="#br0" timeOffset="4296.24">2456 13965,'-25'0,"25"0,-25 0,0 0,-24 0,24 0,-25 0,25 0,-24 0,24 0,-25 25,-24-25,0 0,49 0,-50 25,26-25,-26 24,1-24,-1 25,26 0,-26-25,26 25</inkml:trace>
  <inkml:trace contextRef="#ctx0" brushRef="#br0" timeOffset="6796.38">3349 13667,'24'25,"1"-25,0 0,0 0,0 0,24 0,-24 0,0 0,49 0,-49 25,25-25,-25 0,49 0,-24 0,-1 0,-24 0,49 0,-24 0,0 0,-1 0,26 0,-26 0,1 0,-25 0,74 0,-50 0,-24 25,0-25,74 0,-74 0,74 25,-74-25,25 0,-25 0,24 24</inkml:trace>
  <inkml:trace contextRef="#ctx0" brushRef="#br0" timeOffset="7001.4">4862 13717,'-100'-50,"76"50,-1-24,0 24,-49-25,49 25,0-25,0 25,0-25,1 0,-1 25,25-24</inkml:trace>
  <inkml:trace contextRef="#ctx0" brushRef="#br0" timeOffset="7344.42">4911 13667,'25'50,"-50"-25,1-25,-26 25,0 24,25-24,1 25,-1-26,0 1,0-25</inkml:trace>
  <inkml:trace contextRef="#ctx0" brushRef="#br0" timeOffset="7615.42">4589 13593,'0'25,"0"0,0-1,25 26,-1 0,1 24,-25-24,25-1</inkml:trace>
  <inkml:trace contextRef="#ctx0" brushRef="#br0" timeOffset="16112.92">1984 14337,'0'25,"25"0,-25 0,0-1,0 51,0-26,25-24,-25 25,0 49,0-49,0-26,25 51,-25 24,0-49,0-1,0 1,0 49,0-25,0-24,0-25,0 49,0-24,0 0,0-26,0 26,0-50,0 25,25-25</inkml:trace>
  <inkml:trace contextRef="#ctx0" brushRef="#br0" timeOffset="16517.94">2158 15652,'0'49,"0"-24,0 0,0 0,-25 0,25-1,0 26,0-25,-25-25,25 0,0 0,-24 0,-1-25,25 0,-25 25,0-25,25 1,-25-1,1 0,24-49</inkml:trace>
  <inkml:trace contextRef="#ctx0" brushRef="#br0" timeOffset="16811.96">2133 15553,'25'49,"-25"-49,0 25,0-25,-25 25,0-25,-24 0,24 0,-25-25,26 25</inkml:trace>
  <inkml:trace contextRef="#ctx0" brushRef="#br0" timeOffset="18006.02">1612 16024,'25'49,"-25"1,25-25,-25 0,0 24,25-24,-25 25,0 24,0 1,0-75,25 49,-25-24,0 25,0-26,24 1,-24-25,25 0,-25-25,0 1,25-1,-25-25,25 25,24-74,-49 74,0 0,25 1,0 24,-25 0,0 0,25 24,-25-24,0 50,0 0,0-1,0-24,25 50,-25-51,0 26,24-25,-24 0,0-1,25-24,-25 0,50-49,-50-1,25 1,-25-26,24 26,-24-26,25 1,-25 24,25 25,-25-24,0 49,0 0</inkml:trace>
  <inkml:trace contextRef="#ctx0" brushRef="#br0" timeOffset="22817.3">1910 13171,'0'-25,"0"1,0 24,0-25,0 25,0-25,0 25,0-25,0 0,0 25,0-49,0 24,0 0,0 0,0 1,0-1,0 0,0 0,0 0,0-49,0 49,0-24,0 24,0 0,0-25,0 26,0-1,0-25,0 1,0-1,0-24,0 24,0 25,0 0,0 0,0 1,0 24,0-25,0 0,0 25,0 0,0 0,0 0,0 0,0 25,0-25,-25 25,25-1,0 1,0 0,0 0,-25-25,25 25,0 0,0-1,-24 1,24 0,0-25,-25-25</inkml:trace>
  <inkml:trace contextRef="#ctx0" brushRef="#br0" timeOffset="23227.32">1860 12055,'25'0,"0"0,-25 25,25 0,0 24,-25-24,24 0,-24 0,-24-25,24 0,-25 25,0-25,0 24,0-24,1 25,-1-25,0 25,0-25,0-25,50 0</inkml:trace>
  <inkml:trace contextRef="#ctx0" brushRef="#br0" timeOffset="23571.34">2133 12005,'25'25,"-25"-25,0 25,0 49,0-49,0 50,0-1,0 1,0-51,25 26,-25-25,0 0,0-25,0 0,25 0</inkml:trace>
  <inkml:trace contextRef="#ctx0" brushRef="#br0" timeOffset="23906.36">2480 12129,'0'-24,"-24"24,-1 0,-25-25,1 0,24 25,-25 0,25 0,-24 0,24 0,0 0,0 0,50 0</inkml:trace>
  <inkml:trace contextRef="#ctx0" brushRef="#br0" timeOffset="24223.38">2406 12278,'-25'0,"0"0,-24 0,24 0,-25 0,26 0,-26 0,25 0,0 0,1 0,24 0</inkml:trace>
  <inkml:trace contextRef="#ctx0" brushRef="#br0" timeOffset="24506.4">2307 12502,'0'24,"0"26,0-25,0 0,0-25,0 24,0-24</inkml:trace>
  <inkml:trace contextRef="#ctx0" brushRef="#br0" timeOffset="24881.42">2282 12427,'25'0,"0"25,-25 0,24-25,1 25,0-1,-25 1,25 0,0-25,-25 25,0-25,24 0,-24 0,0-25,0-25,0 1,0-1,0 25,0 25</inkml:trace>
  <inkml:trace contextRef="#ctx0" brushRef="#br0" timeOffset="28155.6">992 13742,'0'0,"0"0,-25 0,25 0,-24 0,24 0,-25 25,0-25,25 0,-50 0,26 0,-1 0,0 0,25 0,-50 0,26 0,-26 0,25-25,-24 25,24 0,0 0,-25 0,25 0,-49 0,49 0,-24 0,-1 0,50 0,-50-25,26 25,-26 0,25 0,0 0,1 0,24 0,-25-25,25 25,0 0,0 0,0-25</inkml:trace>
  <inkml:trace contextRef="#ctx0" brushRef="#br0" timeOffset="28670.62">198 13543,'0'25,"0"-25,-24 0,-1 25,0-25,0 25,-24-25,49 0,-25 25,25-25,-25 24,25-24,0 25,0-25,25 25,-25-25,25 25,-1 0,1-1,0-24,0 25,0 0,24 0,-24-25,-25-25,25 25,-25-74</inkml:trace>
  <inkml:trace contextRef="#ctx0" brushRef="#br0" timeOffset="28939.65">248 13519,'0'24,"0"1,0 50,0-51,0 26,0 24,0-24,0-25,0 0,0-25,-25 0</inkml:trace>
  <inkml:trace contextRef="#ctx0" brushRef="#br0" timeOffset="29573.69">571 12601,'-25'0,"0"25,0 24,0-24,25 49,0-24,0 24,0 26,25-26,-25 0,25 1,-25-1,0-49,-25 0,0 0,0-25,1 0,-1 0,0-25,-25-25,26 26</inkml:trace>
  <inkml:trace contextRef="#ctx0" brushRef="#br0" timeOffset="29888.7">571 13122,'-25'0,"0"0,-25 0,25 0,-24 0,49 0,-50-25,25 25,-24 25,49-25,-25 0,25 24,25 26</inkml:trace>
  <inkml:trace contextRef="#ctx0" brushRef="#br0" timeOffset="145604.31">7169 11063,'0'0,"-25"0,0 0,0 0,-24 0,24 25,-25-25,25 24,-49 1,24-25,25 0,-74 25,50 0,-26-25,50 25,-49 0,49-25,0 24,-24-24,24 25,-25-25,50 25,50-25,-25 0,0 0,24 25,-24-25,49 25,-24-25,0 24,-1-24,1 0,-1 25,-24-25,25 0,-25 0,24 25,-49-25,0 0,0 0,0 0,-49 25,24 0,-25-1,25 1,1 0,-51 25,50-26,-74 51,74-50,-24 24,24-24,0 0,0 0,25-25,0 0,25 0,25 0,-1 0,26 0,-1-25,25 25,-49 0,49 25,-24-25,-26 24,1-24,0 0,-26-24,26-26</inkml:trace>
  <inkml:trace contextRef="#ctx0" brushRef="#br0" timeOffset="145938.34">7392 11286,'0'25,"0"25,0 24,0 25,25 0,-25-24,0 24,0-25,24-24,-24 0,25-50,-25 0,25 0,0-50</inkml:trace>
  <inkml:trace contextRef="#ctx0" brushRef="#br0" timeOffset="146260.34">7813 11212,'-24'0,"-1"-25,0 25,-25 0,26 0,-51 25,26-25,-26 25,26-25,24 24,0-24,-25 25,50 0,0-25,50 0</inkml:trace>
  <inkml:trace contextRef="#ctx0" brushRef="#br0" timeOffset="146519.37">7764 11485,'-50'0,"1"0,-26 0,26 0,-1 0,-24 0,49 24,-25 1</inkml:trace>
  <inkml:trace contextRef="#ctx0" brushRef="#br0" timeOffset="146915.4">7665 11733,'24'0,"1"0,0 24,0 1,0 0,24 25,-24-26,0 26,24 0,-24-26,-25 26,25-50,0 25,0-25,0 0,-1 0,-24 0</inkml:trace>
  <inkml:trace contextRef="#ctx0" brushRef="#br0" timeOffset="147201.41">7913 11832,'-50'25,"25"-1,0 26,1-25,-1 24,25-49,0 25,0 0,0 0,0-25</inkml:trace>
  <inkml:trace contextRef="#ctx0" brushRef="#br0" timeOffset="147627.44">8558 11584,'-25'0,"0"25,-25-25,26 24,-26-24,25 25,0-25,-24 0,24 0,25 25,-25-25</inkml:trace>
  <inkml:trace contextRef="#ctx0" brushRef="#br0" timeOffset="147877.44">8508 11857,'-50'0,"26"0,-26 0,0 0,26 0,-1 0,25 24</inkml:trace>
  <inkml:trace contextRef="#ctx0" brushRef="#br0" timeOffset="160710.19">9624 11212,'0'-50,"0"50,-25 0,1-25,-26 25,0 0,26 25,-26-25,25 25,-24 25,24-26,25 51,0-26,0 1,49 49,-24-24,0-1,0 0,0-24,-25 49,0-24,-50-51,25 1,-49 0,24 0,1-25,24 0,0 0,-25 0,50-25</inkml:trace>
  <inkml:trace contextRef="#ctx0" brushRef="#br0" timeOffset="161078.21">9550 11584,'-75'0,"26"0,-50 0,-1 0,51 25,-1-25,25 0,1 0,24 0,49 24,26-24,-26 0</inkml:trace>
  <inkml:trace contextRef="#ctx0" brushRef="#br0" timeOffset="161612.24">10517 11658,'-25'0,"1"-25,-26 25,25 0,-49 0,49 0,-25 0,1 0,24 0,-25 0,26 0,-1 25,0-25,25 0,0 25,74-25</inkml:trace>
  <inkml:trace contextRef="#ctx0" brushRef="#br0" timeOffset="161883.25">10517 11832,'-74'25,"-1"-25,1-25,-25 25,49 0,50 25,50-25</inkml:trace>
  <inkml:trace contextRef="#ctx0" brushRef="#br0" timeOffset="-191809.14">10889 11485,'0'0,"-25"49,25 1,0-1,0 1,25 49,-25 0,0-74,0 25,25-100,-25 50,0-25,0-24,25-26,-25 26,0 24,25-25,-25 26,0 24,24-25,-24 0,25 25,0 0,0-25,0 50,-25-25,24 25,1 0,0-1,-25 1,0 25,0-1,0-24,0 25,0-25,0-1,0-24,0 25,0-25,0 0,0-25,0 25,0-49,0 24,0-25,0 26,0-1,25-50,-25 51,25-1,-25 0,25 0,-1 0,-24 25,25-24,0 24,-25 24,25-24,0 50,-1-25,1 24,-25-24,25 25,0-25,-25 24,25 26,-25-51,0 1,0-74</inkml:trace>
  <inkml:trace contextRef="#ctx0" brushRef="#br0" timeOffset="-191004.09">11881 11485,'-24'0,"24"0,-25 0,0 0,0 24,0 1,1 0,-1 25,0-50,25 49,0-24,-25 25,25-1,0-24,0 0,25 0,-25-1,25-24,0 25,-1-25,1 0,0-25,25 1,-50-26,24 25,-24-24,0 24,0 0,0 0,0 0,0 1,0-1,0 25,0 0,0 25,25 24,0 1,0-1,0-49,24 50,-49-50,50 0,-1-25,-24 0,0 1,-25-26,25 50,-25-25,-50-24</inkml:trace>
  <inkml:trace contextRef="#ctx0" brushRef="#br0" timeOffset="-155115.04">12080 12105,'0'0,"0"0,-25 0,25 0,-25 0,25 0,-25 0,25 0,-24 0,-1 24,25-24,-25 0,25 0,-25 0,25 25,-25-25,1 0,-1 0,25 0,-25 0,0 0,25 0,-25 0,25 0,0 25,25-25,-25 0,0 0,25 0,0 0,0 0,-25 0,24-25,1 25,0 0,-25 0,25 0,0-25,-25 25,24 0,1 0,0 0,-25 0,25 0,-25 0,25 0,-25 0,-25 0,25 0,-25-24,25 24,-50 0,26 0,-1 0,0 0,25 0,-25 0,0 0,1 24,-1-24,0 0,25 0,-25 0,50 0,-25 0,25 0,0 25,-25-25,24 0,1 0,0 0,0 25,0-25,-1 0,1 0,-25 0,25 0,-25 0,25 0,-25 0,0 0,-25 0,25 0,-25 0,-24 0,49 25,-25-25,0 0,25 0,-50 0,26 0,24 0,-50 0,25-25,25 25,0 0,0 0,0-25,25 25,0 0,0-25,-25 25,24-24,1 24,0 0,-25 0,25-25,-25 25,25 0,-25 0,24 0,-24 0,0-25,0 25,-24 0,24 0,-25 0,25 0,-50-25</inkml:trace>
  <inkml:trace contextRef="#ctx0" brushRef="#br0" timeOffset="-148362.66">9575 6251,'0'0,"-25"0,0 0,0 25,0-25,1 0,-1 0,-25 0,25 0,-24 0,-1 0,1 0,24 0,-50 0,75 0,-74 0,24 0,-24-25,74 25,-75 0,51 0,-51 0,-74 0,100-25,24 25,-49 0,49 0,-25 0,1 0,-1 0,50 0,-50 0,26 0,-1 0,0 0,25 0,0 0,0 0,25 0,0 0,-1 25,26-25,-50 0,99 25,-99-25,75 0,-26 0,1 0,-25 0,49 0,-49 0,49 0,-24 24,24-24,-49 0,25 0,-26 0,26-24,0 24,-1 0,1-25,0 25,24 0,-49 0,24 0,26 0,-50 0,-1-25,-24 25,-24 0,-1 0,0 25,0-25,-24 0,-1 0,25 0,-24 0,-26 0,50 0,-49 0,-1 25,26-25,-75 0,74-25,-24 25,-1 0,26 0,-26 0,26-25,-1 25,50 25,-25-25,25 0,0 0,0 25</inkml:trace>
  <inkml:trace contextRef="#ctx0" brushRef="#br0" timeOffset="-143134.36">8136 13742,'25'-25,"-25"0,25 0,-1-49,1 24,0-24,0 0,-25-26,25 26,-25-1,0 26,24-1,-24 25,0 75,0-25,0 0,0 24,0-24,25 74,-25-74,25 50,-25-51,0 1,25 25,-25-50,25 25,-25-25,24 0,-24 0,0 0,25-25,0 0,0 0,-25-24,0-1,25 25,-25 0,0-24,24 24,-24-50,0 51,25-1,-25 0,0 25,0-25,0 25,25 25,-25 0,0 24,0-24,0 0,0 25,25-25,-25 24,25-24,-1 49,-24-49,25-25,-25 25,25 0,-25 0,25-25,-50-100</inkml:trace>
  <inkml:trace contextRef="#ctx0" brushRef="#br0" timeOffset="-142482.32">9029 12700,'0'25,"-25"24,25-24,0 50,-25-51,25 26,0 49,0-49,0 24,0-24,0 49,0-74,0 0,0 49,0-24,25-25,-25-1,0 1,25 0,-25-25</inkml:trace>
  <inkml:trace contextRef="#ctx0" brushRef="#br0" timeOffset="-142078.3">9351 12824,'-24'0,"24"-25,-50 25,50 0,-50 25,26-25,-1 0,-25 0,25 0,-24 0,24 0,25 25,-50-25,25 0,1 0,48 0</inkml:trace>
  <inkml:trace contextRef="#ctx0" brushRef="#br0" timeOffset="-141764.28">9302 13022,'0'0,"-25"0,0 0,-24 0,24 0,-25 0,25 0,-24 0,24 0,0 0,-25 0,50 25</inkml:trace>
  <inkml:trace contextRef="#ctx0" brushRef="#br0" timeOffset="-141424.26">9277 13395,'0'49,"0"1,0-1,0-49,0 50,0-25,0 24,-25-24,25-25,0 25,-25-50,25-24</inkml:trace>
  <inkml:trace contextRef="#ctx0" brushRef="#br0" timeOffset="-140941.25">9252 13395,'25'24,"0"1,-25 0,25 0,-25-25,49 25,-24-1,0-24,0 25,-25-25,24 0,-24 0,25 0,-25-25,0 1,0-26,0 0,0-24,0 49,0 0,0 50,25 25</inkml:trace>
  <inkml:trace contextRef="#ctx0" brushRef="#br0" timeOffset="-140327.22">10418 13320,'-25'0,"-24"-25,24 25,-25 0,25 0,1 0,-26 0,25 0,0 0,-24 0,49 25,-25-25,25 0</inkml:trace>
  <inkml:trace contextRef="#ctx0" brushRef="#br0" timeOffset="-139979.18">10393 13543,'0'0,"-25"0,1 0,-1 0,-25 0,25 0,1 0,24 0,-50 0,25 0,25 0,-25 0,50-24</inkml:trace>
  <inkml:trace contextRef="#ctx0" brushRef="#br0" timeOffset="-138876.12">10716 13047,'0'50,"0"-25,0-1,0 26,0 25,0-26,0 50,0-74,0 50,24-26,-24 1,0-25,0-25,0 0,25-25,-25-50,25 26,-25-26,0 1,25 24,0-74,-1 99,1 25,-25 0,25 0,-25 25,25 25,-25 0,25-1,-25 1,0 24,0-24,0-1,0-24,0 0,24-25,-24 0,25-50,-25 1,50-75,-50 74,25 1,-25 24,24 0,-24 0,0 25,25 0,0 25,-25 0,0 0,0-1,25 51,-25-1,25-24,-25-25,25 49,-25-49,24 0,1-1,-25-24,50-74,-25 24,-1 1</inkml:trace>
  <inkml:trace contextRef="#ctx0" brushRef="#br0" timeOffset="-138203.07">11559 13345,'0'-25,"0"0,0 25,0-24,-25 24,25-25,-49 25,49 0,-25 25,0-1,0 1,25 25,-25 24,25-49,0 25,0 24,25-24,0-26,0-24,-25 0,25-24,-25-26,49-74,-49 74,25-24,-25 49,0 0,0 50,0 0,0 0,0 49,25-24,0-25,-1-1,1 1,25 0,-25 0,-1-25,1 0,25-25,-25 0</inkml:trace>
  <inkml:trace contextRef="#ctx0" brushRef="#br0" timeOffset="-131343.68">8012 15032,'0'24,"0"26,0-25,0-25,0 49,0-49,25 0,-25 0,25 0,-1-24,-24-1,25-25,0 1,0-26,-25 26,25-75,-25 74,24 0,1-49,-25 50,25-26,-25 26,0-1,0 50,25 0,-25 0,0 99,25-24,-25-26,0 26,0-1,0-24,0-26,0 1,0 0,24-25,-24-25,25 0,-25 1,25-26,0 0,0 1,-1-26,-24 26,25 24,0-25,-25 26,0-1,25 25,-25 25,0-1,0 26,0-25,0 24,0 1,0 24,0-49,0 25,0-25,25-1,-25 1,24 25,1-50,0 25,-25-25,0 0</inkml:trace>
  <inkml:trace contextRef="#ctx0" brushRef="#br0" timeOffset="-129957.6">8905 14362,'0'50,"0"-50,0 49,0 1,0-25,0 49,0-49,0 74,0-74,0 0,0 24,0-24,0 0,0 0,0-50,0 25,25-25,-25-25,0 26,24-51,-24 50,25-49,-25 49,0 0,25 1,0-1,0 25,-25 0,25 25,-25 24,0 1,0-1,24 1,-24 0,0-26,0 1,0-50,0 1,25-26,0 0,-25-24,25 24,0 26,-1-51,-24 75,25 25,0 0,-25 24,0 1,25 0,-25 24,0-24,0-26,0 1</inkml:trace>
  <inkml:trace contextRef="#ctx0" brushRef="#br0" timeOffset="-129076.55">9575 14684,'0'0,"0"0,-25-24,25-1,-25 0,0 0,25 25,0 0,-25 0,25 0,-24 0,24 25,-25 0,25 24,0-24,0 25,0-1,25-24,-25 0,24 0,-24-25,0 0,50-25,0-25,-50 26,24-1,-24 0,25-25,-25 26,0-26,0 50,0-25,0 50,-25 0,25 24,0 1,-24 0,24 24,0 25,0-49,-25 49,25-25,-25 26,0-51,0-24,1 0,-26-25,0 0,1-25</inkml:trace>
  <inkml:trace contextRef="#ctx0" brushRef="#br0" timeOffset="-126805.42">10418 14808,'0'0,"-50"25,26-25,-26 0,25 0,0 0,1 0,-26 0,25 0,0-25</inkml:trace>
  <inkml:trace contextRef="#ctx0" brushRef="#br0" timeOffset="-126511.41">10393 15056,'0'25,"-25"0,1-25,24 0,-50 25,25-25,0 0,1 0,24 0,-25-25,0 25,25 0,-25-25</inkml:trace>
  <inkml:trace contextRef="#ctx0" brushRef="#br0" timeOffset="-125542.35">10666 14635,'0'0,"25"25,-25-1,0 26,0-25,0 24,0 1,0-25,0 49,0-49,0 25,0-26,0 1,0-25,0-49,25-1,-25 0,24 1,1-26,-25 51,25-26,0 50,-25-25,25 25,-25 25,0 25,0-26,24 51,-24-26,0 1,0-25,0 0,0-25,25 0,-25-25,25 0,-25-49,25 24,0-24,-1 24,-24 25,0 25,25 25,0 0,-25 0,0 24,25-24,-25 49,0-24,0-25,0 0,25-25,-25 24,24-48</inkml:trace>
  <inkml:trace contextRef="#ctx0" brushRef="#br0" timeOffset="-124766.31">11435 14784,'-25'-25,"25"0,-25 25,1 0,24 0,-25 0,25 25,-25 0,25-1,-25 1,0 50,25-51,0 26,0-25,0 74,25-74,0-25,-25 0,25 0,0-25,-1-25,1-49,0 74,-25-24,0 24,0 0,25 25,-25 25,0 25,0-1,0-24,25 25,-25-26,24 26,1-25,0-25,0 0,0 0,24 0,1 0,-50-25,49-49</inkml:trace>
  <inkml:trace contextRef="#ctx0" brushRef="#br0" timeOffset="-122219.16">11212 12601,'-25'0,"0"25,0 24,-24 1,24 49,-25 0,25 25,1 0,-26 25,0-25,26 0,-26 25,25-25,-24-25,24-24,25-1,-25-24,25-26,0 26</inkml:trace>
  <inkml:trace contextRef="#ctx0" brushRef="#br0" timeOffset="-121712.13">11162 14238,'-25'74,"0"1,-24-1,-1 25,25 25,-24-24,-1 24,25-25,1 25,-1-25,0 0,0-24,25-26,-25 26,1-50,24-25,-25-25</inkml:trace>
  <inkml:trace contextRef="#ctx0" brushRef="#br0" timeOffset="-120414.06">9302 14139,'-25'49,"0"26,-49 49,-1 49,1 51,24-125,1 149,24-124,-25 74,-24-24</inkml:trace>
  <inkml:trace contextRef="#ctx0" brushRef="#br0" timeOffset="-118509.95">8310 16073,'-25'100,"0"-26,25 0,0-24,0 49,-25-74,25 74,25-24,0-26,-25-24,25 0,-1-25,26 0,0-50,-1 1,1-26,-25-24,-1 0,-24-25,0 49,0-24,-49 0,24 49,0 50,0 25,-24 0,24 25,0 24,25 0,0 1</inkml:trace>
  <inkml:trace contextRef="#ctx0" brushRef="#br0" timeOffset="-118265.93">8731 16644,'-25'-25</inkml:trace>
  <inkml:trace contextRef="#ctx0" brushRef="#br0" timeOffset="-117522.89">8930 16272,'24'-25,"1"25,0-25,25 0,-25 1,-25 24,24 0,1 0,-25 0,25 24,0 1,0 0,-25 25,0-26,0 51,0-1,-25 1,0-50,0 74,25-74,-25 49,1-49,-1 24,-25-24,25-25,0-25,25 25,-24-24,24-26,0 0,24 26,-24-1,25 0,0 25,0 0,25 25,-26 0,1 24,25-24,-25 0,-1-25,1 25,0-50,25-74</inkml:trace>
  <inkml:trace contextRef="#ctx0" brushRef="#br0" timeOffset="-117120.88">9525 16024,'0'25,"-25"49,0 0,1 1,-1 24,25 0,0 1,0-1,0-25,0 1,25-26,-25 1,24-1,1-49,0-24</inkml:trace>
  <inkml:trace contextRef="#ctx0" brushRef="#br0" timeOffset="-116498.83">9847 16197,'-24'-24,"-1"-1,0 0,0 25,0 0,1 25,-1 0,25 24,-25-24,25 25,0-26,25 26,0-50,-25 25,24-25,1 0,0-25,0 0,-25 25,25-25,-25 25,0 25,24 0,-24 50,0-26,0 26,0 24,0-50,0 26,-24-26,24 1,24-75</inkml:trace>
  <inkml:trace contextRef="#ctx0" brushRef="#br0" timeOffset="-116297.82">9996 16743,'0'0</inkml:trace>
  <inkml:trace contextRef="#ctx0" brushRef="#br0" timeOffset="-115507.78">10220 16297,'-25'0,"25"0,-25 0,0 24,0 1,25 0,-24 0,24 0,0 0,0 24,24 1,-24-25,25-1,0 1,0 25,0-25,-1 24,-24-24,25 25,-25-26,0 76,0-76,-25 1,25 0,-24-25,24 0,-25-25,25 25,-25-25,25 25,0-49,0 49,0-50,25 50,0-49,-1-1,-24 0,50-24,0 24,-50 1,24-1,-24 1,0 24,-24-25,24 50,-25 0,-25 0,25 0,1 0,24 25</inkml:trace>
  <inkml:trace contextRef="#ctx0" brushRef="#br0" timeOffset="-115137.75">10517 16297,'0'49,"0"26,0-26,-25 51,25-26,0-49,0 49,-24-24,24-1,0-24,0-25,0 0,0-99</inkml:trace>
  <inkml:trace contextRef="#ctx0" brushRef="#br0" timeOffset="-114699.73">10592 16222,'24'0,"1"0,0 25,0-25,0 25,-25 0,49 24,-24 1,-25 0,0-26,0 76,0-76,0 51,0 24,0-25,0-49,-25 50,25-26,-25 1,1-25,-1-25,25 24,-25-48,99-76</inkml:trace>
  <inkml:trace contextRef="#ctx0" brushRef="#br0" timeOffset="-114303.71">11311 16470,'-25'0,"25"0,-49 25,24-25,0 25,0-25,0 0,0 25,1-25,-1 0,25 49</inkml:trace>
  <inkml:trace contextRef="#ctx0" brushRef="#br0" timeOffset="-113975.69">11237 16793,'0'25,"-25"-25,0 24,0-24,0 0,25 25,-25-25,25-25,50-24</inkml:trace>
  <inkml:trace contextRef="#ctx0" brushRef="#br0" timeOffset="-113153.64">11708 16396,'-25'25,"0"-25,25 25,-25-25,1 24,-1 26,0 0,25-1,-25 1,0-25,25 49,-24-24,24-1,0-49,0 25,0-25,0 0,24 0,1-25,-25 0,50-49,-50 24,49 1,-24-1,0 1,-25 24,25-50,-25 51,0-1,25 0,-25 0,0 50,0 0,0 0,0 24,24 1,-24-1,0 1,25 0,-25-26,50 26,-1 24,-24-49,0-25,0 0,-25 0,124-74</inkml:trace>
  <inkml:trace contextRef="#ctx0" brushRef="#br0" timeOffset="-104265.13">8756 17314,'-25'0,"25"0,-25 0,1 0,24 0,-25 24,0-24,25 25,-25 0,0 0,1 0,-1 49,25-49,-25 0,25 24,0-24,-25 25,25-25,0-1,0 1,0 50,0-51,25 1,-25 0,0-25,25 25,-25-25,25 0,-25 0,24 0,1 0,0-25,49-99,-49 50,-25 49,25-50,-25 26,0-26,0 26,0-1,0 50,0 0,0 0,0 50,0-1,0 26,0-50,25 49,-25-24,0 24,25-24,-1 24,1-74,0 74,-25-74,25-24</inkml:trace>
  <inkml:trace contextRef="#ctx0" brushRef="#br0" timeOffset="-104070.13">9153 17859,'0'0</inkml:trace>
  <inkml:trace contextRef="#ctx0" brushRef="#br0" timeOffset="-103568.09">9451 17289,'0'0,"0"25,24-25,-24 24,0-24,0 25,0-25,0 25</inkml:trace>
  <inkml:trace contextRef="#ctx0" brushRef="#br0" timeOffset="-103089.07">9302 17562,'0'-25,"0"25,0 0,-25 0,0 0,0 0,1 0,-1 0,-25 0,50 0,-25 0,-24 0,24 25,25-25,0 0,0 25,0-25,50 24</inkml:trace>
  <inkml:trace contextRef="#ctx0" brushRef="#br0" timeOffset="-102804.05">9302 17711,'0'24,"-25"-24,25 0,-25 0,0 0,1 25,24-25,-50 0,50 0,-25 0,0 25,25-25,-24 0,24 0</inkml:trace>
  <inkml:trace contextRef="#ctx0" brushRef="#br0" timeOffset="-102360.02">9550 17338,'0'0,"0"50,0 0,-25-1,25 1,0 24,0 1,0-1,0 1,0-26,0 1,0-25,0-1,0-24</inkml:trace>
  <inkml:trace contextRef="#ctx0" brushRef="#br0" timeOffset="-102152.01">9649 17959,'25'-25</inkml:trace>
  <inkml:trace contextRef="#ctx0" brushRef="#br0" timeOffset="-100082.89">9996 17487,'0'-25,"0"25,0 0,0-24,0 24,0-25,0 25,0-25,0 25,0-25,0 25,-25-25,25 1,0 24,0 0,-24 0,24 0,-25-25,25 25,-25 0,25 0,-25 25,25-25,0 0,-25 24,25 1,-24 0,24-25,0 25,-25 0,25-1,0 1,0 0,0-25,0 25,0 0,0 0,0-1,25-24,-25 25,24-25,-24 0,0 0,0-25,25 25,-25-24,25 24,-25-25,0 0,25 0,-25 25,25-25,-25 25,0-25,0 25,0-24,24 24,-24 0,0 0,0 0,0 24,0-24,0 25,0 0,0 0,0 25,0-26,0 1,0 25,0-25,0-1,0 26,0 0,0-26,0 1,0-25,0 25,0-25,0 0,0 0,0 0,0 0,25-74</inkml:trace>
  <inkml:trace contextRef="#ctx0" brushRef="#br0" timeOffset="-99434.86">10170 17438,'0'24,"-25"26,0 0,25-1,-24 1,24 0,-25 24,25-24,0-1,0-24,25 25,-25-26,24-24,1 25,-25-25,25 0,0 0,0-25,-1 1,1-51,-25 26,0 24,0-25,0 25,0 1,0 24,0-25,-25 50,1-1,24 51,0-26,-25 1,25-25,-25 49</inkml:trace>
  <inkml:trace contextRef="#ctx0" brushRef="#br0" timeOffset="-97429.74">10592 17487,'0'25,"0"-25,0 25,0 0,0 0,0-1,0 26,0 0,0-1,0 1,0-1,0-24,0 25,0-25,0 24,0-49,0-25,0 25,24-49,-24-1,25-74,0 99,0 1,-25-1,25 25,-25 0,0 0,24 0,-24 25,0-1,0 26,0 0,0-26,0 1,0 0,0 0,0-25,0 0,25-25,-25 0,0 0,25-24,-25-1,25-49,-25 74,25-24,-25 24,0 25,24 0,-24 0,0 49,0-24,0 25,0-25,0-1,25 51,-25-50,0-1,0 1,0 0,0-25,0 25,25-25</inkml:trace>
  <inkml:trace contextRef="#ctx0" brushRef="#br0" timeOffset="-96779.7">11187 17686,'0'0,"-25"25,0-25,0 24,25-24,-24 25,24 0,-25 0,25-25,0 25,0-1,0-24,25 25,-25 0,24-25,1 25,-25-25,25 25,0-1,-25 1,25 0,0-25,-1 50,-24-26,25 1,-25 0,0-25,-25 25,25-25,-24 0,-1 25,25-25,-25-25,0 25,0-25,0 0</inkml:trace>
  <inkml:trace contextRef="#ctx0" brushRef="#br0" timeOffset="-96394.68">11311 17487,'-25'0,"0"0,1 0,-1 0,0 0,0 0,25 0,0 0</inkml:trace>
  <inkml:trace contextRef="#ctx0" brushRef="#br0" timeOffset="-95792.65">11361 17314,'49'0,"-49"0,25 0,0 0,-25 0,25 0,-25 24,24-24,-24 25,0 0,25 0,-25 0,0-1,0 1,-25 0,25 0,-24 0,24 0,0-1,0-24,0 25,-25-25,25 0,0 0,0 25,25-25,-25 0,24 0,1 0,0 0,0 0,0 0,24 25,1-25,24 49</inkml:trace>
  <inkml:trace contextRef="#ctx0" brushRef="#br0" timeOffset="-67049">13990 11361,'0'24,"0"26,25 24,-25-24,24 0,-24-1,25 26,0-26,0 26,-25-51,0 26,0-50,0 25,0 0,0-50,0 0,25-99,-1 99,1-74,-25 74,25-24,0-1,-25 0,25 1,-1 24,1 0,-25 25,0-25,25 75</inkml:trace>
  <inkml:trace contextRef="#ctx0" brushRef="#br0" timeOffset="-66092.95">14511 11906,'0'-25,"25"1,-25-1,0 0,0 0,0 25,-25-25,25 25,0 0,-25 0,0 0,0 0,1 25,24 0,-25 0,25 0,0-1,0 26,0 0,0-1,0-24,0 25,0-26,25 51,-25-50,0 24,0-49,0 25,0 0,-25 0,0 0,0-1,25-24,-25 0,0 0,-24-24</inkml:trace>
  <inkml:trace contextRef="#ctx0" brushRef="#br0" timeOffset="-65797.93">14213 12179,'50'0,"-1"-25,1 25,-50 0,50-25,-26 25,26 0,-25 0,-25 25,-25-50</inkml:trace>
  <inkml:trace contextRef="#ctx0" brushRef="#br0" timeOffset="-65051.89">14387 11162,'25'-25,"-25"25,24 0,26-25,-25 25,0 0,24 0,-24 0,25 0,-26 25,1 0,-25-25,0 25,-25 0,1 0,-1 24,-25 1,50-50,-25 0,50 25,74-50,-49 25,0 0,-26 0,-24 25,25-25</inkml:trace>
  <inkml:trace contextRef="#ctx0" brushRef="#br0" timeOffset="-64399.86">15007 11683,'0'-25,"25"25,-1 0,1 0,25-25,-50 25,49 0,-24 0,25 0,-1 0,-24 0,-25 0,0 0,0 25,-49-25</inkml:trace>
  <inkml:trace contextRef="#ctx0" brushRef="#br0" timeOffset="-64064.83">15081 11857,'25'0,"25"0,-50 0,49 0,-24 0,25-25,-26 25,-24 0,25 0,-25 0,0 0,0 25</inkml:trace>
  <inkml:trace contextRef="#ctx0" brushRef="#br0" timeOffset="-63069.78">15577 11485,'25'49,"0"1,0-1,0 26,24-26,-24 26,0-26,0 1,-1 0,-24-26,0-48,0-1,25-50,-25 1,50-75,-50 124,0-24,25 24,-25 0,24-24,-24 49,0-25,0 25,0 49</inkml:trace>
  <inkml:trace contextRef="#ctx0" brushRef="#br0" timeOffset="-62634.75">16024 11906,'0'25,"0"0,0 0,25-1,-25 1,24 0,-24 0,25 0,-25-1,25-24,-25 25,25-25,-25 0,25 0,-25-25,24 1,-24-1,25 0,-25-99</inkml:trace>
  <inkml:trace contextRef="#ctx0" brushRef="#br0" timeOffset="-62460.74">16197 11609,'0'0</inkml:trace>
  <inkml:trace contextRef="#ctx0" brushRef="#br0" timeOffset="-61498.69">16123 11112,'0'0,"25"-24,-25-1,25 25,-1 0,-24-25,25 25,0 0,25 0,-50 0,49 25,-24-25,-25 0,25 25,0-25,-25 24,0 1,0-25,0 25,0-25,-25 25,0 0,0 0,0-25,1 24,24-24,0 25,-25 0,25-25,0 0,25 0,-1-25,-24 25,25 0,25-25,-25 25,24-24,-24 24,0 0,0 0,-25 0,0-25,0 25,0 0,-25 0,25 0,0 0,0 0,0 0,0 25,0-25</inkml:trace>
  <inkml:trace contextRef="#ctx0" brushRef="#br0" timeOffset="-60448.63">16966 11385,'0'0,"0"25,0 0,0 25,0 24,0-24,0-1,0 1,25 49,-25-74,0 24,0-24,0 25,0-25,0-25,0 24,-25-98</inkml:trace>
  <inkml:trace contextRef="#ctx0" brushRef="#br0" timeOffset="-60197.61">17115 11609,'-25'0,"1"0,-26 24,25-24,0 0,-49 25,24-25,26 25,24-25,-25 0,25 0,0 0</inkml:trace>
  <inkml:trace contextRef="#ctx0" brushRef="#br0" timeOffset="-58999.54">17388 11435,'0'25,"0"-25,0 0,0 0,0 0,0 0,0-25,0 25,25 0,-25-25,25 25,-1-25,-24 25,25-24,0 24,0 0,0 0,0 0,-1 0,1 0,0 0,0 0,0 24,-25-24,24 25,-24 0,25 0,-25 0,0-1,0 26,0-25,0 0,-25-1,25 1,-49 25,24-25,0-1,0 1,-24 0,24 0,0-25,0 25,0-1,1-24,24 25,-25-25,25 25,-25 0,25-25,0 0,0 0,0 0,25 0,-25 0,25 0,-1-25,26 25,-25 0,0 0,24 0,-24 0,25 0,24 25,-24-25,-25 25,-50-25,0-25</inkml:trace>
  <inkml:trace contextRef="#ctx0" brushRef="#br0" timeOffset="-58022.49">18430 11336,'-25'0,"-25"0,1 25,24-25,-25 49,26-24,-26 49,25 1,0-26,1-24,24 50,0-51,24 26,1-25,0-25,-25 0,25 0,0-25,-1 0,26-24,-25-26,0 75,-1-99,-24 74,0 0,0 1,0 48,0 1,0 50,25-51,-25 51,25-1,0-49,0 0,-1 0,1-25,-25 0,25 0,0 0,0-50</inkml:trace>
  <inkml:trace contextRef="#ctx0" brushRef="#br0" timeOffset="-57235.44">19025 11187,'-25'50,"1"24,-1 0,0-24,0 49,25-49,-25 24,-24 25,24-49,25-25,-25 24,25-49,-25 25,75-124</inkml:trace>
  <inkml:trace contextRef="#ctx0" brushRef="#br0" timeOffset="-56935.43">19000 11286,'50'50,"-50"-25,50 24,-50 1,49 24,-24 1,-25-26,25-24,-25 25,0-26,0-24</inkml:trace>
  <inkml:trace contextRef="#ctx0" brushRef="#br0" timeOffset="-56692.41">19174 11782,'-25'0,"-49"25,49-25,-49 25,49-25,-25 25,1-25,-1 0,50 0,0 0</inkml:trace>
  <inkml:trace contextRef="#ctx0" brushRef="#br0" timeOffset="-56182.38">19273 11286,'25'-25,"-25"25,25 0,-25 0,25 50,-1-25,1 0,25 49,-25-24,-1-26,1 51,0-75,0 49,0-24,24-25,-24 0,0 0,-25 0,25 0,0 0,-1-25,1 25</inkml:trace>
  <inkml:trace contextRef="#ctx0" brushRef="#br0" timeOffset="-55899.37">19596 11261,'-50'100,"25"-26,0 0,-24 1,24-26,-25 1,26 0,24-26,-25 1</inkml:trace>
  <inkml:trace contextRef="#ctx0" brushRef="#br0" timeOffset="-50461.06">14064 13246,'0'0</inkml:trace>
  <inkml:trace contextRef="#ctx0" brushRef="#br0" timeOffset="-49457">14089 13221,'-25'25,"25"-50,0 50,0-25,25 25,-25-25,0 24,0 1,25 25,-25-25,25 24,-25-24,0 0,24 0,-24 24,25-24,-25 0,0 0,0-25,25 24,-25 1,0 0,0-25,0 25,0-25,0 0,25 0,-25 0,0-25,0 25,25-25,-25 0,0 1,24-1,-24 0,0 0,25-24,-25 24,25-74,0 74,-25-25,25 25,-25 1,0-1,25 0,-25 0,0 25,0-25,0 25,0 0,0 0</inkml:trace>
  <inkml:trace contextRef="#ctx0" brushRef="#br0" timeOffset="-48944.97">14660 13519,'-25'0,"0"-25,0 25,-24 25,24-25,0 24,25 26,0 0,0-1,0 1,0 24,0-24,0-1,0 1,0 0,-25-1,0-24,1 0,-1-75</inkml:trace>
  <inkml:trace contextRef="#ctx0" brushRef="#br0" timeOffset="-48680.95">14337 13841,'0'0,"50"0,-25 0,24 25,-24-25,25 0,-1 0,1 0,-50 0,49 0,-49-25</inkml:trace>
  <inkml:trace contextRef="#ctx0" brushRef="#br0" timeOffset="-48343.93">14982 13395,'50'0,"-50"0,49 0,-24 0,25 0,-26 0,1 0,0 0,25 0,-50 0,24 24,-48-24</inkml:trace>
  <inkml:trace contextRef="#ctx0" brushRef="#br0" timeOffset="-48107.92">15081 13593,'50'0,"-1"0,1 25,-25-25,24 0,-24 0,0 25</inkml:trace>
  <inkml:trace contextRef="#ctx0" brushRef="#br0" timeOffset="-46848.86">15528 13122,'0'24,"25"26,-25 0,24 24,-24 1,25-1,-25-24,25 74,0-100,-25 51,0-50,25 49,-25-24,0-26,0-24,0 25,0-25,24-25,1-99,0 50,0 24,0-24,-1 24,1-24,0 0,-25-1,25 26,-25-26,0 25,25-24,-25 24,24-24,-24 49,0-24,0 24,25 0,-25 0,25 0,-25 25,0-24,0 24,0 24,25-24,-25 0,25 25,-1-25,26 0,-25 0,49 0,-24 0,-25 0,99 0,-75 0,75-25,-74 25,99 0,-75 0,1 0,98 0,-98-24,98 24,-98 0,123 0,50 0,-124 0,75 24,-75-24,99 25,-124 0,124-25,-123 25,-1-25,99 25,-123-1,73-24,-98 25,49-25,-74 0,0 0,0 0,-25 25,-25-25,0 0</inkml:trace>
  <inkml:trace contextRef="#ctx0" brushRef="#br0" timeOffset="-45631.78">16321 13221,'0'0,"-24"25,-1 0,0-1,25 1,-25 25,0-1,25-24,-24 0,24 49,0-49,0 0,0-25,0 25,24-25,-24 0,25 0,25-25,-25 25,-1-25,51 0,-25 1,-1-1,1 25,-25-25,-1 25,-24-74,-49-1</inkml:trace>
  <inkml:trace contextRef="#ctx0" brushRef="#br0" timeOffset="-45298.76">16470 13146,'0'75,"0"-25,0 24,0 25,0-24,0 24,0 0,0-25,0-24,0 0,0-26,0 1,0-99</inkml:trace>
  <inkml:trace contextRef="#ctx0" brushRef="#br0" timeOffset="-41012.51">17041 13295,'0'25,"0"25,0-25,0-1,25 1,-25 50,0-26,0 26,0-1,0-24,0-26,0 26,0-50</inkml:trace>
  <inkml:trace contextRef="#ctx0" brushRef="#br0" timeOffset="-40746.5">16966 13643,'25'0,"25"-25,24 25,-24 0,-1 0,-24 25</inkml:trace>
  <inkml:trace contextRef="#ctx0" brushRef="#br0" timeOffset="-33824.1">16892 13593,'25'0,"0"25,24-25,-24 0,25 0,-1 0,1 0,-25 0,24 0,-49 0,0 0,-25-25,25 25,-24 0,-1 0,0 25,0-25,-24 0,24 0,0 0,0 0,0 0,1 0,24 0,-25 0,25 0,-25 0,25 0,-25 0,25 0,0 0,0 0,0 0,25 0,0 0,-25 0,25 0,-1 0,51 0,-50 0,-1 0,1 0,0 0,0 0,-25 0,25 25,-25-25,0 0,0 0,0 24,0-24,0 0,-50 0</inkml:trace>
  <inkml:trace contextRef="#ctx0" brushRef="#br0" timeOffset="-32951.06">17090 13271,'0'24,"0"1,0 50,0-1,0-24,0-1,0 26,0-1,0-24,0-26,0 26,0-124,0 49,0-25,0-24,25-25,-25 49,0 25,0-49,0 49,0 25,0 50,0-26,0 1,0 0,0 0,0 24,0 1,-25 24,25-49,0 25,0-25,0-25,0 24,0 1,0-25,25-49</inkml:trace>
  <inkml:trace contextRef="#ctx0" brushRef="#br0" timeOffset="-32103.01">16966 13568,'25'0,"-25"0,50 0,-50 0,25 0,24 0,-24 0,0 25,0-25,24 25,-24-25,25 0,-26 0,1 0,-25 0,25 0,-50 0,0-25,1 25,-26 0,25 0,-49 0,24 0,1 0,24 25,-25-25,50 0,-25 0,1 0,48 0,-24-25,25 25,0 0,0 0,24 0,1 0,-25 0,24 0,-24 25,0-25,-25 0,25 0,-25 0,-25 0,25 0</inkml:trace>
  <inkml:trace contextRef="#ctx0" brushRef="#br0" timeOffset="-13926.97">17090 13320,'0'0,"0"0,50-25,-25 25,49 0,-24 25,-25-25,24 50,-49-50,0 49,0-24,-25 0,-24 0,24 0,-74-1,74-24,-49 0,49 0,-25 0,25 0,1-24,24 24,0-25,0 0,24 0,26 0,124 1,-125 24,-24 0,49 24,-49 1,-25 25,-25-25,-49 24,-25-24,0 0,49 0,0-25,26-25,-1 0,25 0,25-24,24-1,26 25,24 0,0 50,-25 0,-49 99,-74-50,-26-24,1-25,-1-25,26 0,-1-25,25 0,1 0,24-24,0-26,49 1,1 49,24 0,1 25,-1 25,-24 25,-50-1,-25-24,-99 74,49-99,26 0,49 0,49-24,26 24</inkml:trace>
  <inkml:trace contextRef="#ctx0" brushRef="#br0" timeOffset="-13467.94">17711 13618,'49'0,"1"0,-1 0,1 0,0 0,-26-25,1 25,-25 0,0 25,0-25</inkml:trace>
  <inkml:trace contextRef="#ctx0" brushRef="#br0" timeOffset="-12650.89">18132 13395,'0'0,"0"-25,0 25,25-25,0 25,0 0,24-25,-24 25,0 0,24 0,-24 0,0 0,25 0,-26 0,-24 0,25 25,-25 0,-25 0,25 24,-24-24,-1 0,-50 49,51-74,-26 50,0-1,1 1,49-25,-50 0,50-1,-25 1,25 0,0-25,0 0,50 0,-50 0,50 0,-1 0,1-25,-25 25,24 0,-24 0,0 0,-25 0,25 25,-25-25</inkml:trace>
  <inkml:trace contextRef="#ctx0" brushRef="#br0" timeOffset="-12068.86">18876 13246,'0'0,"0"0,-24 25,-26-1,25 1,0 25,1 24,24 1,-25-1,25 0,0 1,0-26,25 1,-1 0,1-26,-25 1,25-25,-25 0,25 25,0-50</inkml:trace>
  <inkml:trace contextRef="#ctx0" brushRef="#br0" timeOffset="-11067.8">19050 13320,'0'0,"0"0,0 0,0-25,0 25,0 0,0 0,25 0,-25 25,0-25,0 25,-25 25,50-26,-25 1,0 0,0-25,0 50,0-26,0 1,0 0,0 0,0 0,0-1,0 26,0-25,0 0,-25-1,25 1,0 0,0 0,0 0,0-1,0 1,-25 0,25-25,0 25,0-25,0 25,0-25,0 0,0 24,0-48</inkml:trace>
  <inkml:trace contextRef="#ctx0" brushRef="#br0" timeOffset="-10832.79">19298 13767,'0'0,"0"0</inkml:trace>
  <inkml:trace contextRef="#ctx0" brushRef="#br0" timeOffset="-8882.68">19397 13519,'0'0,"0"0,0 0,0 0,0 0,0 0,0 0,0 0,0 0,0 0,0 0,0 0,0 0,0 0,0 0,0 0,0 0,0 0,-25-25</inkml:trace>
  <inkml:trace contextRef="#ctx0" brushRef="#br0" timeOffset="-7807.63">19645 13395,'0'0,"0"-25,0 25,-24-25,24 25,-25-25,25 25,-25 0,25-25,-25 25,25 0,-25 0,25 0,-25 0,1 25,24-25,0 0,-25 25,25-25,-25 74,25-24,25 24,0-74,-1 0,51-99,-50 50,-25-1,0 25,25 50,-25 49,24 50,-24-24,0-1,-24 0,-1-25,25-49</inkml:trace>
  <inkml:trace contextRef="#ctx0" brushRef="#br0" timeOffset="-7203.58">19918 13419,'0'0,"0"0,-25 50,25-50,-24 50,24-26,0 1,-25 25,25-25,0 24,25-24,-25 25,24-26,-24-24,50 25,-50-25,50 0,-26 0,26-25,-50 1,25-1,0-25,-1 25,-24 1,0-1,25-25,-50 25,25 25,-24 0,24 0,-25 0,25 0,-25 25,25-25,-25 25,25 25,0-26,-25 1,25 0,0 0,0 0,0-1,0-98</inkml:trace>
  <inkml:trace contextRef="#ctx0" brushRef="#br0" timeOffset="-6729.55">20166 13146,'25'25,"25"25,-26 0,26-1,0 26,-1-1,-24 0,0 1,-25-1,-25 1,25-26,-50 26,26-51,-26 26,25-25,0-25,25 0,0-25</inkml:trace>
  <inkml:trace contextRef="#ctx0" brushRef="#br0" timeOffset="-6256.53">20786 13171,'-49'50,"49"-25,-50 24,50 1,-25 24,-24 1,49-1,0-49,0 74,0-74,24 49,26 1,0-1,-25-49,24 25,-24-26,0 1,0-25,-1 0,-24-74</inkml:trace>
  <inkml:trace contextRef="#ctx0" brushRef="#br0" timeOffset="-5742.5">20935 13469,'-25'25,"25"24,0 26,25-1,0-24,0-1,0-24,24 0,-24-25,25-25,-1-24,1-1,-25-24,-25-1,24 1,-48 24,24-24,-100-25,76 74,-26 25,25 0,0 25,1-1,-1 1,0 0</inkml:trace>
  <inkml:trace contextRef="#ctx0" brushRef="#br0" timeOffset="-5514.48">21406 13543,'-24'-49</inkml:trace>
  <inkml:trace contextRef="#ctx0" brushRef="#br0" timeOffset="-1779.27">21779 13097,'0'25,"-50"-1,25 1,0 50,0-50,25 24,0-24,25 25,-25-26,50 26,0 0,-26-1,1-24,25 25,-50-26,25 26,-50 0,0-1,0-24,-24 0,24 0,0-25,0 0,0 0,0-25,50-25,0 25,0-49,25 0,-1-26,1 51,-1-26,-24 26,0-26,0 1,-25 24,0 25,-25-24,0 49,0-25,-24 25,-26 25</inkml:trace>
  <inkml:trace contextRef="#ctx0" brushRef="#br0" timeOffset="-1332.25">22200 12874,'25'24,"0"1,24 0,-24 25,0-1,25 26,-26 24,-24-49,0 24,0 0,-24 26,-1-26,-25-24,1 24,-1-24,25-1,0-24,25 0,-24-75</inkml:trace>
  <inkml:trace contextRef="#ctx0" brushRef="#br0" timeOffset="-75.17">19472 12898,'0'0,"24"25,-24-25,25 0,-25 0,50 0,-25 0,24 0,-24-25,50 25,-51 0,26 0,-25 0,49 0,1-24,-26 24,1 0,-1 0,1 0,0 0,24-25,100 25,-125 0,26-25,24 25,-25 0,1 0,24-25,-25 25,1 0,24 0,-25 0,26-25,-26 25,25 0,-24-24,24 24,0 0,-24 0,24 0,0 0,50 24,-75-24,1 0,-26 0,1 0,-25 0,-1 0,-24 0,-24 25,24 0</inkml:trace>
  <inkml:trace contextRef="#ctx0" brushRef="#br0" timeOffset="7241.25">14436 14883,'-24'25,"24"24,-25 26,25-1,0 25,-25 25,25-24,0-26,-25 25,25-49,0 49,0-25,0 1,0-50,0 24,0-49,0 0</inkml:trace>
  <inkml:trace contextRef="#ctx0" brushRef="#br0" timeOffset="7744.27">14684 15081,'-24'25,"-26"0,-24 49,24 1,0 24,1-25,24-24,0-25,25-25,25 0,0 0,0 25,-1-1,1 26,-25 0,25 49,-25-25,25 100,-25-125,0-24,25-50,-1-24,1-100</inkml:trace>
  <inkml:trace contextRef="#ctx0" brushRef="#br0" timeOffset="8171.3">14759 15156,'0'24,"0"1,25 50,-25-26,0 51,0-1,0 0,0-49,0 49,24-74,-24 24,25-24,0 0,-25-25,50 0,-50 0,49-25,1 0,-1 25,-24-25,0 1,0 24,0-25,-75-50,-24-24</inkml:trace>
  <inkml:trace contextRef="#ctx0" brushRef="#br0" timeOffset="8436.31">14734 15528,'0'0,"50"-25,24 0,-49 0,49 1,-49 24,49-25,-24 0,-25 25,0 0,-50-50</inkml:trace>
  <inkml:trace contextRef="#ctx0" brushRef="#br0" timeOffset="8712.33">14734 15156,'0'0,"25"0,24-25,1 25,24 0,-24 0,24-25,-49 25,50 0,24 0,-25 0</inkml:trace>
  <inkml:trace contextRef="#ctx0" brushRef="#br0" timeOffset="9019.34">15577 15304,'50'0,"-25"0,24 0,26 25,-26-25,-24 0,0 0,0 25,0-25,-1 25</inkml:trace>
  <inkml:trace contextRef="#ctx0" brushRef="#br0" timeOffset="9278.34">15652 15553,'25'0,"24"0,26 0,-51 0,26 0,-25 0,24-25,1 25,-25 0,0 0</inkml:trace>
  <inkml:trace contextRef="#ctx0" brushRef="#br0" timeOffset="9621.34">16446 14734,'0'25,"0"0,0 24,-25-24,25 49,-25-24,25 24,0-49,0 50,0-51,0 26,25 24</inkml:trace>
  <inkml:trace contextRef="#ctx0" brushRef="#br0" timeOffset="9949.4">16173 15478,'74'-49,"-24"24,24 0,1 0,-1 25,-24 0,-1 25,-24-25,0 25</inkml:trace>
  <inkml:trace contextRef="#ctx0" brushRef="#br0" timeOffset="10415.43">16396 15652,'0'0,"25"-25,49-25,-24 50,-1 0,-24 0,0 25,-25 25,-50 24,26 1,-51-1,26 25,24-24,-25-26,50 1,25-50,0 0,74-50,-49 50,-1-25,1 25,-25 0,-1 0</inkml:trace>
  <inkml:trace contextRef="#ctx0" brushRef="#br0" timeOffset="11378.48">16966 15255,'0'0,"0"74,0-24,0 24,0-49,0 25,0-25,0-1,0 1,0-25,0-25,25-24,-25 24,0-49,25-1,0 25,0 1,-1-1,-24 25,50-24,-25 49,-25 0,25 0,-25 49,0-24,0 25,0 24,0-24,0 0,-25-1,25-24,0 0,0-25,25-50,-25 25,24-49,-24 49,25-25,0-24,0 24,-25 26,25-1,-25 25,24-25,-24 25,25 25,-25-25,25 49,0-24,-25 25,0-1,25 1,-25-25,0 25,0-26,-25 26,25-25</inkml:trace>
  <inkml:trace contextRef="#ctx0" brushRef="#br0" timeOffset="11948.51">17562 15156,'0'24,"25"1,-25 25,0-25,0 49,24-24,-24-1,0-24,0 25,0-25,0-1,0-24,25-49,-25 49,25-75,0 51,0-51,-25 50,24 0,1-24,0 24,0 0,-25 25</inkml:trace>
  <inkml:trace contextRef="#ctx0" brushRef="#br0" timeOffset="12399.54">18008 15478,'0'0,"-25"-25,25 25,-24 0,-1 25,0 0,25-25,-25 25,25 0,-25-1,25 26,0-50,-24 50,24-1,0-49,0 50,0-25,-25-1,25 1,-25 0,-25-50</inkml:trace>
  <inkml:trace contextRef="#ctx0" brushRef="#br0" timeOffset="12621.55">17810 15627,'25'0,"-1"0,26 25,-25 0,24-1,-24-48</inkml:trace>
  <inkml:trace contextRef="#ctx0" brushRef="#br0" timeOffset="13166.58">17959 14833,'24'0,"1"-25,0 25,25 0,-26 25,1 0,-25 0,0 0,0 24,-25 1,1-25,24 24,-25-24,50 0,24-25,26-25,-1 25,0-25</inkml:trace>
  <inkml:trace contextRef="#ctx0" brushRef="#br0" timeOffset="43873.08">22920 13122,'24'0,"-24"0,50 0,0 0,-1 0,-24 0,25 0,-26 0,26 0,-25 0,0 0,-25 0,24 0,-24 0</inkml:trace>
  <inkml:trace contextRef="#ctx0" brushRef="#br0" timeOffset="44263.08">22820 13444,'25'0,"25"-25,-25 25,-1-24,51 24,-50 0,24-25,26 25,-1 0,-49 0,0 0,-1 0,1 0,-25 0,-49 0</inkml:trace>
  <inkml:trace contextRef="#ctx0" brushRef="#br0" timeOffset="125263.08">23738 12849,'-25'25,"0"-1,1 26,-26 0,25-1,25 1,-25-1,25 1,0 25,0-26,25 1,0-1,0 1,-25-50,49 25,-24 0,25-25,-50 0,49 0,-24-25,0 0,25 0,-25-49,-1 24,1-24,-25 49,0-50,0 26,0-1,0 1,-25-1,25 25,-24 0,-1 1,-25-1,25 25,0 0,1 0,-1 25,0-25,25 49</inkml:trace>
  <inkml:trace contextRef="#ctx0" brushRef="#br0" timeOffset="125543.08">24185 13395,'-25'0,"-25"-25</inkml:trace>
  <inkml:trace contextRef="#ctx0" brushRef="#br0" timeOffset="126493.08">24532 12650,'-25'0,"-25"0,1 0,24 25,-25 0,26 0,-1 24,25 1,-25-25,50 24,-25 1,25-25,24 0,-24-25,0 0,0-25,-1-25,1 25,0-24,-25-26,0 26,25 24,-25 25,0 25,0-25,-25 49,50 26,-25-26,0-24,25 50,-25-26,0 26,24-1,-24 1,0-51,0 51,0-50,25 24,-25 1,0-25,0-25,25-75</inkml:trace>
  <inkml:trace contextRef="#ctx0" brushRef="#br0" timeOffset="127283.08">24730 12700,'0'-25,"25"25,0 0,0 0,24 0,-24 25,25-25,-25 0,-1 25,1 0,-25-1,0-24,0 25,-25 0,1 0,-26 0,0-1,25 1,1 0,24-25,0 25,24 24,26-49,-25 25,49-25,-49 0,25 25,-25-25,-1 25,-24-25,0 25,-24-1,-1 1,-25 25,-24-25,49 0,-25-1,50-24,0 50,-25-25,50 0,0-1,-25-24,75-24</inkml:trace>
  <inkml:trace contextRef="#ctx0" brushRef="#br0" timeOffset="128273.08">23688 13915,'0'0,"75"-24,-1 24,-49 0,74 0,1-25,-26 25,50-25,-50 25,75 0,-25 0,-25 0,-49 0,0 0,-26 0,-24 0,-24 25,-76-25,26 0,-75 25,75-1,-224 51,149-1,25-49,75 0,-51 0,51-1,24-24,25 0,50-49,-1 49,50-50,-49 50,49-25,25 1,50-1,-124 25,98-25,-98 25,74 0,0 0,-50 0,-49 0,50 0,-50 0,-50 0,-99 25</inkml:trace>
  <inkml:trace contextRef="#ctx0" brushRef="#br0" timeOffset="134603.07">24433 13990,'0'0,"-25"0,25 0,0 0,0 49,-25-24,25 25,0-1,-25 51,-24-26,-1 25,-24 1,-26-1,26 25,-25 0,-25-25,0 25,-124 74,99-98,-74 24,74-50,74-24,-74-1,75-24,-75 25,-24-25,-1-25,100 0,-75-25,74 25,-74-50,1-24,-1 24,99 25,-99-74,100 74,-75-74,0 0,0 24,74 26,-148-100,148 124,-49-49,-25-1,25 51,49-1,-49 0,24 0,-24 25,0 0,0 25,24-25,-24 25,74-25,-99 49,50-24,-1 25,26-25,-1-1,1-24,-1 25,0 0,26-25,24 25,-25-50,50-25</inkml:trace>
  <inkml:trace contextRef="#ctx0" brushRef="#br0" timeOffset="135053.07">18827 14759,'-50'25,"1"24,24 1,-25-1,1 1,24 0,0-1,0 1,25-50,25 25,0-25,0 0,24 0,1 0,-25 0,24 24,1-24,-1 0,-49 25,25-25,-25-25,0-24</inkml:trace>
  <inkml:trace contextRef="#ctx0" brushRef="#br0" timeOffset="135293.07">18876 14833,'0'0,"-24"50,24-1,0 26,0-50,0 49,-25-24,50-1,-25-24,0-25</inkml:trace>
  <inkml:trace contextRef="#ctx0" brushRef="#br0" timeOffset="141743.07">9128 7714,'25'0,"-25"-25,25 25,0 0,-1 0,1 0,25 0,-1 0,1 25,0-25,24 25,-24 0,24-25,25 25,0-25,-49 0,74 0,-74 24,74-24,0 25,-25-25,-25 0,50 0,100 0,-100 0,0 0,0-25,-50 25,25-24,50 24,-124 0,173-25,-49 25,-124 25</inkml:trace>
  <inkml:trace contextRef="#ctx0" brushRef="#br0" timeOffset="147353.07">16272 9128,'-25'0,"50"0,-25 0,25 0,-25 0,24 0,26 0,-25 0,25 0,-26 0,51 0,-26-25,-24 25,50 0,-26 0,26 25,-26-25,50 0,-74 0,25 0,74 0,-75 0,51 0,48 0,-23 0,-76 0,1 0,74 0,-75 0,75 0,-74 0,74 0,-74 0,24 0,50 25,-74-25,74 0,-50 0,50 0,-49 0,-1 0,50-25,-50 25,50 0,-49-25,49 25,-75 25,1-25,74 0,-74 0,173 25,-124-25,-24 25,-51-25,26 25,-25-25,0 24,-25-24,0 0,-25 0,25 0,0 0,0 0,0 0,0 0,0 0,0 25</inkml:trace>
  <inkml:trace contextRef="#ctx0" brushRef="#br0" timeOffset="150333.07">20513 6226,'0'0,"25"0,-25 0,25 0,0-25,0 25,-1 0,26 0,-25 0,25-25,-1 25,-24 0,49 0,-24 0,0 0,24 0,0 0,-24 0,24 0,26 0,-26 0,25 0,-24-24,49 24,-50-25,50 25,-25-25,1 25,-1 0,25 0,-25 0,25-25,0 25,-25 0,25 0,124 0,-148 25,-1-25,0 0,-25 0,1 25,-1-25,50 25,0-1,-24 1,-76-25,-24 0</inkml:trace>
  <inkml:trace contextRef="#ctx0" brushRef="#br0" timeOffset="152333.07">967 7813,'25'0</inkml:trace>
  <inkml:trace contextRef="#ctx0" brushRef="#br0" timeOffset="152803.07">1513 7739,'298'25,"-174"0,-25-25,99 0,26 24,-76-24,1-24,99 24,0-25,-74 25,124 49,-75-24,-99 25,-25-25,-49-1,49 1,25 25,-50-25,26 0,-51-25,-24 24,49-24,-49 0,99 0</inkml:trace>
  <inkml:trace contextRef="#ctx0" brushRef="#br0" timeOffset="-210333.65">15925 17165,'0'0,"0"0,0 0,-25 0,25 0,-25 0,0 0,0 0,1 0,-26 0,50 0,-50 25,26-25,24 0,-50 0,25 24,0-24,1 0,-1 25,25-25,0 0,0 0,0 25</inkml:trace>
  <inkml:trace contextRef="#ctx0" brushRef="#br0" timeOffset="-209913.66">15825 17438,'-24'0,"-1"0,0 0,0 0,25 0,-49 0,49 0,-25 24,-25-24,25 25,25-25,-24 25</inkml:trace>
  <inkml:trace contextRef="#ctx0" brushRef="#br0" timeOffset="-204393.66">16470 16446,'25'24,"-25"1,0 0,0 49,0 1,0-1,0 25,0-24,0-1,0 1,0-51,0 1,0 0</inkml:trace>
  <inkml:trace contextRef="#ctx0" brushRef="#br0" timeOffset="-203973.66">16669 17264,'-25'-25,"25"25,-25 0,0-25,1 25,-1 0,-25 0,50 0,-25 0,-24 0,-1 25,50-25,-50 0,26 25,24-25,-25 0,0 0</inkml:trace>
  <inkml:trace contextRef="#ctx0" brushRef="#br0" timeOffset="-203153.65">16346 17487,'25'0,"0"0,0 0,0 0,-1-25,1 25,0 0,25 0,-26 25,-24 0,25 0,-25 0,25 24,-25-24,-25 25,0-25,1 24,-1-24,-25 25,1-1,-1-24,25 0,-25 0,26-25,-1 0,0 0,25 0,0 0,0-25,0 0,0 25,25-25,0 25,-1 0,1 0,25 25,-25 0,0 0,-1-1,26 51,-25-50,0-1,-1-24,-24-24</inkml:trace>
  <inkml:trace contextRef="#ctx0" brushRef="#br0" timeOffset="-202473.65">16942 16644,'-25'25,"0"0,0 24,25-24,-25 49,25-49,0 50,-24-1,24 0,0-24,0 24,0-49,0 50,0-1,0-24,24-26,-24 26,0-25,25 0,-25 0,0-1,50-24</inkml:trace>
  <inkml:trace contextRef="#ctx0" brushRef="#br0" timeOffset="-197763.66">17090 16966,'0'100,"0"-76,0 51,0-26,25 26,-25-26,0 26,0-50,25-1,-25 1,25-74</inkml:trace>
  <inkml:trace contextRef="#ctx0" brushRef="#br0" timeOffset="-197293.66">17363 16768,'25'25,"0"0,-25-1,25 26,-1 0,-24 24,25 0,-25-24,0 49,0-24,-25 24,25-50,-24 1,-1 0,25-1,-25 1,25-25,-25 0,0-50</inkml:trace>
  <inkml:trace contextRef="#ctx0" brushRef="#br0" timeOffset="-196773.65">17785 16818,'0'24,"-25"26,0-25,25 49,-24-24,-1-1,0 1,0 49,25-49,0 24,-25 1,25-26,0 1,0 24,0-24,25 0,-25-26,0 1,0 0</inkml:trace>
  <inkml:trace contextRef="#ctx0" brushRef="#br0" timeOffset="-188963.66">20067 9351,'25'0,"-50"0,25 0,-50-24,26 24,-1 0,0 0,0 0,-24-25,-26 25,26 0,-1 0,-24-25,24 25,-25 0,1 0,-25 0,49 0,-49 0,49 0,-49 0,0-25,-25 25,-149 0,-99 0,174 0,-398 0,224 0,174 0,148 0,-24-25,49 25,-25 0,26 25,98-25</inkml:trace>
  <inkml:trace contextRef="#ctx0" brushRef="#br0" timeOffset="-187873.66">19869 9376,'-25'25,"-25"-25,1 25,24-50,-74 25,24-25,-24 25,24 0,-73-25,-1 25,50 0,-25-24,-25-1,-25 0,50 25,-74 25,-1 0,26-1,24-24,25 0,-50 0,0 0,75 0,25 0,-75 0,50 0,74 0,0 0,-24 0,49 0,-25 25,25-25,-25 0,25 25,0-50,74 0</inkml:trace>
  <inkml:trace contextRef="#ctx0" brushRef="#br0" timeOffset="-181753.66">18008 16917,'0'25,"0"-1,-25 26,25 0,0-1,0 1,25-1,-25 1,25 0,25-1,-26 1,1-25,25 24,-25-49,24 0,1 0,-25-25,-1 1,1-1,-25-25,25-24,-25-1,0-73,0 98,-25-49,25 49,0-24,-25-1,1 26,24 49,-25-25,0 25,-25 0,1 25,-1 49,25-49,-24 74,49-74,-25 74</inkml:trace>
  <inkml:trace contextRef="#ctx0" brushRef="#br0" timeOffset="-181433.65">18777 17338,'-25'25,"1"-25</inkml:trace>
  <inkml:trace contextRef="#ctx0" brushRef="#br0" timeOffset="-180513.65">19124 16570,'-24'-50,"-1"50,0 25,-25 0,26-1,-1 26,-25 0,25-1,25 1,-24-1,24-24,0 25,24-25,-24-1,25 1,-25-25,25-25,0-24,0-1,24 1,-49 24,25-50,0 26,24-26,-49 26,25 24,-25 25,0 25,0-25,0 74,0-24,0 24,0-24,0 74,0-75,25 75,-50-24,50 24,-25-75,0 50,0-49,0 0,0-25</inkml:trace>
  <inkml:trace contextRef="#ctx0" brushRef="#br0" timeOffset="-179753.66">19397 16694,'0'24,"25"-24,0 0,24 0,1 0,0 0,-1 0,-24 0,0 25,-25 0,0 25,-25-1,0 50,-24-24,-1-1,25 1,25-26,25-24,50-75,-51 50,26-49,-25 49,24-25,-24 0,0 25,-25 25,0 25,0-26,-25 76,-24-26,-1 25,25-74,0 25,1-25,-1-1,25-24,0-24,0-76</inkml:trace>
  <inkml:trace contextRef="#ctx0" brushRef="#br0" timeOffset="-179243.65">19844 16173,'25'0,"-1"49,26-24,0 25,-26 24,26-24,0 24,-1 1,-24 24,0-25,-25 50,0-25,-25 25,-25 0,1-24,-1 24,1-50,24-49,-25 0</inkml:trace>
  <inkml:trace contextRef="#ctx0" brushRef="#br0" timeOffset="-178613.65">19968 15925,'0'-25,"0"25,25-25,-1 25,51 0,-1 0,-24 0,-1 0,-24 25,0 0,-25 24,-25 1,-24-1,24 1,0-25,25 0,25-25,49 0,125-50,-100 25,-50 0,-24 25</inkml:trace>
  <inkml:trace contextRef="#ctx0" brushRef="#br0" timeOffset="-176243.66">20687 16917,'0'0,"50"0,-25 0,24 0,-24 0,49-25,-24 25,-25 0,49-25,-49 25,25 0,-26 0,-24-25,25 25,-50 0</inkml:trace>
  <inkml:trace contextRef="#ctx0" brushRef="#br0" timeOffset="-175933.65">20737 17165,'49'0,"-24"0,25 0,-25-25,49 25,-24-25,-1 0,-24 50,25-25,-26-25,1 50,-25-25</inkml:trace>
  <inkml:trace contextRef="#ctx0" brushRef="#br0" timeOffset="-171063.66">21580 16446,'-74'74,"49"0,0-24,25 0,0 24,0-24,25 24,0 0,24 1,-49-50,50 24,-25-49,-1 25,26-25,-25-25,-25 25,25-49,-25 24,25-50,-25-24,0 25,0 24,0-49,0-50,-25 100,0-1,0 25,25 25,-50 25,26-25,-1 25,25 0</inkml:trace>
  <inkml:trace contextRef="#ctx0" brushRef="#br0" timeOffset="-170763.66">22076 16917,'0'25,"-25"-1</inkml:trace>
  <inkml:trace contextRef="#ctx0" brushRef="#br0" timeOffset="-170163.66">22250 16272,'0'25,"-25"-1,25 51,-25-25,25-1,-25-24,25 25,0-50,25 24,0-24,25 0,-50-24,49-1,-24 25,0-25,24 0,-24 25,0-25,0 25,0 0</inkml:trace>
  <inkml:trace contextRef="#ctx0" brushRef="#br0" timeOffset="-169813.66">22498 16173,'0'99,"-25"-50,25 51,0-1,0 0,0-24,0 24,0-25,25-24,-25-1,0-24</inkml:trace>
  <inkml:trace contextRef="#ctx0" brushRef="#br0" timeOffset="-168813.65">22746 16123,'0'124,"0"-99,0 24,0 26,0-25,0-1,-25 1,25-1,0 1,25 24,-25-24,0-25,25 24,-25-24,0-25,0 0,25-25</inkml:trace>
  <inkml:trace contextRef="#ctx0" brushRef="#br0" timeOffset="-167883.66">23465 15850,'0'0,"0"50,25-1,-25 1,0 0,25-26,-25 51,0-26,25 51,-25-51,0 51,0-51,0 1,-25 24,25-24,-50 24,25-24,-24-1,24 1,0-50,-24 25,24-25,-25 0,50 0,-25-25,1-49,-1 24,25-24,0 24</inkml:trace>
  <inkml:trace contextRef="#ctx0" brushRef="#br0" timeOffset="-167523.66">23192 15925,'0'-25,"25"25,25-25,-1 25,26-25,-1 0,1 25,-1 0,-24 0,-1 0,-24 25,-25-25</inkml:trace>
  <inkml:trace contextRef="#ctx0" brushRef="#br0" timeOffset="-166893.66">24011 15354,'0'0,"0"25,25 49,0 26,-25-1,0-50,24 75,-24-74,25 74,0 0,0 25,-25-100,0 100,0-74,0 74,-25-25,0 0,0-100,1 76,24-100,-25 24,0-24</inkml:trace>
  <inkml:trace contextRef="#ctx0" brushRef="#br0" timeOffset="-165463.65">24110 15230,'-49'25,"-1"-25,0 25,-24-1,24 1,-24-25,-1 25,1 0,-25 0,0 0,-25-1,0 1,0 25,0-25,0 24,-1-24,-23 25,48-26,1 1,-149 25,149-50,0 25,0-25,24 0,1 0,24 0,0 0,1-25,-1 25,50 25,-49-25,24 24,25 1,-25 0,25-25,-25 50,25 24,0 0,-25-49,25 74,0-74,0 174,-24-100,24 25,0-74,0 49,0-25,24 25,-24 1,25 24,-25-75,0 50,0-49,25 49,-25-24,25-1,-25-49,25 25,-1-26,1 1,0 0,25-25,-26 25,26-25,-25 0,124-25,-50 25,0 0,-49 0,49-25,-25 25,50-25,0 1,-49 24,74-25,0 0,24-25,1 26,-1-26,1 25,24 0,-24 25,25-25,-51 25,-24 0,-49 0,-26-24,-98-1,-174-25</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8-10-25T06:58:52.917"/>
    </inkml:context>
    <inkml:brush xml:id="br0">
      <inkml:brushProperty name="width" value="0.05292" units="cm"/>
      <inkml:brushProperty name="height" value="0.05292" units="cm"/>
      <inkml:brushProperty name="color" value="#FF0000"/>
    </inkml:brush>
  </inkml:definitions>
  <inkml:trace contextRef="#ctx0" brushRef="#br0">12849 10790,'25'-25,"-50"25,25-25,-25 25,-25 0,1 0,-1 0,1 0,-1 25,0 0,1 0,-26 24,51 1,-26 0,25 24,25 0,0-24,25 25,0-1,24 25,1-49,0-1,24-24,-24-25,-1 0,26 0,-1-49,-24-1,-26 25,26-24,-25-1,-25 0,25 26,-50-1,25 25,-25-25,-49 25,-1 25,1-25,24 25,-74-1,99-24,-24 25,49-25</inkml:trace>
  <inkml:trace contextRef="#ctx0" brushRef="#br0" timeOffset="421.02">13072 11212,'0'74,"0"-49,0 74,0-74,0 74,0-49,0-1,-25-49,25 0,0-24,-25-51,25 1,0-1,25 51,25-1,-25 0,49 0,25 50,-24 0,-50-25,24 0</inkml:trace>
  <inkml:trace contextRef="#ctx0" brushRef="#br0" timeOffset="880.05">13494 11187,'-50'25,"25"24,1 26,-1-50,25 74,0-50,-25 26,50-50,-25-1,25-24,-1 0,1 0,0-49,0-1,-25-24,0 24,0 1,0 24,0-25,0 50,25 0,-25 0,99 149,-74-124,-1 49,1-74,-25 0,0 0</inkml:trace>
  <inkml:trace contextRef="#ctx0" brushRef="#br0" timeOffset="1062.06">13692 11261,'0'25,"50"0,-25 0,24 24,1 51,-25-51,-1-49,-24 0,25-99</inkml:trace>
  <inkml:trace contextRef="#ctx0" brushRef="#br0" timeOffset="1241.07">13940 11187,'0'25,"-25"74,25 0,-24 0,-1-49,0-25,50-50</inkml:trace>
  <inkml:trace contextRef="#ctx0" brushRef="#br0" timeOffset="1242.07">13866 11559</inkml:trace>
  <inkml:trace contextRef="#ctx0" brushRef="#br0" timeOffset="1270.07">13866 11559</inkml:trace>
  <inkml:trace contextRef="#ctx0" brushRef="#br0" timeOffset="1423.08">14089 11237,'50'99,"-50"-74,0 74,0-50,0 1,0-75</inkml:trace>
  <inkml:trace contextRef="#ctx0" brushRef="#br0" timeOffset="1568.08">14064 10964,'25'0,"-25"-25</inkml:trace>
  <inkml:trace contextRef="#ctx0" brushRef="#br0" timeOffset="1815.1">14287 10716,'25'99,"-25"-50,0 75,0-74,25 99,0 0,-25-50,0-74,25 49,-25-74,25 0</inkml:trace>
  <inkml:trace contextRef="#ctx0" brushRef="#br0" timeOffset="2001.11">14461 11212,'-25'0,"-74"25,49-25,-49 0,50 24</inkml:trace>
  <inkml:trace contextRef="#ctx0" brushRef="#br0" timeOffset="2459.14">14635 11237,'-25'24,"-25"1,1 50,24-51,0 51,25-26,0 26,0-50,50-25,-25 0,24-50,-49 25,50-49,-1-1,-24 1,-25 74,0-50,25 50,-25 25,25 50,0 49,-25-50,24 25,-24-99,0-25,25-223</inkml:trace>
  <inkml:trace contextRef="#ctx0" brushRef="#br0" timeOffset="2690.15">14883 10740,'25'0,"-25"25,24 99,1 25,0 25,-25-100,25 50,-25-99,0 25,25-75</inkml:trace>
  <inkml:trace contextRef="#ctx0" brushRef="#br0" timeOffset="2864.16">15106 11137,'-74'0,"49"25,-74 0,74-25,-74 25,49-25</inkml:trace>
  <inkml:trace contextRef="#ctx0" brushRef="#br0" timeOffset="3117.17">15255 11311,'0'25,"0"74,25-25,-25 26,0-76,-25-48,25-175</inkml:trace>
  <inkml:trace contextRef="#ctx0" brushRef="#br0" timeOffset="3226.18">15205 10988,'0'0</inkml:trace>
  <inkml:trace contextRef="#ctx0" brushRef="#br0" timeOffset="3933.22">15429 11385,'0'50,"24"0,1-50,25 24,-25-24,24-24,-24-1,0-25,-25 25,-25 1,-25-1,1 0,24 25,-25 0,26 25,-26-25,75 0,0-25,-1 25,26-50,-25 26,49-1,1-25,-51 50,-24 0,25 50,0-25,0 74,-25 0,0-25,0-49,0-25,0-49,0-51,0 26,25 0,-1 49,1 25,0 0,25 49,-26 26,26 24,-50-74,0 24,25-49,24-148</inkml:trace>
  <inkml:trace contextRef="#ctx0" brushRef="#br0" timeOffset="4366.24">16197 11137,'-24'0,"-26"75,25-1,0 1,1-1,48-24,-24-1,25-49,25 0,-25-74,24-25,-24-1,-25 26,25 49,-25 25,25 25,-1 25,1 49,0-25,0-49,0-75,0-24,-25-50,0-99</inkml:trace>
  <inkml:trace contextRef="#ctx0" brushRef="#br0" timeOffset="4677.26">16470 10492,'0'75,"0"-26,0 75,25 50,-25-25,25-75,0 75,-25-74,25 24,-1 0,-24-74,-24-25</inkml:trace>
  <inkml:trace contextRef="#ctx0" brushRef="#br0" timeOffset="5620.32">12526 12105,'0'0,"0"0,0 49,0-24,0 25,25-1,-25 26,25-26,-25 26,25-26,-25 26,0-1,25-24,-25 24,0-24,0-1,-25-24,25 25,-25-1,0-24,25 0,-25 0,1-25,24 25,24-25,-24 0,50-25,-25 25,24 0,1-25,0 25,-1-25,1 25,-25 0,24 0,-24-49,-25 24,-124-99</inkml:trace>
  <inkml:trace contextRef="#ctx0" brushRef="#br0" timeOffset="5818.33">12427 12700,'50'-25,"74"25,0-25,0 50,-25-25,-74 0,-25-49</inkml:trace>
  <inkml:trace contextRef="#ctx0" brushRef="#br0" timeOffset="6008.34">12452 12427,'74'-25,"50"1,25 24,25 24</inkml:trace>
  <inkml:trace contextRef="#ctx0" brushRef="#br0" timeOffset="6290.35">13196 12154,'0'100,"0"-51,0 100,25-75,0 75,-25 0,25-50,-1-74,-24 25,0-26,0-48</inkml:trace>
  <inkml:trace contextRef="#ctx0" brushRef="#br0" timeOffset="6752.38">13593 12626,'-25'24,"-24"1,-1 25,0-1,50 1,-24 0,24-26,24 26,1-25,0-25,-25 0,50-25,-50 0,24-24,1-1,-25-24,0 49,0 0,0 25,0-25,25 50,0 0,0 24,24 51,-49-76,25 26,0-75</inkml:trace>
  <inkml:trace contextRef="#ctx0" brushRef="#br0" timeOffset="7091.4">13915 12601,'0'25,"-49"-1,24 26,25-25,25 0,24-1,-24-24,25 25,-1-25,-24 0,-25 25,0-25,-25 25,1 24,-51 1,26-25,24-25</inkml:trace>
  <inkml:trace contextRef="#ctx0" brushRef="#br0" timeOffset="7395.42">14213 12055,'0'25,"0"49,0 50,25 25,-25-74,49 73,-49-73,0 49,25-50,-25-49,-25-25</inkml:trace>
  <inkml:trace contextRef="#ctx0" brushRef="#br0" timeOffset="7601.42">14089 12551,'50'0,"24"0,25 25,-49 0,49-25,-74 0,49-25</inkml:trace>
  <inkml:trace contextRef="#ctx0" brushRef="#br0" timeOffset="7796.44">14585 12576,'0'99,"0"-49,25 49,-25-74,0 24</inkml:trace>
  <inkml:trace contextRef="#ctx0" brushRef="#br0" timeOffset="7949.45">14536 12303,'49'0</inkml:trace>
  <inkml:trace contextRef="#ctx0" brushRef="#br0" timeOffset="8271.44">14883 12502,'-25'49,"0"1,25 24,0-24,0-1,25 1,0-25,24 0,-24-25,74-25,-74 25,25-25,-1-25,-24 26,25-51,-50 75,0-49,-25-26</inkml:trace>
  <inkml:trace contextRef="#ctx0" brushRef="#br0" timeOffset="11115.63">12502 13643,'0'24,"0"-24,-25 50,25 49,0-49,-25 74,0-50,0 50,25-49,0-26,0 26,0-26,0 26,0-75,0 49,25-49,0 0,25 0,-1 0,26-49,-26 49,50-25,-49 0,-25 25,24 0,-24-25,-25-24</inkml:trace>
  <inkml:trace contextRef="#ctx0" brushRef="#br0" timeOffset="11379.65">12402 14163,'0'25,"75"-25,24 0,-25 0,1 0,-26 0,1-25,-25 25</inkml:trace>
  <inkml:trace contextRef="#ctx0" brushRef="#br0" timeOffset="11620.66">12378 13891,'49'0,"26"-25,24 25,25-25,-25 25,-49 0,49 0,-50-25</inkml:trace>
  <inkml:trace contextRef="#ctx0" brushRef="#br0" timeOffset="11863.67">13122 13618,'24'99,"1"0,0 0,0-24,-25 49,0-75,0 51,0-26,25-49</inkml:trace>
  <inkml:trace contextRef="#ctx0" brushRef="#br0" timeOffset="12268.7">13370 14238,'49'25,"-24"-25,50-25,-51 0,26-25,-25 1,-25-1,0 1,0 24,0 25,0-25,-25 50,-25 0,26-1,-1 51,0-50,-25 74,50-25,25-24,0-25,25 0,-26-25,26-25</inkml:trace>
  <inkml:trace contextRef="#ctx0" brushRef="#br0" timeOffset="12527.71">13767 14064,'0'25,"0"49,0-24,24 24,1 1,50-50,-51 0,26-25,-50-25,50-25,-26-49,1-174</inkml:trace>
  <inkml:trace contextRef="#ctx0" brushRef="#br0" timeOffset="12763.73">14064 13519,'0'-25,"-25"74,25 26,0 24,25 50,25-25,-25 25,-1-25,-24-75,-49-74</inkml:trace>
  <inkml:trace contextRef="#ctx0" brushRef="#br0" timeOffset="12942.74">13940 14015,'0'-25,"75"25,49 0,-50-25</inkml:trace>
  <inkml:trace contextRef="#ctx0" brushRef="#br0" timeOffset="13340.76">14436 13841,'0'50,"0"24,0 0,0 50,0-74,0 0,0-1,0-24,0 0,-24-25,24 0,-25 0,25 0,-25-75,25 51,0-51,25 26,24-1,-24 25,0 0,25 1,-26 24,26 0,0 24,24 51,-74-50,-25-75</inkml:trace>
  <inkml:trace contextRef="#ctx0" brushRef="#br0" timeOffset="13505.77">14610 13618,'-25'25,"25"-1</inkml:trace>
  <inkml:trace contextRef="#ctx0" brushRef="#br0" timeOffset="13802.78">14908 13841,'-25'149,"0"-25,25-75,0 51,0-51</inkml:trace>
  <inkml:trace contextRef="#ctx0" brushRef="#br0" timeOffset="14200.81">15304 13742,'-49'49,"-1"1,-24 24,49-24,0 74,25 0,50-25,-1-74,26 25,-26-50,1-25,49-248</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8-10-25T07:05:35.189"/>
    </inkml:context>
    <inkml:brush xml:id="br0">
      <inkml:brushProperty name="width" value="0.05292" units="cm"/>
      <inkml:brushProperty name="height" value="0.05292" units="cm"/>
      <inkml:brushProperty name="color" value="#FF0000"/>
    </inkml:brush>
  </inkml:definitions>
  <inkml:trace contextRef="#ctx0" brushRef="#br0">14883 3969,'-25'25,"0"-25,-49 0,49 24,-74-24,49 0,-49 0,49 0,1 25,-51-25,51 0,-50 0,49 0,-24 0,24-25,0 25,1-24,24 24,0-25,25 25</inkml:trace>
  <inkml:trace contextRef="#ctx0" brushRef="#br0" timeOffset="534.03">14908 3845,'49'0,"1"0,-1 25,26-1,-26 1,1 0,0-25,-26 25,-24-25,-24 25,-26-1,25 1,-24 0,-26 0,26 0,-1-1,0 1,1 0,-1-25,25 0,25 0,0-74</inkml:trace>
  <inkml:trace contextRef="#ctx0" brushRef="#br0" timeOffset="816.04">14808 3795,'25'50,"0"-1,0 26,0-50,-1 49,-24-49,25 49,-25-49,25-124</inkml:trace>
  <inkml:trace contextRef="#ctx0" brushRef="#br0" timeOffset="1548.08">15900 3770,'-25'-24,"25"24,-25 0,25 0,-49 0,24 0,0 24,0-24,0 50,25-25,-24 24,-1 1,0 0,25-26,25 26,-25-25,25 0,-1 24,26-24,-25-25,49 0,-24 25,-1-25,-24-25,25-25,-50 26,0-1,0 0,0 25,0-25,-25 25,0 0,0-25,1 25,-1 0,-25 25,25-25,1 0</inkml:trace>
  <inkml:trace contextRef="#ctx0" brushRef="#br0" timeOffset="2000.11">16222 3944,'25'50,"-25"-1,25 1,-25-1,25 1,-25-25,0 0,0-1,-25-24,25-24,0-1,0-25,25-24,-1 24,1 1,0 49,25 0,-1 0,26 24,-1-24</inkml:trace>
  <inkml:trace contextRef="#ctx0" brushRef="#br0" timeOffset="2547.14">16793 3994,'25'-25,"-50"25,0 0,-25 25,50-25,-24 24,-26 1,25 0,0 0,1 0,24-1,0 26,0-50,0 25,0 0,24-25,1 0,0 0,0 0,0 0,-1-25,1 25,0-25,-25 0,0-49,0 24,25 25,-25 1,-25-1,25 25,25 25,-25-1,25 26,-25 0,24-1,1-24,0 25,-25-50,25 0,-25 0,25-25</inkml:trace>
  <inkml:trace contextRef="#ctx0" brushRef="#br0" timeOffset="2828.16">16966 4043,'25'-25,"-25"50,25-25,-25 25,25 25,0-26,-1 26,1 0,0-26,-25-24,25-24,-25-51,25 1,-1-1,-24 26</inkml:trace>
  <inkml:trace contextRef="#ctx0" brushRef="#br0" timeOffset="3052.17">17338 3944,'25'0,"-25"50,25-1,-25 26,25-1,-25-24,0-26,25-24</inkml:trace>
  <inkml:trace contextRef="#ctx0" brushRef="#br0" timeOffset="3226.18">17413 3671,'49'-25</inkml:trace>
  <inkml:trace contextRef="#ctx0" brushRef="#br0" timeOffset="3529.2">17735 3621,'25'100,"-25"-26,-25 25,50-49,-25 49,0-74,25 74,-25-49,0-1,0-49,25 0,-25 0</inkml:trace>
  <inkml:trace contextRef="#ctx0" brushRef="#br0" timeOffset="3775.21">17983 3969,'-24'0,"-26"0,25 25,-24-25,24 0,0 0,0 0,0-25,25 25,-24 0,48-25</inkml:trace>
  <inkml:trace contextRef="#ctx0" brushRef="#br0" timeOffset="4394.25">18008 3994,'0'24,"0"26,0 0,0-1,0 1,0-50,25 49,0-49,0 25,-25-25,24-25,1 25,0-24,0-26,-25 25,25-24,-25 24,0-25,0 25,0 1,0-1,0 25,0 0,0 49,0 1,0 24,0 1,0-26,0 26,0-26,-25 26,25-26,-50 1,50-25,-49 0,24-25,0 0,-25 0,26 0,24 0,24 0</inkml:trace>
  <inkml:trace contextRef="#ctx0" brushRef="#br0" timeOffset="12712.72">13841 4093,'0'-25,"0"25,0 0,25 0,-25 0,25 25,-1 0,26-1,-25 1,24 0,-24 0,50 24,-1-24,0 50,-24-51,49 26,-49-25,124 74,-75-49,-25-1,-24-24,49 25,-74-26,24 1,1 0,-25-25,-25 0,25 0,-25 0,24-25,-24 25</inkml:trace>
  <inkml:trace contextRef="#ctx0" brushRef="#br0" timeOffset="13143.75">15280 4688,'24'25,"26"24,0 1,-25-25,-1 0,1 0,0-1,0 26,-25-25,0-25,-25 25,0-25,-24 24,24-24,-25 0,0 0,1 0,24 25,0-25,25-25,0 1</inkml:trace>
  <inkml:trace contextRef="#ctx0" brushRef="#br0" timeOffset="13503.77">15280 4738,'0'74,"0"-24,0-1,-25 1,25 0,0-26,-25 1,25-25,0 0,0 0,25-25</inkml:trace>
  <inkml:trace contextRef="#ctx0" brushRef="#br0" timeOffset="16239.92">15925 4663,'-25'50,"25"-1,0-24,0 75,0-51,0 50,0-49,25 49,-25-74,0 25,24 24,-24-49,0 24,0-49,-24 0,24-74</inkml:trace>
  <inkml:trace contextRef="#ctx0" brushRef="#br0" timeOffset="16555.94">16321 4837,'-49'0,"-26"25,1-25,0 0,-1 0,26 0,-1 0,25 0,0 25,25-1</inkml:trace>
  <inkml:trace contextRef="#ctx0" brushRef="#br0" timeOffset="16785.96">16197 5060,'-49'0,"-26"0,-24 0,50 0,-1 0,50 0</inkml:trace>
  <inkml:trace contextRef="#ctx0" brushRef="#br0" timeOffset="17186.98">16321 5135,'0'0,"-24"49,24-24,0 0,0 0,24 24,-24-24,50-25,-50 25,75-25,-51-25,1 0,0 0,-25 1,0-1,0 0,-25 0,0 0,1 1,-26-1,50 25,-25 0,25 0</inkml:trace>
  <inkml:trace contextRef="#ctx0" brushRef="#br0" timeOffset="17578">16694 5135,'0'49,"24"-24,-24 0,0 0,0 24,0-49,0 0,0-25,0-24,0 24,0-49,25 74,0-25,-25 25,25 0,24 0,-24 49,0-24</inkml:trace>
  <inkml:trace contextRef="#ctx0" brushRef="#br0" timeOffset="18109.03">17066 5060,'0'50,"0"-25,0 24,0-24,0 25,0-1,0-24,24 0,-24-25,25 0,0 25,0-50,24 0,-24 0,0-24,0 49,0-50,-25 25,0 0,0 25,-25-24,25 24,-25 0,25 49,0 1,0-25,0 24,25-49,-25 50,25-25,-25-1,24-24,-24 0,75-49</inkml:trace>
  <inkml:trace contextRef="#ctx0" brushRef="#br0" timeOffset="18969.08">17711 5209,'0'0,"0"0,0 25,-25 0,25 24,0-24,25 0,-25 0,49-1,-24 1,25-25,-50 0,24-25,-24 1,25-26,-50 25,1-24,-1 24,0 25,25-25,-25 25,50 0,25 0,-26-25,1 25,0-25,25 25,-26 0,1 0,0 0,-25 0,25 25,-25 0,0 25,0-1,0-24,0 0,0 0,25-1,-25-48,0-1,0 0,24-74,-24 74,25 0,0 0,0 25,0 0,-1 25,1 0,0 25,0-1,0 1,-1-25,-24-1,0-73</inkml:trace>
  <inkml:trace contextRef="#ctx0" brushRef="#br0" timeOffset="19699.12">18752 5159,'0'0,"0"-24,-49 24,49 0,-50 0,50 0,-25 24,-24 26,49 0,-25-26,25 26,0-25,0 24,25-24,0-25,-1 0,1 0,-25 0,25-25,0-24,-25 24,0-25,25 1,-25-1,0 25,24 75,1 24,25-24,-25 0,24-26,1-24,-25 0,-1-49,-24 24,25 0,-25 25,-25 0,25 25</inkml:trace>
  <inkml:trace contextRef="#ctx0" brushRef="#br0" timeOffset="63193.61">19472 5085,'0'-25,"-25"25,-25 0,1 25,49-25,-50 0,25 25,0-25,25 25,0-1,0 1,0-25,50 25,-50 0,25-25,24 0,-24 0,25 25,-25-25,-1 24,1-24,-25 0,0 25,0 0,-25 0,1-25,-1 25,0-25,0 0,-24 0,49 24,-50-48,50 24,0-25,0 0,0 0,25 0,24-24</inkml:trace>
  <inkml:trace contextRef="#ctx0" brushRef="#br0" timeOffset="63454.62">19621 5085,'0'25,"0"24,0-24,24 25,-24-1,25 26,0-1,-25 1,25-26,-25 1,0-50,0 0</inkml:trace>
  <inkml:trace contextRef="#ctx0" brushRef="#br0" timeOffset="63775.64">19596 5283,'25'-74,"-25"49,24-24,1 24,25 25,-25-25,24 50,-24-25,-25 49,25-24,-25 25,-25-1,25-24,-50-25,26 0</inkml:trace>
  <inkml:trace contextRef="#ctx0" brushRef="#br0" timeOffset="64240.67">19968 5110,'0'25,"0"-1,0 26,0-25,25 24,-25-24,24 0,-24-25,0 25,0-50,0 0,0 0,0 1,0-1,0-25,25 1,-25-1,25 50,0-25,0 25,24 25,-24 0</inkml:trace>
  <inkml:trace contextRef="#ctx0" brushRef="#br0" timeOffset="64465.68">20315 5035,'25'25,"0"25,-25 24,0-49,0 25,0-26,0 1</inkml:trace>
  <inkml:trace contextRef="#ctx0" brushRef="#br0" timeOffset="64612.68">20340 4911,'0'0</inkml:trace>
  <inkml:trace contextRef="#ctx0" brushRef="#br0" timeOffset="65049.71">20513 5110,'0'25,"25"-1,-25 26,0 0,0-50,-25 24,25-24,0-24,0-1,0-25,0 1,0-1,25 25,0 0,0 25,0 0,-25 25,49 25,-49-25,25 49,-25-24,0-26,0 1</inkml:trace>
  <inkml:trace contextRef="#ctx0" brushRef="#br0" timeOffset="65677.75">20935 5110,'0'-25,"0"25,0-25,0 25,0 0,-25 0,25 0,-24 0,-1 25,0 0,0 0,0 49,25-49,0 24,25 1,0-25,0-25,0 0,-25-25,24 25,1-50,-25 1,0-1,25 1,-25 24,0 0,-25 0,25 25,25 25,0 25,0-1,24 26,-24-1,0 25,-25-24,0-1,-50-24,-24-1,-1-24,-73-25</inkml:trace>
  <inkml:trace contextRef="#ctx0" brushRef="#br0" timeOffset="66979.83">17537 5655,'-50'25,"1"-25,-1 0,-49 0,24 0,-49 0,-24-25,-26 25,100 0,-100 0,100 0,-75 0,0 0,50 0,49 0,0 0,50 0,174-49</inkml:trace>
  <inkml:trace contextRef="#ctx0" brushRef="#br0" timeOffset="67350.85">17363 5730,'-74'25,"-1"-1,-73-24,-1 0,0 0,0 0,0 25,25-25,0 25,50-25,-1 0,26 25,24-25,149-99</inkml:trace>
  <inkml:trace contextRef="#ctx0" brushRef="#br0" timeOffset="67892.88">18256 4614,'-149'24,"75"-24,-100 0,-24 0,-25-24,99 24,-100 0,100 0,-124 0,0 0,25 0,124 0,-75 0,100 0,-25 24,49-24,50 0,0 0</inkml:trace>
  <inkml:trace contextRef="#ctx0" brushRef="#br0" timeOffset="68309.89">18529 4663,'-25'0,"-49"0,24 0,-74 0,-49 0,-1 0,75 0,-124 0,98 0,-98 25,0-25,0 0,124 0,-100 0,125 25,-75 0,25 24,49-24,51 0</inkml:trace>
  <inkml:trace contextRef="#ctx0" brushRef="#br0" timeOffset="75443.31">6648 5135,'-25'173,"25"-24,0-75,0 75,0-99,0 49,25 0,-25 1,0-76,24 1,-24-25</inkml:trace>
  <inkml:trace contextRef="#ctx0" brushRef="#br0" timeOffset="75902.34">6573 5333,'25'25,"25"49,24 1,-24-26,-1 50,1-24,24 24,-24 25,24-49,-49-51,-25 1,25-25,-25-49,0-26,0-49,0 50,25-75,-25 74,0-24,25 0,-25 49,0 26,0 24,49 24</inkml:trace>
  <inkml:trace contextRef="#ctx0" brushRef="#br0" timeOffset="76362.36">7317 5755,'0'74,"0"1,0-26,25 1,-25-25,50 24,-25-49,24 0,1 0,-1-49,-24 24,50-50,-51 1,1-25,-25 74,-25-25,1 50,-1-49,-25 49,1 0,24 24,-25 1,25 0,25 25,25-50</inkml:trace>
  <inkml:trace contextRef="#ctx0" brushRef="#br0" timeOffset="76774.39">8682 5110,'0'-25,"0"25,-50 0,-24 0,24 25,50 0,-25 49,0-49,25 24,0 26,0 24,25 0,-25 0,25 1,-25-26,0 25,0-24,0-50,0 24,0-49</inkml:trace>
  <inkml:trace contextRef="#ctx0" brushRef="#br0" timeOffset="77073.39">8781 5655,'-75'0,"1"0,-50 0,50 0,-1 0,1 25,49-25</inkml:trace>
  <inkml:trace contextRef="#ctx0" brushRef="#br0" timeOffset="77537.42">8830 5606,'25'49,"0"1,-25-25,0 49,25-49,-25 25,0 24,0-24,25-25,-25-1,0 1,-25-74,25-1,0-49,-25 49,50-24,-25 49,25-25,24 1,1 49,0 0,-1 49,1 1</inkml:trace>
  <inkml:trace contextRef="#ctx0" brushRef="#br0" timeOffset="77808.45">9351 5680,'25'25,"-25"49,25 1,-25 24,0-74,0 49,0-74,25 50</inkml:trace>
  <inkml:trace contextRef="#ctx0" brushRef="#br0" timeOffset="77961.45">9426 5432,'25'0,"49"25</inkml:trace>
  <inkml:trace contextRef="#ctx0" brushRef="#br0" timeOffset="78597.48">9872 5581,'-25'25,"1"0,-1-1,0 26,25-25,-25 0,25 24,-25 1,25 49,0-74,25 49,0-24,0-50,0 25,-1-25,51 0,-50-25,49-25,-49 26,0-26,24-24,-24 24,0-99,0 99,-25-74,25 100,-25-26,0-74,0 99,-25-24,25 49,0 0,0 24,0 1,25 74,-1-49,1 49,-25-49,25 74,0-75,-25 26,25 49,-25-74,0-1,0-49</inkml:trace>
  <inkml:trace contextRef="#ctx0" brushRef="#br0" timeOffset="78854.5">10492 5631,'-24'0,"-26"24,-24-24,-26 0,26 0,0 0,24 0,25 0</inkml:trace>
  <inkml:trace contextRef="#ctx0" brushRef="#br0" timeOffset="79144.52">10616 5631,'25'49,"0"50,-25 1,25-1,-25-25,25-24,-25-25,0-25</inkml:trace>
  <inkml:trace contextRef="#ctx0" brushRef="#br0" timeOffset="79313.53">10716 5407,'24'0</inkml:trace>
  <inkml:trace contextRef="#ctx0" brushRef="#br0" timeOffset="80245.58">10964 5680,'-25'25,"0"49,0 1,25-1,0-49,25 25,-25-25,50 24,-1-24,1 0,-25-25,49-25,-49 0,0-24,-25-1,0-24,-25 49,0-50,0 50,-24-24,-1 24,25 25,25 0,0 0,0 0,50 0,24-25,-24 0,-25 25,24-24,-24-1,25 25,-25 0,-1 25,1-1,0 26,-25-25,25 49,-25 1,0-1,0-49,0 25,0-50,0 24,0-48,0-26,0 25,0-74,0 49,25-74,24 25,-24 49,0 26,24-1,-24 25,25 0,-50 25,49 24,-24 50,25 25,-25 1,-25-76,0-24,-25 25,25-50</inkml:trace>
  <inkml:trace contextRef="#ctx0" brushRef="#br0" timeOffset="81645.66">12452 6300,'-50'0,"1"25,-26-25,-24 25,25-25,-50 25,0 0,0 24,-25-24,-25-25,1 25,-1 0,-25-25,-24 24,0 1,0-25,-25 25,0 0,0-25,-422 25,471-25,-98 0,49 24,-50-24,50 25,0-50,0 1,0-1,25-25,24 25,1-24,24-26,25 26,25-1,25-24,0-1,49 1,1 0,49-1,0-74,49 75,26-25,24-1,0 1,50 0,25 25,-1-50,26 49,49-24,-25 0,50 24,0 1,24 24,1 1,0 24,24-25,0 25,26 1,-26 24,720 49,-720 1,-24-1,0 26,-50 24,-25-49,-24 49,-26 0,-49 0,0 1,-49-26,-26 25,-24 0,-25 1,-50-26,-24 0,-25 26,-25-26,-273 100,149-100,-25 50,-49 25,-1 25,-24 49,24 75,-371 247</inkml:trace>
  <inkml:trace contextRef="#ctx0" brushRef="#br0" timeOffset="104576.98">11311 7689,'0'0,"25"0,0 0,-1 0,26 0,0 0,-26 0,26 0,-25 25,49-25,-24 25,49 0,-74-25,49 0,-24 25,24-25,1 0,-1 24,-24-24,24 0,-24 0,24 25,25-25,75 25,-124-25,24 0,-24 0,49 0,-50 0,51 0,-1 0,0 0,0 0,25 0,-24 0,24 0,0-25,0 25,0 0,0 0,0-25,25 25,-1 0,1 0,99-24,-99 24,0 0,25-25,-1 25,1 0,-1-25,1 25,25 0,-26 0,1 0,24 0,1 0,-26 0,26 0,-1-25,1 25,-1 0,0 0,1 0,223 0,-224 0,0 0,1 0,-1 0,1 0,-1 0,1 0,-1 0,1 0,-1 25,-24-25,24 0,-24 0,24 0,-24 0,-25 0,-1 0,1 0,74 0,-123 0,-51 0,1 0,0 0,-50 0,24 0</inkml:trace>
  <inkml:trace contextRef="#ctx0" brushRef="#br0" timeOffset="127788.3">6400 15726,'0'25,"0"25,0 24,0 0,0 26,24 24,-24 0,0 25,0-25,0-25,0 0,0-49,0-26,0-24,0-124</inkml:trace>
  <inkml:trace contextRef="#ctx0" brushRef="#br0" timeOffset="128647.35">6375 15999,'0'25,"0"-25,0 25,0-1,25 26,-1 24,1-24,-25 0,25 49,-25-74,25 49,-25 1,25-1,-25-49,24 0,-24-1,0 26,25-100,-25 1,0 24,25-124,-25 124,25-74,0 0,-25 0,24 49,1-49,-25 74,25-49,-25 24,25 25,-25 0,0 25,0 0,25 0,-25 25,24 25,-24-1,0 1,0 0,25 24,-25 25,0 100,0-125,0 50,0-74,0 74,25-25,-25 0,0-74,0 0,0-50,0 0,0-74,0-99</inkml:trace>
  <inkml:trace contextRef="#ctx0" brushRef="#br0" timeOffset="129293.39">7020 15801,'0'49,"0"26,0-1,0 0,0 26,0-26,0 25,0 1,0-1,0-25,0 1,25-1,-25-24,0-26,0 1,0-25,0 0,24-25,26 25,-25-24,24-1,1 0,24 25,-24-25,0 25,-1 0,-49 0,25 0,0 0</inkml:trace>
  <inkml:trace contextRef="#ctx0" brushRef="#br0" timeOffset="129655.4">7045 16495,'49'0,"-24"-25,25 25,-26 0,26 0,24 0,-49 25,0-25,0 0,0 0,-25 0</inkml:trace>
  <inkml:trace contextRef="#ctx0" brushRef="#br0" timeOffset="130002.43">6821 16148,'25'-25,"50"0,-51 0,26 1,0 24,24-25,0 0,26 25,-76 0,26 0,-25 0,49 25,-49 0,0-25,-25 0</inkml:trace>
  <inkml:trace contextRef="#ctx0" brushRef="#br0" timeOffset="130443.46">7813 16321,'50'0,"0"0,-1 0,26 0,-26 0,1 0,0 0,-26 25,26 0,-25-25,-25 25,-25-25</inkml:trace>
  <inkml:trace contextRef="#ctx0" brushRef="#br0" timeOffset="130809.48">7863 16619,'99'0,"-24"-25,-1 25,1-24,-1 48,-24-24,-26 50,1-50,-25 25,0-25,-25 0,-24-25,-75-99</inkml:trace>
  <inkml:trace contextRef="#ctx0" brushRef="#br0" timeOffset="136077.78">8979 15726,'-25'50,"25"-25,-24 74,24-50,-25 51,-25 24,25-25,1-25,-1 26,25-76,-25 76,0-26,25-49,0 0,0-1,0-48</inkml:trace>
  <inkml:trace contextRef="#ctx0" brushRef="#br0" timeOffset="136385.79">8979 15949,'0'25,"0"50,0-1,0-24,25 24,-25-24,25 49,-25 0,25 0,0-49,-25 0,0-26,-25 51</inkml:trace>
  <inkml:trace contextRef="#ctx0" brushRef="#br0" timeOffset="136729.81">8682 16669,'0'0,"24"0,1 0,25 0,-1 0,1 25,-50-25,50 0,-50 0,49 0,-24 0,0 0,0-75</inkml:trace>
  <inkml:trace contextRef="#ctx0" brushRef="#br0" timeOffset="137272.84">9178 15801,'0'49,"0"-24,25 49,-25-24,0 49,0 0,24 1,-24-26,0 25,25-49,-25 24,0 1,0-50,0-1,0-24,25 25,-25-25,25 0,24 0,1-25,0 25,49-24,-74-1,24 0,-24 0</inkml:trace>
  <inkml:trace contextRef="#ctx0" brushRef="#br0" timeOffset="137594.84">9153 16272,'25'25,"24"-25,1 0,0 0,24-25,0 25,-24 0,0 0,-26-25,1 0</inkml:trace>
  <inkml:trace contextRef="#ctx0" brushRef="#br0" timeOffset="137883.87">9153 15974,'50'0,"-1"-25,-24 25,49 0,-24 0,24 0,1 0,-26 25,-24-25</inkml:trace>
  <inkml:trace contextRef="#ctx0" brushRef="#br0" timeOffset="138324.91">9897 16520,'0'99,"-25"-24,25-1,0-24,0 24,0 0,0-24,0-25</inkml:trace>
  <inkml:trace contextRef="#ctx0" brushRef="#br0" timeOffset="138829.94">10046 16570,'-25'0,"25"24,-25 51,-24-26,49 1,-25 0,0-1,25-24,-25 0,25-25,25 0,0 0,-25 25,74-1,-49-24,-25 25,50-25,-50 0,25 0</inkml:trace>
  <inkml:trace contextRef="#ctx0" brushRef="#br0" timeOffset="139317.96">10517 16173,'0'49,"0"-24,25 49,-25-24,0 25,0-26,25 26,-25-51,0 26,25 0,-25-26,0 26,-25-25</inkml:trace>
  <inkml:trace contextRef="#ctx0" brushRef="#br0" timeOffset="139614.97">10368 16495,'25'0,"0"0,25 0,-1-25,-24 25,25 0,-26 0,1 0,50 0,-75 0,49 25</inkml:trace>
  <inkml:trace contextRef="#ctx0" brushRef="#br0" timeOffset="140098.01">11187 15751,'0'25,"-25"24,25 26,-25-1,0 25,25 1,-24-1,-1 25,0-50,0 26,0-1,1-25,24 1,-25-26,25-24</inkml:trace>
  <inkml:trace contextRef="#ctx0" brushRef="#br0" timeOffset="140480.03">11162 15974,'0'25,"0"0,0 49,25-49,0 49,0 1,24 24,-49-74,25 49,0-24,-25 24,0 1,0-26,-25 1</inkml:trace>
  <inkml:trace contextRef="#ctx0" brushRef="#br0" timeOffset="140756.04">10939 16842,'25'-24,"49"24,-24 0,-1 0,1 0,0 0</inkml:trace>
  <inkml:trace contextRef="#ctx0" brushRef="#br0" timeOffset="142172.13">11584 15875,'0'25,"0"-25,25 25,-25-1,0 26,0 0,0-26,0 51,0-26,0 1,0 0,0 24,0-24,0-1,0 26,0-26,0 1,0-25,0 24,0 1,0-25,0 0,0-1,0 1,0 0,-25-50</inkml:trace>
  <inkml:trace contextRef="#ctx0" brushRef="#br0" timeOffset="143380.2">11435 17016,'0'0,"25"0,24-25,1 25,24-25,-49 25,25-24,24-1,-24 25,24-25,-49 25,25-25,-26 25,-24 0</inkml:trace>
  <inkml:trace contextRef="#ctx0" brushRef="#br0" timeOffset="143679.21">11584 16520,'0'0,"25"0,24 0,-24 0,49 0,-24 0,24 25,-49-25,0 0,25 0,-50 0</inkml:trace>
  <inkml:trace contextRef="#ctx0" brushRef="#br0" timeOffset="143954.23">11485 16197,'24'-24,"76"-1,-1 0,-74 25,74 0,-74 25,49-25,-24 25</inkml:trace>
  <inkml:trace contextRef="#ctx0" brushRef="#br0" timeOffset="144416.26">12055 16718,'0'75,"0"-1,0-49,25 49,-25-24,25 0,-25-1,0-24,0 0,-25-50</inkml:trace>
  <inkml:trace contextRef="#ctx0" brushRef="#br0" timeOffset="144871.28">11956 16842,'25'0,"-1"-24,1-1,-25 0,25 25,25-25,-26 25,26-25,0 25,-25 25,-1-25,-24 25,0 0,0 0,-24 24,-26 1,25-25,-25 24,26-49,-1 25,0-25,25 0,0-25</inkml:trace>
  <inkml:trace contextRef="#ctx0" brushRef="#br0" timeOffset="145469.31">12601 16470,'25'0,"24"0,-24 0,74 25,-74-25,25 0,49 0,-50 0,-24 0,25 25,-50-25,25 0,-50 0</inkml:trace>
  <inkml:trace contextRef="#ctx0" brushRef="#br0" timeOffset="145734.31">12774 16619,'0'25,"25"-25,25 0,24 0,1 0,-51 0,51 0,-50 0,24 0,-24 0</inkml:trace>
  <inkml:trace contextRef="#ctx0" brushRef="#br0" timeOffset="146559.37">13767 16197,'24'25,"-24"0,25 0,-25 24,0 1,0-50,0 25,0 0,0-25,0 25,0-25,-25-50,-24 0,24 25,0 1,0-1,1 25,-26 25,0 24,26 26,-1 74,25-75,25-24,-1 24,26-24,0-1,-1-24,1 0,-25 0,24-25,1-25</inkml:trace>
  <inkml:trace contextRef="#ctx0" brushRef="#br0" timeOffset="147028.4">13891 16446,'-25'24,"25"51,25-1,-25 1,24-1,26-24,-25-1,0-24,24-25,-24 0,25 0,-26-25,1 0,0-24,0-26,-25 26,0-26,-25 51,0-26,-24 0,-26 50,50 0,-74 50,74-50,1 50,24-26,0-24,24 25</inkml:trace>
  <inkml:trace contextRef="#ctx0" brushRef="#br0" timeOffset="147354.41">14312 16222,'25'50,"-25"74,-25-50,25 1,0 24,0-74,25 99,-25-50,25-24,-25-25,25-25</inkml:trace>
  <inkml:trace contextRef="#ctx0" brushRef="#br0" timeOffset="147843.44">14312 16470,'25'0,"-25"50,25 24,25-24,-26 24,26 1,-25-1,0-24,-1-1,-24 1,25 0,-25-50,0 0,0-50,0-49,0 24,25-24,0 0,0 0,-25 49,0 25,24 1,-24 24</inkml:trace>
  <inkml:trace contextRef="#ctx0" brushRef="#br0" timeOffset="148406.47">15032 16396,'-25'0,"-25"50,25-26,-24 26,24 24,0 1,25-50,0 24,0-24,25 25,25-26,24 1,-49-25,24 25,-24-25,-25 0,0 25,0 0,-25-1,-24 26,24-25,-25 0,-74 49,50-49,74-25,-25 0,25 0,25-99</inkml:trace>
  <inkml:trace contextRef="#ctx0" brushRef="#br0" timeOffset="148718.5">15255 16396,'0'50,"-25"24,25-24,0 24,0 25,0 0,25-74,-25 99,0-99,25 25,-25-26</inkml:trace>
  <inkml:trace contextRef="#ctx0" brushRef="#br0" timeOffset="149013.51">14982 16446,'25'-25,"24"25,1 0,24 0,1 0,-1 25,1-25,-50 24,-1 1</inkml:trace>
  <inkml:trace contextRef="#ctx0" brushRef="#br0" timeOffset="149533.54">15280 17165,'-25'0,"50"-50,-1 1,26-26,0 1,-1-25,-24 74,0-50,25 26,-26 24,1 0,0 0,-25 1,25 24,-25 49,25-24,-25 25,0-26,24 76,-24 48,0-73,0-26,0 1,0-25,-24 0</inkml:trace>
  <inkml:trace contextRef="#ctx0" brushRef="#br0" timeOffset="149800.56">15404 16917,'49'0,"26"-25,-26 25,1 0,0 25,-26-25,26 0,-25 0,-25-25</inkml:trace>
  <inkml:trace contextRef="#ctx0" brushRef="#br0" timeOffset="150080.57">15949 16619,'0'25,"0"49,0-24,25 24,-25 26,0-26,0-24,25 24,-25-24,0-1,0-24</inkml:trace>
  <inkml:trace contextRef="#ctx0" brushRef="#br0" timeOffset="150585.61">15925 16793,'24'25,"1"-25,25 49,-1 1,1-1,-25-24,24 25,-24-25,0-1,-25-24,0-49,0-26,-25 1,25 0,25-1,-25 26,50-26,-26 50,-24 1</inkml:trace>
  <inkml:trace contextRef="#ctx0" brushRef="#br0" timeOffset="150874.62">16495 16446,'25'49,"-25"50,25-24,-25 24,0 25,25 25,-25-100,0 26,0-26,0 1,0-25,-25-25</inkml:trace>
  <inkml:trace contextRef="#ctx0" brushRef="#br0" timeOffset="151252.65">16272 16619,'0'0,"49"0,1 0,0 25,-1-25,26 25,-26-25,26 0,-1 25,1-1,-51-24,1 25,-25 0,-25-25,1 0</inkml:trace>
  <inkml:trace contextRef="#ctx0" brushRef="#br0" timeOffset="151766.68">17140 16148,'0'25,"0"49,0-49,0 74,0-24,0 24,0-74,0 74,0-50,25 26,-25-1,0 1,0-51</inkml:trace>
  <inkml:trace contextRef="#ctx0" brushRef="#br0" timeOffset="152377.71">17115 17388,'0'0,"0"25,0 0,0-25,-25 0,1 24,-1-48,25 24,0-25,0 25,25-25,-1 25,1 25,-25 0,0-1,-25-24,1 25,24-25,0 0,0-49</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8-10-25T07:09:49.345"/>
    </inkml:context>
    <inkml:brush xml:id="br0">
      <inkml:brushProperty name="width" value="0.05292" units="cm"/>
      <inkml:brushProperty name="height" value="0.05292" units="cm"/>
      <inkml:brushProperty name="color" value="#FF0000"/>
    </inkml:brush>
  </inkml:definitions>
  <inkml:trace contextRef="#ctx0" brushRef="#br0">16867 5482,'-49'25,"-1"-1,25-24,-24 25,-1 0,-49 0,0 0,-26-25,51 0,-50 0,50 0,-100 0,25 0,-24 24,73-24,-98 0,99 0,-100 0,-24 0,0-24,99 24,-100 0,100 0,-818 24,669 1,0-25,124 25,-124-25,125 25,-150 0,25-25,-25 24,125 1,-125 0,149 0,-148-25,-26 25,26 0,123-25,-124 0,149 24,-173-24,24 0,1 0,123-24,-1240-76,1315 75,-149-24,0-1,25-24,148 49,-123-49,99 49,-75-74,25 24,50 26,24-1,1-49,49 49,0-49,1 0,24-1,24 26,1-25,50-75,-26 100,51-50,24 0,24 25,1-50,50 50,-26-26,26 51,-1-50,25 50,25-26,0 1,1 25,23-1,1 26,-25-26,50 26,-25-26,24 51,348-76,-347 75,0 1,24-1,1 25,-1 0,1 0,24 25,-50-1,51-24,-26 25,1 25,-1-25,1 0,-1-25,-49 49,49-24,-49 25,0-1,0 1,669 223,-718-199,-26 0,-24-24,-1 49,1-24,-50-1,0 25,-25-24,1 24,-1-25,-50 1,1-1,-25-24,-25-25,0 24,-25 26,-25-26,-24 75,24-74,-24 24,-1-24,-24 49,25-24,-25-1,-1 0,-24-24,0 0,0 24,0 0,0-24,25 49,0-49,24-1,1 26,49-26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5455"/>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idx="1"/>
          </p:nvPr>
        </p:nvSpPr>
        <p:spPr>
          <a:xfrm>
            <a:off x="3995217" y="0"/>
            <a:ext cx="3056414" cy="465455"/>
          </a:xfrm>
          <a:prstGeom prst="rect">
            <a:avLst/>
          </a:prstGeom>
        </p:spPr>
        <p:txBody>
          <a:bodyPr vert="horz" lIns="93497" tIns="46749" rIns="93497" bIns="46749" rtlCol="0"/>
          <a:lstStyle>
            <a:lvl1pPr algn="r">
              <a:defRPr sz="1200"/>
            </a:lvl1pPr>
          </a:lstStyle>
          <a:p>
            <a:fld id="{9C6C68DC-E2D4-4D7C-9B0E-DB9934791F24}" type="datetimeFigureOut">
              <a:rPr lang="en-US" smtClean="0"/>
              <a:pPr/>
              <a:t>9/21/25</a:t>
            </a:fld>
            <a:endParaRPr lang="en-US"/>
          </a:p>
        </p:txBody>
      </p:sp>
      <p:sp>
        <p:nvSpPr>
          <p:cNvPr id="4" name="Slide Image Placeholder 3"/>
          <p:cNvSpPr>
            <a:spLocks noGrp="1" noRot="1" noChangeAspect="1"/>
          </p:cNvSpPr>
          <p:nvPr>
            <p:ph type="sldImg" idx="2"/>
          </p:nvPr>
        </p:nvSpPr>
        <p:spPr>
          <a:xfrm>
            <a:off x="1200150" y="698500"/>
            <a:ext cx="4654550" cy="3490913"/>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705327" y="4421823"/>
            <a:ext cx="5642610" cy="4189095"/>
          </a:xfrm>
          <a:prstGeom prst="rect">
            <a:avLst/>
          </a:prstGeom>
        </p:spPr>
        <p:txBody>
          <a:bodyPr vert="horz" lIns="93497" tIns="46749" rIns="93497" bIns="467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56414" cy="465455"/>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3995217" y="8842029"/>
            <a:ext cx="3056414" cy="465455"/>
          </a:xfrm>
          <a:prstGeom prst="rect">
            <a:avLst/>
          </a:prstGeom>
        </p:spPr>
        <p:txBody>
          <a:bodyPr vert="horz" lIns="93497" tIns="46749" rIns="93497" bIns="46749" rtlCol="0" anchor="b"/>
          <a:lstStyle>
            <a:lvl1pPr algn="r">
              <a:defRPr sz="1200"/>
            </a:lvl1pPr>
          </a:lstStyle>
          <a:p>
            <a:fld id="{E1D06DCF-1F31-473E-80E7-AF0467F92374}" type="slidenum">
              <a:rPr lang="en-US" smtClean="0"/>
              <a:pPr/>
              <a:t>‹#›</a:t>
            </a:fld>
            <a:endParaRPr lang="en-US"/>
          </a:p>
        </p:txBody>
      </p:sp>
    </p:spTree>
    <p:extLst>
      <p:ext uri="{BB962C8B-B14F-4D97-AF65-F5344CB8AC3E}">
        <p14:creationId xmlns:p14="http://schemas.microsoft.com/office/powerpoint/2010/main" val="432551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2B8C5362-5203-4639-A675-A64CC08EFDC7}" type="slidenum">
              <a:rPr lang="en-US" altLang="en-US" smtClean="0"/>
              <a:pPr eaLnBrk="1" hangingPunct="1">
                <a:spcBef>
                  <a:spcPct val="0"/>
                </a:spcBef>
              </a:pPr>
              <a:t>1</a:t>
            </a:fld>
            <a:endParaRPr lang="en-US" alt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2B8C5362-5203-4639-A675-A64CC08EFDC7}" type="slidenum">
              <a:rPr lang="en-US" altLang="en-US" smtClean="0"/>
              <a:pPr eaLnBrk="1" hangingPunct="1">
                <a:spcBef>
                  <a:spcPct val="0"/>
                </a:spcBef>
              </a:pPr>
              <a:t>2</a:t>
            </a:fld>
            <a:endParaRPr lang="en-US" alt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60882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63B6C429-48F2-4E68-9457-A7FE3E3F97A9}" type="slidenum">
              <a:rPr lang="en-US" altLang="en-US" smtClean="0"/>
              <a:pPr eaLnBrk="1" hangingPunct="1">
                <a:spcBef>
                  <a:spcPct val="0"/>
                </a:spcBef>
              </a:pPr>
              <a:t>3</a:t>
            </a:fld>
            <a:endParaRPr lang="en-US" alt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63B6C429-48F2-4E68-9457-A7FE3E3F97A9}" type="slidenum">
              <a:rPr lang="en-US" altLang="en-US" smtClean="0"/>
              <a:pPr eaLnBrk="1" hangingPunct="1">
                <a:spcBef>
                  <a:spcPct val="0"/>
                </a:spcBef>
              </a:pPr>
              <a:t>4</a:t>
            </a:fld>
            <a:endParaRPr lang="en-US" alt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937610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1D06DCF-1F31-473E-80E7-AF0467F92374}"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1D06DCF-1F31-473E-80E7-AF0467F92374}" type="slidenum">
              <a:rPr lang="en-US" smtClean="0"/>
              <a:pPr/>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9DAA7DB-51F5-416A-931B-AF45AED8C0C3}"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4580A05-B57B-4381-84ED-741D2DE492FE}"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4537D1B-B777-4505-83D2-198EA388014B}"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7B37E7FA-2BE4-453F-974A-89D48C13E8D5}"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CFE8703B-BCBC-4A19-B2E7-B66FC30782AD}"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D39ACC6C-8F17-452C-98E5-AF205D783801}"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7150352C-9418-407D-8F1F-E7AE43F0AEFA}"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12EF39AB-B2E5-4AD5-B414-AB2C9FB2E034}"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85EF1D7-92F8-40C8-B4EA-4C48C9F2801B}"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F336AB8-7158-447F-B9EB-719AFAC32B29}"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DECA262-4BE0-4CBC-86E1-249EDA65BA0E}"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8C594BA1-8883-47A8-83FC-F797C5B1DF3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image" Target="../media/image3.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7" Type="http://schemas.openxmlformats.org/officeDocument/2006/relationships/image" Target="../media/image10.emf"/><Relationship Id="rId2" Type="http://schemas.openxmlformats.org/officeDocument/2006/relationships/customXml" Target="../ink/ink2.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13.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0.emf"/><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0.emf"/><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customXml" Target="../ink/ink7.xml"/><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18.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5.w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6.bin"/><Relationship Id="rId14" Type="http://schemas.openxmlformats.org/officeDocument/2006/relationships/image" Target="../media/image23.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9.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0.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12C84-02F1-6F42-A4B0-64CF8415AD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05042"/>
            <a:ext cx="9144000" cy="18479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p:cNvSpPr>
            <a:spLocks noChangeArrowheads="1"/>
          </p:cNvSpPr>
          <p:nvPr/>
        </p:nvSpPr>
        <p:spPr bwMode="auto">
          <a:xfrm>
            <a:off x="685800" y="1549400"/>
            <a:ext cx="7772400" cy="2987675"/>
          </a:xfrm>
          <a:prstGeom prst="rect">
            <a:avLst/>
          </a:prstGeom>
          <a:solidFill>
            <a:srgbClr val="EAEAEA"/>
          </a:solidFill>
          <a:ln>
            <a:noFill/>
          </a:ln>
          <a:effectLst/>
        </p:spPr>
        <p:txBody>
          <a:bodyPr/>
          <a:lstStyle>
            <a:lvl1pPr marL="457200" indent="-457200" eaLnBrk="0" hangingPunct="0">
              <a:defRPr sz="2000">
                <a:solidFill>
                  <a:schemeClr val="tx1"/>
                </a:solidFill>
                <a:latin typeface="Courier New" pitchFamily="49" charset="0"/>
              </a:defRPr>
            </a:lvl1pPr>
            <a:lvl2pPr marL="742950" indent="-285750" eaLnBrk="0" hangingPunct="0">
              <a:defRPr sz="2000">
                <a:solidFill>
                  <a:schemeClr val="tx1"/>
                </a:solidFill>
                <a:latin typeface="Courier New" pitchFamily="49" charset="0"/>
              </a:defRPr>
            </a:lvl2pPr>
            <a:lvl3pPr marL="1143000" indent="-228600" eaLnBrk="0" hangingPunct="0">
              <a:defRPr sz="2000">
                <a:solidFill>
                  <a:schemeClr val="tx1"/>
                </a:solidFill>
                <a:latin typeface="Courier New" pitchFamily="49" charset="0"/>
              </a:defRPr>
            </a:lvl3pPr>
            <a:lvl4pPr marL="1600200" indent="-228600" eaLnBrk="0" hangingPunct="0">
              <a:defRPr sz="2000">
                <a:solidFill>
                  <a:schemeClr val="tx1"/>
                </a:solidFill>
                <a:latin typeface="Courier New" pitchFamily="49" charset="0"/>
              </a:defRPr>
            </a:lvl4pPr>
            <a:lvl5pPr marL="2057400" indent="-228600" eaLnBrk="0" hangingPunct="0">
              <a:defRPr sz="2000">
                <a:solidFill>
                  <a:schemeClr val="tx1"/>
                </a:solidFill>
                <a:latin typeface="Courier New" pitchFamily="49" charset="0"/>
              </a:defRPr>
            </a:lvl5pPr>
            <a:lvl6pPr marL="2514600" indent="-228600" eaLnBrk="0" fontAlgn="base" hangingPunct="0">
              <a:spcBef>
                <a:spcPct val="0"/>
              </a:spcBef>
              <a:spcAft>
                <a:spcPct val="0"/>
              </a:spcAft>
              <a:defRPr sz="2000">
                <a:solidFill>
                  <a:schemeClr val="tx1"/>
                </a:solidFill>
                <a:latin typeface="Courier New" pitchFamily="49" charset="0"/>
              </a:defRPr>
            </a:lvl6pPr>
            <a:lvl7pPr marL="2971800" indent="-228600" eaLnBrk="0" fontAlgn="base" hangingPunct="0">
              <a:spcBef>
                <a:spcPct val="0"/>
              </a:spcBef>
              <a:spcAft>
                <a:spcPct val="0"/>
              </a:spcAft>
              <a:defRPr sz="2000">
                <a:solidFill>
                  <a:schemeClr val="tx1"/>
                </a:solidFill>
                <a:latin typeface="Courier New" pitchFamily="49" charset="0"/>
              </a:defRPr>
            </a:lvl7pPr>
            <a:lvl8pPr marL="3429000" indent="-228600" eaLnBrk="0" fontAlgn="base" hangingPunct="0">
              <a:spcBef>
                <a:spcPct val="0"/>
              </a:spcBef>
              <a:spcAft>
                <a:spcPct val="0"/>
              </a:spcAft>
              <a:defRPr sz="2000">
                <a:solidFill>
                  <a:schemeClr val="tx1"/>
                </a:solidFill>
                <a:latin typeface="Courier New" pitchFamily="49" charset="0"/>
              </a:defRPr>
            </a:lvl8pPr>
            <a:lvl9pPr marL="3886200" indent="-228600" eaLnBrk="0" fontAlgn="base" hangingPunct="0">
              <a:spcBef>
                <a:spcPct val="0"/>
              </a:spcBef>
              <a:spcAft>
                <a:spcPct val="0"/>
              </a:spcAft>
              <a:defRPr sz="2000">
                <a:solidFill>
                  <a:schemeClr val="tx1"/>
                </a:solidFill>
                <a:latin typeface="Courier New" pitchFamily="49" charset="0"/>
              </a:defRPr>
            </a:lvl9pPr>
          </a:lstStyle>
          <a:p>
            <a:pPr>
              <a:defRPr/>
            </a:pPr>
            <a:r>
              <a:rPr lang="en-US" sz="2400" b="1" dirty="0">
                <a:solidFill>
                  <a:schemeClr val="accent2"/>
                </a:solidFill>
                <a:latin typeface="+mn-lt"/>
              </a:rPr>
              <a:t>Understandings: </a:t>
            </a:r>
            <a:endParaRPr lang="en-US" sz="2400" dirty="0">
              <a:solidFill>
                <a:schemeClr val="accent2"/>
              </a:solidFill>
              <a:latin typeface="+mn-lt"/>
            </a:endParaRPr>
          </a:p>
          <a:p>
            <a:pPr>
              <a:defRPr/>
            </a:pPr>
            <a:r>
              <a:rPr lang="en-US" sz="2400" dirty="0">
                <a:solidFill>
                  <a:schemeClr val="accent2"/>
                </a:solidFill>
                <a:latin typeface="+mn-lt"/>
              </a:rPr>
              <a:t>• Kinetic energy </a:t>
            </a:r>
          </a:p>
          <a:p>
            <a:pPr>
              <a:defRPr/>
            </a:pPr>
            <a:r>
              <a:rPr lang="en-US" sz="2400" dirty="0">
                <a:solidFill>
                  <a:schemeClr val="accent2"/>
                </a:solidFill>
                <a:latin typeface="+mn-lt"/>
              </a:rPr>
              <a:t>• Gravitational potential energy </a:t>
            </a:r>
          </a:p>
          <a:p>
            <a:pPr>
              <a:defRPr/>
            </a:pPr>
            <a:r>
              <a:rPr lang="en-US" sz="2400" dirty="0">
                <a:solidFill>
                  <a:schemeClr val="accent2"/>
                </a:solidFill>
                <a:latin typeface="+mn-lt"/>
              </a:rPr>
              <a:t>• Elastic potential energy </a:t>
            </a:r>
          </a:p>
          <a:p>
            <a:pPr>
              <a:defRPr/>
            </a:pPr>
            <a:r>
              <a:rPr lang="en-US" sz="2400" dirty="0">
                <a:solidFill>
                  <a:schemeClr val="accent2"/>
                </a:solidFill>
                <a:latin typeface="+mn-lt"/>
              </a:rPr>
              <a:t>• Work done as energy transfer </a:t>
            </a:r>
          </a:p>
          <a:p>
            <a:pPr>
              <a:defRPr/>
            </a:pPr>
            <a:r>
              <a:rPr lang="en-US" sz="2400" dirty="0">
                <a:solidFill>
                  <a:schemeClr val="accent2"/>
                </a:solidFill>
                <a:latin typeface="+mn-lt"/>
              </a:rPr>
              <a:t>• Power as rate of energy transfer </a:t>
            </a:r>
          </a:p>
          <a:p>
            <a:pPr>
              <a:defRPr/>
            </a:pPr>
            <a:r>
              <a:rPr lang="en-US" sz="2400" dirty="0">
                <a:solidFill>
                  <a:schemeClr val="accent2"/>
                </a:solidFill>
                <a:latin typeface="+mn-lt"/>
              </a:rPr>
              <a:t>• Principle of conservation of energy </a:t>
            </a:r>
          </a:p>
          <a:p>
            <a:pPr>
              <a:defRPr/>
            </a:pPr>
            <a:r>
              <a:rPr lang="en-US" sz="2400" dirty="0">
                <a:solidFill>
                  <a:schemeClr val="accent2"/>
                </a:solidFill>
                <a:latin typeface="+mn-lt"/>
              </a:rPr>
              <a:t>• Efficiency </a:t>
            </a:r>
          </a:p>
        </p:txBody>
      </p:sp>
    </p:spTree>
    <p:extLst>
      <p:ext uri="{BB962C8B-B14F-4D97-AF65-F5344CB8AC3E}">
        <p14:creationId xmlns:p14="http://schemas.microsoft.com/office/powerpoint/2010/main" val="24439761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 calcmode="lin" valueType="num">
                                      <p:cBhvr additive="base">
                                        <p:cTn id="7" dur="500" fill="hold"/>
                                        <p:tgtEl>
                                          <p:spTgt spid="931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3187">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arrow.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3187">
                                            <p:txEl>
                                              <p:pRg st="1" end="1"/>
                                            </p:txEl>
                                          </p:spTgt>
                                        </p:tgtEl>
                                        <p:attrNameLst>
                                          <p:attrName>style.visibility</p:attrName>
                                        </p:attrNameLst>
                                      </p:cBhvr>
                                      <p:to>
                                        <p:strVal val="visible"/>
                                      </p:to>
                                    </p:set>
                                    <p:anim calcmode="lin" valueType="num">
                                      <p:cBhvr additive="base">
                                        <p:cTn id="13" dur="500" fill="hold"/>
                                        <p:tgtEl>
                                          <p:spTgt spid="931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3187">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arrow.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3187">
                                            <p:txEl>
                                              <p:pRg st="2" end="2"/>
                                            </p:txEl>
                                          </p:spTgt>
                                        </p:tgtEl>
                                        <p:attrNameLst>
                                          <p:attrName>style.visibility</p:attrName>
                                        </p:attrNameLst>
                                      </p:cBhvr>
                                      <p:to>
                                        <p:strVal val="visible"/>
                                      </p:to>
                                    </p:set>
                                    <p:anim calcmode="lin" valueType="num">
                                      <p:cBhvr additive="base">
                                        <p:cTn id="19" dur="500" fill="hold"/>
                                        <p:tgtEl>
                                          <p:spTgt spid="931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3187">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arrow.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93187">
                                            <p:txEl>
                                              <p:pRg st="3" end="3"/>
                                            </p:txEl>
                                          </p:spTgt>
                                        </p:tgtEl>
                                        <p:attrNameLst>
                                          <p:attrName>style.visibility</p:attrName>
                                        </p:attrNameLst>
                                      </p:cBhvr>
                                      <p:to>
                                        <p:strVal val="visible"/>
                                      </p:to>
                                    </p:set>
                                    <p:anim calcmode="lin" valueType="num">
                                      <p:cBhvr additive="base">
                                        <p:cTn id="25" dur="500" fill="hold"/>
                                        <p:tgtEl>
                                          <p:spTgt spid="931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3187">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arrow.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93187">
                                            <p:txEl>
                                              <p:pRg st="4" end="4"/>
                                            </p:txEl>
                                          </p:spTgt>
                                        </p:tgtEl>
                                        <p:attrNameLst>
                                          <p:attrName>style.visibility</p:attrName>
                                        </p:attrNameLst>
                                      </p:cBhvr>
                                      <p:to>
                                        <p:strVal val="visible"/>
                                      </p:to>
                                    </p:set>
                                    <p:anim calcmode="lin" valueType="num">
                                      <p:cBhvr additive="base">
                                        <p:cTn id="31" dur="500" fill="hold"/>
                                        <p:tgtEl>
                                          <p:spTgt spid="9318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3187">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arrow.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93187">
                                            <p:txEl>
                                              <p:pRg st="5" end="5"/>
                                            </p:txEl>
                                          </p:spTgt>
                                        </p:tgtEl>
                                        <p:attrNameLst>
                                          <p:attrName>style.visibility</p:attrName>
                                        </p:attrNameLst>
                                      </p:cBhvr>
                                      <p:to>
                                        <p:strVal val="visible"/>
                                      </p:to>
                                    </p:set>
                                    <p:anim calcmode="lin" valueType="num">
                                      <p:cBhvr additive="base">
                                        <p:cTn id="37" dur="500" fill="hold"/>
                                        <p:tgtEl>
                                          <p:spTgt spid="9318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3187">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arrow.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93187">
                                            <p:txEl>
                                              <p:pRg st="6" end="6"/>
                                            </p:txEl>
                                          </p:spTgt>
                                        </p:tgtEl>
                                        <p:attrNameLst>
                                          <p:attrName>style.visibility</p:attrName>
                                        </p:attrNameLst>
                                      </p:cBhvr>
                                      <p:to>
                                        <p:strVal val="visible"/>
                                      </p:to>
                                    </p:set>
                                    <p:anim calcmode="lin" valueType="num">
                                      <p:cBhvr additive="base">
                                        <p:cTn id="43" dur="500" fill="hold"/>
                                        <p:tgtEl>
                                          <p:spTgt spid="9318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3187">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arrow.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93187">
                                            <p:txEl>
                                              <p:pRg st="7" end="7"/>
                                            </p:txEl>
                                          </p:spTgt>
                                        </p:tgtEl>
                                        <p:attrNameLst>
                                          <p:attrName>style.visibility</p:attrName>
                                        </p:attrNameLst>
                                      </p:cBhvr>
                                      <p:to>
                                        <p:strVal val="visible"/>
                                      </p:to>
                                    </p:set>
                                    <p:anim calcmode="lin" valueType="num">
                                      <p:cBhvr additive="base">
                                        <p:cTn id="49" dur="500" fill="hold"/>
                                        <p:tgtEl>
                                          <p:spTgt spid="9318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3187">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3" name="arrow.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3187" name="Rectangle 3"/>
              <p:cNvSpPr>
                <a:spLocks noChangeArrowheads="1"/>
              </p:cNvSpPr>
              <p:nvPr/>
            </p:nvSpPr>
            <p:spPr bwMode="auto">
              <a:xfrm>
                <a:off x="685800" y="1549400"/>
                <a:ext cx="7772400" cy="4851400"/>
              </a:xfrm>
              <a:prstGeom prst="rect">
                <a:avLst/>
              </a:prstGeom>
              <a:solidFill>
                <a:srgbClr val="EAEAEA"/>
              </a:solidFill>
              <a:ln>
                <a:noFill/>
              </a:ln>
              <a:effectLst/>
            </p:spPr>
            <p:txBody>
              <a:bodyPr/>
              <a:lstStyle>
                <a:lvl1pPr marL="457200" indent="-457200" eaLnBrk="0" hangingPunct="0">
                  <a:defRPr sz="2000">
                    <a:solidFill>
                      <a:schemeClr val="tx1"/>
                    </a:solidFill>
                    <a:latin typeface="Courier New" pitchFamily="49" charset="0"/>
                  </a:defRPr>
                </a:lvl1pPr>
                <a:lvl2pPr marL="742950" indent="-285750" eaLnBrk="0" hangingPunct="0">
                  <a:defRPr sz="2000">
                    <a:solidFill>
                      <a:schemeClr val="tx1"/>
                    </a:solidFill>
                    <a:latin typeface="Courier New" pitchFamily="49" charset="0"/>
                  </a:defRPr>
                </a:lvl2pPr>
                <a:lvl3pPr marL="1143000" indent="-228600" eaLnBrk="0" hangingPunct="0">
                  <a:defRPr sz="2000">
                    <a:solidFill>
                      <a:schemeClr val="tx1"/>
                    </a:solidFill>
                    <a:latin typeface="Courier New" pitchFamily="49" charset="0"/>
                  </a:defRPr>
                </a:lvl3pPr>
                <a:lvl4pPr marL="1600200" indent="-228600" eaLnBrk="0" hangingPunct="0">
                  <a:defRPr sz="2000">
                    <a:solidFill>
                      <a:schemeClr val="tx1"/>
                    </a:solidFill>
                    <a:latin typeface="Courier New" pitchFamily="49" charset="0"/>
                  </a:defRPr>
                </a:lvl4pPr>
                <a:lvl5pPr marL="2057400" indent="-228600" eaLnBrk="0" hangingPunct="0">
                  <a:defRPr sz="2000">
                    <a:solidFill>
                      <a:schemeClr val="tx1"/>
                    </a:solidFill>
                    <a:latin typeface="Courier New" pitchFamily="49" charset="0"/>
                  </a:defRPr>
                </a:lvl5pPr>
                <a:lvl6pPr marL="2514600" indent="-228600" eaLnBrk="0" fontAlgn="base" hangingPunct="0">
                  <a:spcBef>
                    <a:spcPct val="0"/>
                  </a:spcBef>
                  <a:spcAft>
                    <a:spcPct val="0"/>
                  </a:spcAft>
                  <a:defRPr sz="2000">
                    <a:solidFill>
                      <a:schemeClr val="tx1"/>
                    </a:solidFill>
                    <a:latin typeface="Courier New" pitchFamily="49" charset="0"/>
                  </a:defRPr>
                </a:lvl6pPr>
                <a:lvl7pPr marL="2971800" indent="-228600" eaLnBrk="0" fontAlgn="base" hangingPunct="0">
                  <a:spcBef>
                    <a:spcPct val="0"/>
                  </a:spcBef>
                  <a:spcAft>
                    <a:spcPct val="0"/>
                  </a:spcAft>
                  <a:defRPr sz="2000">
                    <a:solidFill>
                      <a:schemeClr val="tx1"/>
                    </a:solidFill>
                    <a:latin typeface="Courier New" pitchFamily="49" charset="0"/>
                  </a:defRPr>
                </a:lvl7pPr>
                <a:lvl8pPr marL="3429000" indent="-228600" eaLnBrk="0" fontAlgn="base" hangingPunct="0">
                  <a:spcBef>
                    <a:spcPct val="0"/>
                  </a:spcBef>
                  <a:spcAft>
                    <a:spcPct val="0"/>
                  </a:spcAft>
                  <a:defRPr sz="2000">
                    <a:solidFill>
                      <a:schemeClr val="tx1"/>
                    </a:solidFill>
                    <a:latin typeface="Courier New" pitchFamily="49" charset="0"/>
                  </a:defRPr>
                </a:lvl8pPr>
                <a:lvl9pPr marL="3886200" indent="-228600" eaLnBrk="0" fontAlgn="base" hangingPunct="0">
                  <a:spcBef>
                    <a:spcPct val="0"/>
                  </a:spcBef>
                  <a:spcAft>
                    <a:spcPct val="0"/>
                  </a:spcAft>
                  <a:defRPr sz="2000">
                    <a:solidFill>
                      <a:schemeClr val="tx1"/>
                    </a:solidFill>
                    <a:latin typeface="Courier New" pitchFamily="49" charset="0"/>
                  </a:defRPr>
                </a:lvl9pPr>
              </a:lstStyle>
              <a:p>
                <a:pPr>
                  <a:defRPr/>
                </a:pPr>
                <a:r>
                  <a:rPr lang="en-US" altLang="en-US" sz="2400" b="1" dirty="0">
                    <a:solidFill>
                      <a:srgbClr val="FF0000"/>
                    </a:solidFill>
                    <a:latin typeface="+mn-lt"/>
                  </a:rPr>
                  <a:t>Data booklet reference:</a:t>
                </a:r>
                <a:r>
                  <a:rPr lang="en-US" altLang="en-US" sz="2400" dirty="0">
                    <a:solidFill>
                      <a:srgbClr val="FF0000"/>
                    </a:solidFill>
                    <a:latin typeface="+mn-lt"/>
                  </a:rPr>
                  <a:t> </a:t>
                </a:r>
              </a:p>
              <a:p>
                <a:pPr>
                  <a:lnSpc>
                    <a:spcPct val="115000"/>
                  </a:lnSpc>
                  <a:spcBef>
                    <a:spcPts val="0"/>
                  </a:spcBef>
                  <a:spcAft>
                    <a:spcPts val="0"/>
                  </a:spcAft>
                  <a:tabLst>
                    <a:tab pos="173038" algn="l"/>
                    <a:tab pos="234950" algn="l"/>
                  </a:tabLst>
                  <a:defRPr/>
                </a:pPr>
                <a14:m>
                  <m:oMathPara xmlns:m="http://schemas.openxmlformats.org/officeDocument/2006/math">
                    <m:oMathParaPr>
                      <m:jc m:val="centerGroup"/>
                    </m:oMathParaPr>
                    <m:oMath xmlns:m="http://schemas.openxmlformats.org/officeDocument/2006/math">
                      <m:r>
                        <a:rPr lang="en-US" sz="2400" i="1" dirty="0" smtClean="0">
                          <a:solidFill>
                            <a:srgbClr val="FF0000"/>
                          </a:solidFill>
                          <a:latin typeface="Cambria Math" panose="02040503050406030204" pitchFamily="18" charset="0"/>
                          <a:ea typeface="Calibri"/>
                          <a:cs typeface="Times New Roman"/>
                        </a:rPr>
                        <m:t>𝑊</m:t>
                      </m:r>
                      <m:r>
                        <a:rPr lang="en-US" sz="2400" i="1" dirty="0" smtClean="0">
                          <a:solidFill>
                            <a:srgbClr val="FF0000"/>
                          </a:solidFill>
                          <a:latin typeface="Cambria Math" panose="02040503050406030204" pitchFamily="18" charset="0"/>
                          <a:ea typeface="Calibri"/>
                          <a:cs typeface="Times New Roman"/>
                        </a:rPr>
                        <m:t> = </m:t>
                      </m:r>
                      <m:r>
                        <a:rPr lang="en-US" sz="2400" i="1" dirty="0" smtClean="0">
                          <a:solidFill>
                            <a:srgbClr val="FF0000"/>
                          </a:solidFill>
                          <a:latin typeface="Cambria Math" panose="02040503050406030204" pitchFamily="18" charset="0"/>
                          <a:ea typeface="Calibri"/>
                          <a:cs typeface="Times New Roman"/>
                        </a:rPr>
                        <m:t>𝐹𝑠</m:t>
                      </m:r>
                      <m:r>
                        <a:rPr lang="en-US" sz="2400" i="1" dirty="0" smtClean="0">
                          <a:solidFill>
                            <a:srgbClr val="FF0000"/>
                          </a:solidFill>
                          <a:latin typeface="Cambria Math" panose="02040503050406030204" pitchFamily="18" charset="0"/>
                          <a:ea typeface="Calibri"/>
                          <a:cs typeface="Times New Roman"/>
                        </a:rPr>
                        <m:t> </m:t>
                      </m:r>
                      <m:r>
                        <m:rPr>
                          <m:sty m:val="p"/>
                        </m:rPr>
                        <a:rPr lang="en-US" sz="2400" i="1" dirty="0" smtClean="0">
                          <a:solidFill>
                            <a:srgbClr val="FF0000"/>
                          </a:solidFill>
                          <a:latin typeface="Cambria Math" panose="02040503050406030204" pitchFamily="18" charset="0"/>
                          <a:ea typeface="Calibri"/>
                          <a:cs typeface="Times New Roman"/>
                        </a:rPr>
                        <m:t>cos</m:t>
                      </m:r>
                      <m:r>
                        <a:rPr lang="en-US" sz="2400" i="1" dirty="0">
                          <a:solidFill>
                            <a:srgbClr val="FF0000"/>
                          </a:solidFill>
                          <a:latin typeface="Cambria Math" panose="02040503050406030204" pitchFamily="18" charset="0"/>
                          <a:ea typeface="Calibri"/>
                          <a:cs typeface="Times New Roman"/>
                          <a:sym typeface="Symbol"/>
                        </a:rPr>
                        <m:t></m:t>
                      </m:r>
                    </m:oMath>
                  </m:oMathPara>
                </a14:m>
                <a:endParaRPr lang="en-US" sz="2400" dirty="0">
                  <a:solidFill>
                    <a:srgbClr val="FF0000"/>
                  </a:solidFill>
                  <a:latin typeface="+mn-lt"/>
                  <a:ea typeface="Calibri"/>
                  <a:cs typeface="Times New Roman"/>
                  <a:sym typeface="Symbol"/>
                </a:endParaRPr>
              </a:p>
              <a:p>
                <a:pPr>
                  <a:lnSpc>
                    <a:spcPct val="115000"/>
                  </a:lnSpc>
                  <a:spcBef>
                    <a:spcPts val="0"/>
                  </a:spcBef>
                  <a:spcAft>
                    <a:spcPts val="0"/>
                  </a:spcAft>
                  <a:tabLst>
                    <a:tab pos="173038" algn="l"/>
                    <a:tab pos="234950" algn="l"/>
                  </a:tabLst>
                  <a:defRPr/>
                </a:pPr>
                <a14:m>
                  <m:oMathPara xmlns:m="http://schemas.openxmlformats.org/officeDocument/2006/math">
                    <m:oMathParaPr>
                      <m:jc m:val="centerGroup"/>
                    </m:oMathParaPr>
                    <m:oMath xmlns:m="http://schemas.openxmlformats.org/officeDocument/2006/math">
                      <m:sSub>
                        <m:sSubPr>
                          <m:ctrlPr>
                            <a:rPr lang="en-US" sz="2400" b="0" i="1" smtClean="0">
                              <a:solidFill>
                                <a:srgbClr val="FF0000"/>
                              </a:solidFill>
                              <a:latin typeface="Cambria Math" panose="02040503050406030204" pitchFamily="18" charset="0"/>
                              <a:cs typeface="Times New Roman"/>
                            </a:rPr>
                          </m:ctrlPr>
                        </m:sSubPr>
                        <m:e>
                          <m:r>
                            <a:rPr lang="en-US" sz="2400" b="0" i="1" smtClean="0">
                              <a:solidFill>
                                <a:srgbClr val="FF0000"/>
                              </a:solidFill>
                              <a:latin typeface="Cambria Math" panose="02040503050406030204" pitchFamily="18" charset="0"/>
                              <a:cs typeface="Times New Roman"/>
                            </a:rPr>
                            <m:t>𝐸</m:t>
                          </m:r>
                        </m:e>
                        <m:sub>
                          <m:r>
                            <a:rPr lang="en-US" sz="2400" b="0" i="1" smtClean="0">
                              <a:solidFill>
                                <a:srgbClr val="FF0000"/>
                              </a:solidFill>
                              <a:latin typeface="Cambria Math" panose="02040503050406030204" pitchFamily="18" charset="0"/>
                              <a:cs typeface="Times New Roman"/>
                            </a:rPr>
                            <m:t>𝑘</m:t>
                          </m:r>
                        </m:sub>
                      </m:sSub>
                      <m:r>
                        <a:rPr lang="en-US" sz="2400" b="0" i="1" smtClean="0">
                          <a:solidFill>
                            <a:srgbClr val="FF0000"/>
                          </a:solidFill>
                          <a:latin typeface="Cambria Math" panose="02040503050406030204" pitchFamily="18" charset="0"/>
                          <a:cs typeface="Times New Roman"/>
                        </a:rPr>
                        <m:t>=</m:t>
                      </m:r>
                      <m:f>
                        <m:fPr>
                          <m:ctrlPr>
                            <a:rPr lang="en-US" sz="2400" b="0" i="1" smtClean="0">
                              <a:solidFill>
                                <a:srgbClr val="FF0000"/>
                              </a:solidFill>
                              <a:latin typeface="Cambria Math" panose="02040503050406030204" pitchFamily="18" charset="0"/>
                              <a:cs typeface="Times New Roman"/>
                            </a:rPr>
                          </m:ctrlPr>
                        </m:fPr>
                        <m:num>
                          <m:r>
                            <a:rPr lang="en-US" sz="2400" b="0" i="1" smtClean="0">
                              <a:solidFill>
                                <a:srgbClr val="FF0000"/>
                              </a:solidFill>
                              <a:latin typeface="Cambria Math" panose="02040503050406030204" pitchFamily="18" charset="0"/>
                              <a:cs typeface="Times New Roman"/>
                            </a:rPr>
                            <m:t>1</m:t>
                          </m:r>
                        </m:num>
                        <m:den>
                          <m:r>
                            <a:rPr lang="en-US" sz="2400" b="0" i="1" smtClean="0">
                              <a:solidFill>
                                <a:srgbClr val="FF0000"/>
                              </a:solidFill>
                              <a:latin typeface="Cambria Math" panose="02040503050406030204" pitchFamily="18" charset="0"/>
                              <a:cs typeface="Times New Roman"/>
                            </a:rPr>
                            <m:t>2</m:t>
                          </m:r>
                        </m:den>
                      </m:f>
                      <m:r>
                        <a:rPr lang="en-US" sz="2400" b="0" i="1" smtClean="0">
                          <a:solidFill>
                            <a:srgbClr val="FF0000"/>
                          </a:solidFill>
                          <a:latin typeface="Cambria Math" panose="02040503050406030204" pitchFamily="18" charset="0"/>
                          <a:cs typeface="Times New Roman"/>
                        </a:rPr>
                        <m:t>𝑚</m:t>
                      </m:r>
                      <m:sSup>
                        <m:sSupPr>
                          <m:ctrlPr>
                            <a:rPr lang="en-US" sz="2400" b="0" i="1" smtClean="0">
                              <a:solidFill>
                                <a:srgbClr val="FF0000"/>
                              </a:solidFill>
                              <a:latin typeface="Cambria Math" panose="02040503050406030204" pitchFamily="18" charset="0"/>
                              <a:cs typeface="Times New Roman"/>
                            </a:rPr>
                          </m:ctrlPr>
                        </m:sSupPr>
                        <m:e>
                          <m:r>
                            <a:rPr lang="en-US" sz="2400" b="0" i="1" smtClean="0">
                              <a:solidFill>
                                <a:srgbClr val="FF0000"/>
                              </a:solidFill>
                              <a:latin typeface="Cambria Math" panose="02040503050406030204" pitchFamily="18" charset="0"/>
                              <a:cs typeface="Times New Roman"/>
                            </a:rPr>
                            <m:t>𝑣</m:t>
                          </m:r>
                        </m:e>
                        <m:sup>
                          <m:r>
                            <a:rPr lang="en-US" sz="2400" b="0" i="1" smtClean="0">
                              <a:solidFill>
                                <a:srgbClr val="FF0000"/>
                              </a:solidFill>
                              <a:latin typeface="Cambria Math" panose="02040503050406030204" pitchFamily="18" charset="0"/>
                              <a:cs typeface="Times New Roman"/>
                            </a:rPr>
                            <m:t>2</m:t>
                          </m:r>
                        </m:sup>
                      </m:sSup>
                      <m:r>
                        <a:rPr lang="en-US" sz="2400" b="0" i="1" smtClean="0">
                          <a:solidFill>
                            <a:srgbClr val="FF0000"/>
                          </a:solidFill>
                          <a:latin typeface="Cambria Math" panose="02040503050406030204" pitchFamily="18" charset="0"/>
                          <a:ea typeface="Calibri"/>
                          <a:cs typeface="Times New Roman"/>
                        </a:rPr>
                        <m:t>=</m:t>
                      </m:r>
                      <m:f>
                        <m:fPr>
                          <m:ctrlPr>
                            <a:rPr lang="en-US" sz="2400" b="0" i="1" smtClean="0">
                              <a:solidFill>
                                <a:srgbClr val="FF0000"/>
                              </a:solidFill>
                              <a:latin typeface="Cambria Math" panose="02040503050406030204" pitchFamily="18" charset="0"/>
                              <a:cs typeface="Times New Roman"/>
                            </a:rPr>
                          </m:ctrlPr>
                        </m:fPr>
                        <m:num>
                          <m:sSup>
                            <m:sSupPr>
                              <m:ctrlPr>
                                <a:rPr lang="en-US" sz="2400" b="0" i="1" smtClean="0">
                                  <a:solidFill>
                                    <a:srgbClr val="FF0000"/>
                                  </a:solidFill>
                                  <a:latin typeface="Cambria Math" panose="02040503050406030204" pitchFamily="18" charset="0"/>
                                  <a:cs typeface="Times New Roman"/>
                                </a:rPr>
                              </m:ctrlPr>
                            </m:sSupPr>
                            <m:e>
                              <m:r>
                                <a:rPr lang="en-US" sz="2400" b="0" i="1" smtClean="0">
                                  <a:solidFill>
                                    <a:srgbClr val="FF0000"/>
                                  </a:solidFill>
                                  <a:latin typeface="Cambria Math" panose="02040503050406030204" pitchFamily="18" charset="0"/>
                                  <a:cs typeface="Times New Roman"/>
                                </a:rPr>
                                <m:t>𝑝</m:t>
                              </m:r>
                            </m:e>
                            <m:sup>
                              <m:r>
                                <a:rPr lang="en-US" sz="2400" b="0" i="1" smtClean="0">
                                  <a:solidFill>
                                    <a:srgbClr val="FF0000"/>
                                  </a:solidFill>
                                  <a:latin typeface="Cambria Math" panose="02040503050406030204" pitchFamily="18" charset="0"/>
                                  <a:cs typeface="Times New Roman"/>
                                </a:rPr>
                                <m:t>2</m:t>
                              </m:r>
                            </m:sup>
                          </m:sSup>
                        </m:num>
                        <m:den>
                          <m:r>
                            <a:rPr lang="en-US" sz="2400" b="0" i="1" smtClean="0">
                              <a:solidFill>
                                <a:srgbClr val="FF0000"/>
                              </a:solidFill>
                              <a:latin typeface="Cambria Math" panose="02040503050406030204" pitchFamily="18" charset="0"/>
                              <a:cs typeface="Times New Roman"/>
                            </a:rPr>
                            <m:t>2</m:t>
                          </m:r>
                          <m:r>
                            <a:rPr lang="en-US" sz="2400" b="0" i="1" smtClean="0">
                              <a:solidFill>
                                <a:srgbClr val="FF0000"/>
                              </a:solidFill>
                              <a:latin typeface="Cambria Math" panose="02040503050406030204" pitchFamily="18" charset="0"/>
                              <a:cs typeface="Times New Roman"/>
                            </a:rPr>
                            <m:t>𝑚</m:t>
                          </m:r>
                        </m:den>
                      </m:f>
                    </m:oMath>
                  </m:oMathPara>
                </a14:m>
                <a:endParaRPr lang="en-US" sz="2400" dirty="0">
                  <a:solidFill>
                    <a:srgbClr val="FF0000"/>
                  </a:solidFill>
                  <a:latin typeface="+mn-lt"/>
                  <a:ea typeface="Calibri"/>
                  <a:cs typeface="Times New Roman"/>
                </a:endParaRPr>
              </a:p>
              <a:p>
                <a:pPr>
                  <a:lnSpc>
                    <a:spcPct val="115000"/>
                  </a:lnSpc>
                  <a:spcBef>
                    <a:spcPts val="0"/>
                  </a:spcBef>
                  <a:spcAft>
                    <a:spcPts val="0"/>
                  </a:spcAft>
                  <a:tabLst>
                    <a:tab pos="173038" algn="l"/>
                    <a:tab pos="234950" algn="l"/>
                  </a:tabLst>
                  <a:defRPr/>
                </a:pPr>
                <a14:m>
                  <m:oMathPara xmlns:m="http://schemas.openxmlformats.org/officeDocument/2006/math">
                    <m:oMathParaPr>
                      <m:jc m:val="centerGroup"/>
                    </m:oMathParaPr>
                    <m:oMath xmlns:m="http://schemas.openxmlformats.org/officeDocument/2006/math">
                      <m:r>
                        <a:rPr lang="en-US" sz="2400" i="1" dirty="0" smtClean="0">
                          <a:solidFill>
                            <a:srgbClr val="FF0000"/>
                          </a:solidFill>
                          <a:latin typeface="Cambria Math" panose="02040503050406030204" pitchFamily="18" charset="0"/>
                          <a:ea typeface="Calibri"/>
                          <a:cs typeface="Times New Roman"/>
                        </a:rPr>
                        <m:t>𝐸</m:t>
                      </m:r>
                      <m:r>
                        <a:rPr lang="en-US" sz="2400" i="1" baseline="-25000" dirty="0" smtClean="0">
                          <a:solidFill>
                            <a:srgbClr val="FF0000"/>
                          </a:solidFill>
                          <a:latin typeface="Cambria Math" panose="02040503050406030204" pitchFamily="18" charset="0"/>
                          <a:ea typeface="Calibri"/>
                          <a:cs typeface="Times New Roman"/>
                        </a:rPr>
                        <m:t>𝐻</m:t>
                      </m:r>
                      <m:r>
                        <a:rPr lang="en-US" sz="2400" i="1" dirty="0" smtClean="0">
                          <a:solidFill>
                            <a:srgbClr val="FF0000"/>
                          </a:solidFill>
                          <a:latin typeface="Cambria Math" panose="02040503050406030204" pitchFamily="18" charset="0"/>
                          <a:ea typeface="Calibri"/>
                          <a:cs typeface="Times New Roman"/>
                        </a:rPr>
                        <m:t> </m:t>
                      </m:r>
                      <m:r>
                        <a:rPr lang="en-US" sz="2400" i="1" dirty="0">
                          <a:solidFill>
                            <a:srgbClr val="FF0000"/>
                          </a:solidFill>
                          <a:latin typeface="Cambria Math" panose="02040503050406030204" pitchFamily="18" charset="0"/>
                          <a:ea typeface="Calibri"/>
                          <a:cs typeface="Times New Roman"/>
                        </a:rPr>
                        <m:t>= (1/2) </m:t>
                      </m:r>
                      <m:r>
                        <a:rPr lang="en-US" sz="2400" i="1" dirty="0" err="1">
                          <a:solidFill>
                            <a:srgbClr val="FF0000"/>
                          </a:solidFill>
                          <a:latin typeface="Cambria Math" panose="02040503050406030204" pitchFamily="18" charset="0"/>
                          <a:ea typeface="Calibri"/>
                          <a:cs typeface="Times New Roman"/>
                        </a:rPr>
                        <m:t>𝑘</m:t>
                      </m:r>
                      <m:r>
                        <a:rPr lang="en-US" sz="2400" i="1" dirty="0" err="1">
                          <a:solidFill>
                            <a:srgbClr val="FF0000"/>
                          </a:solidFill>
                          <a:latin typeface="Cambria Math" panose="02040503050406030204" pitchFamily="18" charset="0"/>
                          <a:ea typeface="Calibri"/>
                          <a:cs typeface="Times New Roman"/>
                          <a:sym typeface="Symbol"/>
                        </a:rPr>
                        <m:t></m:t>
                      </m:r>
                      <m:r>
                        <a:rPr lang="en-US" sz="2400" i="1" dirty="0" err="1">
                          <a:solidFill>
                            <a:srgbClr val="FF0000"/>
                          </a:solidFill>
                          <a:latin typeface="Cambria Math" panose="02040503050406030204" pitchFamily="18" charset="0"/>
                          <a:ea typeface="Calibri"/>
                          <a:cs typeface="Times New Roman"/>
                        </a:rPr>
                        <m:t>𝑥</m:t>
                      </m:r>
                      <m:r>
                        <a:rPr lang="en-US" sz="2400" i="1" dirty="0">
                          <a:solidFill>
                            <a:srgbClr val="FF0000"/>
                          </a:solidFill>
                          <a:latin typeface="Cambria Math" panose="02040503050406030204" pitchFamily="18" charset="0"/>
                          <a:ea typeface="Calibri"/>
                          <a:cs typeface="Times New Roman"/>
                        </a:rPr>
                        <m:t> </m:t>
                      </m:r>
                      <m:r>
                        <a:rPr lang="en-US" sz="2400" i="1" baseline="30000" dirty="0">
                          <a:solidFill>
                            <a:srgbClr val="FF0000"/>
                          </a:solidFill>
                          <a:latin typeface="Cambria Math" panose="02040503050406030204" pitchFamily="18" charset="0"/>
                          <a:ea typeface="Calibri"/>
                          <a:cs typeface="Times New Roman"/>
                        </a:rPr>
                        <m:t>2</m:t>
                      </m:r>
                    </m:oMath>
                  </m:oMathPara>
                </a14:m>
                <a:endParaRPr lang="en-US" sz="2400" dirty="0">
                  <a:solidFill>
                    <a:srgbClr val="FF0000"/>
                  </a:solidFill>
                  <a:latin typeface="+mn-lt"/>
                  <a:ea typeface="Calibri"/>
                  <a:cs typeface="Times New Roman"/>
                </a:endParaRPr>
              </a:p>
              <a:p>
                <a:pPr>
                  <a:lnSpc>
                    <a:spcPct val="115000"/>
                  </a:lnSpc>
                  <a:spcBef>
                    <a:spcPts val="0"/>
                  </a:spcBef>
                  <a:spcAft>
                    <a:spcPts val="0"/>
                  </a:spcAft>
                  <a:tabLst>
                    <a:tab pos="173038" algn="l"/>
                    <a:tab pos="234950" algn="l"/>
                  </a:tabLst>
                  <a:defRPr/>
                </a:pPr>
                <a14:m>
                  <m:oMathPara xmlns:m="http://schemas.openxmlformats.org/officeDocument/2006/math">
                    <m:oMathParaPr>
                      <m:jc m:val="centerGroup"/>
                    </m:oMathParaPr>
                    <m:oMath xmlns:m="http://schemas.openxmlformats.org/officeDocument/2006/math">
                      <m:r>
                        <a:rPr lang="en-US" sz="2400" b="0" i="1" dirty="0" smtClean="0">
                          <a:solidFill>
                            <a:srgbClr val="FF0000"/>
                          </a:solidFill>
                          <a:latin typeface="Cambria Math" panose="02040503050406030204" pitchFamily="18" charset="0"/>
                          <a:ea typeface="Cambria Math" panose="02040503050406030204" pitchFamily="18" charset="0"/>
                          <a:cs typeface="Times New Roman"/>
                          <a:sym typeface="Symbol"/>
                        </a:rPr>
                        <m:t>∆</m:t>
                      </m:r>
                      <m:sSub>
                        <m:sSubPr>
                          <m:ctrlPr>
                            <a:rPr lang="en-US" sz="2400" b="0" i="1" dirty="0" smtClean="0">
                              <a:solidFill>
                                <a:srgbClr val="FF0000"/>
                              </a:solidFill>
                              <a:latin typeface="Cambria Math" panose="02040503050406030204" pitchFamily="18" charset="0"/>
                              <a:ea typeface="Cambria Math" panose="02040503050406030204" pitchFamily="18" charset="0"/>
                              <a:cs typeface="Times New Roman"/>
                              <a:sym typeface="Symbol"/>
                            </a:rPr>
                          </m:ctrlPr>
                        </m:sSubPr>
                        <m:e>
                          <m:r>
                            <a:rPr lang="en-US" sz="2400" b="0" i="1" dirty="0" smtClean="0">
                              <a:solidFill>
                                <a:srgbClr val="FF0000"/>
                              </a:solidFill>
                              <a:latin typeface="Cambria Math" panose="02040503050406030204" pitchFamily="18" charset="0"/>
                              <a:ea typeface="Cambria Math" panose="02040503050406030204" pitchFamily="18" charset="0"/>
                              <a:cs typeface="Times New Roman"/>
                              <a:sym typeface="Symbol"/>
                            </a:rPr>
                            <m:t>𝐸</m:t>
                          </m:r>
                        </m:e>
                        <m:sub>
                          <m:r>
                            <a:rPr lang="en-US" sz="2400" b="0" i="1" dirty="0" smtClean="0">
                              <a:solidFill>
                                <a:srgbClr val="FF0000"/>
                              </a:solidFill>
                              <a:latin typeface="Cambria Math" panose="02040503050406030204" pitchFamily="18" charset="0"/>
                              <a:ea typeface="Cambria Math" panose="02040503050406030204" pitchFamily="18" charset="0"/>
                              <a:cs typeface="Times New Roman"/>
                              <a:sym typeface="Symbol"/>
                            </a:rPr>
                            <m:t>𝑃</m:t>
                          </m:r>
                        </m:sub>
                      </m:sSub>
                      <m:r>
                        <a:rPr lang="en-US" sz="2400" b="0" i="1" dirty="0" smtClean="0">
                          <a:solidFill>
                            <a:srgbClr val="FF0000"/>
                          </a:solidFill>
                          <a:latin typeface="Cambria Math" panose="02040503050406030204" pitchFamily="18" charset="0"/>
                          <a:ea typeface="Calibri"/>
                          <a:cs typeface="Times New Roman"/>
                          <a:sym typeface="Symbol"/>
                        </a:rPr>
                        <m:t>=</m:t>
                      </m:r>
                      <m:r>
                        <a:rPr lang="en-US" sz="2400" i="1" dirty="0" err="1">
                          <a:solidFill>
                            <a:srgbClr val="FF0000"/>
                          </a:solidFill>
                          <a:latin typeface="Cambria Math" panose="02040503050406030204" pitchFamily="18" charset="0"/>
                          <a:ea typeface="Calibri"/>
                          <a:cs typeface="Times New Roman"/>
                        </a:rPr>
                        <m:t>𝑚𝑔</m:t>
                      </m:r>
                      <m:r>
                        <a:rPr lang="en-US" sz="2400" i="1" dirty="0" err="1">
                          <a:solidFill>
                            <a:srgbClr val="FF0000"/>
                          </a:solidFill>
                          <a:latin typeface="Cambria Math" panose="02040503050406030204" pitchFamily="18" charset="0"/>
                          <a:ea typeface="Calibri"/>
                          <a:cs typeface="Times New Roman"/>
                          <a:sym typeface="Symbol"/>
                        </a:rPr>
                        <m:t></m:t>
                      </m:r>
                      <m:r>
                        <a:rPr lang="en-US" sz="2400" i="1" dirty="0" err="1">
                          <a:solidFill>
                            <a:srgbClr val="FF0000"/>
                          </a:solidFill>
                          <a:latin typeface="Cambria Math" panose="02040503050406030204" pitchFamily="18" charset="0"/>
                          <a:ea typeface="Calibri"/>
                          <a:cs typeface="Times New Roman"/>
                        </a:rPr>
                        <m:t>h</m:t>
                      </m:r>
                    </m:oMath>
                  </m:oMathPara>
                </a14:m>
                <a:endParaRPr lang="en-US" sz="2400" dirty="0">
                  <a:solidFill>
                    <a:srgbClr val="FF0000"/>
                  </a:solidFill>
                  <a:latin typeface="+mn-lt"/>
                  <a:ea typeface="Calibri"/>
                  <a:cs typeface="Times New Roman"/>
                </a:endParaRPr>
              </a:p>
              <a:p>
                <a:pPr>
                  <a:lnSpc>
                    <a:spcPct val="115000"/>
                  </a:lnSpc>
                  <a:spcBef>
                    <a:spcPts val="0"/>
                  </a:spcBef>
                  <a:spcAft>
                    <a:spcPts val="0"/>
                  </a:spcAft>
                  <a:tabLst>
                    <a:tab pos="173038" algn="l"/>
                    <a:tab pos="234950" algn="l"/>
                  </a:tabLst>
                  <a:defRPr/>
                </a:pPr>
                <a14:m>
                  <m:oMathPara xmlns:m="http://schemas.openxmlformats.org/officeDocument/2006/math">
                    <m:oMathParaPr>
                      <m:jc m:val="centerGroup"/>
                    </m:oMathParaPr>
                    <m:oMath xmlns:m="http://schemas.openxmlformats.org/officeDocument/2006/math">
                      <m:r>
                        <a:rPr lang="en-US" sz="2400" b="0" i="1" dirty="0" smtClean="0">
                          <a:solidFill>
                            <a:srgbClr val="FF0000"/>
                          </a:solidFill>
                          <a:latin typeface="Cambria Math" panose="02040503050406030204" pitchFamily="18" charset="0"/>
                          <a:ea typeface="Calibri"/>
                          <a:cs typeface="Times New Roman"/>
                        </a:rPr>
                        <m:t>𝑃</m:t>
                      </m:r>
                      <m:r>
                        <a:rPr lang="en-US" sz="2400" i="1" dirty="0" smtClean="0">
                          <a:solidFill>
                            <a:srgbClr val="FF0000"/>
                          </a:solidFill>
                          <a:latin typeface="Cambria Math" panose="02040503050406030204" pitchFamily="18" charset="0"/>
                          <a:ea typeface="Calibri"/>
                          <a:cs typeface="Times New Roman"/>
                        </a:rPr>
                        <m:t> =</m:t>
                      </m:r>
                      <m:f>
                        <m:fPr>
                          <m:ctrlPr>
                            <a:rPr lang="en-US" sz="2400" i="1" dirty="0" smtClean="0">
                              <a:solidFill>
                                <a:srgbClr val="FF0000"/>
                              </a:solidFill>
                              <a:latin typeface="Cambria Math" panose="02040503050406030204" pitchFamily="18" charset="0"/>
                              <a:cs typeface="Times New Roman"/>
                            </a:rPr>
                          </m:ctrlPr>
                        </m:fPr>
                        <m:num>
                          <m:r>
                            <a:rPr lang="en-US" sz="2400" i="1" dirty="0" smtClean="0">
                              <a:solidFill>
                                <a:srgbClr val="FF0000"/>
                              </a:solidFill>
                              <a:latin typeface="Cambria Math" panose="02040503050406030204" pitchFamily="18" charset="0"/>
                              <a:ea typeface="Cambria Math" panose="02040503050406030204" pitchFamily="18" charset="0"/>
                              <a:cs typeface="Times New Roman"/>
                            </a:rPr>
                            <m:t>∆</m:t>
                          </m:r>
                          <m:r>
                            <a:rPr lang="en-US" sz="2400" b="0" i="1" dirty="0" smtClean="0">
                              <a:solidFill>
                                <a:srgbClr val="FF0000"/>
                              </a:solidFill>
                              <a:latin typeface="Cambria Math" panose="02040503050406030204" pitchFamily="18" charset="0"/>
                              <a:ea typeface="Cambria Math" panose="02040503050406030204" pitchFamily="18" charset="0"/>
                              <a:cs typeface="Times New Roman"/>
                            </a:rPr>
                            <m:t>𝑊</m:t>
                          </m:r>
                        </m:num>
                        <m:den>
                          <m:r>
                            <a:rPr lang="en-US" sz="2400" i="1" dirty="0" smtClean="0">
                              <a:solidFill>
                                <a:srgbClr val="FF0000"/>
                              </a:solidFill>
                              <a:latin typeface="Cambria Math" panose="02040503050406030204" pitchFamily="18" charset="0"/>
                              <a:ea typeface="Cambria Math" panose="02040503050406030204" pitchFamily="18" charset="0"/>
                              <a:cs typeface="Times New Roman"/>
                            </a:rPr>
                            <m:t>∆</m:t>
                          </m:r>
                          <m:r>
                            <a:rPr lang="en-US" sz="2400" b="0" i="1" dirty="0" smtClean="0">
                              <a:solidFill>
                                <a:srgbClr val="FF0000"/>
                              </a:solidFill>
                              <a:latin typeface="Cambria Math" panose="02040503050406030204" pitchFamily="18" charset="0"/>
                              <a:ea typeface="Cambria Math" panose="02040503050406030204" pitchFamily="18" charset="0"/>
                              <a:cs typeface="Times New Roman"/>
                            </a:rPr>
                            <m:t>𝑡</m:t>
                          </m:r>
                        </m:den>
                      </m:f>
                      <m:r>
                        <a:rPr lang="en-US" sz="2400" b="0" i="1" dirty="0" smtClean="0">
                          <a:solidFill>
                            <a:srgbClr val="FF0000"/>
                          </a:solidFill>
                          <a:latin typeface="Cambria Math" panose="02040503050406030204" pitchFamily="18" charset="0"/>
                          <a:cs typeface="Times New Roman"/>
                        </a:rPr>
                        <m:t>=</m:t>
                      </m:r>
                      <m:r>
                        <a:rPr lang="en-US" sz="2400" i="1" dirty="0" smtClean="0">
                          <a:solidFill>
                            <a:srgbClr val="FF0000"/>
                          </a:solidFill>
                          <a:latin typeface="Cambria Math" panose="02040503050406030204" pitchFamily="18" charset="0"/>
                          <a:ea typeface="Calibri"/>
                          <a:cs typeface="Times New Roman"/>
                        </a:rPr>
                        <m:t> </m:t>
                      </m:r>
                      <m:r>
                        <a:rPr lang="en-US" sz="2400" i="1" dirty="0" err="1">
                          <a:solidFill>
                            <a:srgbClr val="FF0000"/>
                          </a:solidFill>
                          <a:latin typeface="Cambria Math" panose="02040503050406030204" pitchFamily="18" charset="0"/>
                          <a:ea typeface="Calibri"/>
                          <a:cs typeface="Times New Roman"/>
                        </a:rPr>
                        <m:t>𝐹𝑣</m:t>
                      </m:r>
                    </m:oMath>
                  </m:oMathPara>
                </a14:m>
                <a:endParaRPr lang="en-US" sz="2400" dirty="0">
                  <a:solidFill>
                    <a:srgbClr val="FF0000"/>
                  </a:solidFill>
                  <a:latin typeface="+mn-lt"/>
                  <a:ea typeface="Calibri"/>
                  <a:cs typeface="Times New Roman"/>
                </a:endParaRPr>
              </a:p>
              <a:p>
                <a:pPr>
                  <a:lnSpc>
                    <a:spcPct val="115000"/>
                  </a:lnSpc>
                  <a:spcBef>
                    <a:spcPts val="0"/>
                  </a:spcBef>
                  <a:spcAft>
                    <a:spcPts val="0"/>
                  </a:spcAft>
                  <a:tabLst>
                    <a:tab pos="173038" algn="l"/>
                    <a:tab pos="234950" algn="l"/>
                  </a:tabLst>
                  <a:defRPr/>
                </a:pPr>
                <a14:m>
                  <m:oMathPara xmlns:m="http://schemas.openxmlformats.org/officeDocument/2006/math">
                    <m:oMathParaPr>
                      <m:jc m:val="centerGroup"/>
                    </m:oMathParaPr>
                    <m:oMath xmlns:m="http://schemas.openxmlformats.org/officeDocument/2006/math">
                      <m:r>
                        <a:rPr lang="en-US" altLang="en-US" sz="2400" i="1" smtClean="0">
                          <a:solidFill>
                            <a:srgbClr val="FF0000"/>
                          </a:solidFill>
                          <a:latin typeface="Cambria Math" panose="02040503050406030204" pitchFamily="18" charset="0"/>
                          <a:ea typeface="Cambria Math" panose="02040503050406030204" pitchFamily="18" charset="0"/>
                        </a:rPr>
                        <m:t>𝜂</m:t>
                      </m:r>
                      <m:r>
                        <a:rPr lang="en-US" altLang="en-US" sz="2400" b="0" i="1" smtClean="0">
                          <a:solidFill>
                            <a:srgbClr val="FF0000"/>
                          </a:solidFill>
                          <a:latin typeface="Cambria Math" panose="02040503050406030204" pitchFamily="18" charset="0"/>
                          <a:ea typeface="Cambria Math" panose="02040503050406030204" pitchFamily="18" charset="0"/>
                        </a:rPr>
                        <m:t>=</m:t>
                      </m:r>
                      <m:f>
                        <m:fPr>
                          <m:ctrlPr>
                            <a:rPr lang="en-US" altLang="en-US" sz="2400" b="0" i="1" smtClean="0">
                              <a:solidFill>
                                <a:srgbClr val="FF0000"/>
                              </a:solidFill>
                              <a:latin typeface="Cambria Math" panose="02040503050406030204" pitchFamily="18" charset="0"/>
                              <a:ea typeface="Cambria Math" panose="02040503050406030204" pitchFamily="18" charset="0"/>
                            </a:rPr>
                          </m:ctrlPr>
                        </m:fPr>
                        <m:num>
                          <m:sSub>
                            <m:sSubPr>
                              <m:ctrlPr>
                                <a:rPr lang="en-US" altLang="en-US" sz="2400" b="0" i="1" smtClean="0">
                                  <a:solidFill>
                                    <a:srgbClr val="FF0000"/>
                                  </a:solidFill>
                                  <a:latin typeface="Cambria Math" panose="02040503050406030204" pitchFamily="18" charset="0"/>
                                  <a:ea typeface="Cambria Math" panose="02040503050406030204" pitchFamily="18" charset="0"/>
                                </a:rPr>
                              </m:ctrlPr>
                            </m:sSubPr>
                            <m:e>
                              <m:r>
                                <a:rPr lang="en-US" altLang="en-US" sz="2400" b="0" i="1" smtClean="0">
                                  <a:solidFill>
                                    <a:srgbClr val="FF0000"/>
                                  </a:solidFill>
                                  <a:latin typeface="Cambria Math" panose="02040503050406030204" pitchFamily="18" charset="0"/>
                                  <a:ea typeface="Cambria Math" panose="02040503050406030204" pitchFamily="18" charset="0"/>
                                </a:rPr>
                                <m:t>𝐸</m:t>
                              </m:r>
                            </m:e>
                            <m:sub>
                              <m:r>
                                <a:rPr lang="en-US" altLang="en-US" sz="2400" b="0" i="1" smtClean="0">
                                  <a:solidFill>
                                    <a:srgbClr val="FF0000"/>
                                  </a:solidFill>
                                  <a:latin typeface="Cambria Math" panose="02040503050406030204" pitchFamily="18" charset="0"/>
                                  <a:ea typeface="Cambria Math" panose="02040503050406030204" pitchFamily="18" charset="0"/>
                                </a:rPr>
                                <m:t>𝑜𝑢𝑡𝑝𝑢𝑡</m:t>
                              </m:r>
                            </m:sub>
                          </m:sSub>
                        </m:num>
                        <m:den>
                          <m:sSub>
                            <m:sSubPr>
                              <m:ctrlPr>
                                <a:rPr lang="en-US" altLang="en-US" sz="2400" b="0" i="1" smtClean="0">
                                  <a:solidFill>
                                    <a:srgbClr val="FF0000"/>
                                  </a:solidFill>
                                  <a:latin typeface="Cambria Math" panose="02040503050406030204" pitchFamily="18" charset="0"/>
                                  <a:ea typeface="Cambria Math" panose="02040503050406030204" pitchFamily="18" charset="0"/>
                                </a:rPr>
                              </m:ctrlPr>
                            </m:sSubPr>
                            <m:e>
                              <m:r>
                                <a:rPr lang="en-US" altLang="en-US" sz="2400" b="0" i="1" smtClean="0">
                                  <a:solidFill>
                                    <a:srgbClr val="FF0000"/>
                                  </a:solidFill>
                                  <a:latin typeface="Cambria Math" panose="02040503050406030204" pitchFamily="18" charset="0"/>
                                  <a:ea typeface="Cambria Math" panose="02040503050406030204" pitchFamily="18" charset="0"/>
                                </a:rPr>
                                <m:t>𝐸</m:t>
                              </m:r>
                            </m:e>
                            <m:sub>
                              <m:r>
                                <a:rPr lang="en-US" altLang="en-US" sz="2400" b="0" i="1" smtClean="0">
                                  <a:solidFill>
                                    <a:srgbClr val="FF0000"/>
                                  </a:solidFill>
                                  <a:latin typeface="Cambria Math" panose="02040503050406030204" pitchFamily="18" charset="0"/>
                                  <a:ea typeface="Cambria Math" panose="02040503050406030204" pitchFamily="18" charset="0"/>
                                </a:rPr>
                                <m:t>𝑖𝑛𝑝𝑢𝑡</m:t>
                              </m:r>
                            </m:sub>
                          </m:sSub>
                        </m:den>
                      </m:f>
                      <m:r>
                        <a:rPr lang="en-US" altLang="en-US" sz="2400" b="0" i="1" smtClean="0">
                          <a:solidFill>
                            <a:srgbClr val="FF0000"/>
                          </a:solidFill>
                          <a:latin typeface="Cambria Math" panose="02040503050406030204" pitchFamily="18" charset="0"/>
                          <a:ea typeface="Cambria Math" panose="02040503050406030204" pitchFamily="18" charset="0"/>
                        </a:rPr>
                        <m:t>=</m:t>
                      </m:r>
                      <m:f>
                        <m:fPr>
                          <m:ctrlPr>
                            <a:rPr lang="en-US" altLang="en-US" sz="2400" i="1">
                              <a:solidFill>
                                <a:srgbClr val="FF0000"/>
                              </a:solidFill>
                              <a:latin typeface="Cambria Math" panose="02040503050406030204" pitchFamily="18" charset="0"/>
                              <a:ea typeface="Cambria Math" panose="02040503050406030204" pitchFamily="18" charset="0"/>
                            </a:rPr>
                          </m:ctrlPr>
                        </m:fPr>
                        <m:num>
                          <m:sSub>
                            <m:sSubPr>
                              <m:ctrlPr>
                                <a:rPr lang="en-US" altLang="en-US" sz="2400" i="1">
                                  <a:solidFill>
                                    <a:srgbClr val="FF0000"/>
                                  </a:solidFill>
                                  <a:latin typeface="Cambria Math" panose="02040503050406030204" pitchFamily="18" charset="0"/>
                                  <a:ea typeface="Cambria Math" panose="02040503050406030204" pitchFamily="18" charset="0"/>
                                </a:rPr>
                              </m:ctrlPr>
                            </m:sSubPr>
                            <m:e>
                              <m:r>
                                <a:rPr lang="en-US" altLang="en-US" sz="2400" b="0" i="1" smtClean="0">
                                  <a:solidFill>
                                    <a:srgbClr val="FF0000"/>
                                  </a:solidFill>
                                  <a:latin typeface="Cambria Math" panose="02040503050406030204" pitchFamily="18" charset="0"/>
                                  <a:ea typeface="Cambria Math" panose="02040503050406030204" pitchFamily="18" charset="0"/>
                                </a:rPr>
                                <m:t>𝑃</m:t>
                              </m:r>
                            </m:e>
                            <m:sub>
                              <m:r>
                                <a:rPr lang="en-US" altLang="en-US" sz="2400" i="1">
                                  <a:solidFill>
                                    <a:srgbClr val="FF0000"/>
                                  </a:solidFill>
                                  <a:latin typeface="Cambria Math" panose="02040503050406030204" pitchFamily="18" charset="0"/>
                                  <a:ea typeface="Cambria Math" panose="02040503050406030204" pitchFamily="18" charset="0"/>
                                </a:rPr>
                                <m:t>𝑜𝑢𝑡𝑝𝑢𝑡</m:t>
                              </m:r>
                            </m:sub>
                          </m:sSub>
                        </m:num>
                        <m:den>
                          <m:sSub>
                            <m:sSubPr>
                              <m:ctrlPr>
                                <a:rPr lang="en-US" altLang="en-US" sz="2400" i="1">
                                  <a:solidFill>
                                    <a:srgbClr val="FF0000"/>
                                  </a:solidFill>
                                  <a:latin typeface="Cambria Math" panose="02040503050406030204" pitchFamily="18" charset="0"/>
                                  <a:ea typeface="Cambria Math" panose="02040503050406030204" pitchFamily="18" charset="0"/>
                                </a:rPr>
                              </m:ctrlPr>
                            </m:sSubPr>
                            <m:e>
                              <m:r>
                                <a:rPr lang="en-US" altLang="en-US" sz="2400" b="0" i="1" smtClean="0">
                                  <a:solidFill>
                                    <a:srgbClr val="FF0000"/>
                                  </a:solidFill>
                                  <a:latin typeface="Cambria Math" panose="02040503050406030204" pitchFamily="18" charset="0"/>
                                  <a:ea typeface="Cambria Math" panose="02040503050406030204" pitchFamily="18" charset="0"/>
                                </a:rPr>
                                <m:t>𝑃</m:t>
                              </m:r>
                            </m:e>
                            <m:sub>
                              <m:r>
                                <a:rPr lang="en-US" altLang="en-US" sz="2400" i="1">
                                  <a:solidFill>
                                    <a:srgbClr val="FF0000"/>
                                  </a:solidFill>
                                  <a:latin typeface="Cambria Math" panose="02040503050406030204" pitchFamily="18" charset="0"/>
                                  <a:ea typeface="Cambria Math" panose="02040503050406030204" pitchFamily="18" charset="0"/>
                                </a:rPr>
                                <m:t>𝑖𝑛𝑝𝑢𝑡</m:t>
                              </m:r>
                            </m:sub>
                          </m:sSub>
                        </m:den>
                      </m:f>
                    </m:oMath>
                  </m:oMathPara>
                </a14:m>
                <a:endParaRPr lang="en-US" sz="2400" dirty="0">
                  <a:solidFill>
                    <a:srgbClr val="FF0000"/>
                  </a:solidFill>
                  <a:latin typeface="+mn-lt"/>
                  <a:ea typeface="Calibri"/>
                  <a:cs typeface="Times New Roman"/>
                </a:endParaRPr>
              </a:p>
            </p:txBody>
          </p:sp>
        </mc:Choice>
        <mc:Fallback>
          <p:sp>
            <p:nvSpPr>
              <p:cNvPr id="93187" name="Rectangle 3"/>
              <p:cNvSpPr>
                <a:spLocks noRot="1" noChangeAspect="1" noMove="1" noResize="1" noEditPoints="1" noAdjustHandles="1" noChangeArrowheads="1" noChangeShapeType="1" noTextEdit="1"/>
              </p:cNvSpPr>
              <p:nvPr/>
            </p:nvSpPr>
            <p:spPr bwMode="auto">
              <a:xfrm>
                <a:off x="685800" y="1549400"/>
                <a:ext cx="7772400" cy="4851400"/>
              </a:xfrm>
              <a:prstGeom prst="rect">
                <a:avLst/>
              </a:prstGeom>
              <a:blipFill>
                <a:blip r:embed="rId4"/>
                <a:stretch>
                  <a:fillRect l="-1305" t="-781"/>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 calcmode="lin" valueType="num">
                                      <p:cBhvr additive="base">
                                        <p:cTn id="7" dur="500" fill="hold"/>
                                        <p:tgtEl>
                                          <p:spTgt spid="931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3187">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arrow.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3187">
                                            <p:txEl>
                                              <p:pRg st="1" end="1"/>
                                            </p:txEl>
                                          </p:spTgt>
                                        </p:tgtEl>
                                        <p:attrNameLst>
                                          <p:attrName>style.visibility</p:attrName>
                                        </p:attrNameLst>
                                      </p:cBhvr>
                                      <p:to>
                                        <p:strVal val="visible"/>
                                      </p:to>
                                    </p:set>
                                    <p:anim calcmode="lin" valueType="num">
                                      <p:cBhvr additive="base">
                                        <p:cTn id="13" dur="500" fill="hold"/>
                                        <p:tgtEl>
                                          <p:spTgt spid="931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3187">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arrow.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3187">
                                            <p:txEl>
                                              <p:pRg st="2" end="2"/>
                                            </p:txEl>
                                          </p:spTgt>
                                        </p:tgtEl>
                                        <p:attrNameLst>
                                          <p:attrName>style.visibility</p:attrName>
                                        </p:attrNameLst>
                                      </p:cBhvr>
                                      <p:to>
                                        <p:strVal val="visible"/>
                                      </p:to>
                                    </p:set>
                                    <p:anim calcmode="lin" valueType="num">
                                      <p:cBhvr additive="base">
                                        <p:cTn id="19" dur="500" fill="hold"/>
                                        <p:tgtEl>
                                          <p:spTgt spid="931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3187">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arrow.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3187">
                                            <p:txEl>
                                              <p:pRg st="3" end="3"/>
                                            </p:txEl>
                                          </p:spTgt>
                                        </p:tgtEl>
                                        <p:attrNameLst>
                                          <p:attrName>style.visibility</p:attrName>
                                        </p:attrNameLst>
                                      </p:cBhvr>
                                      <p:to>
                                        <p:strVal val="visible"/>
                                      </p:to>
                                    </p:set>
                                    <p:anim calcmode="lin" valueType="num">
                                      <p:cBhvr additive="base">
                                        <p:cTn id="25" dur="500" fill="hold"/>
                                        <p:tgtEl>
                                          <p:spTgt spid="931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3187">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arrow.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3187">
                                            <p:txEl>
                                              <p:pRg st="4" end="4"/>
                                            </p:txEl>
                                          </p:spTgt>
                                        </p:tgtEl>
                                        <p:attrNameLst>
                                          <p:attrName>style.visibility</p:attrName>
                                        </p:attrNameLst>
                                      </p:cBhvr>
                                      <p:to>
                                        <p:strVal val="visible"/>
                                      </p:to>
                                    </p:set>
                                    <p:anim calcmode="lin" valueType="num">
                                      <p:cBhvr additive="base">
                                        <p:cTn id="31" dur="500" fill="hold"/>
                                        <p:tgtEl>
                                          <p:spTgt spid="9318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3187">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arrow.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3187">
                                            <p:txEl>
                                              <p:pRg st="5" end="5"/>
                                            </p:txEl>
                                          </p:spTgt>
                                        </p:tgtEl>
                                        <p:attrNameLst>
                                          <p:attrName>style.visibility</p:attrName>
                                        </p:attrNameLst>
                                      </p:cBhvr>
                                      <p:to>
                                        <p:strVal val="visible"/>
                                      </p:to>
                                    </p:set>
                                    <p:anim calcmode="lin" valueType="num">
                                      <p:cBhvr additive="base">
                                        <p:cTn id="37" dur="500" fill="hold"/>
                                        <p:tgtEl>
                                          <p:spTgt spid="9318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3187">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arrow.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3187">
                                            <p:txEl>
                                              <p:pRg st="6" end="6"/>
                                            </p:txEl>
                                          </p:spTgt>
                                        </p:tgtEl>
                                        <p:attrNameLst>
                                          <p:attrName>style.visibility</p:attrName>
                                        </p:attrNameLst>
                                      </p:cBhvr>
                                      <p:to>
                                        <p:strVal val="visible"/>
                                      </p:to>
                                    </p:set>
                                    <p:anim calcmode="lin" valueType="num">
                                      <p:cBhvr additive="base">
                                        <p:cTn id="43" dur="500" fill="hold"/>
                                        <p:tgtEl>
                                          <p:spTgt spid="9318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3187">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arrow.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17829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52400"/>
            <a:ext cx="8686800" cy="1754326"/>
          </a:xfrm>
          <a:prstGeom prst="rect">
            <a:avLst/>
          </a:prstGeom>
          <a:noFill/>
        </p:spPr>
        <p:txBody>
          <a:bodyPr wrap="square" rtlCol="0">
            <a:spAutoFit/>
          </a:bodyPr>
          <a:lstStyle/>
          <a:p>
            <a:pPr algn="just"/>
            <a:r>
              <a:rPr lang="en-US" sz="3600" dirty="0">
                <a:latin typeface="Century Gothic" pitchFamily="34" charset="0"/>
              </a:rPr>
              <a:t>Work – is an energy transfer that occurs when a force acts on an object that moves.</a:t>
            </a:r>
          </a:p>
        </p:txBody>
      </p:sp>
      <p:graphicFrame>
        <p:nvGraphicFramePr>
          <p:cNvPr id="5" name="Object 4"/>
          <p:cNvGraphicFramePr>
            <a:graphicFrameLocks noChangeAspect="1"/>
          </p:cNvGraphicFramePr>
          <p:nvPr/>
        </p:nvGraphicFramePr>
        <p:xfrm>
          <a:off x="2865539" y="2006600"/>
          <a:ext cx="3154261" cy="1346200"/>
        </p:xfrm>
        <a:graphic>
          <a:graphicData uri="http://schemas.openxmlformats.org/presentationml/2006/ole">
            <mc:AlternateContent xmlns:mc="http://schemas.openxmlformats.org/markup-compatibility/2006">
              <mc:Choice xmlns:v="urn:schemas-microsoft-com:vml" Requires="v">
                <p:oleObj spid="_x0000_s5129" name="Equation" r:id="rId4" imgW="952200" imgH="406080" progId="Equation.3">
                  <p:embed/>
                </p:oleObj>
              </mc:Choice>
              <mc:Fallback>
                <p:oleObj name="Equation" r:id="rId4" imgW="952200" imgH="40608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65539" y="2006600"/>
                        <a:ext cx="3154261" cy="1346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5" descr="workliftbox"/>
          <p:cNvPicPr>
            <a:picLocks noChangeAspect="1" noChangeArrowheads="1"/>
          </p:cNvPicPr>
          <p:nvPr/>
        </p:nvPicPr>
        <p:blipFill>
          <a:blip r:embed="rId6"/>
          <a:srcRect/>
          <a:stretch>
            <a:fillRect/>
          </a:stretch>
        </p:blipFill>
        <p:spPr bwMode="auto">
          <a:xfrm>
            <a:off x="6400800" y="3429000"/>
            <a:ext cx="2743200" cy="3429000"/>
          </a:xfrm>
          <a:prstGeom prst="rect">
            <a:avLst/>
          </a:prstGeom>
          <a:noFill/>
        </p:spPr>
      </p:pic>
      <p:sp>
        <p:nvSpPr>
          <p:cNvPr id="7" name="TextBox 6"/>
          <p:cNvSpPr txBox="1"/>
          <p:nvPr/>
        </p:nvSpPr>
        <p:spPr>
          <a:xfrm>
            <a:off x="228600" y="3503474"/>
            <a:ext cx="8686800" cy="1200329"/>
          </a:xfrm>
          <a:prstGeom prst="rect">
            <a:avLst/>
          </a:prstGeom>
          <a:noFill/>
        </p:spPr>
        <p:txBody>
          <a:bodyPr wrap="square" rtlCol="0">
            <a:spAutoFit/>
          </a:bodyPr>
          <a:lstStyle/>
          <a:p>
            <a:pPr algn="just"/>
            <a:r>
              <a:rPr lang="en-US" sz="3600" dirty="0">
                <a:latin typeface="Century Gothic" pitchFamily="34" charset="0"/>
              </a:rPr>
              <a:t>Units: N x m = Joule</a:t>
            </a:r>
          </a:p>
          <a:p>
            <a:pPr algn="just"/>
            <a:r>
              <a:rPr lang="en-US" sz="3600" dirty="0">
                <a:latin typeface="Century Gothic"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52400"/>
            <a:ext cx="8686800" cy="1754326"/>
          </a:xfrm>
          <a:prstGeom prst="rect">
            <a:avLst/>
          </a:prstGeom>
          <a:noFill/>
        </p:spPr>
        <p:txBody>
          <a:bodyPr wrap="square" rtlCol="0">
            <a:spAutoFit/>
          </a:bodyPr>
          <a:lstStyle/>
          <a:p>
            <a:pPr algn="just"/>
            <a:r>
              <a:rPr lang="en-US" sz="3600" dirty="0">
                <a:latin typeface="Century Gothic" pitchFamily="34" charset="0"/>
              </a:rPr>
              <a:t>Work (+) - if the angle between the direction of displacement and the force is acute.</a:t>
            </a:r>
          </a:p>
        </p:txBody>
      </p:sp>
      <p:sp>
        <p:nvSpPr>
          <p:cNvPr id="5" name="TextBox 4"/>
          <p:cNvSpPr txBox="1"/>
          <p:nvPr/>
        </p:nvSpPr>
        <p:spPr>
          <a:xfrm>
            <a:off x="228600" y="2381071"/>
            <a:ext cx="8686800" cy="1754326"/>
          </a:xfrm>
          <a:prstGeom prst="rect">
            <a:avLst/>
          </a:prstGeom>
          <a:noFill/>
        </p:spPr>
        <p:txBody>
          <a:bodyPr wrap="square" rtlCol="0">
            <a:spAutoFit/>
          </a:bodyPr>
          <a:lstStyle/>
          <a:p>
            <a:pPr algn="just"/>
            <a:r>
              <a:rPr lang="en-US" sz="3600" dirty="0">
                <a:latin typeface="Century Gothic" pitchFamily="34" charset="0"/>
              </a:rPr>
              <a:t>Work (-) - if the angle between the direction of displacement and the force is obtuse.</a:t>
            </a:r>
          </a:p>
        </p:txBody>
      </p:sp>
      <p:sp>
        <p:nvSpPr>
          <p:cNvPr id="6" name="TextBox 5"/>
          <p:cNvSpPr txBox="1"/>
          <p:nvPr/>
        </p:nvSpPr>
        <p:spPr>
          <a:xfrm>
            <a:off x="228600" y="4417874"/>
            <a:ext cx="8686800" cy="1754326"/>
          </a:xfrm>
          <a:prstGeom prst="rect">
            <a:avLst/>
          </a:prstGeom>
          <a:noFill/>
        </p:spPr>
        <p:txBody>
          <a:bodyPr wrap="square" rtlCol="0">
            <a:spAutoFit/>
          </a:bodyPr>
          <a:lstStyle/>
          <a:p>
            <a:pPr algn="just"/>
            <a:r>
              <a:rPr lang="en-US" sz="3600" dirty="0">
                <a:latin typeface="Century Gothic" pitchFamily="34" charset="0"/>
              </a:rPr>
              <a:t>Work (0) - if the angle between the direction of displacement and the force is 90.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heckerboard(across)">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0"/>
            <a:ext cx="8686800" cy="2246769"/>
          </a:xfrm>
          <a:prstGeom prst="rect">
            <a:avLst/>
          </a:prstGeom>
          <a:noFill/>
        </p:spPr>
        <p:txBody>
          <a:bodyPr wrap="square" rtlCol="0">
            <a:spAutoFit/>
          </a:bodyPr>
          <a:lstStyle/>
          <a:p>
            <a:pPr algn="just"/>
            <a:r>
              <a:rPr lang="en-US" sz="2800" dirty="0">
                <a:latin typeface="Century Gothic" pitchFamily="34" charset="0"/>
              </a:rPr>
              <a:t>A force of 160 N making an angle of 30 degrees above the horizontal is applied to an object which moves across the horizontal frictionless surface a distance of 20 m. Find the work done by the force.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0"/>
            <a:ext cx="8686800" cy="2246769"/>
          </a:xfrm>
          <a:prstGeom prst="rect">
            <a:avLst/>
          </a:prstGeom>
          <a:noFill/>
        </p:spPr>
        <p:txBody>
          <a:bodyPr wrap="square" rtlCol="0">
            <a:spAutoFit/>
          </a:bodyPr>
          <a:lstStyle/>
          <a:p>
            <a:pPr algn="just"/>
            <a:r>
              <a:rPr lang="en-US" sz="2800" dirty="0">
                <a:latin typeface="Century Gothic" pitchFamily="34" charset="0"/>
              </a:rPr>
              <a:t>A 30 kg box is dragged with uniform speed along a horizontal surface with a force which makes 20 degrees with the horizontal. If the coefficient of friction is 0.20, find the work done in moving the box a distance of 6 meters.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0"/>
            <a:ext cx="8686800" cy="2677656"/>
          </a:xfrm>
          <a:prstGeom prst="rect">
            <a:avLst/>
          </a:prstGeom>
          <a:noFill/>
        </p:spPr>
        <p:txBody>
          <a:bodyPr wrap="square" rtlCol="0">
            <a:spAutoFit/>
          </a:bodyPr>
          <a:lstStyle/>
          <a:p>
            <a:pPr algn="just"/>
            <a:r>
              <a:rPr lang="en-US" sz="2800" dirty="0">
                <a:latin typeface="Century Gothic" pitchFamily="34" charset="0"/>
              </a:rPr>
              <a:t>A 1 kg block is dragged 40 cm upward with uniform velocity along a plane inclined 30 degrees with the horizontal, by a force parallel to the incline. The coefficient of kinetic friction is 0.2. (a) How much work is done by the applied force? (b) What is the total work done?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0"/>
            <a:ext cx="8686800" cy="3539430"/>
          </a:xfrm>
          <a:prstGeom prst="rect">
            <a:avLst/>
          </a:prstGeom>
          <a:noFill/>
        </p:spPr>
        <p:txBody>
          <a:bodyPr wrap="square" rtlCol="0">
            <a:spAutoFit/>
          </a:bodyPr>
          <a:lstStyle/>
          <a:p>
            <a:pPr algn="just"/>
            <a:r>
              <a:rPr lang="en-US" sz="2800" dirty="0">
                <a:latin typeface="Century Gothic" pitchFamily="34" charset="0"/>
              </a:rPr>
              <a:t>Diane pulls a sled along a snowy path on level ground with her little brother riding on the sled. The total mass of Jasper and the sled is 26 kg. The cord makes a 20 degree angle with the ground. As a simplified model, assume that the      is 0.16. Find (a) the work done by Diane. (b) work done by the ground on the sled while it moves 120 m at 3 km/hr. (c) What is the total work done? </a:t>
            </a:r>
          </a:p>
        </p:txBody>
      </p:sp>
      <p:graphicFrame>
        <p:nvGraphicFramePr>
          <p:cNvPr id="4" name="Object 3"/>
          <p:cNvGraphicFramePr>
            <a:graphicFrameLocks noChangeAspect="1"/>
          </p:cNvGraphicFramePr>
          <p:nvPr>
            <p:extLst>
              <p:ext uri="{D42A27DB-BD31-4B8C-83A1-F6EECF244321}">
                <p14:modId xmlns:p14="http://schemas.microsoft.com/office/powerpoint/2010/main" val="131295406"/>
              </p:ext>
            </p:extLst>
          </p:nvPr>
        </p:nvGraphicFramePr>
        <p:xfrm>
          <a:off x="7086600" y="1524000"/>
          <a:ext cx="552450" cy="662940"/>
        </p:xfrm>
        <a:graphic>
          <a:graphicData uri="http://schemas.openxmlformats.org/presentationml/2006/ole">
            <mc:AlternateContent xmlns:mc="http://schemas.openxmlformats.org/markup-compatibility/2006">
              <mc:Choice xmlns:v="urn:schemas-microsoft-com:vml" Requires="v">
                <p:oleObj spid="_x0000_s6153" name="Equation" r:id="rId3" imgW="190440" imgH="228600" progId="Equation.3">
                  <p:embed/>
                </p:oleObj>
              </mc:Choice>
              <mc:Fallback>
                <p:oleObj name="Equation" r:id="rId3" imgW="190440" imgH="2286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0" y="1524000"/>
                        <a:ext cx="552450" cy="6629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0"/>
            <a:ext cx="8686800" cy="3539430"/>
          </a:xfrm>
          <a:prstGeom prst="rect">
            <a:avLst/>
          </a:prstGeom>
          <a:noFill/>
        </p:spPr>
        <p:txBody>
          <a:bodyPr wrap="square" rtlCol="0">
            <a:spAutoFit/>
          </a:bodyPr>
          <a:lstStyle/>
          <a:p>
            <a:pPr algn="just"/>
            <a:r>
              <a:rPr lang="en-US" sz="2800" dirty="0">
                <a:latin typeface="Century Gothic" pitchFamily="34" charset="0"/>
              </a:rPr>
              <a:t>An antique chest 1400N heavy is to be moved to a truck. To get the chest from the ground onto the truck bed which is 1 m high, the movers have to decide what to do. Should they lift it straight up, or should they push it up their 4.0 m ramp? Assume no friction.</a:t>
            </a:r>
          </a:p>
          <a:p>
            <a:pPr marL="742950" indent="-742950" algn="just">
              <a:buAutoNum type="alphaLcPeriod"/>
            </a:pPr>
            <a:r>
              <a:rPr lang="en-US" sz="2800" dirty="0">
                <a:latin typeface="Century Gothic" pitchFamily="34" charset="0"/>
              </a:rPr>
              <a:t>Find the work by lifting it straight up.</a:t>
            </a:r>
          </a:p>
          <a:p>
            <a:pPr marL="742950" indent="-742950" algn="just">
              <a:buAutoNum type="alphaLcPeriod"/>
            </a:pPr>
            <a:r>
              <a:rPr lang="en-US" sz="2800" dirty="0">
                <a:latin typeface="Century Gothic" pitchFamily="34" charset="0"/>
              </a:rPr>
              <a:t> Find the work by using the ramp.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59738" y="295870"/>
            <a:ext cx="2531462" cy="923330"/>
          </a:xfrm>
          <a:prstGeom prst="rect">
            <a:avLst/>
          </a:prstGeom>
          <a:noFill/>
        </p:spPr>
        <p:txBody>
          <a:bodyPr wrap="none" lIns="91440" tIns="45720" rIns="91440" bIns="45720">
            <a:spAutoFit/>
          </a:bodyPr>
          <a:lstStyle/>
          <a:p>
            <a:pPr algn="ctr"/>
            <a:r>
              <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rPr>
              <a:t>Energy</a:t>
            </a:r>
          </a:p>
        </p:txBody>
      </p:sp>
      <p:sp>
        <p:nvSpPr>
          <p:cNvPr id="5" name="TextBox 4"/>
          <p:cNvSpPr txBox="1"/>
          <p:nvPr/>
        </p:nvSpPr>
        <p:spPr>
          <a:xfrm>
            <a:off x="228600" y="1182469"/>
            <a:ext cx="8686800" cy="1200329"/>
          </a:xfrm>
          <a:prstGeom prst="rect">
            <a:avLst/>
          </a:prstGeom>
          <a:noFill/>
        </p:spPr>
        <p:txBody>
          <a:bodyPr wrap="square" rtlCol="0">
            <a:spAutoFit/>
          </a:bodyPr>
          <a:lstStyle/>
          <a:p>
            <a:pPr algn="just"/>
            <a:r>
              <a:rPr lang="en-US" sz="3600" dirty="0">
                <a:latin typeface="Century Gothic" pitchFamily="34" charset="0"/>
              </a:rPr>
              <a:t>The capacity or ability of a body to do work.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68879" y="0"/>
            <a:ext cx="5032147" cy="923330"/>
          </a:xfrm>
          <a:prstGeom prst="rect">
            <a:avLst/>
          </a:prstGeom>
          <a:noFill/>
        </p:spPr>
        <p:txBody>
          <a:bodyPr wrap="none" lIns="91440" tIns="45720" rIns="91440" bIns="45720">
            <a:spAutoFit/>
          </a:bodyPr>
          <a:lstStyle/>
          <a:p>
            <a:pPr algn="ctr"/>
            <a:r>
              <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rPr>
              <a:t>Kinetic Energy</a:t>
            </a:r>
          </a:p>
        </p:txBody>
      </p:sp>
      <p:sp>
        <p:nvSpPr>
          <p:cNvPr id="3" name="TextBox 2"/>
          <p:cNvSpPr txBox="1"/>
          <p:nvPr/>
        </p:nvSpPr>
        <p:spPr>
          <a:xfrm>
            <a:off x="228600" y="1066800"/>
            <a:ext cx="8610600" cy="1200329"/>
          </a:xfrm>
          <a:prstGeom prst="rect">
            <a:avLst/>
          </a:prstGeom>
          <a:noFill/>
        </p:spPr>
        <p:txBody>
          <a:bodyPr wrap="square" rtlCol="0">
            <a:spAutoFit/>
          </a:bodyPr>
          <a:lstStyle/>
          <a:p>
            <a:r>
              <a:rPr lang="en-US" sz="3600" dirty="0"/>
              <a:t>Kinetic Energy – is the energy associated with motion of the object as a whole.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2817CF4-8BB2-FC4E-920E-F0AADE543B60}"/>
                  </a:ext>
                </a:extLst>
              </p:cNvPr>
              <p:cNvSpPr txBox="1"/>
              <p:nvPr/>
            </p:nvSpPr>
            <p:spPr>
              <a:xfrm>
                <a:off x="3374813" y="2921841"/>
                <a:ext cx="2394373" cy="101431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𝐸</m:t>
                          </m:r>
                        </m:e>
                        <m:sub>
                          <m:r>
                            <a:rPr lang="en-US" sz="3200" b="0" i="1" smtClean="0">
                              <a:latin typeface="Cambria Math" panose="02040503050406030204" pitchFamily="18" charset="0"/>
                            </a:rPr>
                            <m:t>𝐾</m:t>
                          </m:r>
                        </m:sub>
                      </m:sSub>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
                            <a:rPr lang="en-US" sz="3200" b="0" i="1" smtClean="0">
                              <a:latin typeface="Cambria Math" panose="02040503050406030204" pitchFamily="18" charset="0"/>
                            </a:rPr>
                            <m:t>2</m:t>
                          </m:r>
                        </m:den>
                      </m:f>
                      <m:r>
                        <a:rPr lang="en-US" sz="3200" b="0" i="1" smtClean="0">
                          <a:latin typeface="Cambria Math" panose="02040503050406030204" pitchFamily="18" charset="0"/>
                        </a:rPr>
                        <m:t>𝑚</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𝑣</m:t>
                          </m:r>
                        </m:e>
                        <m:sup>
                          <m:r>
                            <a:rPr lang="en-US" sz="3200" b="0" i="1" smtClean="0">
                              <a:latin typeface="Cambria Math" panose="02040503050406030204" pitchFamily="18" charset="0"/>
                            </a:rPr>
                            <m:t>2</m:t>
                          </m:r>
                        </m:sup>
                      </m:sSup>
                    </m:oMath>
                  </m:oMathPara>
                </a14:m>
                <a:endParaRPr lang="en-US" sz="3200" dirty="0"/>
              </a:p>
            </p:txBody>
          </p:sp>
        </mc:Choice>
        <mc:Fallback xmlns="">
          <p:sp>
            <p:nvSpPr>
              <p:cNvPr id="5" name="TextBox 4">
                <a:extLst>
                  <a:ext uri="{FF2B5EF4-FFF2-40B4-BE49-F238E27FC236}">
                    <a16:creationId xmlns:a16="http://schemas.microsoft.com/office/drawing/2014/main" id="{C2817CF4-8BB2-FC4E-920E-F0AADE543B60}"/>
                  </a:ext>
                </a:extLst>
              </p:cNvPr>
              <p:cNvSpPr txBox="1">
                <a:spLocks noRot="1" noChangeAspect="1" noMove="1" noResize="1" noEditPoints="1" noAdjustHandles="1" noChangeArrowheads="1" noChangeShapeType="1" noTextEdit="1"/>
              </p:cNvSpPr>
              <p:nvPr/>
            </p:nvSpPr>
            <p:spPr>
              <a:xfrm>
                <a:off x="3374813" y="2921841"/>
                <a:ext cx="2394373" cy="1014317"/>
              </a:xfrm>
              <a:prstGeom prst="rect">
                <a:avLst/>
              </a:prstGeom>
              <a:blipFill>
                <a:blip r:embed="rId2"/>
                <a:stretch>
                  <a:fillRect b="-7317"/>
                </a:stretch>
              </a:blipFill>
            </p:spPr>
            <p:txBody>
              <a:bodyPr/>
              <a:lstStyle/>
              <a:p>
                <a:r>
                  <a:rPr 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457200"/>
            <a:ext cx="8610600" cy="646331"/>
          </a:xfrm>
          <a:prstGeom prst="rect">
            <a:avLst/>
          </a:prstGeom>
          <a:noFill/>
        </p:spPr>
        <p:txBody>
          <a:bodyPr wrap="square" rtlCol="0">
            <a:spAutoFit/>
          </a:bodyPr>
          <a:lstStyle/>
          <a:p>
            <a:pPr algn="ctr"/>
            <a:r>
              <a:rPr lang="en-US" sz="3600" dirty="0"/>
              <a:t>Work – Kinetic Energy Theorem</a:t>
            </a:r>
          </a:p>
        </p:txBody>
      </p:sp>
      <p:sp>
        <p:nvSpPr>
          <p:cNvPr id="4" name="Rectangle 3"/>
          <p:cNvSpPr/>
          <p:nvPr/>
        </p:nvSpPr>
        <p:spPr>
          <a:xfrm>
            <a:off x="0" y="3505200"/>
            <a:ext cx="9144000" cy="2862322"/>
          </a:xfrm>
          <a:prstGeom prst="rect">
            <a:avLst/>
          </a:prstGeom>
        </p:spPr>
        <p:txBody>
          <a:bodyPr wrap="square">
            <a:spAutoFit/>
          </a:bodyPr>
          <a:lstStyle/>
          <a:p>
            <a:pPr algn="just"/>
            <a:r>
              <a:rPr lang="en-US" sz="3600" dirty="0"/>
              <a:t>In the case in which work is done on a system and the only change in the system is in its speed, the work done by the net force equals the change in kinetic energy of</a:t>
            </a:r>
          </a:p>
          <a:p>
            <a:pPr algn="just"/>
            <a:r>
              <a:rPr lang="en-US" sz="3600" dirty="0"/>
              <a:t>the system.</a:t>
            </a:r>
          </a:p>
        </p:txBody>
      </p:sp>
      <p:pic>
        <p:nvPicPr>
          <p:cNvPr id="24579" name="Picture 3"/>
          <p:cNvPicPr>
            <a:picLocks noChangeAspect="1" noChangeArrowheads="1"/>
          </p:cNvPicPr>
          <p:nvPr/>
        </p:nvPicPr>
        <p:blipFill>
          <a:blip r:embed="rId2"/>
          <a:srcRect/>
          <a:stretch>
            <a:fillRect/>
          </a:stretch>
        </p:blipFill>
        <p:spPr bwMode="auto">
          <a:xfrm>
            <a:off x="2149642" y="2362200"/>
            <a:ext cx="4327358" cy="790575"/>
          </a:xfrm>
          <a:prstGeom prst="rect">
            <a:avLst/>
          </a:prstGeom>
          <a:noFill/>
          <a:ln w="9525">
            <a:noFill/>
            <a:miter lim="800000"/>
            <a:headEnd/>
            <a:tailEnd/>
          </a:ln>
          <a:effec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5E6BBB3-7471-1145-93B9-7CFBD9B4F577}"/>
                  </a:ext>
                </a:extLst>
              </p:cNvPr>
              <p:cNvSpPr txBox="1"/>
              <p:nvPr/>
            </p:nvSpPr>
            <p:spPr>
              <a:xfrm>
                <a:off x="3213359" y="1440478"/>
                <a:ext cx="2717282"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𝑊</m:t>
                          </m:r>
                        </m:e>
                        <m:sub>
                          <m:r>
                            <a:rPr lang="en-US" sz="3200" b="0" i="1" smtClean="0">
                              <a:latin typeface="Cambria Math" panose="02040503050406030204" pitchFamily="18" charset="0"/>
                            </a:rPr>
                            <m:t>𝑇𝑜𝑡𝑎𝑙</m:t>
                          </m:r>
                        </m:sub>
                      </m:sSub>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m:t>
                      </m:r>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𝐸</m:t>
                          </m:r>
                        </m:e>
                        <m:sub>
                          <m:r>
                            <a:rPr lang="en-US" sz="3200" b="0" i="1" smtClean="0">
                              <a:latin typeface="Cambria Math" panose="02040503050406030204" pitchFamily="18" charset="0"/>
                              <a:ea typeface="Cambria Math" panose="02040503050406030204" pitchFamily="18" charset="0"/>
                            </a:rPr>
                            <m:t>𝐾</m:t>
                          </m:r>
                        </m:sub>
                      </m:sSub>
                    </m:oMath>
                  </m:oMathPara>
                </a14:m>
                <a:endParaRPr lang="en-US" sz="3200" dirty="0"/>
              </a:p>
            </p:txBody>
          </p:sp>
        </mc:Choice>
        <mc:Fallback xmlns="">
          <p:sp>
            <p:nvSpPr>
              <p:cNvPr id="7" name="TextBox 6">
                <a:extLst>
                  <a:ext uri="{FF2B5EF4-FFF2-40B4-BE49-F238E27FC236}">
                    <a16:creationId xmlns:a16="http://schemas.microsoft.com/office/drawing/2014/main" id="{75E6BBB3-7471-1145-93B9-7CFBD9B4F577}"/>
                  </a:ext>
                </a:extLst>
              </p:cNvPr>
              <p:cNvSpPr txBox="1">
                <a:spLocks noRot="1" noChangeAspect="1" noMove="1" noResize="1" noEditPoints="1" noAdjustHandles="1" noChangeArrowheads="1" noChangeShapeType="1" noTextEdit="1"/>
              </p:cNvSpPr>
              <p:nvPr/>
            </p:nvSpPr>
            <p:spPr>
              <a:xfrm>
                <a:off x="3213359" y="1440478"/>
                <a:ext cx="2717282" cy="584775"/>
              </a:xfrm>
              <a:prstGeom prst="rect">
                <a:avLst/>
              </a:prstGeom>
              <a:blipFill>
                <a:blip r:embed="rId3"/>
                <a:stretch>
                  <a:fillRect b="-8511"/>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82476"/>
            <a:ext cx="8686800" cy="2308324"/>
          </a:xfrm>
          <a:prstGeom prst="rect">
            <a:avLst/>
          </a:prstGeom>
          <a:noFill/>
        </p:spPr>
        <p:txBody>
          <a:bodyPr wrap="square" rtlCol="0">
            <a:spAutoFit/>
          </a:bodyPr>
          <a:lstStyle/>
          <a:p>
            <a:pPr algn="just"/>
            <a:r>
              <a:rPr lang="en-US" sz="3600" dirty="0">
                <a:latin typeface="Century Gothic" pitchFamily="34" charset="0"/>
              </a:rPr>
              <a:t>A constant force acts on a body of mass 4kg and changes its speed from 4 m/s to 8 m/s in a distance of 20 meters. Find the force.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82476"/>
            <a:ext cx="8686800" cy="2308324"/>
          </a:xfrm>
          <a:prstGeom prst="rect">
            <a:avLst/>
          </a:prstGeom>
          <a:noFill/>
        </p:spPr>
        <p:txBody>
          <a:bodyPr wrap="square" rtlCol="0">
            <a:spAutoFit/>
          </a:bodyPr>
          <a:lstStyle/>
          <a:p>
            <a:pPr algn="just"/>
            <a:r>
              <a:rPr lang="en-US" sz="3600" dirty="0">
                <a:latin typeface="Century Gothic" pitchFamily="34" charset="0"/>
              </a:rPr>
              <a:t>A constant force acts on a body of mass 4kg and changes its speed from 4 m/s to 8 m/s in a distance of 20 meters. Find the force.</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214200" y="2643120"/>
              <a:ext cx="7081560" cy="3822480"/>
            </p14:xfrm>
          </p:contentPart>
        </mc:Choice>
        <mc:Fallback xmlns="">
          <p:pic>
            <p:nvPicPr>
              <p:cNvPr id="3" name="Ink 2"/>
              <p:cNvPicPr/>
              <p:nvPr/>
            </p:nvPicPr>
            <p:blipFill>
              <a:blip r:embed="rId3"/>
              <a:stretch>
                <a:fillRect/>
              </a:stretch>
            </p:blipFill>
            <p:spPr>
              <a:xfrm>
                <a:off x="204840" y="2633760"/>
                <a:ext cx="7100280" cy="3841200"/>
              </a:xfrm>
              <a:prstGeom prst="rect">
                <a:avLst/>
              </a:prstGeom>
            </p:spPr>
          </p:pic>
        </mc:Fallback>
      </mc:AlternateContent>
    </p:spTree>
    <p:extLst>
      <p:ext uri="{BB962C8B-B14F-4D97-AF65-F5344CB8AC3E}">
        <p14:creationId xmlns:p14="http://schemas.microsoft.com/office/powerpoint/2010/main" val="532359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04800"/>
            <a:ext cx="9144000" cy="2862322"/>
          </a:xfrm>
          <a:prstGeom prst="rect">
            <a:avLst/>
          </a:prstGeom>
        </p:spPr>
        <p:txBody>
          <a:bodyPr wrap="square">
            <a:spAutoFit/>
          </a:bodyPr>
          <a:lstStyle/>
          <a:p>
            <a:pPr algn="just"/>
            <a:r>
              <a:rPr lang="en-US" sz="3600" dirty="0"/>
              <a:t>A 6.0-kg block initially at rest is pulled to the right along a horizontal, frictionless surface by a constant horizontal force of 12 N. Find the speed of the block after it has moved 3.0 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04800"/>
            <a:ext cx="9144000" cy="2862322"/>
          </a:xfrm>
          <a:prstGeom prst="rect">
            <a:avLst/>
          </a:prstGeom>
        </p:spPr>
        <p:txBody>
          <a:bodyPr wrap="square">
            <a:spAutoFit/>
          </a:bodyPr>
          <a:lstStyle/>
          <a:p>
            <a:pPr algn="just"/>
            <a:r>
              <a:rPr lang="en-US" sz="3600" dirty="0"/>
              <a:t>A 6.0-kg block initially at rest is pulled to the right along a horizontal, frictionless surface by a constant horizontal force of 12 N. Find the speed of the block after it has moved 3.0 m.</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5295240" y="1437840"/>
              <a:ext cx="2643480" cy="2348640"/>
            </p14:xfrm>
          </p:contentPart>
        </mc:Choice>
        <mc:Fallback xmlns="">
          <p:pic>
            <p:nvPicPr>
              <p:cNvPr id="3" name="Ink 2"/>
              <p:cNvPicPr/>
              <p:nvPr/>
            </p:nvPicPr>
            <p:blipFill>
              <a:blip r:embed="rId5"/>
              <a:stretch>
                <a:fillRect/>
              </a:stretch>
            </p:blipFill>
            <p:spPr>
              <a:xfrm>
                <a:off x="5285880" y="1428480"/>
                <a:ext cx="2662200" cy="2367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p14:cNvContentPartPr/>
              <p14:nvPr/>
            </p14:nvContentPartPr>
            <p14:xfrm>
              <a:off x="357120" y="892800"/>
              <a:ext cx="5563800" cy="4795920"/>
            </p14:xfrm>
          </p:contentPart>
        </mc:Choice>
        <mc:Fallback xmlns="">
          <p:pic>
            <p:nvPicPr>
              <p:cNvPr id="5" name="Ink 4"/>
              <p:cNvPicPr/>
              <p:nvPr/>
            </p:nvPicPr>
            <p:blipFill>
              <a:blip r:embed="rId7"/>
              <a:stretch>
                <a:fillRect/>
              </a:stretch>
            </p:blipFill>
            <p:spPr>
              <a:xfrm>
                <a:off x="347760" y="883440"/>
                <a:ext cx="5582520" cy="4814640"/>
              </a:xfrm>
              <a:prstGeom prst="rect">
                <a:avLst/>
              </a:prstGeom>
            </p:spPr>
          </p:pic>
        </mc:Fallback>
      </mc:AlternateContent>
    </p:spTree>
    <p:extLst>
      <p:ext uri="{BB962C8B-B14F-4D97-AF65-F5344CB8AC3E}">
        <p14:creationId xmlns:p14="http://schemas.microsoft.com/office/powerpoint/2010/main" val="1389885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0"/>
            <a:ext cx="8686800" cy="4524315"/>
          </a:xfrm>
          <a:prstGeom prst="rect">
            <a:avLst/>
          </a:prstGeom>
          <a:noFill/>
        </p:spPr>
        <p:txBody>
          <a:bodyPr wrap="square" rtlCol="0">
            <a:spAutoFit/>
          </a:bodyPr>
          <a:lstStyle/>
          <a:p>
            <a:pPr algn="just"/>
            <a:r>
              <a:rPr lang="en-US" sz="3600" dirty="0">
                <a:latin typeface="Century Gothic" pitchFamily="34" charset="0"/>
              </a:rPr>
              <a:t>A brick of mass 1 kg is thrown along a horizontal surface with an initial velocity of 2m/s. the coefficient of friction is 0.2. What is the kinetic energy and speed of the brick after traveling a distance of 80 cm? How far does the brick go before coming to rest?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0"/>
            <a:ext cx="8686800" cy="4524315"/>
          </a:xfrm>
          <a:prstGeom prst="rect">
            <a:avLst/>
          </a:prstGeom>
          <a:noFill/>
        </p:spPr>
        <p:txBody>
          <a:bodyPr wrap="square" rtlCol="0">
            <a:spAutoFit/>
          </a:bodyPr>
          <a:lstStyle/>
          <a:p>
            <a:pPr algn="just"/>
            <a:r>
              <a:rPr lang="en-US" sz="3600" dirty="0">
                <a:latin typeface="Century Gothic" pitchFamily="34" charset="0"/>
              </a:rPr>
              <a:t>A brick of mass 1 kg is thrown along a horizontal surface with an initial velocity of 2m/s. the coefficient of friction is 0.2. What is the kinetic energy and speed of the brick after traveling a distance of 80 cm? How far does the brick go before coming to rest? </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0" y="2187720"/>
              <a:ext cx="9037080" cy="4367160"/>
            </p14:xfrm>
          </p:contentPart>
        </mc:Choice>
        <mc:Fallback xmlns="">
          <p:pic>
            <p:nvPicPr>
              <p:cNvPr id="3" name="Ink 2"/>
              <p:cNvPicPr/>
              <p:nvPr/>
            </p:nvPicPr>
            <p:blipFill>
              <a:blip r:embed="rId3"/>
              <a:stretch>
                <a:fillRect/>
              </a:stretch>
            </p:blipFill>
            <p:spPr>
              <a:xfrm>
                <a:off x="-9360" y="2178360"/>
                <a:ext cx="9055800" cy="4385880"/>
              </a:xfrm>
              <a:prstGeom prst="rect">
                <a:avLst/>
              </a:prstGeom>
            </p:spPr>
          </p:pic>
        </mc:Fallback>
      </mc:AlternateContent>
    </p:spTree>
    <p:extLst>
      <p:ext uri="{BB962C8B-B14F-4D97-AF65-F5344CB8AC3E}">
        <p14:creationId xmlns:p14="http://schemas.microsoft.com/office/powerpoint/2010/main" val="1504885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76200"/>
            <a:ext cx="9144000" cy="1938992"/>
          </a:xfrm>
          <a:prstGeom prst="rect">
            <a:avLst/>
          </a:prstGeom>
        </p:spPr>
        <p:txBody>
          <a:bodyPr wrap="square">
            <a:spAutoFit/>
          </a:bodyPr>
          <a:lstStyle/>
          <a:p>
            <a:pPr algn="just"/>
            <a:r>
              <a:rPr lang="en-US" sz="4000" dirty="0"/>
              <a:t>A 6.0-kg block initially at rest is pulled to the right along a horizontal surface by a constant horizontal force of 12 N.</a:t>
            </a:r>
          </a:p>
        </p:txBody>
      </p:sp>
      <p:sp>
        <p:nvSpPr>
          <p:cNvPr id="5" name="Rectangle 4"/>
          <p:cNvSpPr/>
          <p:nvPr/>
        </p:nvSpPr>
        <p:spPr>
          <a:xfrm>
            <a:off x="0" y="1905000"/>
            <a:ext cx="9144000" cy="2554545"/>
          </a:xfrm>
          <a:prstGeom prst="rect">
            <a:avLst/>
          </a:prstGeom>
        </p:spPr>
        <p:txBody>
          <a:bodyPr wrap="square">
            <a:spAutoFit/>
          </a:bodyPr>
          <a:lstStyle/>
          <a:p>
            <a:pPr algn="just"/>
            <a:r>
              <a:rPr lang="en-US" sz="4000" dirty="0"/>
              <a:t>Find the speed of the block after it has moved 3.0 m if the surfaces in contact have a coefficient of kinetic friction of 0.15.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6769" y="0"/>
            <a:ext cx="7532831" cy="1754326"/>
          </a:xfrm>
          <a:prstGeom prst="rect">
            <a:avLst/>
          </a:prstGeom>
          <a:noFill/>
        </p:spPr>
        <p:txBody>
          <a:bodyPr wrap="none" lIns="91440" tIns="45720" rIns="91440" bIns="45720">
            <a:spAutoFit/>
          </a:bodyPr>
          <a:lstStyle/>
          <a:p>
            <a:pPr algn="ctr"/>
            <a:r>
              <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rPr>
              <a:t>Gravitational Potential</a:t>
            </a:r>
          </a:p>
          <a:p>
            <a:pPr algn="ctr"/>
            <a:r>
              <a:rPr lang="en-US" sz="54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Energy</a:t>
            </a:r>
            <a:endPar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sp>
        <p:nvSpPr>
          <p:cNvPr id="4" name="TextBox 3"/>
          <p:cNvSpPr txBox="1"/>
          <p:nvPr/>
        </p:nvSpPr>
        <p:spPr>
          <a:xfrm>
            <a:off x="228600" y="1806476"/>
            <a:ext cx="8686800" cy="2308324"/>
          </a:xfrm>
          <a:prstGeom prst="rect">
            <a:avLst/>
          </a:prstGeom>
          <a:noFill/>
        </p:spPr>
        <p:txBody>
          <a:bodyPr wrap="square" rtlCol="0">
            <a:spAutoFit/>
          </a:bodyPr>
          <a:lstStyle/>
          <a:p>
            <a:pPr algn="just"/>
            <a:r>
              <a:rPr lang="en-US" sz="3600" dirty="0">
                <a:latin typeface="Century Gothic" pitchFamily="34" charset="0"/>
              </a:rPr>
              <a:t>Stored energy due to the interaction of an object with something else that can easily be recovered as kinetic energy. </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4429080" y="3777120"/>
              <a:ext cx="1545120" cy="1464840"/>
            </p14:xfrm>
          </p:contentPart>
        </mc:Choice>
        <mc:Fallback xmlns="">
          <p:pic>
            <p:nvPicPr>
              <p:cNvPr id="3" name="Ink 2"/>
              <p:cNvPicPr/>
              <p:nvPr/>
            </p:nvPicPr>
            <p:blipFill>
              <a:blip r:embed="rId3"/>
              <a:stretch>
                <a:fillRect/>
              </a:stretch>
            </p:blipFill>
            <p:spPr>
              <a:xfrm>
                <a:off x="4419720" y="3767760"/>
                <a:ext cx="1563840" cy="148356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76200"/>
            <a:ext cx="8686800" cy="646331"/>
          </a:xfrm>
          <a:prstGeom prst="rect">
            <a:avLst/>
          </a:prstGeom>
          <a:noFill/>
        </p:spPr>
        <p:txBody>
          <a:bodyPr wrap="square" rtlCol="0">
            <a:spAutoFit/>
          </a:bodyPr>
          <a:lstStyle/>
          <a:p>
            <a:pPr algn="just"/>
            <a:r>
              <a:rPr lang="en-US" sz="3600" b="1" dirty="0">
                <a:latin typeface="Century Gothic" pitchFamily="34" charset="0"/>
              </a:rPr>
              <a:t>Gravitational Potential Energy:</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00964D9-ABF3-A14A-8417-A7B633EE4E51}"/>
                  </a:ext>
                </a:extLst>
              </p:cNvPr>
              <p:cNvSpPr txBox="1"/>
              <p:nvPr/>
            </p:nvSpPr>
            <p:spPr>
              <a:xfrm>
                <a:off x="3394177" y="1045696"/>
                <a:ext cx="2355645"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𝐸</m:t>
                          </m:r>
                        </m:e>
                        <m:sub>
                          <m:r>
                            <a:rPr lang="en-US" sz="3600" b="0" i="1" smtClean="0">
                              <a:latin typeface="Cambria Math" panose="02040503050406030204" pitchFamily="18" charset="0"/>
                            </a:rPr>
                            <m:t>𝑃</m:t>
                          </m:r>
                        </m:sub>
                      </m:sSub>
                      <m:r>
                        <a:rPr lang="en-US" sz="3600" b="0" i="1" smtClean="0">
                          <a:latin typeface="Cambria Math" panose="02040503050406030204" pitchFamily="18" charset="0"/>
                        </a:rPr>
                        <m:t>=</m:t>
                      </m:r>
                      <m:r>
                        <a:rPr lang="en-US" sz="3600" b="0" i="1" smtClean="0">
                          <a:latin typeface="Cambria Math" panose="02040503050406030204" pitchFamily="18" charset="0"/>
                        </a:rPr>
                        <m:t>𝑚𝑔h</m:t>
                      </m:r>
                    </m:oMath>
                  </m:oMathPara>
                </a14:m>
                <a:endParaRPr lang="en-US" sz="3600" dirty="0"/>
              </a:p>
            </p:txBody>
          </p:sp>
        </mc:Choice>
        <mc:Fallback xmlns="">
          <p:sp>
            <p:nvSpPr>
              <p:cNvPr id="6" name="TextBox 5">
                <a:extLst>
                  <a:ext uri="{FF2B5EF4-FFF2-40B4-BE49-F238E27FC236}">
                    <a16:creationId xmlns:a16="http://schemas.microsoft.com/office/drawing/2014/main" id="{100964D9-ABF3-A14A-8417-A7B633EE4E51}"/>
                  </a:ext>
                </a:extLst>
              </p:cNvPr>
              <p:cNvSpPr txBox="1">
                <a:spLocks noRot="1" noChangeAspect="1" noMove="1" noResize="1" noEditPoints="1" noAdjustHandles="1" noChangeArrowheads="1" noChangeShapeType="1" noTextEdit="1"/>
              </p:cNvSpPr>
              <p:nvPr/>
            </p:nvSpPr>
            <p:spPr>
              <a:xfrm>
                <a:off x="3394177" y="1045696"/>
                <a:ext cx="2355645" cy="646331"/>
              </a:xfrm>
              <a:prstGeom prst="rect">
                <a:avLst/>
              </a:prstGeom>
              <a:blipFill>
                <a:blip r:embed="rId2"/>
                <a:stretch>
                  <a:fillRect r="-1613"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D09E519-9502-6C40-992D-284C1A4DA7EA}"/>
                  </a:ext>
                </a:extLst>
              </p:cNvPr>
              <p:cNvSpPr txBox="1"/>
              <p:nvPr/>
            </p:nvSpPr>
            <p:spPr>
              <a:xfrm>
                <a:off x="3114516" y="1775911"/>
                <a:ext cx="2914965"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𝐸</m:t>
                          </m:r>
                        </m:e>
                        <m:sub>
                          <m:r>
                            <a:rPr lang="en-US" sz="3600" b="0" i="1" smtClean="0">
                              <a:latin typeface="Cambria Math" panose="02040503050406030204" pitchFamily="18" charset="0"/>
                            </a:rPr>
                            <m:t>𝑃</m:t>
                          </m:r>
                        </m:sub>
                      </m:sSub>
                      <m:r>
                        <a:rPr lang="en-US" sz="3600" b="0" i="1" smtClean="0">
                          <a:latin typeface="Cambria Math" panose="02040503050406030204" pitchFamily="18" charset="0"/>
                        </a:rPr>
                        <m:t>=</m:t>
                      </m:r>
                      <m:r>
                        <a:rPr lang="en-US" sz="3600" b="0" i="1" smtClean="0">
                          <a:latin typeface="Cambria Math" panose="02040503050406030204" pitchFamily="18" charset="0"/>
                        </a:rPr>
                        <m:t>𝑚𝑔</m:t>
                      </m:r>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rPr>
                        <m:t>h</m:t>
                      </m:r>
                    </m:oMath>
                  </m:oMathPara>
                </a14:m>
                <a:endParaRPr lang="en-US" sz="3600" dirty="0"/>
              </a:p>
            </p:txBody>
          </p:sp>
        </mc:Choice>
        <mc:Fallback xmlns="">
          <p:sp>
            <p:nvSpPr>
              <p:cNvPr id="7" name="TextBox 6">
                <a:extLst>
                  <a:ext uri="{FF2B5EF4-FFF2-40B4-BE49-F238E27FC236}">
                    <a16:creationId xmlns:a16="http://schemas.microsoft.com/office/drawing/2014/main" id="{CD09E519-9502-6C40-992D-284C1A4DA7EA}"/>
                  </a:ext>
                </a:extLst>
              </p:cNvPr>
              <p:cNvSpPr txBox="1">
                <a:spLocks noRot="1" noChangeAspect="1" noMove="1" noResize="1" noEditPoints="1" noAdjustHandles="1" noChangeArrowheads="1" noChangeShapeType="1" noTextEdit="1"/>
              </p:cNvSpPr>
              <p:nvPr/>
            </p:nvSpPr>
            <p:spPr>
              <a:xfrm>
                <a:off x="3114516" y="1775911"/>
                <a:ext cx="2914965" cy="646331"/>
              </a:xfrm>
              <a:prstGeom prst="rect">
                <a:avLst/>
              </a:prstGeom>
              <a:blipFill>
                <a:blip r:embed="rId3"/>
                <a:stretch>
                  <a:fillRect b="-173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4C1F734-5FAE-874F-8E93-9C2C67AA26CB}"/>
                  </a:ext>
                </a:extLst>
              </p:cNvPr>
              <p:cNvSpPr txBox="1"/>
              <p:nvPr/>
            </p:nvSpPr>
            <p:spPr>
              <a:xfrm>
                <a:off x="2649114" y="2516514"/>
                <a:ext cx="3351430"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𝑊</m:t>
                          </m:r>
                        </m:e>
                        <m:sub>
                          <m:r>
                            <a:rPr lang="en-US" sz="3600" b="0" i="1" smtClean="0">
                              <a:latin typeface="Cambria Math" panose="02040503050406030204" pitchFamily="18" charset="0"/>
                            </a:rPr>
                            <m:t>𝑇𝑜𝑡𝑎𝑙</m:t>
                          </m:r>
                        </m:sub>
                      </m:sSub>
                      <m:r>
                        <a:rPr lang="en-US" sz="3600" b="0" i="1" smtClean="0">
                          <a:latin typeface="Cambria Math" panose="02040503050406030204" pitchFamily="18" charset="0"/>
                        </a:rPr>
                        <m:t>=−</m:t>
                      </m:r>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𝐸</m:t>
                          </m:r>
                        </m:e>
                        <m:sub>
                          <m:r>
                            <a:rPr lang="en-US" sz="3600" i="1">
                              <a:latin typeface="Cambria Math" panose="02040503050406030204" pitchFamily="18" charset="0"/>
                            </a:rPr>
                            <m:t>𝑃</m:t>
                          </m:r>
                        </m:sub>
                      </m:sSub>
                    </m:oMath>
                  </m:oMathPara>
                </a14:m>
                <a:endParaRPr lang="en-US" sz="3600" dirty="0"/>
              </a:p>
            </p:txBody>
          </p:sp>
        </mc:Choice>
        <mc:Fallback xmlns="">
          <p:sp>
            <p:nvSpPr>
              <p:cNvPr id="8" name="TextBox 7">
                <a:extLst>
                  <a:ext uri="{FF2B5EF4-FFF2-40B4-BE49-F238E27FC236}">
                    <a16:creationId xmlns:a16="http://schemas.microsoft.com/office/drawing/2014/main" id="{F4C1F734-5FAE-874F-8E93-9C2C67AA26CB}"/>
                  </a:ext>
                </a:extLst>
              </p:cNvPr>
              <p:cNvSpPr txBox="1">
                <a:spLocks noRot="1" noChangeAspect="1" noMove="1" noResize="1" noEditPoints="1" noAdjustHandles="1" noChangeArrowheads="1" noChangeShapeType="1" noTextEdit="1"/>
              </p:cNvSpPr>
              <p:nvPr/>
            </p:nvSpPr>
            <p:spPr>
              <a:xfrm>
                <a:off x="2649114" y="2516514"/>
                <a:ext cx="3351430" cy="646331"/>
              </a:xfrm>
              <a:prstGeom prst="rect">
                <a:avLst/>
              </a:prstGeom>
              <a:blipFill>
                <a:blip r:embed="rId4"/>
                <a:stretch>
                  <a:fillRect b="-7692"/>
                </a:stretch>
              </a:blipFill>
            </p:spPr>
            <p:txBody>
              <a:bodyPr/>
              <a:lstStyle/>
              <a:p>
                <a:r>
                  <a:rPr 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927C82C-B34C-5148-BDE5-21D68DE14788}"/>
                  </a:ext>
                </a:extLst>
              </p:cNvPr>
              <p:cNvSpPr txBox="1"/>
              <p:nvPr/>
            </p:nvSpPr>
            <p:spPr>
              <a:xfrm>
                <a:off x="3299632" y="1035172"/>
                <a:ext cx="2544736" cy="11294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𝐸</m:t>
                          </m:r>
                        </m:e>
                        <m:sub>
                          <m:r>
                            <a:rPr lang="en-US" sz="3600" b="0" i="1" smtClean="0">
                              <a:latin typeface="Cambria Math" panose="02040503050406030204" pitchFamily="18" charset="0"/>
                            </a:rPr>
                            <m:t>𝐻</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1</m:t>
                          </m:r>
                        </m:num>
                        <m:den>
                          <m:r>
                            <a:rPr lang="en-US" sz="3600" b="0" i="1" smtClean="0">
                              <a:latin typeface="Cambria Math" panose="02040503050406030204" pitchFamily="18" charset="0"/>
                            </a:rPr>
                            <m:t>2</m:t>
                          </m:r>
                        </m:den>
                      </m:f>
                      <m:r>
                        <a:rPr lang="en-US" sz="3600" b="0" i="1" smtClean="0">
                          <a:latin typeface="Cambria Math" panose="02040503050406030204" pitchFamily="18" charset="0"/>
                        </a:rPr>
                        <m:t>𝑘</m:t>
                      </m:r>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𝑥</m:t>
                          </m:r>
                        </m:e>
                        <m:sup>
                          <m:r>
                            <a:rPr lang="en-US" sz="3600" b="0" i="1" smtClean="0">
                              <a:latin typeface="Cambria Math" panose="02040503050406030204" pitchFamily="18" charset="0"/>
                            </a:rPr>
                            <m:t>2</m:t>
                          </m:r>
                        </m:sup>
                      </m:sSup>
                    </m:oMath>
                  </m:oMathPara>
                </a14:m>
                <a:endParaRPr lang="en-US" sz="3600" dirty="0"/>
              </a:p>
            </p:txBody>
          </p:sp>
        </mc:Choice>
        <mc:Fallback xmlns="">
          <p:sp>
            <p:nvSpPr>
              <p:cNvPr id="3" name="TextBox 2">
                <a:extLst>
                  <a:ext uri="{FF2B5EF4-FFF2-40B4-BE49-F238E27FC236}">
                    <a16:creationId xmlns:a16="http://schemas.microsoft.com/office/drawing/2014/main" id="{F927C82C-B34C-5148-BDE5-21D68DE14788}"/>
                  </a:ext>
                </a:extLst>
              </p:cNvPr>
              <p:cNvSpPr txBox="1">
                <a:spLocks noRot="1" noChangeAspect="1" noMove="1" noResize="1" noEditPoints="1" noAdjustHandles="1" noChangeArrowheads="1" noChangeShapeType="1" noTextEdit="1"/>
              </p:cNvSpPr>
              <p:nvPr/>
            </p:nvSpPr>
            <p:spPr>
              <a:xfrm>
                <a:off x="3299632" y="1035172"/>
                <a:ext cx="2544736" cy="1129476"/>
              </a:xfrm>
              <a:prstGeom prst="rect">
                <a:avLst/>
              </a:prstGeom>
              <a:blipFill>
                <a:blip r:embed="rId2"/>
                <a:stretch>
                  <a:fillRect b="-888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E5A0EB8-AD7C-5245-97A6-2F0B32368B9F}"/>
              </a:ext>
            </a:extLst>
          </p:cNvPr>
          <p:cNvSpPr txBox="1"/>
          <p:nvPr/>
        </p:nvSpPr>
        <p:spPr>
          <a:xfrm>
            <a:off x="228600" y="76200"/>
            <a:ext cx="8686800" cy="646331"/>
          </a:xfrm>
          <a:prstGeom prst="rect">
            <a:avLst/>
          </a:prstGeom>
          <a:noFill/>
        </p:spPr>
        <p:txBody>
          <a:bodyPr wrap="square" rtlCol="0">
            <a:spAutoFit/>
          </a:bodyPr>
          <a:lstStyle/>
          <a:p>
            <a:pPr algn="just"/>
            <a:r>
              <a:rPr lang="en-US" sz="3600" b="1" dirty="0">
                <a:latin typeface="Century Gothic" pitchFamily="34" charset="0"/>
              </a:rPr>
              <a:t>Elastic Potential Energy:</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AEEFB31-BA71-3F4F-BB35-AC5AE788FBBA}"/>
                  </a:ext>
                </a:extLst>
              </p:cNvPr>
              <p:cNvSpPr txBox="1"/>
              <p:nvPr/>
            </p:nvSpPr>
            <p:spPr>
              <a:xfrm>
                <a:off x="3023915" y="2556620"/>
                <a:ext cx="3096169" cy="11294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𝐸</m:t>
                          </m:r>
                        </m:e>
                        <m:sub>
                          <m:r>
                            <a:rPr lang="en-US" sz="3600" b="0" i="1" smtClean="0">
                              <a:latin typeface="Cambria Math" panose="02040503050406030204" pitchFamily="18" charset="0"/>
                            </a:rPr>
                            <m:t>𝐻</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1</m:t>
                          </m:r>
                        </m:num>
                        <m:den>
                          <m:r>
                            <a:rPr lang="en-US" sz="3600" b="0" i="1" smtClean="0">
                              <a:latin typeface="Cambria Math" panose="02040503050406030204" pitchFamily="18" charset="0"/>
                            </a:rPr>
                            <m:t>2</m:t>
                          </m:r>
                        </m:den>
                      </m:f>
                      <m:r>
                        <a:rPr lang="en-US" sz="3600" b="0" i="1" smtClean="0">
                          <a:latin typeface="Cambria Math" panose="02040503050406030204" pitchFamily="18" charset="0"/>
                        </a:rPr>
                        <m:t>𝑘</m:t>
                      </m:r>
                      <m:r>
                        <a:rPr lang="en-US" sz="3600" b="0" i="1" smtClean="0">
                          <a:latin typeface="Cambria Math" panose="02040503050406030204" pitchFamily="18" charset="0"/>
                          <a:ea typeface="Cambria Math" panose="02040503050406030204" pitchFamily="18" charset="0"/>
                        </a:rPr>
                        <m:t>∆</m:t>
                      </m:r>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𝑥</m:t>
                          </m:r>
                        </m:e>
                        <m:sup>
                          <m:r>
                            <a:rPr lang="en-US" sz="3600" b="0" i="1" smtClean="0">
                              <a:latin typeface="Cambria Math" panose="02040503050406030204" pitchFamily="18" charset="0"/>
                            </a:rPr>
                            <m:t>2</m:t>
                          </m:r>
                        </m:sup>
                      </m:sSup>
                    </m:oMath>
                  </m:oMathPara>
                </a14:m>
                <a:endParaRPr lang="en-US" sz="3600" dirty="0"/>
              </a:p>
            </p:txBody>
          </p:sp>
        </mc:Choice>
        <mc:Fallback xmlns="">
          <p:sp>
            <p:nvSpPr>
              <p:cNvPr id="8" name="TextBox 7">
                <a:extLst>
                  <a:ext uri="{FF2B5EF4-FFF2-40B4-BE49-F238E27FC236}">
                    <a16:creationId xmlns:a16="http://schemas.microsoft.com/office/drawing/2014/main" id="{4AEEFB31-BA71-3F4F-BB35-AC5AE788FBBA}"/>
                  </a:ext>
                </a:extLst>
              </p:cNvPr>
              <p:cNvSpPr txBox="1">
                <a:spLocks noRot="1" noChangeAspect="1" noMove="1" noResize="1" noEditPoints="1" noAdjustHandles="1" noChangeArrowheads="1" noChangeShapeType="1" noTextEdit="1"/>
              </p:cNvSpPr>
              <p:nvPr/>
            </p:nvSpPr>
            <p:spPr>
              <a:xfrm>
                <a:off x="3023915" y="2556620"/>
                <a:ext cx="3096169" cy="1129476"/>
              </a:xfrm>
              <a:prstGeom prst="rect">
                <a:avLst/>
              </a:prstGeom>
              <a:blipFill>
                <a:blip r:embed="rId3"/>
                <a:stretch>
                  <a:fillRect b="-8889"/>
                </a:stretch>
              </a:blipFill>
            </p:spPr>
            <p:txBody>
              <a:bodyPr/>
              <a:lstStyle/>
              <a:p>
                <a:r>
                  <a:rPr lang="en-US">
                    <a:noFill/>
                  </a:rPr>
                  <a:t> </a:t>
                </a:r>
              </a:p>
            </p:txBody>
          </p:sp>
        </mc:Fallback>
      </mc:AlternateContent>
    </p:spTree>
    <p:extLst>
      <p:ext uri="{BB962C8B-B14F-4D97-AF65-F5344CB8AC3E}">
        <p14:creationId xmlns:p14="http://schemas.microsoft.com/office/powerpoint/2010/main" val="3470984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525"/>
            <a:ext cx="4876800" cy="66257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4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4509" y="1907922"/>
            <a:ext cx="4506252" cy="2828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9125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419"/>
                                        </p:tgtEl>
                                        <p:attrNameLst>
                                          <p:attrName>style.visibility</p:attrName>
                                        </p:attrNameLst>
                                      </p:cBhvr>
                                      <p:to>
                                        <p:strVal val="visible"/>
                                      </p:to>
                                    </p:set>
                                    <p:animEffect transition="in" filter="fade">
                                      <p:cBhvr>
                                        <p:cTn id="7" dur="500"/>
                                        <p:tgtEl>
                                          <p:spTgt spid="60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0"/>
            <a:ext cx="8686800" cy="6186309"/>
          </a:xfrm>
          <a:prstGeom prst="rect">
            <a:avLst/>
          </a:prstGeom>
          <a:noFill/>
        </p:spPr>
        <p:txBody>
          <a:bodyPr wrap="square" rtlCol="0">
            <a:spAutoFit/>
          </a:bodyPr>
          <a:lstStyle/>
          <a:p>
            <a:pPr algn="just"/>
            <a:r>
              <a:rPr lang="en-US" sz="3600" dirty="0">
                <a:latin typeface="Century Gothic" pitchFamily="34" charset="0"/>
              </a:rPr>
              <a:t>Forces that have potential energies associated with them are called </a:t>
            </a:r>
            <a:r>
              <a:rPr lang="en-US" sz="3600" b="1" u="sng" dirty="0">
                <a:solidFill>
                  <a:srgbClr val="FF0000"/>
                </a:solidFill>
                <a:latin typeface="Century Gothic" pitchFamily="34" charset="0"/>
              </a:rPr>
              <a:t>Conservative Forces</a:t>
            </a:r>
            <a:r>
              <a:rPr lang="en-US" sz="3600" dirty="0">
                <a:latin typeface="Century Gothic" pitchFamily="34" charset="0"/>
              </a:rPr>
              <a:t>. </a:t>
            </a:r>
          </a:p>
          <a:p>
            <a:pPr algn="just"/>
            <a:endParaRPr lang="en-US" sz="3600" dirty="0">
              <a:latin typeface="Century Gothic" pitchFamily="34" charset="0"/>
            </a:endParaRPr>
          </a:p>
          <a:p>
            <a:pPr algn="just"/>
            <a:r>
              <a:rPr lang="en-US" sz="3600" dirty="0">
                <a:latin typeface="Century Gothic" pitchFamily="34" charset="0"/>
              </a:rPr>
              <a:t>Any change in the kinetic energy of the body is compensated for by an equal and opposite change in potential energy, so that the sum of the two remains constant. The constant sum is the total </a:t>
            </a:r>
            <a:r>
              <a:rPr lang="en-US" sz="3600" b="1" u="sng" dirty="0">
                <a:latin typeface="Century Gothic" pitchFamily="34" charset="0"/>
              </a:rPr>
              <a:t>mechanical energy</a:t>
            </a:r>
            <a:r>
              <a:rPr lang="en-US" sz="3600" dirty="0">
                <a:latin typeface="Century Gothic" pitchFamily="34" charset="0"/>
              </a:rPr>
              <a:t>.</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1937880" y="1303560"/>
              <a:ext cx="6277680" cy="4992120"/>
            </p14:xfrm>
          </p:contentPart>
        </mc:Choice>
        <mc:Fallback xmlns="">
          <p:pic>
            <p:nvPicPr>
              <p:cNvPr id="2" name="Ink 1"/>
              <p:cNvPicPr/>
              <p:nvPr/>
            </p:nvPicPr>
            <p:blipFill>
              <a:blip r:embed="rId3"/>
              <a:stretch>
                <a:fillRect/>
              </a:stretch>
            </p:blipFill>
            <p:spPr>
              <a:xfrm>
                <a:off x="1928520" y="1294200"/>
                <a:ext cx="6296400" cy="501084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nvGraphicFramePr>
        <p:xfrm>
          <a:off x="1905000" y="2438400"/>
          <a:ext cx="4284133" cy="876300"/>
        </p:xfrm>
        <a:graphic>
          <a:graphicData uri="http://schemas.openxmlformats.org/presentationml/2006/ole">
            <mc:AlternateContent xmlns:mc="http://schemas.openxmlformats.org/markup-compatibility/2006">
              <mc:Choice xmlns:v="urn:schemas-microsoft-com:vml" Requires="v">
                <p:oleObj spid="_x0000_s11305" name="Equation" r:id="rId3" imgW="1117440" imgH="228600" progId="Equation.3">
                  <p:embed/>
                </p:oleObj>
              </mc:Choice>
              <mc:Fallback>
                <p:oleObj name="Equation" r:id="rId3" imgW="1117440" imgH="2286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2438400"/>
                        <a:ext cx="4284133"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699" name="Object 3"/>
          <p:cNvGraphicFramePr>
            <a:graphicFrameLocks noChangeAspect="1"/>
          </p:cNvGraphicFramePr>
          <p:nvPr/>
        </p:nvGraphicFramePr>
        <p:xfrm>
          <a:off x="2257425" y="3352800"/>
          <a:ext cx="3990975" cy="876300"/>
        </p:xfrm>
        <a:graphic>
          <a:graphicData uri="http://schemas.openxmlformats.org/presentationml/2006/ole">
            <mc:AlternateContent xmlns:mc="http://schemas.openxmlformats.org/markup-compatibility/2006">
              <mc:Choice xmlns:v="urn:schemas-microsoft-com:vml" Requires="v">
                <p:oleObj spid="_x0000_s11306" name="Equation" r:id="rId5" imgW="1041120" imgH="228600" progId="Equation.3">
                  <p:embed/>
                </p:oleObj>
              </mc:Choice>
              <mc:Fallback>
                <p:oleObj name="Equation" r:id="rId5" imgW="1041120" imgH="2286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7425" y="3352800"/>
                        <a:ext cx="3990975"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0" name="Object 4"/>
          <p:cNvGraphicFramePr>
            <a:graphicFrameLocks noChangeAspect="1"/>
          </p:cNvGraphicFramePr>
          <p:nvPr/>
        </p:nvGraphicFramePr>
        <p:xfrm>
          <a:off x="2281238" y="4343400"/>
          <a:ext cx="3941762" cy="876300"/>
        </p:xfrm>
        <a:graphic>
          <a:graphicData uri="http://schemas.openxmlformats.org/presentationml/2006/ole">
            <mc:AlternateContent xmlns:mc="http://schemas.openxmlformats.org/markup-compatibility/2006">
              <mc:Choice xmlns:v="urn:schemas-microsoft-com:vml" Requires="v">
                <p:oleObj spid="_x0000_s11307" name="Equation" r:id="rId7" imgW="1028520" imgH="228600" progId="Equation.3">
                  <p:embed/>
                </p:oleObj>
              </mc:Choice>
              <mc:Fallback>
                <p:oleObj name="Equation" r:id="rId7" imgW="1028520" imgH="2286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1238" y="4343400"/>
                        <a:ext cx="3941762"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1" name="Object 5"/>
          <p:cNvGraphicFramePr>
            <a:graphicFrameLocks noChangeAspect="1"/>
          </p:cNvGraphicFramePr>
          <p:nvPr/>
        </p:nvGraphicFramePr>
        <p:xfrm>
          <a:off x="2286000" y="5181600"/>
          <a:ext cx="3017837" cy="876300"/>
        </p:xfrm>
        <a:graphic>
          <a:graphicData uri="http://schemas.openxmlformats.org/presentationml/2006/ole">
            <mc:AlternateContent xmlns:mc="http://schemas.openxmlformats.org/markup-compatibility/2006">
              <mc:Choice xmlns:v="urn:schemas-microsoft-com:vml" Requires="v">
                <p:oleObj spid="_x0000_s11308" name="Equation" r:id="rId9" imgW="787320" imgH="228600" progId="Equation.3">
                  <p:embed/>
                </p:oleObj>
              </mc:Choice>
              <mc:Fallback>
                <p:oleObj name="Equation" r:id="rId9" imgW="787320" imgH="22860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0" y="5181600"/>
                        <a:ext cx="3017837"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2" name="Object 6"/>
          <p:cNvGraphicFramePr>
            <a:graphicFrameLocks noChangeAspect="1"/>
          </p:cNvGraphicFramePr>
          <p:nvPr/>
        </p:nvGraphicFramePr>
        <p:xfrm>
          <a:off x="2211388" y="1223962"/>
          <a:ext cx="3897312" cy="681038"/>
        </p:xfrm>
        <a:graphic>
          <a:graphicData uri="http://schemas.openxmlformats.org/presentationml/2006/ole">
            <mc:AlternateContent xmlns:mc="http://schemas.openxmlformats.org/markup-compatibility/2006">
              <mc:Choice xmlns:v="urn:schemas-microsoft-com:vml" Requires="v">
                <p:oleObj spid="_x0000_s11309" name="Equation" r:id="rId11" imgW="1015920" imgH="177480" progId="Equation.3">
                  <p:embed/>
                </p:oleObj>
              </mc:Choice>
              <mc:Fallback>
                <p:oleObj name="Equation" r:id="rId11" imgW="1015920" imgH="17748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11388" y="1223962"/>
                        <a:ext cx="3897312" cy="681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13">
            <p14:nvContentPartPr>
              <p14:cNvPr id="2" name="Ink 1"/>
              <p14:cNvContentPartPr/>
              <p14:nvPr/>
            </p14:nvContentPartPr>
            <p14:xfrm>
              <a:off x="1661040" y="919800"/>
              <a:ext cx="4750920" cy="1214640"/>
            </p14:xfrm>
          </p:contentPart>
        </mc:Choice>
        <mc:Fallback xmlns="">
          <p:pic>
            <p:nvPicPr>
              <p:cNvPr id="2" name="Ink 1"/>
              <p:cNvPicPr/>
              <p:nvPr/>
            </p:nvPicPr>
            <p:blipFill>
              <a:blip r:embed="rId14"/>
              <a:stretch>
                <a:fillRect/>
              </a:stretch>
            </p:blipFill>
            <p:spPr>
              <a:xfrm>
                <a:off x="1651680" y="910440"/>
                <a:ext cx="4769640" cy="12333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checkerboard(across)">
                                      <p:cBhvr>
                                        <p:cTn id="7" dur="500"/>
                                        <p:tgtEl>
                                          <p:spTgt spid="2970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9699"/>
                                        </p:tgtEl>
                                        <p:attrNameLst>
                                          <p:attrName>style.visibility</p:attrName>
                                        </p:attrNameLst>
                                      </p:cBhvr>
                                      <p:to>
                                        <p:strVal val="visible"/>
                                      </p:to>
                                    </p:set>
                                    <p:animEffect transition="in" filter="checkerboard(across)">
                                      <p:cBhvr>
                                        <p:cTn id="17" dur="500"/>
                                        <p:tgtEl>
                                          <p:spTgt spid="2969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9700"/>
                                        </p:tgtEl>
                                        <p:attrNameLst>
                                          <p:attrName>style.visibility</p:attrName>
                                        </p:attrNameLst>
                                      </p:cBhvr>
                                      <p:to>
                                        <p:strVal val="visible"/>
                                      </p:to>
                                    </p:set>
                                    <p:animEffect transition="in" filter="checkerboard(across)">
                                      <p:cBhvr>
                                        <p:cTn id="22" dur="500"/>
                                        <p:tgtEl>
                                          <p:spTgt spid="2970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9701"/>
                                        </p:tgtEl>
                                        <p:attrNameLst>
                                          <p:attrName>style.visibility</p:attrName>
                                        </p:attrNameLst>
                                      </p:cBhvr>
                                      <p:to>
                                        <p:strVal val="visible"/>
                                      </p:to>
                                    </p:set>
                                    <p:anim calcmode="lin" valueType="num">
                                      <p:cBhvr additive="base">
                                        <p:cTn id="27" dur="500" fill="hold"/>
                                        <p:tgtEl>
                                          <p:spTgt spid="29701"/>
                                        </p:tgtEl>
                                        <p:attrNameLst>
                                          <p:attrName>ppt_x</p:attrName>
                                        </p:attrNameLst>
                                      </p:cBhvr>
                                      <p:tavLst>
                                        <p:tav tm="0">
                                          <p:val>
                                            <p:strVal val="#ppt_x"/>
                                          </p:val>
                                        </p:tav>
                                        <p:tav tm="100000">
                                          <p:val>
                                            <p:strVal val="#ppt_x"/>
                                          </p:val>
                                        </p:tav>
                                      </p:tavLst>
                                    </p:anim>
                                    <p:anim calcmode="lin" valueType="num">
                                      <p:cBhvr additive="base">
                                        <p:cTn id="28" dur="500" fill="hold"/>
                                        <p:tgtEl>
                                          <p:spTgt spid="297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Object 2"/>
          <p:cNvGraphicFramePr>
            <a:graphicFrameLocks noChangeAspect="1"/>
          </p:cNvGraphicFramePr>
          <p:nvPr/>
        </p:nvGraphicFramePr>
        <p:xfrm>
          <a:off x="2520950" y="381000"/>
          <a:ext cx="4184650" cy="1558925"/>
        </p:xfrm>
        <a:graphic>
          <a:graphicData uri="http://schemas.openxmlformats.org/presentationml/2006/ole">
            <mc:AlternateContent xmlns:mc="http://schemas.openxmlformats.org/markup-compatibility/2006">
              <mc:Choice xmlns:v="urn:schemas-microsoft-com:vml" Requires="v">
                <p:oleObj spid="_x0000_s12297" name="Equation" r:id="rId3" imgW="1091880" imgH="406080" progId="Equation.3">
                  <p:embed/>
                </p:oleObj>
              </mc:Choice>
              <mc:Fallback>
                <p:oleObj name="Equation" r:id="rId3" imgW="1091880" imgH="4060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0950" y="381000"/>
                        <a:ext cx="4184650" cy="155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0" y="2133600"/>
            <a:ext cx="9144000" cy="3970318"/>
          </a:xfrm>
          <a:prstGeom prst="rect">
            <a:avLst/>
          </a:prstGeom>
          <a:noFill/>
        </p:spPr>
        <p:txBody>
          <a:bodyPr wrap="square" rtlCol="0">
            <a:spAutoFit/>
          </a:bodyPr>
          <a:lstStyle/>
          <a:p>
            <a:pPr algn="just"/>
            <a:r>
              <a:rPr lang="en-US" sz="3600" dirty="0">
                <a:latin typeface="Century Gothic" pitchFamily="34" charset="0"/>
              </a:rPr>
              <a:t>The sum of kinetic and potential energies (K + U) is called the </a:t>
            </a:r>
            <a:r>
              <a:rPr lang="en-US" sz="3600" b="1" u="sng" dirty="0">
                <a:solidFill>
                  <a:srgbClr val="FF0000"/>
                </a:solidFill>
                <a:latin typeface="Century Gothic" pitchFamily="34" charset="0"/>
              </a:rPr>
              <a:t>Mechanical Energy</a:t>
            </a:r>
            <a:r>
              <a:rPr lang="en-US" sz="3600" dirty="0">
                <a:latin typeface="Century Gothic" pitchFamily="34" charset="0"/>
              </a:rPr>
              <a:t>. </a:t>
            </a:r>
          </a:p>
          <a:p>
            <a:pPr algn="just"/>
            <a:endParaRPr lang="en-US" sz="3600" dirty="0">
              <a:latin typeface="Century Gothic" pitchFamily="34" charset="0"/>
            </a:endParaRPr>
          </a:p>
          <a:p>
            <a:pPr algn="just"/>
            <a:r>
              <a:rPr lang="en-US" sz="3600" dirty="0">
                <a:latin typeface="Century Gothic" pitchFamily="34" charset="0"/>
              </a:rPr>
              <a:t>If the only force acting on a particle is a conservative force, the sum of the K and U of the particle remains constant.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randombar(horizontal)">
                                      <p:cBhvr>
                                        <p:cTn id="7" dur="500"/>
                                        <p:tgtEl>
                                          <p:spTgt spid="307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76200"/>
            <a:ext cx="8686800" cy="1754326"/>
          </a:xfrm>
          <a:prstGeom prst="rect">
            <a:avLst/>
          </a:prstGeom>
          <a:noFill/>
        </p:spPr>
        <p:txBody>
          <a:bodyPr wrap="square" rtlCol="0">
            <a:spAutoFit/>
          </a:bodyPr>
          <a:lstStyle/>
          <a:p>
            <a:pPr algn="just"/>
            <a:r>
              <a:rPr lang="en-US" sz="3600" dirty="0">
                <a:latin typeface="Century Gothic" pitchFamily="34" charset="0"/>
              </a:rPr>
              <a:t>What is the increase in gravitational potential energy if a person 70 kg in mass, climbs a building 50 m high?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76200"/>
            <a:ext cx="8686800" cy="3970318"/>
          </a:xfrm>
          <a:prstGeom prst="rect">
            <a:avLst/>
          </a:prstGeom>
          <a:noFill/>
        </p:spPr>
        <p:txBody>
          <a:bodyPr wrap="square" rtlCol="0">
            <a:spAutoFit/>
          </a:bodyPr>
          <a:lstStyle/>
          <a:p>
            <a:pPr algn="just"/>
            <a:r>
              <a:rPr lang="en-US" sz="3600" dirty="0">
                <a:latin typeface="Century Gothic" pitchFamily="34" charset="0"/>
              </a:rPr>
              <a:t>A 200g body is thrown up with an initial velocity of 1.5 m/s. If friction is neglected, find (a) the body’s total mechanical energy, (b) the maximum height reached, (c) its kinetic and potential energy one – fourth the way up?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76200"/>
            <a:ext cx="8686800" cy="5078313"/>
          </a:xfrm>
          <a:prstGeom prst="rect">
            <a:avLst/>
          </a:prstGeom>
          <a:noFill/>
        </p:spPr>
        <p:txBody>
          <a:bodyPr wrap="square" rtlCol="0">
            <a:spAutoFit/>
          </a:bodyPr>
          <a:lstStyle/>
          <a:p>
            <a:pPr algn="just"/>
            <a:r>
              <a:rPr lang="en-US" sz="3600" dirty="0">
                <a:latin typeface="Century Gothic" pitchFamily="34" charset="0"/>
              </a:rPr>
              <a:t>A spring has a force constant of 10 </a:t>
            </a:r>
            <a:r>
              <a:rPr lang="en-US" sz="3600" dirty="0" err="1">
                <a:latin typeface="Century Gothic" pitchFamily="34" charset="0"/>
              </a:rPr>
              <a:t>Newtons</a:t>
            </a:r>
            <a:r>
              <a:rPr lang="en-US" sz="3600" dirty="0">
                <a:latin typeface="Century Gothic" pitchFamily="34" charset="0"/>
              </a:rPr>
              <a:t> per cm. it is compressed 4 cm from its natural length, and a block of mass 100g is placed against the horizontal compressed spring. When the spring is released, the block slides across the smooth horizontal surface. With what velocity does the block leave the spring?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9144000" cy="1754188"/>
          </a:xfrm>
          <a:prstGeom prst="rect">
            <a:avLst/>
          </a:prstGeom>
          <a:noFill/>
          <a:ln w="9525">
            <a:noFill/>
            <a:miter lim="800000"/>
            <a:headEnd/>
            <a:tailEnd/>
          </a:ln>
        </p:spPr>
        <p:txBody>
          <a:bodyPr>
            <a:spAutoFit/>
          </a:bodyPr>
          <a:lstStyle/>
          <a:p>
            <a:pPr algn="just"/>
            <a:r>
              <a:rPr lang="en-US" sz="3600" dirty="0">
                <a:latin typeface="Calibri" pitchFamily="34" charset="0"/>
              </a:rPr>
              <a:t>1.  A 0.300-kg ball has a speed of 15.0 m/s. (a) What is its kinetic energy? (b) If its speed were doubled, what would be its kinetic energy?</a:t>
            </a:r>
          </a:p>
        </p:txBody>
      </p:sp>
      <p:sp>
        <p:nvSpPr>
          <p:cNvPr id="5" name="TextBox 1"/>
          <p:cNvSpPr txBox="1">
            <a:spLocks noChangeArrowheads="1"/>
          </p:cNvSpPr>
          <p:nvPr/>
        </p:nvSpPr>
        <p:spPr bwMode="auto">
          <a:xfrm>
            <a:off x="0" y="2298680"/>
            <a:ext cx="9144000" cy="3416320"/>
          </a:xfrm>
          <a:prstGeom prst="rect">
            <a:avLst/>
          </a:prstGeom>
          <a:noFill/>
          <a:ln w="9525">
            <a:noFill/>
            <a:miter lim="800000"/>
            <a:headEnd/>
            <a:tailEnd/>
          </a:ln>
        </p:spPr>
        <p:txBody>
          <a:bodyPr wrap="square">
            <a:spAutoFit/>
          </a:bodyPr>
          <a:lstStyle/>
          <a:p>
            <a:pPr algn="just"/>
            <a:r>
              <a:rPr lang="en-US" sz="3600" dirty="0">
                <a:latin typeface="Calibri" pitchFamily="34" charset="0"/>
              </a:rPr>
              <a:t>2. A brick of mass 1 kg is thrown along a horizontal surface with an initial velocity of 2m/s. the coefficient of friction is 0.2. What is the kinetic energy and speed of the brick after traveling a distance of 80 cm? How far does the brick go before coming to rest?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9144000" cy="3970338"/>
          </a:xfrm>
          <a:prstGeom prst="rect">
            <a:avLst/>
          </a:prstGeom>
          <a:noFill/>
          <a:ln w="9525">
            <a:noFill/>
            <a:miter lim="800000"/>
            <a:headEnd/>
            <a:tailEnd/>
          </a:ln>
        </p:spPr>
        <p:txBody>
          <a:bodyPr>
            <a:spAutoFit/>
          </a:bodyPr>
          <a:lstStyle/>
          <a:p>
            <a:pPr algn="just"/>
            <a:r>
              <a:rPr lang="en-US" sz="3600" dirty="0">
                <a:latin typeface="Calibri" pitchFamily="34" charset="0"/>
              </a:rPr>
              <a:t>3.  A block of mass 0.250 kg is placed on top of a light vertical spring of force constant 5 000 N/m and pushed downward so that the spring is compressed by 0.100 m. After the block is released from rest, it travels upward and then leaves the spring. To what maximum height above the point of release does it rise?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76200"/>
            <a:ext cx="8686800" cy="2862322"/>
          </a:xfrm>
          <a:prstGeom prst="rect">
            <a:avLst/>
          </a:prstGeom>
          <a:noFill/>
        </p:spPr>
        <p:txBody>
          <a:bodyPr wrap="square" rtlCol="0">
            <a:spAutoFit/>
          </a:bodyPr>
          <a:lstStyle/>
          <a:p>
            <a:pPr algn="just"/>
            <a:r>
              <a:rPr lang="en-US" sz="3600" dirty="0">
                <a:latin typeface="Century Gothic" pitchFamily="34" charset="0"/>
              </a:rPr>
              <a:t>Total energy is always conserved.</a:t>
            </a:r>
          </a:p>
          <a:p>
            <a:pPr algn="just"/>
            <a:endParaRPr lang="en-US" sz="3600" dirty="0">
              <a:latin typeface="Century Gothic" pitchFamily="34" charset="0"/>
            </a:endParaRPr>
          </a:p>
          <a:p>
            <a:pPr algn="just"/>
            <a:r>
              <a:rPr lang="en-US" sz="3600" dirty="0">
                <a:latin typeface="Century Gothic" pitchFamily="34" charset="0"/>
              </a:rPr>
              <a:t>Non conservative forces do not conserve mechanical energy, but they conserve total energy.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59738" y="295870"/>
            <a:ext cx="2262158" cy="923330"/>
          </a:xfrm>
          <a:prstGeom prst="rect">
            <a:avLst/>
          </a:prstGeom>
          <a:noFill/>
        </p:spPr>
        <p:txBody>
          <a:bodyPr wrap="none" lIns="91440" tIns="45720" rIns="91440" bIns="45720">
            <a:spAutoFit/>
          </a:bodyPr>
          <a:lstStyle/>
          <a:p>
            <a:pPr algn="ctr"/>
            <a:r>
              <a:rPr lang="en-US" sz="54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rPr>
              <a:t>Power</a:t>
            </a:r>
          </a:p>
        </p:txBody>
      </p:sp>
      <p:sp>
        <p:nvSpPr>
          <p:cNvPr id="5" name="TextBox 4"/>
          <p:cNvSpPr txBox="1"/>
          <p:nvPr/>
        </p:nvSpPr>
        <p:spPr>
          <a:xfrm>
            <a:off x="228600" y="1419285"/>
            <a:ext cx="8686800" cy="646331"/>
          </a:xfrm>
          <a:prstGeom prst="rect">
            <a:avLst/>
          </a:prstGeom>
          <a:noFill/>
        </p:spPr>
        <p:txBody>
          <a:bodyPr wrap="square" rtlCol="0">
            <a:spAutoFit/>
          </a:bodyPr>
          <a:lstStyle/>
          <a:p>
            <a:pPr algn="just"/>
            <a:r>
              <a:rPr lang="en-US" sz="3600" dirty="0">
                <a:latin typeface="Century Gothic" pitchFamily="34" charset="0"/>
              </a:rPr>
              <a:t>Rate of doing work.</a:t>
            </a:r>
          </a:p>
        </p:txBody>
      </p:sp>
      <p:graphicFrame>
        <p:nvGraphicFramePr>
          <p:cNvPr id="6" name="Object 5"/>
          <p:cNvGraphicFramePr>
            <a:graphicFrameLocks noChangeAspect="1"/>
          </p:cNvGraphicFramePr>
          <p:nvPr/>
        </p:nvGraphicFramePr>
        <p:xfrm>
          <a:off x="3048000" y="2362200"/>
          <a:ext cx="1848464" cy="1591732"/>
        </p:xfrm>
        <a:graphic>
          <a:graphicData uri="http://schemas.openxmlformats.org/presentationml/2006/ole">
            <mc:AlternateContent xmlns:mc="http://schemas.openxmlformats.org/markup-compatibility/2006">
              <mc:Choice xmlns:v="urn:schemas-microsoft-com:vml" Requires="v">
                <p:oleObj spid="_x0000_s13321" name="Equation" r:id="rId3" imgW="457200" imgH="393480" progId="Equation.3">
                  <p:embed/>
                </p:oleObj>
              </mc:Choice>
              <mc:Fallback>
                <p:oleObj name="Equation" r:id="rId3" imgW="457200" imgH="3934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362200"/>
                        <a:ext cx="1848464" cy="15917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76200"/>
            <a:ext cx="8686800" cy="830997"/>
          </a:xfrm>
          <a:prstGeom prst="rect">
            <a:avLst/>
          </a:prstGeom>
          <a:noFill/>
        </p:spPr>
        <p:txBody>
          <a:bodyPr wrap="square" rtlCol="0">
            <a:spAutoFit/>
          </a:bodyPr>
          <a:lstStyle/>
          <a:p>
            <a:pPr algn="ctr"/>
            <a:r>
              <a:rPr lang="en-US" sz="4800" b="1" dirty="0">
                <a:latin typeface="Century Gothic" pitchFamily="34" charset="0"/>
              </a:rPr>
              <a:t>Units of Power</a:t>
            </a:r>
          </a:p>
        </p:txBody>
      </p:sp>
      <p:sp>
        <p:nvSpPr>
          <p:cNvPr id="5" name="TextBox 4"/>
          <p:cNvSpPr txBox="1"/>
          <p:nvPr/>
        </p:nvSpPr>
        <p:spPr>
          <a:xfrm>
            <a:off x="533400" y="1143000"/>
            <a:ext cx="8001000" cy="1200329"/>
          </a:xfrm>
          <a:prstGeom prst="rect">
            <a:avLst/>
          </a:prstGeom>
          <a:noFill/>
        </p:spPr>
        <p:txBody>
          <a:bodyPr wrap="square" rtlCol="0">
            <a:spAutoFit/>
          </a:bodyPr>
          <a:lstStyle/>
          <a:p>
            <a:r>
              <a:rPr lang="en-US" sz="3600" dirty="0"/>
              <a:t>1 hp   =    746 watts    =    746 J/s</a:t>
            </a:r>
          </a:p>
          <a:p>
            <a:r>
              <a:rPr lang="en-US" sz="3600" dirty="0"/>
              <a:t>		  0.746 kW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76200"/>
            <a:ext cx="8686800" cy="2308324"/>
          </a:xfrm>
          <a:prstGeom prst="rect">
            <a:avLst/>
          </a:prstGeom>
          <a:noFill/>
        </p:spPr>
        <p:txBody>
          <a:bodyPr wrap="square" rtlCol="0">
            <a:spAutoFit/>
          </a:bodyPr>
          <a:lstStyle/>
          <a:p>
            <a:pPr algn="just"/>
            <a:r>
              <a:rPr lang="en-US" sz="3600" dirty="0">
                <a:latin typeface="Century Gothic" pitchFamily="34" charset="0"/>
              </a:rPr>
              <a:t>A motor lifts an object of mass 30 kg a vertical height of 5 m in a time of 4 minutes. Find the horsepower developed by the motor.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76200"/>
            <a:ext cx="8686800" cy="3416320"/>
          </a:xfrm>
          <a:prstGeom prst="rect">
            <a:avLst/>
          </a:prstGeom>
          <a:noFill/>
        </p:spPr>
        <p:txBody>
          <a:bodyPr wrap="square" rtlCol="0">
            <a:spAutoFit/>
          </a:bodyPr>
          <a:lstStyle/>
          <a:p>
            <a:pPr algn="just"/>
            <a:r>
              <a:rPr lang="en-US" sz="3600" dirty="0">
                <a:latin typeface="Century Gothic" pitchFamily="34" charset="0"/>
              </a:rPr>
              <a:t>A man exerts a force of 50 N on a heavy cart and pushes it 60m in 100 seconds. A machine can exert a force of 250N and push it the same distance in 20 seconds. What is the power in each case?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76200"/>
            <a:ext cx="8686800" cy="2862322"/>
          </a:xfrm>
          <a:prstGeom prst="rect">
            <a:avLst/>
          </a:prstGeom>
          <a:noFill/>
        </p:spPr>
        <p:txBody>
          <a:bodyPr wrap="square" rtlCol="0">
            <a:spAutoFit/>
          </a:bodyPr>
          <a:lstStyle/>
          <a:p>
            <a:pPr algn="just"/>
            <a:r>
              <a:rPr lang="en-US" sz="3600" dirty="0">
                <a:latin typeface="Century Gothic" pitchFamily="34" charset="0"/>
              </a:rPr>
              <a:t>A 70 kg person runs up three flights of stairs in 9 seconds. He stops at the end of this time, after traveling 10 meters. What is his average output power for the 9 seconds?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76200"/>
            <a:ext cx="8686800" cy="2862322"/>
          </a:xfrm>
          <a:prstGeom prst="rect">
            <a:avLst/>
          </a:prstGeom>
          <a:noFill/>
        </p:spPr>
        <p:txBody>
          <a:bodyPr wrap="square" rtlCol="0">
            <a:spAutoFit/>
          </a:bodyPr>
          <a:lstStyle/>
          <a:p>
            <a:pPr algn="just"/>
            <a:r>
              <a:rPr lang="en-US" sz="3600" dirty="0">
                <a:latin typeface="Century Gothic" pitchFamily="34" charset="0"/>
              </a:rPr>
              <a:t>To push a box across the floor at a constant  speed of 0.5 m/s requires the application of 200N force in the direction of motion to overcome friction. What is the power required?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76200"/>
            <a:ext cx="8686800" cy="3416320"/>
          </a:xfrm>
          <a:prstGeom prst="rect">
            <a:avLst/>
          </a:prstGeom>
          <a:noFill/>
        </p:spPr>
        <p:txBody>
          <a:bodyPr wrap="square" rtlCol="0">
            <a:spAutoFit/>
          </a:bodyPr>
          <a:lstStyle/>
          <a:p>
            <a:pPr algn="just"/>
            <a:r>
              <a:rPr lang="en-US" sz="3600" dirty="0">
                <a:latin typeface="Century Gothic" pitchFamily="34" charset="0"/>
              </a:rPr>
              <a:t>An engine can pull a 50,000 kg load on a level ground where the coefficient of friction is 0.2 with a constant velocity of 15 km/h. What horsepower rate is the engine working?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5509200"/>
          </a:xfrm>
          <a:prstGeom prst="rect">
            <a:avLst/>
          </a:prstGeom>
        </p:spPr>
        <p:txBody>
          <a:bodyPr wrap="square">
            <a:spAutoFit/>
          </a:bodyPr>
          <a:lstStyle/>
          <a:p>
            <a:pPr algn="just"/>
            <a:r>
              <a:rPr lang="en-US" sz="3200" dirty="0"/>
              <a:t>An elevator car has a mass of 1 600 kg and is carrying passengers having a combined mass of 200 kg. A constant friction force of 4 000 N retards its motion upward</a:t>
            </a:r>
          </a:p>
          <a:p>
            <a:pPr algn="just"/>
            <a:r>
              <a:rPr lang="en-US" sz="3200" dirty="0"/>
              <a:t>(a) What power delivered by the motor is required to lift the elevator car at a constant speed of 3.00 m/s?</a:t>
            </a:r>
          </a:p>
          <a:p>
            <a:pPr algn="just"/>
            <a:r>
              <a:rPr lang="en-US" sz="3200"/>
              <a:t>(b) What </a:t>
            </a:r>
            <a:r>
              <a:rPr lang="en-US" sz="3200" dirty="0"/>
              <a:t>power must the motor deliver at the instant the speed of the elevator is </a:t>
            </a:r>
            <a:r>
              <a:rPr lang="en-US" sz="3200" i="1" dirty="0"/>
              <a:t>v if the motor is designed to provide </a:t>
            </a:r>
            <a:r>
              <a:rPr lang="en-US" sz="3200" dirty="0"/>
              <a:t>the elevator car with an upward acceleration of 1.00 m/s</a:t>
            </a:r>
            <a:r>
              <a:rPr lang="en-US" sz="3200" baseline="30000" dirty="0"/>
              <a:t>2</a:t>
            </a:r>
            <a:r>
              <a:rPr lang="en-US" sz="3200" dirty="0"/>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76200"/>
            <a:ext cx="8686800" cy="1754326"/>
          </a:xfrm>
          <a:prstGeom prst="rect">
            <a:avLst/>
          </a:prstGeom>
          <a:noFill/>
        </p:spPr>
        <p:txBody>
          <a:bodyPr wrap="square" rtlCol="0">
            <a:spAutoFit/>
          </a:bodyPr>
          <a:lstStyle/>
          <a:p>
            <a:pPr algn="just"/>
            <a:r>
              <a:rPr lang="en-US" sz="3600" dirty="0">
                <a:latin typeface="Century Gothic" pitchFamily="34" charset="0"/>
              </a:rPr>
              <a:t>If a 73 kg man runs up a 12 m flight of stairs in 3 seconds, what is his power output in horsepower?</a:t>
            </a:r>
          </a:p>
        </p:txBody>
      </p:sp>
      <p:sp>
        <p:nvSpPr>
          <p:cNvPr id="3" name="TextBox 2"/>
          <p:cNvSpPr txBox="1"/>
          <p:nvPr/>
        </p:nvSpPr>
        <p:spPr>
          <a:xfrm>
            <a:off x="228600" y="3309878"/>
            <a:ext cx="8686800" cy="2862322"/>
          </a:xfrm>
          <a:prstGeom prst="rect">
            <a:avLst/>
          </a:prstGeom>
          <a:noFill/>
        </p:spPr>
        <p:txBody>
          <a:bodyPr wrap="square" rtlCol="0">
            <a:spAutoFit/>
          </a:bodyPr>
          <a:lstStyle/>
          <a:p>
            <a:pPr algn="just"/>
            <a:r>
              <a:rPr lang="en-US" sz="3600" dirty="0">
                <a:latin typeface="Century Gothic" pitchFamily="34" charset="0"/>
              </a:rPr>
              <a:t>An elevator motor raises a 1000 kg elevator from rest such that it is ascending at 2 m/s at a height of 10 m. How much work is done by the motor?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76200"/>
            <a:ext cx="8686800" cy="2862322"/>
          </a:xfrm>
          <a:prstGeom prst="rect">
            <a:avLst/>
          </a:prstGeom>
          <a:noFill/>
        </p:spPr>
        <p:txBody>
          <a:bodyPr wrap="square" rtlCol="0">
            <a:spAutoFit/>
          </a:bodyPr>
          <a:lstStyle/>
          <a:p>
            <a:pPr algn="just"/>
            <a:r>
              <a:rPr lang="en-US" sz="3600" dirty="0">
                <a:latin typeface="Century Gothic" pitchFamily="34" charset="0"/>
              </a:rPr>
              <a:t>A skier slides down a ski trail that makes a vertical descent of 78 m. What is his speed at the bottom of the trail, ignoring air resistance </a:t>
            </a:r>
            <a:r>
              <a:rPr lang="en-US" sz="3600">
                <a:latin typeface="Century Gothic" pitchFamily="34" charset="0"/>
              </a:rPr>
              <a:t>and friction?</a:t>
            </a:r>
            <a:endParaRPr lang="en-US" sz="3600" dirty="0">
              <a:latin typeface="Century Gothic" pitchFamily="34" charset="0"/>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37057</TotalTime>
  <Words>1767</Words>
  <Application>Microsoft Macintosh PowerPoint</Application>
  <PresentationFormat>On-screen Show (4:3)</PresentationFormat>
  <Paragraphs>92</Paragraphs>
  <Slides>44</Slides>
  <Notes>6</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0" baseType="lpstr">
      <vt:lpstr>Arial</vt:lpstr>
      <vt:lpstr>Calibri</vt:lpstr>
      <vt:lpstr>Cambria Math</vt:lpstr>
      <vt:lpstr>Century Gothic</vt:lpstr>
      <vt:lpstr>Default Design</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All User</dc:creator>
  <cp:lastModifiedBy>Raymund Dimayuga</cp:lastModifiedBy>
  <cp:revision>267</cp:revision>
  <cp:lastPrinted>2020-10-31T08:36:38Z</cp:lastPrinted>
  <dcterms:created xsi:type="dcterms:W3CDTF">2009-09-22T03:43:27Z</dcterms:created>
  <dcterms:modified xsi:type="dcterms:W3CDTF">2025-09-21T13:33:59Z</dcterms:modified>
</cp:coreProperties>
</file>